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1667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966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637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637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3312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31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31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864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27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637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757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2864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312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757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2278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3305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527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3312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166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2966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236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2637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312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231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2966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36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52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31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2864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227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166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2966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2901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43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2637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166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2966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252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2637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757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2864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777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68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166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2966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637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1667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966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728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48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2637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1667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2966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771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2637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1667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2966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771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2637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1667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2366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923194" y="3170392"/>
              <a:ext cx="60584" cy="167167"/>
            </a:xfrm>
            <a:custGeom>
              <a:avLst/>
              <a:pathLst>
                <a:path w="60584" h="167167">
                  <a:moveTo>
                    <a:pt x="60584" y="0"/>
                  </a:moveTo>
                  <a:lnTo>
                    <a:pt x="54386" y="114"/>
                  </a:lnTo>
                  <a:lnTo>
                    <a:pt x="48197" y="459"/>
                  </a:lnTo>
                  <a:lnTo>
                    <a:pt x="42024" y="1033"/>
                  </a:lnTo>
                  <a:lnTo>
                    <a:pt x="35877" y="1836"/>
                  </a:lnTo>
                  <a:lnTo>
                    <a:pt x="29764" y="2865"/>
                  </a:lnTo>
                  <a:lnTo>
                    <a:pt x="23693" y="4121"/>
                  </a:lnTo>
                  <a:lnTo>
                    <a:pt x="17673" y="5601"/>
                  </a:lnTo>
                  <a:lnTo>
                    <a:pt x="11712" y="7303"/>
                  </a:lnTo>
                  <a:lnTo>
                    <a:pt x="5818" y="9225"/>
                  </a:lnTo>
                  <a:lnTo>
                    <a:pt x="0" y="11364"/>
                  </a:lnTo>
                  <a:lnTo>
                    <a:pt x="6058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816611" y="3170394"/>
              <a:ext cx="334318" cy="334325"/>
            </a:xfrm>
            <a:custGeom>
              <a:avLst/>
              <a:pathLst>
                <a:path w="334318" h="334325">
                  <a:moveTo>
                    <a:pt x="106582" y="11362"/>
                  </a:moveTo>
                  <a:lnTo>
                    <a:pt x="101692" y="13353"/>
                  </a:lnTo>
                  <a:lnTo>
                    <a:pt x="96866" y="15498"/>
                  </a:lnTo>
                  <a:lnTo>
                    <a:pt x="92111" y="17794"/>
                  </a:lnTo>
                  <a:lnTo>
                    <a:pt x="87431" y="20239"/>
                  </a:lnTo>
                  <a:lnTo>
                    <a:pt x="82831" y="22830"/>
                  </a:lnTo>
                  <a:lnTo>
                    <a:pt x="78314" y="25566"/>
                  </a:lnTo>
                  <a:lnTo>
                    <a:pt x="73887" y="28443"/>
                  </a:lnTo>
                  <a:lnTo>
                    <a:pt x="69552" y="31458"/>
                  </a:lnTo>
                  <a:lnTo>
                    <a:pt x="65315" y="34609"/>
                  </a:lnTo>
                  <a:lnTo>
                    <a:pt x="61179" y="37891"/>
                  </a:lnTo>
                  <a:lnTo>
                    <a:pt x="57149" y="41303"/>
                  </a:lnTo>
                  <a:lnTo>
                    <a:pt x="53229" y="44841"/>
                  </a:lnTo>
                  <a:lnTo>
                    <a:pt x="49423" y="48500"/>
                  </a:lnTo>
                  <a:lnTo>
                    <a:pt x="45734" y="52278"/>
                  </a:lnTo>
                  <a:lnTo>
                    <a:pt x="42166" y="56171"/>
                  </a:lnTo>
                  <a:lnTo>
                    <a:pt x="38723" y="60174"/>
                  </a:lnTo>
                  <a:lnTo>
                    <a:pt x="35408" y="64284"/>
                  </a:lnTo>
                  <a:lnTo>
                    <a:pt x="32224" y="68497"/>
                  </a:lnTo>
                  <a:lnTo>
                    <a:pt x="29175" y="72808"/>
                  </a:lnTo>
                  <a:lnTo>
                    <a:pt x="26264" y="77213"/>
                  </a:lnTo>
                  <a:lnTo>
                    <a:pt x="23493" y="81708"/>
                  </a:lnTo>
                  <a:lnTo>
                    <a:pt x="20866" y="86288"/>
                  </a:lnTo>
                  <a:lnTo>
                    <a:pt x="18385" y="90949"/>
                  </a:lnTo>
                  <a:lnTo>
                    <a:pt x="16052" y="95686"/>
                  </a:lnTo>
                  <a:lnTo>
                    <a:pt x="13870" y="100494"/>
                  </a:lnTo>
                  <a:lnTo>
                    <a:pt x="11841" y="105369"/>
                  </a:lnTo>
                  <a:lnTo>
                    <a:pt x="9966" y="110305"/>
                  </a:lnTo>
                  <a:lnTo>
                    <a:pt x="8249" y="115299"/>
                  </a:lnTo>
                  <a:lnTo>
                    <a:pt x="6690" y="120344"/>
                  </a:lnTo>
                  <a:lnTo>
                    <a:pt x="5292" y="125435"/>
                  </a:lnTo>
                  <a:lnTo>
                    <a:pt x="4054" y="130568"/>
                  </a:lnTo>
                  <a:lnTo>
                    <a:pt x="2980" y="135738"/>
                  </a:lnTo>
                  <a:lnTo>
                    <a:pt x="2069" y="140939"/>
                  </a:lnTo>
                  <a:lnTo>
                    <a:pt x="1323" y="146167"/>
                  </a:lnTo>
                  <a:lnTo>
                    <a:pt x="743" y="151415"/>
                  </a:lnTo>
                  <a:lnTo>
                    <a:pt x="329" y="156679"/>
                  </a:lnTo>
                  <a:lnTo>
                    <a:pt x="81" y="161953"/>
                  </a:lnTo>
                  <a:lnTo>
                    <a:pt x="0" y="167233"/>
                  </a:lnTo>
                  <a:lnTo>
                    <a:pt x="85" y="172513"/>
                  </a:lnTo>
                  <a:lnTo>
                    <a:pt x="337" y="177787"/>
                  </a:lnTo>
                  <a:lnTo>
                    <a:pt x="756" y="183050"/>
                  </a:lnTo>
                  <a:lnTo>
                    <a:pt x="1341" y="188298"/>
                  </a:lnTo>
                  <a:lnTo>
                    <a:pt x="2091" y="193525"/>
                  </a:lnTo>
                  <a:lnTo>
                    <a:pt x="3006" y="198725"/>
                  </a:lnTo>
                  <a:lnTo>
                    <a:pt x="4084" y="203894"/>
                  </a:lnTo>
                  <a:lnTo>
                    <a:pt x="5326" y="209026"/>
                  </a:lnTo>
                  <a:lnTo>
                    <a:pt x="6729" y="214117"/>
                  </a:lnTo>
                  <a:lnTo>
                    <a:pt x="8292" y="219161"/>
                  </a:lnTo>
                  <a:lnTo>
                    <a:pt x="10013" y="224152"/>
                  </a:lnTo>
                  <a:lnTo>
                    <a:pt x="11891" y="229087"/>
                  </a:lnTo>
                  <a:lnTo>
                    <a:pt x="13924" y="233960"/>
                  </a:lnTo>
                  <a:lnTo>
                    <a:pt x="16110" y="238767"/>
                  </a:lnTo>
                  <a:lnTo>
                    <a:pt x="18447" y="243502"/>
                  </a:lnTo>
                  <a:lnTo>
                    <a:pt x="20932" y="248161"/>
                  </a:lnTo>
                  <a:lnTo>
                    <a:pt x="23563" y="252739"/>
                  </a:lnTo>
                  <a:lnTo>
                    <a:pt x="26338" y="257232"/>
                  </a:lnTo>
                  <a:lnTo>
                    <a:pt x="29253" y="261634"/>
                  </a:lnTo>
                  <a:lnTo>
                    <a:pt x="32305" y="265943"/>
                  </a:lnTo>
                  <a:lnTo>
                    <a:pt x="35492" y="270153"/>
                  </a:lnTo>
                  <a:lnTo>
                    <a:pt x="38810" y="274260"/>
                  </a:lnTo>
                  <a:lnTo>
                    <a:pt x="42257" y="278261"/>
                  </a:lnTo>
                  <a:lnTo>
                    <a:pt x="45828" y="282150"/>
                  </a:lnTo>
                  <a:lnTo>
                    <a:pt x="49520" y="285925"/>
                  </a:lnTo>
                  <a:lnTo>
                    <a:pt x="53329" y="289582"/>
                  </a:lnTo>
                  <a:lnTo>
                    <a:pt x="57252" y="293116"/>
                  </a:lnTo>
                  <a:lnTo>
                    <a:pt x="61285" y="296524"/>
                  </a:lnTo>
                  <a:lnTo>
                    <a:pt x="65423" y="299804"/>
                  </a:lnTo>
                  <a:lnTo>
                    <a:pt x="69663" y="302951"/>
                  </a:lnTo>
                  <a:lnTo>
                    <a:pt x="74000" y="305963"/>
                  </a:lnTo>
                  <a:lnTo>
                    <a:pt x="78430" y="308836"/>
                  </a:lnTo>
                  <a:lnTo>
                    <a:pt x="82949" y="311568"/>
                  </a:lnTo>
                  <a:lnTo>
                    <a:pt x="87552" y="314156"/>
                  </a:lnTo>
                  <a:lnTo>
                    <a:pt x="92234" y="316597"/>
                  </a:lnTo>
                  <a:lnTo>
                    <a:pt x="96991" y="318889"/>
                  </a:lnTo>
                  <a:lnTo>
                    <a:pt x="101818" y="321029"/>
                  </a:lnTo>
                  <a:lnTo>
                    <a:pt x="106710" y="323017"/>
                  </a:lnTo>
                  <a:lnTo>
                    <a:pt x="111662" y="324848"/>
                  </a:lnTo>
                  <a:lnTo>
                    <a:pt x="116670" y="326523"/>
                  </a:lnTo>
                  <a:lnTo>
                    <a:pt x="121728" y="328038"/>
                  </a:lnTo>
                  <a:lnTo>
                    <a:pt x="126831" y="329393"/>
                  </a:lnTo>
                  <a:lnTo>
                    <a:pt x="131975" y="330586"/>
                  </a:lnTo>
                  <a:lnTo>
                    <a:pt x="137154" y="331616"/>
                  </a:lnTo>
                  <a:lnTo>
                    <a:pt x="142363" y="332482"/>
                  </a:lnTo>
                  <a:lnTo>
                    <a:pt x="147596" y="333182"/>
                  </a:lnTo>
                  <a:lnTo>
                    <a:pt x="152849" y="333718"/>
                  </a:lnTo>
                  <a:lnTo>
                    <a:pt x="158117" y="334087"/>
                  </a:lnTo>
                  <a:lnTo>
                    <a:pt x="163393" y="334289"/>
                  </a:lnTo>
                  <a:lnTo>
                    <a:pt x="168673" y="334325"/>
                  </a:lnTo>
                  <a:lnTo>
                    <a:pt x="173952" y="334194"/>
                  </a:lnTo>
                  <a:lnTo>
                    <a:pt x="179224" y="333897"/>
                  </a:lnTo>
                  <a:lnTo>
                    <a:pt x="184484" y="333433"/>
                  </a:lnTo>
                  <a:lnTo>
                    <a:pt x="189726" y="332803"/>
                  </a:lnTo>
                  <a:lnTo>
                    <a:pt x="194946" y="332008"/>
                  </a:lnTo>
                  <a:lnTo>
                    <a:pt x="200138" y="331048"/>
                  </a:lnTo>
                  <a:lnTo>
                    <a:pt x="205298" y="329925"/>
                  </a:lnTo>
                  <a:lnTo>
                    <a:pt x="210419" y="328640"/>
                  </a:lnTo>
                  <a:lnTo>
                    <a:pt x="215498" y="327193"/>
                  </a:lnTo>
                  <a:lnTo>
                    <a:pt x="220528" y="325587"/>
                  </a:lnTo>
                  <a:lnTo>
                    <a:pt x="225504" y="323822"/>
                  </a:lnTo>
                  <a:lnTo>
                    <a:pt x="230423" y="321902"/>
                  </a:lnTo>
                  <a:lnTo>
                    <a:pt x="235278" y="319827"/>
                  </a:lnTo>
                  <a:lnTo>
                    <a:pt x="240066" y="317600"/>
                  </a:lnTo>
                  <a:lnTo>
                    <a:pt x="244781" y="315222"/>
                  </a:lnTo>
                  <a:lnTo>
                    <a:pt x="249418" y="312697"/>
                  </a:lnTo>
                  <a:lnTo>
                    <a:pt x="253973" y="310027"/>
                  </a:lnTo>
                  <a:lnTo>
                    <a:pt x="258442" y="307214"/>
                  </a:lnTo>
                  <a:lnTo>
                    <a:pt x="262820" y="304261"/>
                  </a:lnTo>
                  <a:lnTo>
                    <a:pt x="267102" y="301172"/>
                  </a:lnTo>
                  <a:lnTo>
                    <a:pt x="271284" y="297949"/>
                  </a:lnTo>
                  <a:lnTo>
                    <a:pt x="275363" y="294595"/>
                  </a:lnTo>
                  <a:lnTo>
                    <a:pt x="279333" y="291115"/>
                  </a:lnTo>
                  <a:lnTo>
                    <a:pt x="283192" y="287510"/>
                  </a:lnTo>
                  <a:lnTo>
                    <a:pt x="286935" y="283786"/>
                  </a:lnTo>
                  <a:lnTo>
                    <a:pt x="290559" y="279945"/>
                  </a:lnTo>
                  <a:lnTo>
                    <a:pt x="294059" y="275992"/>
                  </a:lnTo>
                  <a:lnTo>
                    <a:pt x="297433" y="271930"/>
                  </a:lnTo>
                  <a:lnTo>
                    <a:pt x="300676" y="267763"/>
                  </a:lnTo>
                  <a:lnTo>
                    <a:pt x="303787" y="263497"/>
                  </a:lnTo>
                  <a:lnTo>
                    <a:pt x="306761" y="259134"/>
                  </a:lnTo>
                  <a:lnTo>
                    <a:pt x="309596" y="254679"/>
                  </a:lnTo>
                  <a:lnTo>
                    <a:pt x="312289" y="250137"/>
                  </a:lnTo>
                  <a:lnTo>
                    <a:pt x="314837" y="245512"/>
                  </a:lnTo>
                  <a:lnTo>
                    <a:pt x="317238" y="240810"/>
                  </a:lnTo>
                  <a:lnTo>
                    <a:pt x="319489" y="236033"/>
                  </a:lnTo>
                  <a:lnTo>
                    <a:pt x="321588" y="231188"/>
                  </a:lnTo>
                  <a:lnTo>
                    <a:pt x="323533" y="226279"/>
                  </a:lnTo>
                  <a:lnTo>
                    <a:pt x="325322" y="221311"/>
                  </a:lnTo>
                  <a:lnTo>
                    <a:pt x="326953" y="216289"/>
                  </a:lnTo>
                  <a:lnTo>
                    <a:pt x="328425" y="211218"/>
                  </a:lnTo>
                  <a:lnTo>
                    <a:pt x="329736" y="206103"/>
                  </a:lnTo>
                  <a:lnTo>
                    <a:pt x="330885" y="200949"/>
                  </a:lnTo>
                  <a:lnTo>
                    <a:pt x="331870" y="195762"/>
                  </a:lnTo>
                  <a:lnTo>
                    <a:pt x="332691" y="190546"/>
                  </a:lnTo>
                  <a:lnTo>
                    <a:pt x="333347" y="185306"/>
                  </a:lnTo>
                  <a:lnTo>
                    <a:pt x="333837" y="180049"/>
                  </a:lnTo>
                  <a:lnTo>
                    <a:pt x="334161" y="174779"/>
                  </a:lnTo>
                  <a:lnTo>
                    <a:pt x="334318" y="169501"/>
                  </a:lnTo>
                  <a:lnTo>
                    <a:pt x="334308" y="164221"/>
                  </a:lnTo>
                  <a:lnTo>
                    <a:pt x="334132" y="158943"/>
                  </a:lnTo>
                  <a:lnTo>
                    <a:pt x="333789" y="153674"/>
                  </a:lnTo>
                  <a:lnTo>
                    <a:pt x="333280" y="148418"/>
                  </a:lnTo>
                  <a:lnTo>
                    <a:pt x="332605" y="143182"/>
                  </a:lnTo>
                  <a:lnTo>
                    <a:pt x="331765" y="137969"/>
                  </a:lnTo>
                  <a:lnTo>
                    <a:pt x="330761" y="132785"/>
                  </a:lnTo>
                  <a:lnTo>
                    <a:pt x="329593" y="127635"/>
                  </a:lnTo>
                  <a:lnTo>
                    <a:pt x="328264" y="122525"/>
                  </a:lnTo>
                  <a:lnTo>
                    <a:pt x="326774" y="117459"/>
                  </a:lnTo>
                  <a:lnTo>
                    <a:pt x="325124" y="112443"/>
                  </a:lnTo>
                  <a:lnTo>
                    <a:pt x="323317" y="107482"/>
                  </a:lnTo>
                  <a:lnTo>
                    <a:pt x="321354" y="102580"/>
                  </a:lnTo>
                  <a:lnTo>
                    <a:pt x="319238" y="97743"/>
                  </a:lnTo>
                  <a:lnTo>
                    <a:pt x="316969" y="92974"/>
                  </a:lnTo>
                  <a:lnTo>
                    <a:pt x="314552" y="88280"/>
                  </a:lnTo>
                  <a:lnTo>
                    <a:pt x="311987" y="83665"/>
                  </a:lnTo>
                  <a:lnTo>
                    <a:pt x="309277" y="79133"/>
                  </a:lnTo>
                  <a:lnTo>
                    <a:pt x="306426" y="74688"/>
                  </a:lnTo>
                  <a:lnTo>
                    <a:pt x="303436" y="70336"/>
                  </a:lnTo>
                  <a:lnTo>
                    <a:pt x="300310" y="66081"/>
                  </a:lnTo>
                  <a:lnTo>
                    <a:pt x="297051" y="61926"/>
                  </a:lnTo>
                  <a:lnTo>
                    <a:pt x="293662" y="57877"/>
                  </a:lnTo>
                  <a:lnTo>
                    <a:pt x="290148" y="53936"/>
                  </a:lnTo>
                  <a:lnTo>
                    <a:pt x="286510" y="50108"/>
                  </a:lnTo>
                  <a:lnTo>
                    <a:pt x="282754" y="46398"/>
                  </a:lnTo>
                  <a:lnTo>
                    <a:pt x="278882" y="42807"/>
                  </a:lnTo>
                  <a:lnTo>
                    <a:pt x="274899" y="39341"/>
                  </a:lnTo>
                  <a:lnTo>
                    <a:pt x="270808" y="36002"/>
                  </a:lnTo>
                  <a:lnTo>
                    <a:pt x="266614" y="32795"/>
                  </a:lnTo>
                  <a:lnTo>
                    <a:pt x="262320" y="29721"/>
                  </a:lnTo>
                  <a:lnTo>
                    <a:pt x="257932" y="26784"/>
                  </a:lnTo>
                  <a:lnTo>
                    <a:pt x="253453" y="23988"/>
                  </a:lnTo>
                  <a:lnTo>
                    <a:pt x="248888" y="21334"/>
                  </a:lnTo>
                  <a:lnTo>
                    <a:pt x="244242" y="18826"/>
                  </a:lnTo>
                  <a:lnTo>
                    <a:pt x="239518" y="16465"/>
                  </a:lnTo>
                  <a:lnTo>
                    <a:pt x="234723" y="14256"/>
                  </a:lnTo>
                  <a:lnTo>
                    <a:pt x="229860" y="12198"/>
                  </a:lnTo>
                  <a:lnTo>
                    <a:pt x="224934" y="10296"/>
                  </a:lnTo>
                  <a:lnTo>
                    <a:pt x="219951" y="8549"/>
                  </a:lnTo>
                  <a:lnTo>
                    <a:pt x="214915" y="6961"/>
                  </a:lnTo>
                  <a:lnTo>
                    <a:pt x="209832" y="5533"/>
                  </a:lnTo>
                  <a:lnTo>
                    <a:pt x="204706" y="4266"/>
                  </a:lnTo>
                  <a:lnTo>
                    <a:pt x="199542" y="3162"/>
                  </a:lnTo>
                  <a:lnTo>
                    <a:pt x="194347" y="2221"/>
                  </a:lnTo>
                  <a:lnTo>
                    <a:pt x="189124" y="1445"/>
                  </a:lnTo>
                  <a:lnTo>
                    <a:pt x="183879" y="835"/>
                  </a:lnTo>
                  <a:lnTo>
                    <a:pt x="178617" y="390"/>
                  </a:lnTo>
                  <a:lnTo>
                    <a:pt x="173344" y="111"/>
                  </a:lnTo>
                  <a:lnTo>
                    <a:pt x="168065" y="0"/>
                  </a:lnTo>
                  <a:lnTo>
                    <a:pt x="167167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83779" y="3170392"/>
              <a:ext cx="898" cy="167167"/>
            </a:xfrm>
            <a:custGeom>
              <a:avLst/>
              <a:pathLst>
                <a:path w="898" h="167167">
                  <a:moveTo>
                    <a:pt x="898" y="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52097" y="2633064"/>
              <a:ext cx="166913" cy="167167"/>
            </a:xfrm>
            <a:custGeom>
              <a:avLst/>
              <a:pathLst>
                <a:path w="166913" h="167167">
                  <a:moveTo>
                    <a:pt x="166913" y="0"/>
                  </a:moveTo>
                  <a:lnTo>
                    <a:pt x="161523" y="86"/>
                  </a:lnTo>
                  <a:lnTo>
                    <a:pt x="156139" y="347"/>
                  </a:lnTo>
                  <a:lnTo>
                    <a:pt x="150766" y="781"/>
                  </a:lnTo>
                  <a:lnTo>
                    <a:pt x="145409" y="1388"/>
                  </a:lnTo>
                  <a:lnTo>
                    <a:pt x="140075" y="2168"/>
                  </a:lnTo>
                  <a:lnTo>
                    <a:pt x="134769" y="3119"/>
                  </a:lnTo>
                  <a:lnTo>
                    <a:pt x="129496" y="4241"/>
                  </a:lnTo>
                  <a:lnTo>
                    <a:pt x="124262" y="5532"/>
                  </a:lnTo>
                  <a:lnTo>
                    <a:pt x="119073" y="6991"/>
                  </a:lnTo>
                  <a:lnTo>
                    <a:pt x="113933" y="8617"/>
                  </a:lnTo>
                  <a:lnTo>
                    <a:pt x="108848" y="10408"/>
                  </a:lnTo>
                  <a:lnTo>
                    <a:pt x="103824" y="12362"/>
                  </a:lnTo>
                  <a:lnTo>
                    <a:pt x="98865" y="14476"/>
                  </a:lnTo>
                  <a:lnTo>
                    <a:pt x="93978" y="16750"/>
                  </a:lnTo>
                  <a:lnTo>
                    <a:pt x="89166" y="19180"/>
                  </a:lnTo>
                  <a:lnTo>
                    <a:pt x="84434" y="21763"/>
                  </a:lnTo>
                  <a:lnTo>
                    <a:pt x="79789" y="24498"/>
                  </a:lnTo>
                  <a:lnTo>
                    <a:pt x="75234" y="27382"/>
                  </a:lnTo>
                  <a:lnTo>
                    <a:pt x="70775" y="30411"/>
                  </a:lnTo>
                  <a:lnTo>
                    <a:pt x="66415" y="33582"/>
                  </a:lnTo>
                  <a:lnTo>
                    <a:pt x="62160" y="36891"/>
                  </a:lnTo>
                  <a:lnTo>
                    <a:pt x="58014" y="40337"/>
                  </a:lnTo>
                  <a:lnTo>
                    <a:pt x="53981" y="43914"/>
                  </a:lnTo>
                  <a:lnTo>
                    <a:pt x="50066" y="47619"/>
                  </a:lnTo>
                  <a:lnTo>
                    <a:pt x="46272" y="51449"/>
                  </a:lnTo>
                  <a:lnTo>
                    <a:pt x="42604" y="55399"/>
                  </a:lnTo>
                  <a:lnTo>
                    <a:pt x="39064" y="59465"/>
                  </a:lnTo>
                  <a:lnTo>
                    <a:pt x="35658" y="63644"/>
                  </a:lnTo>
                  <a:lnTo>
                    <a:pt x="32389" y="67930"/>
                  </a:lnTo>
                  <a:lnTo>
                    <a:pt x="29259" y="72319"/>
                  </a:lnTo>
                  <a:lnTo>
                    <a:pt x="26272" y="76807"/>
                  </a:lnTo>
                  <a:lnTo>
                    <a:pt x="23432" y="81388"/>
                  </a:lnTo>
                  <a:lnTo>
                    <a:pt x="20740" y="86059"/>
                  </a:lnTo>
                  <a:lnTo>
                    <a:pt x="18201" y="90815"/>
                  </a:lnTo>
                  <a:lnTo>
                    <a:pt x="15817" y="95649"/>
                  </a:lnTo>
                  <a:lnTo>
                    <a:pt x="13589" y="100558"/>
                  </a:lnTo>
                  <a:lnTo>
                    <a:pt x="11521" y="105537"/>
                  </a:lnTo>
                  <a:lnTo>
                    <a:pt x="9615" y="110579"/>
                  </a:lnTo>
                  <a:lnTo>
                    <a:pt x="7872" y="115680"/>
                  </a:lnTo>
                  <a:lnTo>
                    <a:pt x="6295" y="120835"/>
                  </a:lnTo>
                  <a:lnTo>
                    <a:pt x="4884" y="126038"/>
                  </a:lnTo>
                  <a:lnTo>
                    <a:pt x="3643" y="131284"/>
                  </a:lnTo>
                  <a:lnTo>
                    <a:pt x="2570" y="136567"/>
                  </a:lnTo>
                  <a:lnTo>
                    <a:pt x="1669" y="141882"/>
                  </a:lnTo>
                  <a:lnTo>
                    <a:pt x="940" y="147223"/>
                  </a:lnTo>
                  <a:lnTo>
                    <a:pt x="383" y="152585"/>
                  </a:lnTo>
                  <a:lnTo>
                    <a:pt x="0" y="157962"/>
                  </a:lnTo>
                  <a:lnTo>
                    <a:pt x="16691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52097" y="2791026"/>
              <a:ext cx="166913" cy="9204"/>
            </a:xfrm>
            <a:custGeom>
              <a:avLst/>
              <a:pathLst>
                <a:path w="166913" h="9204">
                  <a:moveTo>
                    <a:pt x="0" y="0"/>
                  </a:moveTo>
                  <a:lnTo>
                    <a:pt x="166913" y="920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52097" y="2791026"/>
              <a:ext cx="166913" cy="9204"/>
            </a:xfrm>
            <a:custGeom>
              <a:avLst/>
              <a:pathLst>
                <a:path w="166913" h="9204">
                  <a:moveTo>
                    <a:pt x="0" y="0"/>
                  </a:moveTo>
                  <a:lnTo>
                    <a:pt x="166913" y="920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52097" y="2791026"/>
              <a:ext cx="166913" cy="9204"/>
            </a:xfrm>
            <a:custGeom>
              <a:avLst/>
              <a:pathLst>
                <a:path w="166913" h="9204">
                  <a:moveTo>
                    <a:pt x="0" y="0"/>
                  </a:moveTo>
                  <a:lnTo>
                    <a:pt x="166913" y="920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52097" y="2791026"/>
              <a:ext cx="166913" cy="9204"/>
            </a:xfrm>
            <a:custGeom>
              <a:avLst/>
              <a:pathLst>
                <a:path w="166913" h="9204">
                  <a:moveTo>
                    <a:pt x="0" y="0"/>
                  </a:moveTo>
                  <a:lnTo>
                    <a:pt x="166913" y="920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52097" y="2791026"/>
              <a:ext cx="166913" cy="9204"/>
            </a:xfrm>
            <a:custGeom>
              <a:avLst/>
              <a:pathLst>
                <a:path w="166913" h="9204">
                  <a:moveTo>
                    <a:pt x="0" y="0"/>
                  </a:moveTo>
                  <a:lnTo>
                    <a:pt x="166913" y="920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52097" y="2791026"/>
              <a:ext cx="166913" cy="9204"/>
            </a:xfrm>
            <a:custGeom>
              <a:avLst/>
              <a:pathLst>
                <a:path w="166913" h="9204">
                  <a:moveTo>
                    <a:pt x="0" y="0"/>
                  </a:moveTo>
                  <a:lnTo>
                    <a:pt x="166913" y="920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52097" y="2791026"/>
              <a:ext cx="166913" cy="9204"/>
            </a:xfrm>
            <a:custGeom>
              <a:avLst/>
              <a:pathLst>
                <a:path w="166913" h="9204">
                  <a:moveTo>
                    <a:pt x="0" y="0"/>
                  </a:moveTo>
                  <a:lnTo>
                    <a:pt x="166913" y="920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52097" y="2791026"/>
              <a:ext cx="166913" cy="9204"/>
            </a:xfrm>
            <a:custGeom>
              <a:avLst/>
              <a:pathLst>
                <a:path w="166913" h="9204">
                  <a:moveTo>
                    <a:pt x="0" y="0"/>
                  </a:moveTo>
                  <a:lnTo>
                    <a:pt x="166913" y="920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52097" y="2791026"/>
              <a:ext cx="166913" cy="9204"/>
            </a:xfrm>
            <a:custGeom>
              <a:avLst/>
              <a:pathLst>
                <a:path w="166913" h="9204">
                  <a:moveTo>
                    <a:pt x="0" y="0"/>
                  </a:moveTo>
                  <a:lnTo>
                    <a:pt x="166913" y="920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52097" y="2791026"/>
              <a:ext cx="166913" cy="9204"/>
            </a:xfrm>
            <a:custGeom>
              <a:avLst/>
              <a:pathLst>
                <a:path w="166913" h="9204">
                  <a:moveTo>
                    <a:pt x="0" y="0"/>
                  </a:moveTo>
                  <a:lnTo>
                    <a:pt x="166913" y="920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52097" y="2791026"/>
              <a:ext cx="166913" cy="9204"/>
            </a:xfrm>
            <a:custGeom>
              <a:avLst/>
              <a:pathLst>
                <a:path w="166913" h="9204">
                  <a:moveTo>
                    <a:pt x="0" y="0"/>
                  </a:moveTo>
                  <a:lnTo>
                    <a:pt x="166913" y="92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2097" y="2791026"/>
              <a:ext cx="166913" cy="9204"/>
            </a:xfrm>
            <a:custGeom>
              <a:avLst/>
              <a:pathLst>
                <a:path w="166913" h="9204">
                  <a:moveTo>
                    <a:pt x="0" y="0"/>
                  </a:moveTo>
                  <a:lnTo>
                    <a:pt x="166913" y="92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2097" y="2791026"/>
              <a:ext cx="166913" cy="9204"/>
            </a:xfrm>
            <a:custGeom>
              <a:avLst/>
              <a:pathLst>
                <a:path w="166913" h="9204">
                  <a:moveTo>
                    <a:pt x="0" y="0"/>
                  </a:moveTo>
                  <a:lnTo>
                    <a:pt x="166913" y="92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2097" y="2791026"/>
              <a:ext cx="166913" cy="9204"/>
            </a:xfrm>
            <a:custGeom>
              <a:avLst/>
              <a:pathLst>
                <a:path w="166913" h="9204">
                  <a:moveTo>
                    <a:pt x="0" y="0"/>
                  </a:moveTo>
                  <a:lnTo>
                    <a:pt x="166913" y="92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2097" y="2791026"/>
              <a:ext cx="166913" cy="9204"/>
            </a:xfrm>
            <a:custGeom>
              <a:avLst/>
              <a:pathLst>
                <a:path w="166913" h="9204">
                  <a:moveTo>
                    <a:pt x="0" y="0"/>
                  </a:moveTo>
                  <a:lnTo>
                    <a:pt x="166913" y="920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2097" y="2791026"/>
              <a:ext cx="166913" cy="9204"/>
            </a:xfrm>
            <a:custGeom>
              <a:avLst/>
              <a:pathLst>
                <a:path w="166913" h="9204">
                  <a:moveTo>
                    <a:pt x="0" y="0"/>
                  </a:moveTo>
                  <a:lnTo>
                    <a:pt x="166913" y="920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2097" y="2791026"/>
              <a:ext cx="166913" cy="9204"/>
            </a:xfrm>
            <a:custGeom>
              <a:avLst/>
              <a:pathLst>
                <a:path w="166913" h="9204">
                  <a:moveTo>
                    <a:pt x="0" y="0"/>
                  </a:moveTo>
                  <a:lnTo>
                    <a:pt x="166913" y="920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2097" y="2791026"/>
              <a:ext cx="166913" cy="9204"/>
            </a:xfrm>
            <a:custGeom>
              <a:avLst/>
              <a:pathLst>
                <a:path w="166913" h="9204">
                  <a:moveTo>
                    <a:pt x="0" y="0"/>
                  </a:moveTo>
                  <a:lnTo>
                    <a:pt x="166913" y="920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2097" y="2791026"/>
              <a:ext cx="166913" cy="9204"/>
            </a:xfrm>
            <a:custGeom>
              <a:avLst/>
              <a:pathLst>
                <a:path w="166913" h="9204">
                  <a:moveTo>
                    <a:pt x="0" y="0"/>
                  </a:moveTo>
                  <a:lnTo>
                    <a:pt x="166913" y="92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2097" y="2791026"/>
              <a:ext cx="166913" cy="9204"/>
            </a:xfrm>
            <a:custGeom>
              <a:avLst/>
              <a:pathLst>
                <a:path w="166913" h="9204">
                  <a:moveTo>
                    <a:pt x="0" y="0"/>
                  </a:moveTo>
                  <a:lnTo>
                    <a:pt x="166913" y="92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2097" y="2791026"/>
              <a:ext cx="166913" cy="9204"/>
            </a:xfrm>
            <a:custGeom>
              <a:avLst/>
              <a:pathLst>
                <a:path w="166913" h="9204">
                  <a:moveTo>
                    <a:pt x="0" y="0"/>
                  </a:moveTo>
                  <a:lnTo>
                    <a:pt x="166913" y="92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2097" y="2791026"/>
              <a:ext cx="166913" cy="9204"/>
            </a:xfrm>
            <a:custGeom>
              <a:avLst/>
              <a:pathLst>
                <a:path w="166913" h="9204">
                  <a:moveTo>
                    <a:pt x="0" y="0"/>
                  </a:moveTo>
                  <a:lnTo>
                    <a:pt x="166913" y="92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2097" y="2791026"/>
              <a:ext cx="166913" cy="9204"/>
            </a:xfrm>
            <a:custGeom>
              <a:avLst/>
              <a:pathLst>
                <a:path w="166913" h="9204">
                  <a:moveTo>
                    <a:pt x="0" y="0"/>
                  </a:moveTo>
                  <a:lnTo>
                    <a:pt x="166913" y="920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2097" y="2791026"/>
              <a:ext cx="166913" cy="9204"/>
            </a:xfrm>
            <a:custGeom>
              <a:avLst/>
              <a:pathLst>
                <a:path w="166913" h="9204">
                  <a:moveTo>
                    <a:pt x="0" y="0"/>
                  </a:moveTo>
                  <a:lnTo>
                    <a:pt x="166913" y="920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1850" y="2729527"/>
              <a:ext cx="334321" cy="237871"/>
            </a:xfrm>
            <a:custGeom>
              <a:avLst/>
              <a:pathLst>
                <a:path w="334321" h="237871">
                  <a:moveTo>
                    <a:pt x="247" y="61499"/>
                  </a:moveTo>
                  <a:lnTo>
                    <a:pt x="38" y="66823"/>
                  </a:lnTo>
                  <a:lnTo>
                    <a:pt x="0" y="72150"/>
                  </a:lnTo>
                  <a:lnTo>
                    <a:pt x="130" y="77476"/>
                  </a:lnTo>
                  <a:lnTo>
                    <a:pt x="431" y="82796"/>
                  </a:lnTo>
                  <a:lnTo>
                    <a:pt x="901" y="88103"/>
                  </a:lnTo>
                  <a:lnTo>
                    <a:pt x="1540" y="93392"/>
                  </a:lnTo>
                  <a:lnTo>
                    <a:pt x="2347" y="98658"/>
                  </a:lnTo>
                  <a:lnTo>
                    <a:pt x="3322" y="103896"/>
                  </a:lnTo>
                  <a:lnTo>
                    <a:pt x="4462" y="109100"/>
                  </a:lnTo>
                  <a:lnTo>
                    <a:pt x="5769" y="114265"/>
                  </a:lnTo>
                  <a:lnTo>
                    <a:pt x="7239" y="119386"/>
                  </a:lnTo>
                  <a:lnTo>
                    <a:pt x="8871" y="124457"/>
                  </a:lnTo>
                  <a:lnTo>
                    <a:pt x="10665" y="129474"/>
                  </a:lnTo>
                  <a:lnTo>
                    <a:pt x="12617" y="134431"/>
                  </a:lnTo>
                  <a:lnTo>
                    <a:pt x="14726" y="139324"/>
                  </a:lnTo>
                  <a:lnTo>
                    <a:pt x="16990" y="144146"/>
                  </a:lnTo>
                  <a:lnTo>
                    <a:pt x="19407" y="148895"/>
                  </a:lnTo>
                  <a:lnTo>
                    <a:pt x="21974" y="153563"/>
                  </a:lnTo>
                  <a:lnTo>
                    <a:pt x="24688" y="158148"/>
                  </a:lnTo>
                  <a:lnTo>
                    <a:pt x="27547" y="162643"/>
                  </a:lnTo>
                  <a:lnTo>
                    <a:pt x="30547" y="167046"/>
                  </a:lnTo>
                  <a:lnTo>
                    <a:pt x="33687" y="171350"/>
                  </a:lnTo>
                  <a:lnTo>
                    <a:pt x="36962" y="175552"/>
                  </a:lnTo>
                  <a:lnTo>
                    <a:pt x="40369" y="179648"/>
                  </a:lnTo>
                  <a:lnTo>
                    <a:pt x="43905" y="183633"/>
                  </a:lnTo>
                  <a:lnTo>
                    <a:pt x="47566" y="187504"/>
                  </a:lnTo>
                  <a:lnTo>
                    <a:pt x="51349" y="191255"/>
                  </a:lnTo>
                  <a:lnTo>
                    <a:pt x="55249" y="194885"/>
                  </a:lnTo>
                  <a:lnTo>
                    <a:pt x="59263" y="198388"/>
                  </a:lnTo>
                  <a:lnTo>
                    <a:pt x="63387" y="201761"/>
                  </a:lnTo>
                  <a:lnTo>
                    <a:pt x="67616" y="205002"/>
                  </a:lnTo>
                  <a:lnTo>
                    <a:pt x="71946" y="208105"/>
                  </a:lnTo>
                  <a:lnTo>
                    <a:pt x="76373" y="211070"/>
                  </a:lnTo>
                  <a:lnTo>
                    <a:pt x="80892" y="213892"/>
                  </a:lnTo>
                  <a:lnTo>
                    <a:pt x="85499" y="216568"/>
                  </a:lnTo>
                  <a:lnTo>
                    <a:pt x="90188" y="219096"/>
                  </a:lnTo>
                  <a:lnTo>
                    <a:pt x="94956" y="221474"/>
                  </a:lnTo>
                  <a:lnTo>
                    <a:pt x="99797" y="223698"/>
                  </a:lnTo>
                  <a:lnTo>
                    <a:pt x="104707" y="225767"/>
                  </a:lnTo>
                  <a:lnTo>
                    <a:pt x="109680" y="227678"/>
                  </a:lnTo>
                  <a:lnTo>
                    <a:pt x="114711" y="229430"/>
                  </a:lnTo>
                  <a:lnTo>
                    <a:pt x="119796" y="231021"/>
                  </a:lnTo>
                  <a:lnTo>
                    <a:pt x="124929" y="232449"/>
                  </a:lnTo>
                  <a:lnTo>
                    <a:pt x="130105" y="233713"/>
                  </a:lnTo>
                  <a:lnTo>
                    <a:pt x="135318" y="234811"/>
                  </a:lnTo>
                  <a:lnTo>
                    <a:pt x="140564" y="235742"/>
                  </a:lnTo>
                  <a:lnTo>
                    <a:pt x="145836" y="236506"/>
                  </a:lnTo>
                  <a:lnTo>
                    <a:pt x="151131" y="237101"/>
                  </a:lnTo>
                  <a:lnTo>
                    <a:pt x="156441" y="237527"/>
                  </a:lnTo>
                  <a:lnTo>
                    <a:pt x="161763" y="237784"/>
                  </a:lnTo>
                  <a:lnTo>
                    <a:pt x="167090" y="237871"/>
                  </a:lnTo>
                  <a:lnTo>
                    <a:pt x="172417" y="237789"/>
                  </a:lnTo>
                  <a:lnTo>
                    <a:pt x="177739" y="237536"/>
                  </a:lnTo>
                  <a:lnTo>
                    <a:pt x="183050" y="237115"/>
                  </a:lnTo>
                  <a:lnTo>
                    <a:pt x="188344" y="236524"/>
                  </a:lnTo>
                  <a:lnTo>
                    <a:pt x="193618" y="235765"/>
                  </a:lnTo>
                  <a:lnTo>
                    <a:pt x="198864" y="234838"/>
                  </a:lnTo>
                  <a:lnTo>
                    <a:pt x="204078" y="233744"/>
                  </a:lnTo>
                  <a:lnTo>
                    <a:pt x="209255" y="232485"/>
                  </a:lnTo>
                  <a:lnTo>
                    <a:pt x="214389" y="231061"/>
                  </a:lnTo>
                  <a:lnTo>
                    <a:pt x="219475" y="229475"/>
                  </a:lnTo>
                  <a:lnTo>
                    <a:pt x="224508" y="227727"/>
                  </a:lnTo>
                  <a:lnTo>
                    <a:pt x="229483" y="225820"/>
                  </a:lnTo>
                  <a:lnTo>
                    <a:pt x="234394" y="223755"/>
                  </a:lnTo>
                  <a:lnTo>
                    <a:pt x="239237" y="221535"/>
                  </a:lnTo>
                  <a:lnTo>
                    <a:pt x="244007" y="219161"/>
                  </a:lnTo>
                  <a:lnTo>
                    <a:pt x="248699" y="216637"/>
                  </a:lnTo>
                  <a:lnTo>
                    <a:pt x="253308" y="213965"/>
                  </a:lnTo>
                  <a:lnTo>
                    <a:pt x="257829" y="211147"/>
                  </a:lnTo>
                  <a:lnTo>
                    <a:pt x="262259" y="208186"/>
                  </a:lnTo>
                  <a:lnTo>
                    <a:pt x="266591" y="205086"/>
                  </a:lnTo>
                  <a:lnTo>
                    <a:pt x="270823" y="201849"/>
                  </a:lnTo>
                  <a:lnTo>
                    <a:pt x="274950" y="198479"/>
                  </a:lnTo>
                  <a:lnTo>
                    <a:pt x="278967" y="194980"/>
                  </a:lnTo>
                  <a:lnTo>
                    <a:pt x="282870" y="191354"/>
                  </a:lnTo>
                  <a:lnTo>
                    <a:pt x="286656" y="187605"/>
                  </a:lnTo>
                  <a:lnTo>
                    <a:pt x="290320" y="183738"/>
                  </a:lnTo>
                  <a:lnTo>
                    <a:pt x="293860" y="179756"/>
                  </a:lnTo>
                  <a:lnTo>
                    <a:pt x="297271" y="175663"/>
                  </a:lnTo>
                  <a:lnTo>
                    <a:pt x="300549" y="171463"/>
                  </a:lnTo>
                  <a:lnTo>
                    <a:pt x="303692" y="167162"/>
                  </a:lnTo>
                  <a:lnTo>
                    <a:pt x="306697" y="162762"/>
                  </a:lnTo>
                  <a:lnTo>
                    <a:pt x="309559" y="158269"/>
                  </a:lnTo>
                  <a:lnTo>
                    <a:pt x="312277" y="153686"/>
                  </a:lnTo>
                  <a:lnTo>
                    <a:pt x="314848" y="149020"/>
                  </a:lnTo>
                  <a:lnTo>
                    <a:pt x="317269" y="144274"/>
                  </a:lnTo>
                  <a:lnTo>
                    <a:pt x="319537" y="139453"/>
                  </a:lnTo>
                  <a:lnTo>
                    <a:pt x="321650" y="134562"/>
                  </a:lnTo>
                  <a:lnTo>
                    <a:pt x="323607" y="129607"/>
                  </a:lnTo>
                  <a:lnTo>
                    <a:pt x="325404" y="124592"/>
                  </a:lnTo>
                  <a:lnTo>
                    <a:pt x="327041" y="119522"/>
                  </a:lnTo>
                  <a:lnTo>
                    <a:pt x="328516" y="114402"/>
                  </a:lnTo>
                  <a:lnTo>
                    <a:pt x="329826" y="109238"/>
                  </a:lnTo>
                  <a:lnTo>
                    <a:pt x="330972" y="104035"/>
                  </a:lnTo>
                  <a:lnTo>
                    <a:pt x="331951" y="98798"/>
                  </a:lnTo>
                  <a:lnTo>
                    <a:pt x="332762" y="93532"/>
                  </a:lnTo>
                  <a:lnTo>
                    <a:pt x="333405" y="88244"/>
                  </a:lnTo>
                  <a:lnTo>
                    <a:pt x="333880" y="82937"/>
                  </a:lnTo>
                  <a:lnTo>
                    <a:pt x="334185" y="77618"/>
                  </a:lnTo>
                  <a:lnTo>
                    <a:pt x="334321" y="72292"/>
                  </a:lnTo>
                  <a:lnTo>
                    <a:pt x="334286" y="66965"/>
                  </a:lnTo>
                  <a:lnTo>
                    <a:pt x="334082" y="61641"/>
                  </a:lnTo>
                  <a:lnTo>
                    <a:pt x="333709" y="56326"/>
                  </a:lnTo>
                  <a:lnTo>
                    <a:pt x="333166" y="51026"/>
                  </a:lnTo>
                  <a:lnTo>
                    <a:pt x="332455" y="45746"/>
                  </a:lnTo>
                  <a:lnTo>
                    <a:pt x="331575" y="40492"/>
                  </a:lnTo>
                  <a:lnTo>
                    <a:pt x="330529" y="35268"/>
                  </a:lnTo>
                  <a:lnTo>
                    <a:pt x="329317" y="30080"/>
                  </a:lnTo>
                  <a:lnTo>
                    <a:pt x="327940" y="24933"/>
                  </a:lnTo>
                  <a:lnTo>
                    <a:pt x="326400" y="19833"/>
                  </a:lnTo>
                  <a:lnTo>
                    <a:pt x="324698" y="14784"/>
                  </a:lnTo>
                  <a:lnTo>
                    <a:pt x="322836" y="9792"/>
                  </a:lnTo>
                  <a:lnTo>
                    <a:pt x="320816" y="4862"/>
                  </a:lnTo>
                  <a:lnTo>
                    <a:pt x="318639" y="0"/>
                  </a:lnTo>
                  <a:lnTo>
                    <a:pt x="167161" y="707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919011" y="2633064"/>
              <a:ext cx="151478" cy="167167"/>
            </a:xfrm>
            <a:custGeom>
              <a:avLst/>
              <a:pathLst>
                <a:path w="151478" h="167167">
                  <a:moveTo>
                    <a:pt x="151478" y="96462"/>
                  </a:moveTo>
                  <a:lnTo>
                    <a:pt x="149108" y="91592"/>
                  </a:lnTo>
                  <a:lnTo>
                    <a:pt x="146581" y="86801"/>
                  </a:lnTo>
                  <a:lnTo>
                    <a:pt x="143901" y="82094"/>
                  </a:lnTo>
                  <a:lnTo>
                    <a:pt x="141069" y="77477"/>
                  </a:lnTo>
                  <a:lnTo>
                    <a:pt x="138090" y="72954"/>
                  </a:lnTo>
                  <a:lnTo>
                    <a:pt x="134965" y="68530"/>
                  </a:lnTo>
                  <a:lnTo>
                    <a:pt x="131699" y="64209"/>
                  </a:lnTo>
                  <a:lnTo>
                    <a:pt x="128294" y="59996"/>
                  </a:lnTo>
                  <a:lnTo>
                    <a:pt x="124755" y="55896"/>
                  </a:lnTo>
                  <a:lnTo>
                    <a:pt x="121084" y="51913"/>
                  </a:lnTo>
                  <a:lnTo>
                    <a:pt x="117287" y="48051"/>
                  </a:lnTo>
                  <a:lnTo>
                    <a:pt x="113366" y="44314"/>
                  </a:lnTo>
                  <a:lnTo>
                    <a:pt x="109327" y="40705"/>
                  </a:lnTo>
                  <a:lnTo>
                    <a:pt x="105172" y="37230"/>
                  </a:lnTo>
                  <a:lnTo>
                    <a:pt x="100908" y="33891"/>
                  </a:lnTo>
                  <a:lnTo>
                    <a:pt x="96537" y="30692"/>
                  </a:lnTo>
                  <a:lnTo>
                    <a:pt x="92065" y="27636"/>
                  </a:lnTo>
                  <a:lnTo>
                    <a:pt x="87496" y="24726"/>
                  </a:lnTo>
                  <a:lnTo>
                    <a:pt x="82835" y="21967"/>
                  </a:lnTo>
                  <a:lnTo>
                    <a:pt x="78088" y="19359"/>
                  </a:lnTo>
                  <a:lnTo>
                    <a:pt x="73258" y="16907"/>
                  </a:lnTo>
                  <a:lnTo>
                    <a:pt x="68352" y="14612"/>
                  </a:lnTo>
                  <a:lnTo>
                    <a:pt x="63374" y="12478"/>
                  </a:lnTo>
                  <a:lnTo>
                    <a:pt x="58329" y="10506"/>
                  </a:lnTo>
                  <a:lnTo>
                    <a:pt x="53223" y="8699"/>
                  </a:lnTo>
                  <a:lnTo>
                    <a:pt x="48061" y="7058"/>
                  </a:lnTo>
                  <a:lnTo>
                    <a:pt x="42849" y="5585"/>
                  </a:lnTo>
                  <a:lnTo>
                    <a:pt x="37592" y="4281"/>
                  </a:lnTo>
                  <a:lnTo>
                    <a:pt x="32295" y="3149"/>
                  </a:lnTo>
                  <a:lnTo>
                    <a:pt x="26964" y="2189"/>
                  </a:lnTo>
                  <a:lnTo>
                    <a:pt x="21606" y="1402"/>
                  </a:lnTo>
                  <a:lnTo>
                    <a:pt x="16224" y="789"/>
                  </a:lnTo>
                  <a:lnTo>
                    <a:pt x="10825" y="350"/>
                  </a:lnTo>
                  <a:lnTo>
                    <a:pt x="5415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652319" y="2126963"/>
              <a:ext cx="76152" cy="167167"/>
            </a:xfrm>
            <a:custGeom>
              <a:avLst/>
              <a:pathLst>
                <a:path w="76152" h="167167">
                  <a:moveTo>
                    <a:pt x="76152" y="0"/>
                  </a:moveTo>
                  <a:lnTo>
                    <a:pt x="70505" y="95"/>
                  </a:lnTo>
                  <a:lnTo>
                    <a:pt x="64865" y="381"/>
                  </a:lnTo>
                  <a:lnTo>
                    <a:pt x="59238" y="857"/>
                  </a:lnTo>
                  <a:lnTo>
                    <a:pt x="53630" y="1524"/>
                  </a:lnTo>
                  <a:lnTo>
                    <a:pt x="48048" y="2379"/>
                  </a:lnTo>
                  <a:lnTo>
                    <a:pt x="42497" y="3422"/>
                  </a:lnTo>
                  <a:lnTo>
                    <a:pt x="36986" y="4652"/>
                  </a:lnTo>
                  <a:lnTo>
                    <a:pt x="31518" y="6068"/>
                  </a:lnTo>
                  <a:lnTo>
                    <a:pt x="26102" y="7668"/>
                  </a:lnTo>
                  <a:lnTo>
                    <a:pt x="20743" y="9449"/>
                  </a:lnTo>
                  <a:lnTo>
                    <a:pt x="15447" y="11411"/>
                  </a:lnTo>
                  <a:lnTo>
                    <a:pt x="10221" y="13550"/>
                  </a:lnTo>
                  <a:lnTo>
                    <a:pt x="5070" y="15865"/>
                  </a:lnTo>
                  <a:lnTo>
                    <a:pt x="0" y="18352"/>
                  </a:lnTo>
                  <a:lnTo>
                    <a:pt x="7615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652319" y="2145316"/>
              <a:ext cx="76152" cy="148814"/>
            </a:xfrm>
            <a:custGeom>
              <a:avLst/>
              <a:pathLst>
                <a:path w="76152" h="148814">
                  <a:moveTo>
                    <a:pt x="0" y="0"/>
                  </a:moveTo>
                  <a:lnTo>
                    <a:pt x="76152" y="14881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652319" y="2145316"/>
              <a:ext cx="76152" cy="148814"/>
            </a:xfrm>
            <a:custGeom>
              <a:avLst/>
              <a:pathLst>
                <a:path w="76152" h="148814">
                  <a:moveTo>
                    <a:pt x="0" y="0"/>
                  </a:moveTo>
                  <a:lnTo>
                    <a:pt x="76152" y="1488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652319" y="2145316"/>
              <a:ext cx="76152" cy="148814"/>
            </a:xfrm>
            <a:custGeom>
              <a:avLst/>
              <a:pathLst>
                <a:path w="76152" h="148814">
                  <a:moveTo>
                    <a:pt x="0" y="0"/>
                  </a:moveTo>
                  <a:lnTo>
                    <a:pt x="76152" y="1488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652319" y="2145316"/>
              <a:ext cx="76152" cy="148814"/>
            </a:xfrm>
            <a:custGeom>
              <a:avLst/>
              <a:pathLst>
                <a:path w="76152" h="148814">
                  <a:moveTo>
                    <a:pt x="0" y="0"/>
                  </a:moveTo>
                  <a:lnTo>
                    <a:pt x="76152" y="1488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652319" y="2145316"/>
              <a:ext cx="76152" cy="148814"/>
            </a:xfrm>
            <a:custGeom>
              <a:avLst/>
              <a:pathLst>
                <a:path w="76152" h="148814">
                  <a:moveTo>
                    <a:pt x="0" y="0"/>
                  </a:moveTo>
                  <a:lnTo>
                    <a:pt x="76152" y="1488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652319" y="2145316"/>
              <a:ext cx="76152" cy="148814"/>
            </a:xfrm>
            <a:custGeom>
              <a:avLst/>
              <a:pathLst>
                <a:path w="76152" h="148814">
                  <a:moveTo>
                    <a:pt x="0" y="0"/>
                  </a:moveTo>
                  <a:lnTo>
                    <a:pt x="76152" y="1488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652319" y="2145316"/>
              <a:ext cx="76152" cy="148814"/>
            </a:xfrm>
            <a:custGeom>
              <a:avLst/>
              <a:pathLst>
                <a:path w="76152" h="148814">
                  <a:moveTo>
                    <a:pt x="0" y="0"/>
                  </a:moveTo>
                  <a:lnTo>
                    <a:pt x="76152" y="1488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652319" y="2145316"/>
              <a:ext cx="76152" cy="148814"/>
            </a:xfrm>
            <a:custGeom>
              <a:avLst/>
              <a:pathLst>
                <a:path w="76152" h="148814">
                  <a:moveTo>
                    <a:pt x="0" y="0"/>
                  </a:moveTo>
                  <a:lnTo>
                    <a:pt x="76152" y="1488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52319" y="2145316"/>
              <a:ext cx="76152" cy="148814"/>
            </a:xfrm>
            <a:custGeom>
              <a:avLst/>
              <a:pathLst>
                <a:path w="76152" h="148814">
                  <a:moveTo>
                    <a:pt x="0" y="0"/>
                  </a:moveTo>
                  <a:lnTo>
                    <a:pt x="76152" y="1488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52319" y="2145316"/>
              <a:ext cx="76152" cy="148814"/>
            </a:xfrm>
            <a:custGeom>
              <a:avLst/>
              <a:pathLst>
                <a:path w="76152" h="148814">
                  <a:moveTo>
                    <a:pt x="0" y="0"/>
                  </a:moveTo>
                  <a:lnTo>
                    <a:pt x="76152" y="1488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52319" y="2145316"/>
              <a:ext cx="76152" cy="148814"/>
            </a:xfrm>
            <a:custGeom>
              <a:avLst/>
              <a:pathLst>
                <a:path w="76152" h="148814">
                  <a:moveTo>
                    <a:pt x="0" y="0"/>
                  </a:moveTo>
                  <a:lnTo>
                    <a:pt x="76152" y="1488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52319" y="2145316"/>
              <a:ext cx="76152" cy="148814"/>
            </a:xfrm>
            <a:custGeom>
              <a:avLst/>
              <a:pathLst>
                <a:path w="76152" h="148814">
                  <a:moveTo>
                    <a:pt x="0" y="0"/>
                  </a:moveTo>
                  <a:lnTo>
                    <a:pt x="76152" y="1488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52319" y="2145316"/>
              <a:ext cx="76152" cy="148814"/>
            </a:xfrm>
            <a:custGeom>
              <a:avLst/>
              <a:pathLst>
                <a:path w="76152" h="148814">
                  <a:moveTo>
                    <a:pt x="0" y="0"/>
                  </a:moveTo>
                  <a:lnTo>
                    <a:pt x="76152" y="1488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52319" y="2145316"/>
              <a:ext cx="76152" cy="148814"/>
            </a:xfrm>
            <a:custGeom>
              <a:avLst/>
              <a:pathLst>
                <a:path w="76152" h="148814">
                  <a:moveTo>
                    <a:pt x="0" y="0"/>
                  </a:moveTo>
                  <a:lnTo>
                    <a:pt x="76152" y="14881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52319" y="2145316"/>
              <a:ext cx="76152" cy="148814"/>
            </a:xfrm>
            <a:custGeom>
              <a:avLst/>
              <a:pathLst>
                <a:path w="76152" h="148814">
                  <a:moveTo>
                    <a:pt x="0" y="0"/>
                  </a:moveTo>
                  <a:lnTo>
                    <a:pt x="76152" y="1488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52319" y="2145316"/>
              <a:ext cx="76152" cy="148814"/>
            </a:xfrm>
            <a:custGeom>
              <a:avLst/>
              <a:pathLst>
                <a:path w="76152" h="148814">
                  <a:moveTo>
                    <a:pt x="0" y="0"/>
                  </a:moveTo>
                  <a:lnTo>
                    <a:pt x="76152" y="1488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52319" y="2145316"/>
              <a:ext cx="76152" cy="148814"/>
            </a:xfrm>
            <a:custGeom>
              <a:avLst/>
              <a:pathLst>
                <a:path w="76152" h="148814">
                  <a:moveTo>
                    <a:pt x="0" y="0"/>
                  </a:moveTo>
                  <a:lnTo>
                    <a:pt x="76152" y="14881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52319" y="2145316"/>
              <a:ext cx="76152" cy="148814"/>
            </a:xfrm>
            <a:custGeom>
              <a:avLst/>
              <a:pathLst>
                <a:path w="76152" h="148814">
                  <a:moveTo>
                    <a:pt x="0" y="0"/>
                  </a:moveTo>
                  <a:lnTo>
                    <a:pt x="76152" y="1488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52319" y="2145316"/>
              <a:ext cx="76152" cy="148814"/>
            </a:xfrm>
            <a:custGeom>
              <a:avLst/>
              <a:pathLst>
                <a:path w="76152" h="148814">
                  <a:moveTo>
                    <a:pt x="0" y="0"/>
                  </a:moveTo>
                  <a:lnTo>
                    <a:pt x="76152" y="1488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52319" y="2145316"/>
              <a:ext cx="76152" cy="148814"/>
            </a:xfrm>
            <a:custGeom>
              <a:avLst/>
              <a:pathLst>
                <a:path w="76152" h="148814">
                  <a:moveTo>
                    <a:pt x="0" y="0"/>
                  </a:moveTo>
                  <a:lnTo>
                    <a:pt x="76152" y="1488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52319" y="2145316"/>
              <a:ext cx="76152" cy="148814"/>
            </a:xfrm>
            <a:custGeom>
              <a:avLst/>
              <a:pathLst>
                <a:path w="76152" h="148814">
                  <a:moveTo>
                    <a:pt x="0" y="0"/>
                  </a:moveTo>
                  <a:lnTo>
                    <a:pt x="76152" y="1488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52319" y="2145316"/>
              <a:ext cx="76152" cy="148814"/>
            </a:xfrm>
            <a:custGeom>
              <a:avLst/>
              <a:pathLst>
                <a:path w="76152" h="148814">
                  <a:moveTo>
                    <a:pt x="0" y="0"/>
                  </a:moveTo>
                  <a:lnTo>
                    <a:pt x="76152" y="1488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52319" y="2145316"/>
              <a:ext cx="76152" cy="148814"/>
            </a:xfrm>
            <a:custGeom>
              <a:avLst/>
              <a:pathLst>
                <a:path w="76152" h="148814">
                  <a:moveTo>
                    <a:pt x="0" y="0"/>
                  </a:moveTo>
                  <a:lnTo>
                    <a:pt x="76152" y="1488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561315" y="2145316"/>
              <a:ext cx="201502" cy="315962"/>
            </a:xfrm>
            <a:custGeom>
              <a:avLst/>
              <a:pathLst>
                <a:path w="201502" h="315962">
                  <a:moveTo>
                    <a:pt x="91003" y="0"/>
                  </a:moveTo>
                  <a:lnTo>
                    <a:pt x="86288" y="2508"/>
                  </a:lnTo>
                  <a:lnTo>
                    <a:pt x="81656" y="5166"/>
                  </a:lnTo>
                  <a:lnTo>
                    <a:pt x="77111" y="7971"/>
                  </a:lnTo>
                  <a:lnTo>
                    <a:pt x="72657" y="10919"/>
                  </a:lnTo>
                  <a:lnTo>
                    <a:pt x="68301" y="14008"/>
                  </a:lnTo>
                  <a:lnTo>
                    <a:pt x="64045" y="17235"/>
                  </a:lnTo>
                  <a:lnTo>
                    <a:pt x="59894" y="20596"/>
                  </a:lnTo>
                  <a:lnTo>
                    <a:pt x="55853" y="24088"/>
                  </a:lnTo>
                  <a:lnTo>
                    <a:pt x="51925" y="27707"/>
                  </a:lnTo>
                  <a:lnTo>
                    <a:pt x="48115" y="31450"/>
                  </a:lnTo>
                  <a:lnTo>
                    <a:pt x="44427" y="35313"/>
                  </a:lnTo>
                  <a:lnTo>
                    <a:pt x="40864" y="39291"/>
                  </a:lnTo>
                  <a:lnTo>
                    <a:pt x="37430" y="43381"/>
                  </a:lnTo>
                  <a:lnTo>
                    <a:pt x="34128" y="47579"/>
                  </a:lnTo>
                  <a:lnTo>
                    <a:pt x="30962" y="51881"/>
                  </a:lnTo>
                  <a:lnTo>
                    <a:pt x="27935" y="56281"/>
                  </a:lnTo>
                  <a:lnTo>
                    <a:pt x="25050" y="60775"/>
                  </a:lnTo>
                  <a:lnTo>
                    <a:pt x="22310" y="65360"/>
                  </a:lnTo>
                  <a:lnTo>
                    <a:pt x="19718" y="70030"/>
                  </a:lnTo>
                  <a:lnTo>
                    <a:pt x="17276" y="74780"/>
                  </a:lnTo>
                  <a:lnTo>
                    <a:pt x="14988" y="79605"/>
                  </a:lnTo>
                  <a:lnTo>
                    <a:pt x="12855" y="84502"/>
                  </a:lnTo>
                  <a:lnTo>
                    <a:pt x="10879" y="89464"/>
                  </a:lnTo>
                  <a:lnTo>
                    <a:pt x="9063" y="94486"/>
                  </a:lnTo>
                  <a:lnTo>
                    <a:pt x="7408" y="99564"/>
                  </a:lnTo>
                  <a:lnTo>
                    <a:pt x="5916" y="104693"/>
                  </a:lnTo>
                  <a:lnTo>
                    <a:pt x="4589" y="109866"/>
                  </a:lnTo>
                  <a:lnTo>
                    <a:pt x="3428" y="115079"/>
                  </a:lnTo>
                  <a:lnTo>
                    <a:pt x="2434" y="120327"/>
                  </a:lnTo>
                  <a:lnTo>
                    <a:pt x="1608" y="125603"/>
                  </a:lnTo>
                  <a:lnTo>
                    <a:pt x="951" y="130903"/>
                  </a:lnTo>
                  <a:lnTo>
                    <a:pt x="463" y="136222"/>
                  </a:lnTo>
                  <a:lnTo>
                    <a:pt x="146" y="141553"/>
                  </a:lnTo>
                  <a:lnTo>
                    <a:pt x="0" y="146892"/>
                  </a:lnTo>
                  <a:lnTo>
                    <a:pt x="23" y="152233"/>
                  </a:lnTo>
                  <a:lnTo>
                    <a:pt x="218" y="157570"/>
                  </a:lnTo>
                  <a:lnTo>
                    <a:pt x="583" y="162899"/>
                  </a:lnTo>
                  <a:lnTo>
                    <a:pt x="1118" y="168213"/>
                  </a:lnTo>
                  <a:lnTo>
                    <a:pt x="1822" y="173507"/>
                  </a:lnTo>
                  <a:lnTo>
                    <a:pt x="2695" y="178776"/>
                  </a:lnTo>
                  <a:lnTo>
                    <a:pt x="3737" y="184014"/>
                  </a:lnTo>
                  <a:lnTo>
                    <a:pt x="4944" y="189217"/>
                  </a:lnTo>
                  <a:lnTo>
                    <a:pt x="6318" y="194378"/>
                  </a:lnTo>
                  <a:lnTo>
                    <a:pt x="7855" y="199493"/>
                  </a:lnTo>
                  <a:lnTo>
                    <a:pt x="9556" y="204556"/>
                  </a:lnTo>
                  <a:lnTo>
                    <a:pt x="11417" y="209562"/>
                  </a:lnTo>
                  <a:lnTo>
                    <a:pt x="13437" y="214506"/>
                  </a:lnTo>
                  <a:lnTo>
                    <a:pt x="15614" y="219383"/>
                  </a:lnTo>
                  <a:lnTo>
                    <a:pt x="17946" y="224188"/>
                  </a:lnTo>
                  <a:lnTo>
                    <a:pt x="20429" y="228916"/>
                  </a:lnTo>
                  <a:lnTo>
                    <a:pt x="23063" y="233562"/>
                  </a:lnTo>
                  <a:lnTo>
                    <a:pt x="25844" y="238122"/>
                  </a:lnTo>
                  <a:lnTo>
                    <a:pt x="28769" y="242591"/>
                  </a:lnTo>
                  <a:lnTo>
                    <a:pt x="31835" y="246963"/>
                  </a:lnTo>
                  <a:lnTo>
                    <a:pt x="35040" y="251236"/>
                  </a:lnTo>
                  <a:lnTo>
                    <a:pt x="38379" y="255404"/>
                  </a:lnTo>
                  <a:lnTo>
                    <a:pt x="41850" y="259464"/>
                  </a:lnTo>
                  <a:lnTo>
                    <a:pt x="45449" y="263410"/>
                  </a:lnTo>
                  <a:lnTo>
                    <a:pt x="49171" y="267240"/>
                  </a:lnTo>
                  <a:lnTo>
                    <a:pt x="53015" y="270948"/>
                  </a:lnTo>
                  <a:lnTo>
                    <a:pt x="56975" y="274532"/>
                  </a:lnTo>
                  <a:lnTo>
                    <a:pt x="61047" y="277988"/>
                  </a:lnTo>
                  <a:lnTo>
                    <a:pt x="65228" y="281311"/>
                  </a:lnTo>
                  <a:lnTo>
                    <a:pt x="69512" y="284500"/>
                  </a:lnTo>
                  <a:lnTo>
                    <a:pt x="73896" y="287550"/>
                  </a:lnTo>
                  <a:lnTo>
                    <a:pt x="78376" y="290458"/>
                  </a:lnTo>
                  <a:lnTo>
                    <a:pt x="82946" y="293222"/>
                  </a:lnTo>
                  <a:lnTo>
                    <a:pt x="87602" y="295838"/>
                  </a:lnTo>
                  <a:lnTo>
                    <a:pt x="92340" y="298305"/>
                  </a:lnTo>
                  <a:lnTo>
                    <a:pt x="97153" y="300618"/>
                  </a:lnTo>
                  <a:lnTo>
                    <a:pt x="102038" y="302777"/>
                  </a:lnTo>
                  <a:lnTo>
                    <a:pt x="106990" y="304779"/>
                  </a:lnTo>
                  <a:lnTo>
                    <a:pt x="112003" y="306621"/>
                  </a:lnTo>
                  <a:lnTo>
                    <a:pt x="117072" y="308302"/>
                  </a:lnTo>
                  <a:lnTo>
                    <a:pt x="122193" y="309821"/>
                  </a:lnTo>
                  <a:lnTo>
                    <a:pt x="127359" y="311175"/>
                  </a:lnTo>
                  <a:lnTo>
                    <a:pt x="132566" y="312364"/>
                  </a:lnTo>
                  <a:lnTo>
                    <a:pt x="137808" y="313385"/>
                  </a:lnTo>
                  <a:lnTo>
                    <a:pt x="143080" y="314239"/>
                  </a:lnTo>
                  <a:lnTo>
                    <a:pt x="148377" y="314923"/>
                  </a:lnTo>
                  <a:lnTo>
                    <a:pt x="153693" y="315438"/>
                  </a:lnTo>
                  <a:lnTo>
                    <a:pt x="159023" y="315783"/>
                  </a:lnTo>
                  <a:lnTo>
                    <a:pt x="164361" y="315958"/>
                  </a:lnTo>
                  <a:lnTo>
                    <a:pt x="169702" y="315962"/>
                  </a:lnTo>
                  <a:lnTo>
                    <a:pt x="175040" y="315795"/>
                  </a:lnTo>
                  <a:lnTo>
                    <a:pt x="180370" y="315458"/>
                  </a:lnTo>
                  <a:lnTo>
                    <a:pt x="185687" y="314951"/>
                  </a:lnTo>
                  <a:lnTo>
                    <a:pt x="190984" y="314274"/>
                  </a:lnTo>
                  <a:lnTo>
                    <a:pt x="196258" y="313429"/>
                  </a:lnTo>
                  <a:lnTo>
                    <a:pt x="201502" y="312415"/>
                  </a:lnTo>
                  <a:lnTo>
                    <a:pt x="167156" y="1488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728472" y="2126963"/>
              <a:ext cx="167162" cy="330768"/>
            </a:xfrm>
            <a:custGeom>
              <a:avLst/>
              <a:pathLst>
                <a:path w="167162" h="330768">
                  <a:moveTo>
                    <a:pt x="34345" y="330768"/>
                  </a:moveTo>
                  <a:lnTo>
                    <a:pt x="39546" y="329589"/>
                  </a:lnTo>
                  <a:lnTo>
                    <a:pt x="44706" y="328246"/>
                  </a:lnTo>
                  <a:lnTo>
                    <a:pt x="49820" y="326738"/>
                  </a:lnTo>
                  <a:lnTo>
                    <a:pt x="54884" y="325068"/>
                  </a:lnTo>
                  <a:lnTo>
                    <a:pt x="59892" y="323237"/>
                  </a:lnTo>
                  <a:lnTo>
                    <a:pt x="64839" y="321247"/>
                  </a:lnTo>
                  <a:lnTo>
                    <a:pt x="69720" y="319101"/>
                  </a:lnTo>
                  <a:lnTo>
                    <a:pt x="74530" y="316800"/>
                  </a:lnTo>
                  <a:lnTo>
                    <a:pt x="79265" y="314347"/>
                  </a:lnTo>
                  <a:lnTo>
                    <a:pt x="83918" y="311744"/>
                  </a:lnTo>
                  <a:lnTo>
                    <a:pt x="88487" y="308994"/>
                  </a:lnTo>
                  <a:lnTo>
                    <a:pt x="92965" y="306100"/>
                  </a:lnTo>
                  <a:lnTo>
                    <a:pt x="97349" y="303064"/>
                  </a:lnTo>
                  <a:lnTo>
                    <a:pt x="101633" y="299890"/>
                  </a:lnTo>
                  <a:lnTo>
                    <a:pt x="105815" y="296581"/>
                  </a:lnTo>
                  <a:lnTo>
                    <a:pt x="109888" y="293141"/>
                  </a:lnTo>
                  <a:lnTo>
                    <a:pt x="113850" y="289572"/>
                  </a:lnTo>
                  <a:lnTo>
                    <a:pt x="117696" y="285879"/>
                  </a:lnTo>
                  <a:lnTo>
                    <a:pt x="121422" y="282065"/>
                  </a:lnTo>
                  <a:lnTo>
                    <a:pt x="125025" y="278134"/>
                  </a:lnTo>
                  <a:lnTo>
                    <a:pt x="128500" y="274090"/>
                  </a:lnTo>
                  <a:lnTo>
                    <a:pt x="131845" y="269937"/>
                  </a:lnTo>
                  <a:lnTo>
                    <a:pt x="135056" y="265680"/>
                  </a:lnTo>
                  <a:lnTo>
                    <a:pt x="138129" y="261322"/>
                  </a:lnTo>
                  <a:lnTo>
                    <a:pt x="141062" y="256869"/>
                  </a:lnTo>
                  <a:lnTo>
                    <a:pt x="143851" y="252324"/>
                  </a:lnTo>
                  <a:lnTo>
                    <a:pt x="146493" y="247693"/>
                  </a:lnTo>
                  <a:lnTo>
                    <a:pt x="148987" y="242980"/>
                  </a:lnTo>
                  <a:lnTo>
                    <a:pt x="151329" y="238190"/>
                  </a:lnTo>
                  <a:lnTo>
                    <a:pt x="153517" y="233327"/>
                  </a:lnTo>
                  <a:lnTo>
                    <a:pt x="155549" y="228398"/>
                  </a:lnTo>
                  <a:lnTo>
                    <a:pt x="157423" y="223406"/>
                  </a:lnTo>
                  <a:lnTo>
                    <a:pt x="159137" y="218356"/>
                  </a:lnTo>
                  <a:lnTo>
                    <a:pt x="160688" y="213255"/>
                  </a:lnTo>
                  <a:lnTo>
                    <a:pt x="162076" y="208106"/>
                  </a:lnTo>
                  <a:lnTo>
                    <a:pt x="163300" y="202916"/>
                  </a:lnTo>
                  <a:lnTo>
                    <a:pt x="164357" y="197690"/>
                  </a:lnTo>
                  <a:lnTo>
                    <a:pt x="165247" y="192433"/>
                  </a:lnTo>
                  <a:lnTo>
                    <a:pt x="165968" y="187150"/>
                  </a:lnTo>
                  <a:lnTo>
                    <a:pt x="166521" y="181846"/>
                  </a:lnTo>
                  <a:lnTo>
                    <a:pt x="166905" y="176528"/>
                  </a:lnTo>
                  <a:lnTo>
                    <a:pt x="167118" y="171200"/>
                  </a:lnTo>
                  <a:lnTo>
                    <a:pt x="167162" y="165868"/>
                  </a:lnTo>
                  <a:lnTo>
                    <a:pt x="167035" y="160537"/>
                  </a:lnTo>
                  <a:lnTo>
                    <a:pt x="166739" y="155213"/>
                  </a:lnTo>
                  <a:lnTo>
                    <a:pt x="166273" y="149902"/>
                  </a:lnTo>
                  <a:lnTo>
                    <a:pt x="165638" y="144608"/>
                  </a:lnTo>
                  <a:lnTo>
                    <a:pt x="164834" y="139336"/>
                  </a:lnTo>
                  <a:lnTo>
                    <a:pt x="163863" y="134093"/>
                  </a:lnTo>
                  <a:lnTo>
                    <a:pt x="162724" y="128884"/>
                  </a:lnTo>
                  <a:lnTo>
                    <a:pt x="161421" y="123714"/>
                  </a:lnTo>
                  <a:lnTo>
                    <a:pt x="159953" y="118588"/>
                  </a:lnTo>
                  <a:lnTo>
                    <a:pt x="158322" y="113511"/>
                  </a:lnTo>
                  <a:lnTo>
                    <a:pt x="156530" y="108489"/>
                  </a:lnTo>
                  <a:lnTo>
                    <a:pt x="154579" y="103526"/>
                  </a:lnTo>
                  <a:lnTo>
                    <a:pt x="152471" y="98629"/>
                  </a:lnTo>
                  <a:lnTo>
                    <a:pt x="150207" y="93801"/>
                  </a:lnTo>
                  <a:lnTo>
                    <a:pt x="147791" y="89048"/>
                  </a:lnTo>
                  <a:lnTo>
                    <a:pt x="145224" y="84374"/>
                  </a:lnTo>
                  <a:lnTo>
                    <a:pt x="142510" y="79784"/>
                  </a:lnTo>
                  <a:lnTo>
                    <a:pt x="139651" y="75284"/>
                  </a:lnTo>
                  <a:lnTo>
                    <a:pt x="136649" y="70877"/>
                  </a:lnTo>
                  <a:lnTo>
                    <a:pt x="133509" y="66567"/>
                  </a:lnTo>
                  <a:lnTo>
                    <a:pt x="130232" y="62360"/>
                  </a:lnTo>
                  <a:lnTo>
                    <a:pt x="126823" y="58260"/>
                  </a:lnTo>
                  <a:lnTo>
                    <a:pt x="123285" y="54271"/>
                  </a:lnTo>
                  <a:lnTo>
                    <a:pt x="119622" y="50396"/>
                  </a:lnTo>
                  <a:lnTo>
                    <a:pt x="115837" y="46641"/>
                  </a:lnTo>
                  <a:lnTo>
                    <a:pt x="111934" y="43007"/>
                  </a:lnTo>
                  <a:lnTo>
                    <a:pt x="107917" y="39501"/>
                  </a:lnTo>
                  <a:lnTo>
                    <a:pt x="103791" y="36124"/>
                  </a:lnTo>
                  <a:lnTo>
                    <a:pt x="99559" y="32880"/>
                  </a:lnTo>
                  <a:lnTo>
                    <a:pt x="95225" y="29773"/>
                  </a:lnTo>
                  <a:lnTo>
                    <a:pt x="90795" y="26806"/>
                  </a:lnTo>
                  <a:lnTo>
                    <a:pt x="86272" y="23982"/>
                  </a:lnTo>
                  <a:lnTo>
                    <a:pt x="81662" y="21303"/>
                  </a:lnTo>
                  <a:lnTo>
                    <a:pt x="76968" y="18773"/>
                  </a:lnTo>
                  <a:lnTo>
                    <a:pt x="72196" y="16394"/>
                  </a:lnTo>
                  <a:lnTo>
                    <a:pt x="67351" y="14168"/>
                  </a:lnTo>
                  <a:lnTo>
                    <a:pt x="62437" y="12098"/>
                  </a:lnTo>
                  <a:lnTo>
                    <a:pt x="57460" y="10185"/>
                  </a:lnTo>
                  <a:lnTo>
                    <a:pt x="52424" y="8432"/>
                  </a:lnTo>
                  <a:lnTo>
                    <a:pt x="47334" y="6841"/>
                  </a:lnTo>
                  <a:lnTo>
                    <a:pt x="42197" y="5413"/>
                  </a:lnTo>
                  <a:lnTo>
                    <a:pt x="37017" y="4150"/>
                  </a:lnTo>
                  <a:lnTo>
                    <a:pt x="31799" y="3052"/>
                  </a:lnTo>
                  <a:lnTo>
                    <a:pt x="26549" y="2121"/>
                  </a:lnTo>
                  <a:lnTo>
                    <a:pt x="21271" y="1358"/>
                  </a:lnTo>
                  <a:lnTo>
                    <a:pt x="15972" y="764"/>
                  </a:lnTo>
                  <a:lnTo>
                    <a:pt x="10657" y="340"/>
                  </a:lnTo>
                  <a:lnTo>
                    <a:pt x="5331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374534" y="1681503"/>
              <a:ext cx="48700" cy="167167"/>
            </a:xfrm>
            <a:custGeom>
              <a:avLst/>
              <a:pathLst>
                <a:path w="48700" h="167167">
                  <a:moveTo>
                    <a:pt x="48700" y="0"/>
                  </a:moveTo>
                  <a:lnTo>
                    <a:pt x="42524" y="114"/>
                  </a:lnTo>
                  <a:lnTo>
                    <a:pt x="36357" y="456"/>
                  </a:lnTo>
                  <a:lnTo>
                    <a:pt x="30207" y="1026"/>
                  </a:lnTo>
                  <a:lnTo>
                    <a:pt x="24081" y="1822"/>
                  </a:lnTo>
                  <a:lnTo>
                    <a:pt x="17990" y="2845"/>
                  </a:lnTo>
                  <a:lnTo>
                    <a:pt x="11940" y="4091"/>
                  </a:lnTo>
                  <a:lnTo>
                    <a:pt x="5941" y="5561"/>
                  </a:lnTo>
                  <a:lnTo>
                    <a:pt x="0" y="7251"/>
                  </a:lnTo>
                  <a:lnTo>
                    <a:pt x="4870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374534" y="1688754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374534" y="1688754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374534" y="1688754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374534" y="1688754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374534" y="1688754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374534" y="1688754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374534" y="1688754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374534" y="1688754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74534" y="1688754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74534" y="1688754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74534" y="1688754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74534" y="1688754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74534" y="1688754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74534" y="1688754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74534" y="1688754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74534" y="1688754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74534" y="1688754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74534" y="1688754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74534" y="1688754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74534" y="1688754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74534" y="1688754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74534" y="1688754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256070" y="1688754"/>
              <a:ext cx="334328" cy="327075"/>
            </a:xfrm>
            <a:custGeom>
              <a:avLst/>
              <a:pathLst>
                <a:path w="334328" h="327075">
                  <a:moveTo>
                    <a:pt x="118463" y="0"/>
                  </a:moveTo>
                  <a:lnTo>
                    <a:pt x="113414" y="1625"/>
                  </a:lnTo>
                  <a:lnTo>
                    <a:pt x="108420" y="3410"/>
                  </a:lnTo>
                  <a:lnTo>
                    <a:pt x="103484" y="5352"/>
                  </a:lnTo>
                  <a:lnTo>
                    <a:pt x="98613" y="7450"/>
                  </a:lnTo>
                  <a:lnTo>
                    <a:pt x="93810" y="9702"/>
                  </a:lnTo>
                  <a:lnTo>
                    <a:pt x="89082" y="12104"/>
                  </a:lnTo>
                  <a:lnTo>
                    <a:pt x="84432" y="14656"/>
                  </a:lnTo>
                  <a:lnTo>
                    <a:pt x="79865" y="17354"/>
                  </a:lnTo>
                  <a:lnTo>
                    <a:pt x="75387" y="20195"/>
                  </a:lnTo>
                  <a:lnTo>
                    <a:pt x="71000" y="23177"/>
                  </a:lnTo>
                  <a:lnTo>
                    <a:pt x="66711" y="26297"/>
                  </a:lnTo>
                  <a:lnTo>
                    <a:pt x="62522" y="29551"/>
                  </a:lnTo>
                  <a:lnTo>
                    <a:pt x="58439" y="32936"/>
                  </a:lnTo>
                  <a:lnTo>
                    <a:pt x="54465" y="36449"/>
                  </a:lnTo>
                  <a:lnTo>
                    <a:pt x="50605" y="40087"/>
                  </a:lnTo>
                  <a:lnTo>
                    <a:pt x="46862" y="43845"/>
                  </a:lnTo>
                  <a:lnTo>
                    <a:pt x="43241" y="47720"/>
                  </a:lnTo>
                  <a:lnTo>
                    <a:pt x="39744" y="51707"/>
                  </a:lnTo>
                  <a:lnTo>
                    <a:pt x="36375" y="55804"/>
                  </a:lnTo>
                  <a:lnTo>
                    <a:pt x="33138" y="60006"/>
                  </a:lnTo>
                  <a:lnTo>
                    <a:pt x="30036" y="64308"/>
                  </a:lnTo>
                  <a:lnTo>
                    <a:pt x="27072" y="68707"/>
                  </a:lnTo>
                  <a:lnTo>
                    <a:pt x="24249" y="73197"/>
                  </a:lnTo>
                  <a:lnTo>
                    <a:pt x="21569" y="77774"/>
                  </a:lnTo>
                  <a:lnTo>
                    <a:pt x="19037" y="82435"/>
                  </a:lnTo>
                  <a:lnTo>
                    <a:pt x="16653" y="87173"/>
                  </a:lnTo>
                  <a:lnTo>
                    <a:pt x="14421" y="91984"/>
                  </a:lnTo>
                  <a:lnTo>
                    <a:pt x="12343" y="96864"/>
                  </a:lnTo>
                  <a:lnTo>
                    <a:pt x="10421" y="101808"/>
                  </a:lnTo>
                  <a:lnTo>
                    <a:pt x="8656" y="106810"/>
                  </a:lnTo>
                  <a:lnTo>
                    <a:pt x="7051" y="111865"/>
                  </a:lnTo>
                  <a:lnTo>
                    <a:pt x="5607" y="116969"/>
                  </a:lnTo>
                  <a:lnTo>
                    <a:pt x="4326" y="122115"/>
                  </a:lnTo>
                  <a:lnTo>
                    <a:pt x="3209" y="127300"/>
                  </a:lnTo>
                  <a:lnTo>
                    <a:pt x="2257" y="132518"/>
                  </a:lnTo>
                  <a:lnTo>
                    <a:pt x="1471" y="137764"/>
                  </a:lnTo>
                  <a:lnTo>
                    <a:pt x="851" y="143031"/>
                  </a:lnTo>
                  <a:lnTo>
                    <a:pt x="399" y="148316"/>
                  </a:lnTo>
                  <a:lnTo>
                    <a:pt x="115" y="153612"/>
                  </a:lnTo>
                  <a:lnTo>
                    <a:pt x="0" y="158915"/>
                  </a:lnTo>
                  <a:lnTo>
                    <a:pt x="52" y="164219"/>
                  </a:lnTo>
                  <a:lnTo>
                    <a:pt x="273" y="169518"/>
                  </a:lnTo>
                  <a:lnTo>
                    <a:pt x="661" y="174808"/>
                  </a:lnTo>
                  <a:lnTo>
                    <a:pt x="1217" y="180083"/>
                  </a:lnTo>
                  <a:lnTo>
                    <a:pt x="1941" y="185337"/>
                  </a:lnTo>
                  <a:lnTo>
                    <a:pt x="2830" y="190566"/>
                  </a:lnTo>
                  <a:lnTo>
                    <a:pt x="3885" y="195764"/>
                  </a:lnTo>
                  <a:lnTo>
                    <a:pt x="5105" y="200926"/>
                  </a:lnTo>
                  <a:lnTo>
                    <a:pt x="6488" y="206046"/>
                  </a:lnTo>
                  <a:lnTo>
                    <a:pt x="8032" y="211121"/>
                  </a:lnTo>
                  <a:lnTo>
                    <a:pt x="9736" y="216143"/>
                  </a:lnTo>
                  <a:lnTo>
                    <a:pt x="11599" y="221109"/>
                  </a:lnTo>
                  <a:lnTo>
                    <a:pt x="13619" y="226014"/>
                  </a:lnTo>
                  <a:lnTo>
                    <a:pt x="15793" y="230851"/>
                  </a:lnTo>
                  <a:lnTo>
                    <a:pt x="18120" y="235618"/>
                  </a:lnTo>
                  <a:lnTo>
                    <a:pt x="20597" y="240308"/>
                  </a:lnTo>
                  <a:lnTo>
                    <a:pt x="23221" y="244917"/>
                  </a:lnTo>
                  <a:lnTo>
                    <a:pt x="25990" y="249441"/>
                  </a:lnTo>
                  <a:lnTo>
                    <a:pt x="28901" y="253875"/>
                  </a:lnTo>
                  <a:lnTo>
                    <a:pt x="31951" y="258214"/>
                  </a:lnTo>
                  <a:lnTo>
                    <a:pt x="35138" y="262454"/>
                  </a:lnTo>
                  <a:lnTo>
                    <a:pt x="38457" y="266591"/>
                  </a:lnTo>
                  <a:lnTo>
                    <a:pt x="41906" y="270620"/>
                  </a:lnTo>
                  <a:lnTo>
                    <a:pt x="45482" y="274538"/>
                  </a:lnTo>
                  <a:lnTo>
                    <a:pt x="49179" y="278341"/>
                  </a:lnTo>
                  <a:lnTo>
                    <a:pt x="52995" y="282024"/>
                  </a:lnTo>
                  <a:lnTo>
                    <a:pt x="56927" y="285585"/>
                  </a:lnTo>
                  <a:lnTo>
                    <a:pt x="60969" y="289019"/>
                  </a:lnTo>
                  <a:lnTo>
                    <a:pt x="65118" y="292323"/>
                  </a:lnTo>
                  <a:lnTo>
                    <a:pt x="69370" y="295493"/>
                  </a:lnTo>
                  <a:lnTo>
                    <a:pt x="73721" y="298528"/>
                  </a:lnTo>
                  <a:lnTo>
                    <a:pt x="78165" y="301422"/>
                  </a:lnTo>
                  <a:lnTo>
                    <a:pt x="82699" y="304175"/>
                  </a:lnTo>
                  <a:lnTo>
                    <a:pt x="87318" y="306782"/>
                  </a:lnTo>
                  <a:lnTo>
                    <a:pt x="92018" y="309241"/>
                  </a:lnTo>
                  <a:lnTo>
                    <a:pt x="96793" y="311550"/>
                  </a:lnTo>
                  <a:lnTo>
                    <a:pt x="101639" y="313706"/>
                  </a:lnTo>
                  <a:lnTo>
                    <a:pt x="106550" y="315707"/>
                  </a:lnTo>
                  <a:lnTo>
                    <a:pt x="111523" y="317552"/>
                  </a:lnTo>
                  <a:lnTo>
                    <a:pt x="116552" y="319237"/>
                  </a:lnTo>
                  <a:lnTo>
                    <a:pt x="121632" y="320763"/>
                  </a:lnTo>
                  <a:lnTo>
                    <a:pt x="126758" y="322126"/>
                  </a:lnTo>
                  <a:lnTo>
                    <a:pt x="131924" y="323327"/>
                  </a:lnTo>
                  <a:lnTo>
                    <a:pt x="137126" y="324362"/>
                  </a:lnTo>
                  <a:lnTo>
                    <a:pt x="142358" y="325232"/>
                  </a:lnTo>
                  <a:lnTo>
                    <a:pt x="147615" y="325936"/>
                  </a:lnTo>
                  <a:lnTo>
                    <a:pt x="152892" y="326473"/>
                  </a:lnTo>
                  <a:lnTo>
                    <a:pt x="158183" y="326842"/>
                  </a:lnTo>
                  <a:lnTo>
                    <a:pt x="163483" y="327043"/>
                  </a:lnTo>
                  <a:lnTo>
                    <a:pt x="168787" y="327075"/>
                  </a:lnTo>
                  <a:lnTo>
                    <a:pt x="174090" y="326940"/>
                  </a:lnTo>
                  <a:lnTo>
                    <a:pt x="179385" y="326636"/>
                  </a:lnTo>
                  <a:lnTo>
                    <a:pt x="184668" y="326164"/>
                  </a:lnTo>
                  <a:lnTo>
                    <a:pt x="189933" y="325525"/>
                  </a:lnTo>
                  <a:lnTo>
                    <a:pt x="195176" y="324720"/>
                  </a:lnTo>
                  <a:lnTo>
                    <a:pt x="200390" y="323748"/>
                  </a:lnTo>
                  <a:lnTo>
                    <a:pt x="205571" y="322611"/>
                  </a:lnTo>
                  <a:lnTo>
                    <a:pt x="210713" y="321311"/>
                  </a:lnTo>
                  <a:lnTo>
                    <a:pt x="215811" y="319848"/>
                  </a:lnTo>
                  <a:lnTo>
                    <a:pt x="220860" y="318224"/>
                  </a:lnTo>
                  <a:lnTo>
                    <a:pt x="225856" y="316441"/>
                  </a:lnTo>
                  <a:lnTo>
                    <a:pt x="230792" y="314501"/>
                  </a:lnTo>
                  <a:lnTo>
                    <a:pt x="235664" y="312404"/>
                  </a:lnTo>
                  <a:lnTo>
                    <a:pt x="240467" y="310154"/>
                  </a:lnTo>
                  <a:lnTo>
                    <a:pt x="245196" y="307753"/>
                  </a:lnTo>
                  <a:lnTo>
                    <a:pt x="249847" y="305203"/>
                  </a:lnTo>
                  <a:lnTo>
                    <a:pt x="254415" y="302507"/>
                  </a:lnTo>
                  <a:lnTo>
                    <a:pt x="258894" y="299667"/>
                  </a:lnTo>
                  <a:lnTo>
                    <a:pt x="263282" y="296687"/>
                  </a:lnTo>
                  <a:lnTo>
                    <a:pt x="267572" y="293569"/>
                  </a:lnTo>
                  <a:lnTo>
                    <a:pt x="271762" y="290316"/>
                  </a:lnTo>
                  <a:lnTo>
                    <a:pt x="275846" y="286932"/>
                  </a:lnTo>
                  <a:lnTo>
                    <a:pt x="279821" y="283420"/>
                  </a:lnTo>
                  <a:lnTo>
                    <a:pt x="283682" y="279784"/>
                  </a:lnTo>
                  <a:lnTo>
                    <a:pt x="287427" y="276027"/>
                  </a:lnTo>
                  <a:lnTo>
                    <a:pt x="291050" y="272153"/>
                  </a:lnTo>
                  <a:lnTo>
                    <a:pt x="294548" y="268167"/>
                  </a:lnTo>
                  <a:lnTo>
                    <a:pt x="297918" y="264071"/>
                  </a:lnTo>
                  <a:lnTo>
                    <a:pt x="301156" y="259870"/>
                  </a:lnTo>
                  <a:lnTo>
                    <a:pt x="304260" y="255569"/>
                  </a:lnTo>
                  <a:lnTo>
                    <a:pt x="307226" y="251172"/>
                  </a:lnTo>
                  <a:lnTo>
                    <a:pt x="310050" y="246683"/>
                  </a:lnTo>
                  <a:lnTo>
                    <a:pt x="312731" y="242106"/>
                  </a:lnTo>
                  <a:lnTo>
                    <a:pt x="315265" y="237446"/>
                  </a:lnTo>
                  <a:lnTo>
                    <a:pt x="317650" y="232709"/>
                  </a:lnTo>
                  <a:lnTo>
                    <a:pt x="319884" y="227898"/>
                  </a:lnTo>
                  <a:lnTo>
                    <a:pt x="321964" y="223019"/>
                  </a:lnTo>
                  <a:lnTo>
                    <a:pt x="323888" y="218076"/>
                  </a:lnTo>
                  <a:lnTo>
                    <a:pt x="325654" y="213075"/>
                  </a:lnTo>
                  <a:lnTo>
                    <a:pt x="327260" y="208020"/>
                  </a:lnTo>
                  <a:lnTo>
                    <a:pt x="328706" y="202917"/>
                  </a:lnTo>
                  <a:lnTo>
                    <a:pt x="329989" y="197771"/>
                  </a:lnTo>
                  <a:lnTo>
                    <a:pt x="331108" y="192586"/>
                  </a:lnTo>
                  <a:lnTo>
                    <a:pt x="332062" y="187369"/>
                  </a:lnTo>
                  <a:lnTo>
                    <a:pt x="332850" y="182123"/>
                  </a:lnTo>
                  <a:lnTo>
                    <a:pt x="333471" y="176856"/>
                  </a:lnTo>
                  <a:lnTo>
                    <a:pt x="333925" y="171571"/>
                  </a:lnTo>
                  <a:lnTo>
                    <a:pt x="334210" y="166275"/>
                  </a:lnTo>
                  <a:lnTo>
                    <a:pt x="334328" y="160972"/>
                  </a:lnTo>
                  <a:lnTo>
                    <a:pt x="334277" y="155669"/>
                  </a:lnTo>
                  <a:lnTo>
                    <a:pt x="334059" y="150369"/>
                  </a:lnTo>
                  <a:lnTo>
                    <a:pt x="333672" y="145079"/>
                  </a:lnTo>
                  <a:lnTo>
                    <a:pt x="333117" y="139804"/>
                  </a:lnTo>
                  <a:lnTo>
                    <a:pt x="332396" y="134550"/>
                  </a:lnTo>
                  <a:lnTo>
                    <a:pt x="331508" y="129321"/>
                  </a:lnTo>
                  <a:lnTo>
                    <a:pt x="330454" y="124122"/>
                  </a:lnTo>
                  <a:lnTo>
                    <a:pt x="329237" y="118960"/>
                  </a:lnTo>
                  <a:lnTo>
                    <a:pt x="327856" y="113839"/>
                  </a:lnTo>
                  <a:lnTo>
                    <a:pt x="326313" y="108764"/>
                  </a:lnTo>
                  <a:lnTo>
                    <a:pt x="324610" y="103741"/>
                  </a:lnTo>
                  <a:lnTo>
                    <a:pt x="322749" y="98774"/>
                  </a:lnTo>
                  <a:lnTo>
                    <a:pt x="320731" y="93869"/>
                  </a:lnTo>
                  <a:lnTo>
                    <a:pt x="318558" y="89031"/>
                  </a:lnTo>
                  <a:lnTo>
                    <a:pt x="316233" y="84264"/>
                  </a:lnTo>
                  <a:lnTo>
                    <a:pt x="313758" y="79572"/>
                  </a:lnTo>
                  <a:lnTo>
                    <a:pt x="311136" y="74962"/>
                  </a:lnTo>
                  <a:lnTo>
                    <a:pt x="308368" y="70438"/>
                  </a:lnTo>
                  <a:lnTo>
                    <a:pt x="305458" y="66003"/>
                  </a:lnTo>
                  <a:lnTo>
                    <a:pt x="302409" y="61663"/>
                  </a:lnTo>
                  <a:lnTo>
                    <a:pt x="299224" y="57422"/>
                  </a:lnTo>
                  <a:lnTo>
                    <a:pt x="295906" y="53284"/>
                  </a:lnTo>
                  <a:lnTo>
                    <a:pt x="292459" y="49253"/>
                  </a:lnTo>
                  <a:lnTo>
                    <a:pt x="288885" y="45334"/>
                  </a:lnTo>
                  <a:lnTo>
                    <a:pt x="285189" y="41530"/>
                  </a:lnTo>
                  <a:lnTo>
                    <a:pt x="281373" y="37845"/>
                  </a:lnTo>
                  <a:lnTo>
                    <a:pt x="277443" y="34284"/>
                  </a:lnTo>
                  <a:lnTo>
                    <a:pt x="273402" y="30848"/>
                  </a:lnTo>
                  <a:lnTo>
                    <a:pt x="269254" y="27543"/>
                  </a:lnTo>
                  <a:lnTo>
                    <a:pt x="265003" y="24371"/>
                  </a:lnTo>
                  <a:lnTo>
                    <a:pt x="260654" y="21335"/>
                  </a:lnTo>
                  <a:lnTo>
                    <a:pt x="256210" y="18439"/>
                  </a:lnTo>
                  <a:lnTo>
                    <a:pt x="251677" y="15685"/>
                  </a:lnTo>
                  <a:lnTo>
                    <a:pt x="247059" y="13077"/>
                  </a:lnTo>
                  <a:lnTo>
                    <a:pt x="242361" y="10616"/>
                  </a:lnTo>
                  <a:lnTo>
                    <a:pt x="237586" y="8305"/>
                  </a:lnTo>
                  <a:lnTo>
                    <a:pt x="232741" y="6148"/>
                  </a:lnTo>
                  <a:lnTo>
                    <a:pt x="167164" y="1599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423235" y="1681503"/>
              <a:ext cx="65577" cy="167167"/>
            </a:xfrm>
            <a:custGeom>
              <a:avLst/>
              <a:pathLst>
                <a:path w="65577" h="167167">
                  <a:moveTo>
                    <a:pt x="65577" y="13399"/>
                  </a:moveTo>
                  <a:lnTo>
                    <a:pt x="59899" y="11100"/>
                  </a:lnTo>
                  <a:lnTo>
                    <a:pt x="54140" y="9010"/>
                  </a:lnTo>
                  <a:lnTo>
                    <a:pt x="48309" y="7132"/>
                  </a:lnTo>
                  <a:lnTo>
                    <a:pt x="42414" y="5470"/>
                  </a:lnTo>
                  <a:lnTo>
                    <a:pt x="36461" y="4024"/>
                  </a:lnTo>
                  <a:lnTo>
                    <a:pt x="30459" y="2798"/>
                  </a:lnTo>
                  <a:lnTo>
                    <a:pt x="24416" y="1792"/>
                  </a:lnTo>
                  <a:lnTo>
                    <a:pt x="18341" y="1009"/>
                  </a:lnTo>
                  <a:lnTo>
                    <a:pt x="12241" y="448"/>
                  </a:lnTo>
                  <a:lnTo>
                    <a:pt x="6124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853880" y="1322571"/>
              <a:ext cx="334326" cy="334324"/>
            </a:xfrm>
            <a:custGeom>
              <a:avLst/>
              <a:pathLst>
                <a:path w="334326" h="334324">
                  <a:moveTo>
                    <a:pt x="167158" y="0"/>
                  </a:moveTo>
                  <a:lnTo>
                    <a:pt x="161874" y="83"/>
                  </a:lnTo>
                  <a:lnTo>
                    <a:pt x="156594" y="334"/>
                  </a:lnTo>
                  <a:lnTo>
                    <a:pt x="151325" y="751"/>
                  </a:lnTo>
                  <a:lnTo>
                    <a:pt x="146072" y="1335"/>
                  </a:lnTo>
                  <a:lnTo>
                    <a:pt x="140840" y="2084"/>
                  </a:lnTo>
                  <a:lnTo>
                    <a:pt x="135635" y="2999"/>
                  </a:lnTo>
                  <a:lnTo>
                    <a:pt x="130461" y="4077"/>
                  </a:lnTo>
                  <a:lnTo>
                    <a:pt x="125323" y="5319"/>
                  </a:lnTo>
                  <a:lnTo>
                    <a:pt x="120228" y="6722"/>
                  </a:lnTo>
                  <a:lnTo>
                    <a:pt x="115179" y="8286"/>
                  </a:lnTo>
                  <a:lnTo>
                    <a:pt x="110182" y="10009"/>
                  </a:lnTo>
                  <a:lnTo>
                    <a:pt x="105242" y="11889"/>
                  </a:lnTo>
                  <a:lnTo>
                    <a:pt x="100364" y="13924"/>
                  </a:lnTo>
                  <a:lnTo>
                    <a:pt x="95553" y="16112"/>
                  </a:lnTo>
                  <a:lnTo>
                    <a:pt x="90814" y="18451"/>
                  </a:lnTo>
                  <a:lnTo>
                    <a:pt x="86151" y="20939"/>
                  </a:lnTo>
                  <a:lnTo>
                    <a:pt x="81568" y="23573"/>
                  </a:lnTo>
                  <a:lnTo>
                    <a:pt x="77072" y="26350"/>
                  </a:lnTo>
                  <a:lnTo>
                    <a:pt x="72665" y="29269"/>
                  </a:lnTo>
                  <a:lnTo>
                    <a:pt x="68353" y="32325"/>
                  </a:lnTo>
                  <a:lnTo>
                    <a:pt x="64139" y="35516"/>
                  </a:lnTo>
                  <a:lnTo>
                    <a:pt x="60029" y="38838"/>
                  </a:lnTo>
                  <a:lnTo>
                    <a:pt x="56026" y="42289"/>
                  </a:lnTo>
                  <a:lnTo>
                    <a:pt x="52133" y="45865"/>
                  </a:lnTo>
                  <a:lnTo>
                    <a:pt x="48356" y="49562"/>
                  </a:lnTo>
                  <a:lnTo>
                    <a:pt x="44698" y="53376"/>
                  </a:lnTo>
                  <a:lnTo>
                    <a:pt x="41162" y="57304"/>
                  </a:lnTo>
                  <a:lnTo>
                    <a:pt x="37751" y="61343"/>
                  </a:lnTo>
                  <a:lnTo>
                    <a:pt x="34471" y="65486"/>
                  </a:lnTo>
                  <a:lnTo>
                    <a:pt x="31323" y="69732"/>
                  </a:lnTo>
                  <a:lnTo>
                    <a:pt x="28310" y="74075"/>
                  </a:lnTo>
                  <a:lnTo>
                    <a:pt x="25437" y="78511"/>
                  </a:lnTo>
                  <a:lnTo>
                    <a:pt x="22705" y="83035"/>
                  </a:lnTo>
                  <a:lnTo>
                    <a:pt x="20117" y="87644"/>
                  </a:lnTo>
                  <a:lnTo>
                    <a:pt x="17677" y="92332"/>
                  </a:lnTo>
                  <a:lnTo>
                    <a:pt x="15386" y="97095"/>
                  </a:lnTo>
                  <a:lnTo>
                    <a:pt x="13246" y="101928"/>
                  </a:lnTo>
                  <a:lnTo>
                    <a:pt x="11261" y="106827"/>
                  </a:lnTo>
                  <a:lnTo>
                    <a:pt x="9431" y="111785"/>
                  </a:lnTo>
                  <a:lnTo>
                    <a:pt x="7759" y="116799"/>
                  </a:lnTo>
                  <a:lnTo>
                    <a:pt x="6247" y="121863"/>
                  </a:lnTo>
                  <a:lnTo>
                    <a:pt x="4895" y="126973"/>
                  </a:lnTo>
                  <a:lnTo>
                    <a:pt x="3705" y="132123"/>
                  </a:lnTo>
                  <a:lnTo>
                    <a:pt x="2679" y="137307"/>
                  </a:lnTo>
                  <a:lnTo>
                    <a:pt x="1818" y="142522"/>
                  </a:lnTo>
                  <a:lnTo>
                    <a:pt x="1121" y="147761"/>
                  </a:lnTo>
                  <a:lnTo>
                    <a:pt x="591" y="153020"/>
                  </a:lnTo>
                  <a:lnTo>
                    <a:pt x="227" y="158293"/>
                  </a:lnTo>
                  <a:lnTo>
                    <a:pt x="30" y="163574"/>
                  </a:lnTo>
                  <a:lnTo>
                    <a:pt x="0" y="168860"/>
                  </a:lnTo>
                  <a:lnTo>
                    <a:pt x="137" y="174143"/>
                  </a:lnTo>
                  <a:lnTo>
                    <a:pt x="441" y="179420"/>
                  </a:lnTo>
                  <a:lnTo>
                    <a:pt x="911" y="184684"/>
                  </a:lnTo>
                  <a:lnTo>
                    <a:pt x="1548" y="189931"/>
                  </a:lnTo>
                  <a:lnTo>
                    <a:pt x="2351" y="195155"/>
                  </a:lnTo>
                  <a:lnTo>
                    <a:pt x="3318" y="200351"/>
                  </a:lnTo>
                  <a:lnTo>
                    <a:pt x="4449" y="205514"/>
                  </a:lnTo>
                  <a:lnTo>
                    <a:pt x="5742" y="210639"/>
                  </a:lnTo>
                  <a:lnTo>
                    <a:pt x="7197" y="215720"/>
                  </a:lnTo>
                  <a:lnTo>
                    <a:pt x="8812" y="220753"/>
                  </a:lnTo>
                  <a:lnTo>
                    <a:pt x="10585" y="225732"/>
                  </a:lnTo>
                  <a:lnTo>
                    <a:pt x="12515" y="230652"/>
                  </a:lnTo>
                  <a:lnTo>
                    <a:pt x="14599" y="235509"/>
                  </a:lnTo>
                  <a:lnTo>
                    <a:pt x="16836" y="240298"/>
                  </a:lnTo>
                  <a:lnTo>
                    <a:pt x="19223" y="245014"/>
                  </a:lnTo>
                  <a:lnTo>
                    <a:pt x="21758" y="249651"/>
                  </a:lnTo>
                  <a:lnTo>
                    <a:pt x="24438" y="254207"/>
                  </a:lnTo>
                  <a:lnTo>
                    <a:pt x="27261" y="258675"/>
                  </a:lnTo>
                  <a:lnTo>
                    <a:pt x="30224" y="263052"/>
                  </a:lnTo>
                  <a:lnTo>
                    <a:pt x="33324" y="267333"/>
                  </a:lnTo>
                  <a:lnTo>
                    <a:pt x="36557" y="271514"/>
                  </a:lnTo>
                  <a:lnTo>
                    <a:pt x="39921" y="275590"/>
                  </a:lnTo>
                  <a:lnTo>
                    <a:pt x="43412" y="279559"/>
                  </a:lnTo>
                  <a:lnTo>
                    <a:pt x="47027" y="283414"/>
                  </a:lnTo>
                  <a:lnTo>
                    <a:pt x="50762" y="287154"/>
                  </a:lnTo>
                  <a:lnTo>
                    <a:pt x="54614" y="290774"/>
                  </a:lnTo>
                  <a:lnTo>
                    <a:pt x="58577" y="294270"/>
                  </a:lnTo>
                  <a:lnTo>
                    <a:pt x="62650" y="297639"/>
                  </a:lnTo>
                  <a:lnTo>
                    <a:pt x="66827" y="300877"/>
                  </a:lnTo>
                  <a:lnTo>
                    <a:pt x="71104" y="303982"/>
                  </a:lnTo>
                  <a:lnTo>
                    <a:pt x="75477" y="306951"/>
                  </a:lnTo>
                  <a:lnTo>
                    <a:pt x="79942" y="309779"/>
                  </a:lnTo>
                  <a:lnTo>
                    <a:pt x="84494" y="312465"/>
                  </a:lnTo>
                  <a:lnTo>
                    <a:pt x="89129" y="315006"/>
                  </a:lnTo>
                  <a:lnTo>
                    <a:pt x="93841" y="317399"/>
                  </a:lnTo>
                  <a:lnTo>
                    <a:pt x="98627" y="319641"/>
                  </a:lnTo>
                  <a:lnTo>
                    <a:pt x="103482" y="321732"/>
                  </a:lnTo>
                  <a:lnTo>
                    <a:pt x="108400" y="323667"/>
                  </a:lnTo>
                  <a:lnTo>
                    <a:pt x="113377" y="325447"/>
                  </a:lnTo>
                  <a:lnTo>
                    <a:pt x="118407" y="327068"/>
                  </a:lnTo>
                  <a:lnTo>
                    <a:pt x="123487" y="328529"/>
                  </a:lnTo>
                  <a:lnTo>
                    <a:pt x="128610" y="329829"/>
                  </a:lnTo>
                  <a:lnTo>
                    <a:pt x="133771" y="330966"/>
                  </a:lnTo>
                  <a:lnTo>
                    <a:pt x="138966" y="331940"/>
                  </a:lnTo>
                  <a:lnTo>
                    <a:pt x="144189" y="332749"/>
                  </a:lnTo>
                  <a:lnTo>
                    <a:pt x="149435" y="333392"/>
                  </a:lnTo>
                  <a:lnTo>
                    <a:pt x="154699" y="333869"/>
                  </a:lnTo>
                  <a:lnTo>
                    <a:pt x="159975" y="334180"/>
                  </a:lnTo>
                  <a:lnTo>
                    <a:pt x="165259" y="334324"/>
                  </a:lnTo>
                  <a:lnTo>
                    <a:pt x="170544" y="334300"/>
                  </a:lnTo>
                  <a:lnTo>
                    <a:pt x="175826" y="334110"/>
                  </a:lnTo>
                  <a:lnTo>
                    <a:pt x="181099" y="333752"/>
                  </a:lnTo>
                  <a:lnTo>
                    <a:pt x="186358" y="333228"/>
                  </a:lnTo>
                  <a:lnTo>
                    <a:pt x="191598" y="332538"/>
                  </a:lnTo>
                  <a:lnTo>
                    <a:pt x="196814" y="331683"/>
                  </a:lnTo>
                  <a:lnTo>
                    <a:pt x="202000" y="330663"/>
                  </a:lnTo>
                  <a:lnTo>
                    <a:pt x="207151" y="329480"/>
                  </a:lnTo>
                  <a:lnTo>
                    <a:pt x="212263" y="328135"/>
                  </a:lnTo>
                  <a:lnTo>
                    <a:pt x="217329" y="326628"/>
                  </a:lnTo>
                  <a:lnTo>
                    <a:pt x="222345" y="324962"/>
                  </a:lnTo>
                  <a:lnTo>
                    <a:pt x="227306" y="323139"/>
                  </a:lnTo>
                  <a:lnTo>
                    <a:pt x="232206" y="321160"/>
                  </a:lnTo>
                  <a:lnTo>
                    <a:pt x="237042" y="319026"/>
                  </a:lnTo>
                  <a:lnTo>
                    <a:pt x="241808" y="316741"/>
                  </a:lnTo>
                  <a:lnTo>
                    <a:pt x="246499" y="314306"/>
                  </a:lnTo>
                  <a:lnTo>
                    <a:pt x="251111" y="311725"/>
                  </a:lnTo>
                  <a:lnTo>
                    <a:pt x="255639" y="308998"/>
                  </a:lnTo>
                  <a:lnTo>
                    <a:pt x="260078" y="306130"/>
                  </a:lnTo>
                  <a:lnTo>
                    <a:pt x="264425" y="303123"/>
                  </a:lnTo>
                  <a:lnTo>
                    <a:pt x="268674" y="299980"/>
                  </a:lnTo>
                  <a:lnTo>
                    <a:pt x="272822" y="296705"/>
                  </a:lnTo>
                  <a:lnTo>
                    <a:pt x="276865" y="293300"/>
                  </a:lnTo>
                  <a:lnTo>
                    <a:pt x="280797" y="289769"/>
                  </a:lnTo>
                  <a:lnTo>
                    <a:pt x="284616" y="286115"/>
                  </a:lnTo>
                  <a:lnTo>
                    <a:pt x="288318" y="282342"/>
                  </a:lnTo>
                  <a:lnTo>
                    <a:pt x="291898" y="278454"/>
                  </a:lnTo>
                  <a:lnTo>
                    <a:pt x="295354" y="274455"/>
                  </a:lnTo>
                  <a:lnTo>
                    <a:pt x="298682" y="270349"/>
                  </a:lnTo>
                  <a:lnTo>
                    <a:pt x="301878" y="266139"/>
                  </a:lnTo>
                  <a:lnTo>
                    <a:pt x="304940" y="261831"/>
                  </a:lnTo>
                  <a:lnTo>
                    <a:pt x="307863" y="257428"/>
                  </a:lnTo>
                  <a:lnTo>
                    <a:pt x="310646" y="252935"/>
                  </a:lnTo>
                  <a:lnTo>
                    <a:pt x="313286" y="248356"/>
                  </a:lnTo>
                  <a:lnTo>
                    <a:pt x="315780" y="243696"/>
                  </a:lnTo>
                  <a:lnTo>
                    <a:pt x="318125" y="238959"/>
                  </a:lnTo>
                  <a:lnTo>
                    <a:pt x="320319" y="234151"/>
                  </a:lnTo>
                  <a:lnTo>
                    <a:pt x="322360" y="229275"/>
                  </a:lnTo>
                  <a:lnTo>
                    <a:pt x="324246" y="224338"/>
                  </a:lnTo>
                  <a:lnTo>
                    <a:pt x="325975" y="219343"/>
                  </a:lnTo>
                  <a:lnTo>
                    <a:pt x="327545" y="214296"/>
                  </a:lnTo>
                  <a:lnTo>
                    <a:pt x="328954" y="209203"/>
                  </a:lnTo>
                  <a:lnTo>
                    <a:pt x="330202" y="204067"/>
                  </a:lnTo>
                  <a:lnTo>
                    <a:pt x="331287" y="198894"/>
                  </a:lnTo>
                  <a:lnTo>
                    <a:pt x="332208" y="193689"/>
                  </a:lnTo>
                  <a:lnTo>
                    <a:pt x="332964" y="188458"/>
                  </a:lnTo>
                  <a:lnTo>
                    <a:pt x="333555" y="183206"/>
                  </a:lnTo>
                  <a:lnTo>
                    <a:pt x="333978" y="177938"/>
                  </a:lnTo>
                  <a:lnTo>
                    <a:pt x="334236" y="172659"/>
                  </a:lnTo>
                  <a:lnTo>
                    <a:pt x="334326" y="167374"/>
                  </a:lnTo>
                  <a:lnTo>
                    <a:pt x="334249" y="162089"/>
                  </a:lnTo>
                  <a:lnTo>
                    <a:pt x="334005" y="156809"/>
                  </a:lnTo>
                  <a:lnTo>
                    <a:pt x="333594" y="151540"/>
                  </a:lnTo>
                  <a:lnTo>
                    <a:pt x="333017" y="146286"/>
                  </a:lnTo>
                  <a:lnTo>
                    <a:pt x="332274" y="141054"/>
                  </a:lnTo>
                  <a:lnTo>
                    <a:pt x="331366" y="135847"/>
                  </a:lnTo>
                  <a:lnTo>
                    <a:pt x="330293" y="130671"/>
                  </a:lnTo>
                  <a:lnTo>
                    <a:pt x="329058" y="125532"/>
                  </a:lnTo>
                  <a:lnTo>
                    <a:pt x="327661" y="120435"/>
                  </a:lnTo>
                  <a:lnTo>
                    <a:pt x="326103" y="115384"/>
                  </a:lnTo>
                  <a:lnTo>
                    <a:pt x="324387" y="110385"/>
                  </a:lnTo>
                  <a:lnTo>
                    <a:pt x="322513" y="105443"/>
                  </a:lnTo>
                  <a:lnTo>
                    <a:pt x="320484" y="100563"/>
                  </a:lnTo>
                  <a:lnTo>
                    <a:pt x="318302" y="95749"/>
                  </a:lnTo>
                  <a:lnTo>
                    <a:pt x="315969" y="91007"/>
                  </a:lnTo>
                  <a:lnTo>
                    <a:pt x="313487" y="86340"/>
                  </a:lnTo>
                  <a:lnTo>
                    <a:pt x="310858" y="81755"/>
                  </a:lnTo>
                  <a:lnTo>
                    <a:pt x="308087" y="77255"/>
                  </a:lnTo>
                  <a:lnTo>
                    <a:pt x="305174" y="72844"/>
                  </a:lnTo>
                  <a:lnTo>
                    <a:pt x="302123" y="68528"/>
                  </a:lnTo>
                  <a:lnTo>
                    <a:pt x="298937" y="64311"/>
                  </a:lnTo>
                  <a:lnTo>
                    <a:pt x="295620" y="60197"/>
                  </a:lnTo>
                  <a:lnTo>
                    <a:pt x="292174" y="56189"/>
                  </a:lnTo>
                  <a:lnTo>
                    <a:pt x="288603" y="52292"/>
                  </a:lnTo>
                  <a:lnTo>
                    <a:pt x="284911" y="48510"/>
                  </a:lnTo>
                  <a:lnTo>
                    <a:pt x="281101" y="44847"/>
                  </a:lnTo>
                  <a:lnTo>
                    <a:pt x="277177" y="41306"/>
                  </a:lnTo>
                  <a:lnTo>
                    <a:pt x="273143" y="37891"/>
                  </a:lnTo>
                  <a:lnTo>
                    <a:pt x="269003" y="34605"/>
                  </a:lnTo>
                  <a:lnTo>
                    <a:pt x="264762" y="31452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021039" y="1354024"/>
              <a:ext cx="97603" cy="135715"/>
            </a:xfrm>
            <a:custGeom>
              <a:avLst/>
              <a:pathLst>
                <a:path w="97603" h="135715">
                  <a:moveTo>
                    <a:pt x="97603" y="0"/>
                  </a:moveTo>
                  <a:lnTo>
                    <a:pt x="0" y="1357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021039" y="1354024"/>
              <a:ext cx="97603" cy="135715"/>
            </a:xfrm>
            <a:custGeom>
              <a:avLst/>
              <a:pathLst>
                <a:path w="97603" h="135715">
                  <a:moveTo>
                    <a:pt x="97603" y="0"/>
                  </a:moveTo>
                  <a:lnTo>
                    <a:pt x="0" y="1357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021039" y="1354024"/>
              <a:ext cx="97603" cy="135715"/>
            </a:xfrm>
            <a:custGeom>
              <a:avLst/>
              <a:pathLst>
                <a:path w="97603" h="135715">
                  <a:moveTo>
                    <a:pt x="97603" y="0"/>
                  </a:moveTo>
                  <a:lnTo>
                    <a:pt x="0" y="1357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021039" y="1354024"/>
              <a:ext cx="97603" cy="135715"/>
            </a:xfrm>
            <a:custGeom>
              <a:avLst/>
              <a:pathLst>
                <a:path w="97603" h="135715">
                  <a:moveTo>
                    <a:pt x="97603" y="0"/>
                  </a:moveTo>
                  <a:lnTo>
                    <a:pt x="0" y="1357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021039" y="1354024"/>
              <a:ext cx="97603" cy="135715"/>
            </a:xfrm>
            <a:custGeom>
              <a:avLst/>
              <a:pathLst>
                <a:path w="97603" h="135715">
                  <a:moveTo>
                    <a:pt x="97603" y="0"/>
                  </a:moveTo>
                  <a:lnTo>
                    <a:pt x="0" y="1357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54024"/>
              <a:ext cx="97603" cy="135715"/>
            </a:xfrm>
            <a:custGeom>
              <a:avLst/>
              <a:pathLst>
                <a:path w="97603" h="135715">
                  <a:moveTo>
                    <a:pt x="97603" y="0"/>
                  </a:moveTo>
                  <a:lnTo>
                    <a:pt x="0" y="1357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54024"/>
              <a:ext cx="97603" cy="135715"/>
            </a:xfrm>
            <a:custGeom>
              <a:avLst/>
              <a:pathLst>
                <a:path w="97603" h="135715">
                  <a:moveTo>
                    <a:pt x="97603" y="0"/>
                  </a:moveTo>
                  <a:lnTo>
                    <a:pt x="0" y="1357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54024"/>
              <a:ext cx="97603" cy="135715"/>
            </a:xfrm>
            <a:custGeom>
              <a:avLst/>
              <a:pathLst>
                <a:path w="97603" h="135715">
                  <a:moveTo>
                    <a:pt x="97603" y="0"/>
                  </a:moveTo>
                  <a:lnTo>
                    <a:pt x="0" y="1357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54024"/>
              <a:ext cx="97603" cy="135715"/>
            </a:xfrm>
            <a:custGeom>
              <a:avLst/>
              <a:pathLst>
                <a:path w="97603" h="135715">
                  <a:moveTo>
                    <a:pt x="97603" y="0"/>
                  </a:moveTo>
                  <a:lnTo>
                    <a:pt x="0" y="1357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54024"/>
              <a:ext cx="97603" cy="135715"/>
            </a:xfrm>
            <a:custGeom>
              <a:avLst/>
              <a:pathLst>
                <a:path w="97603" h="135715">
                  <a:moveTo>
                    <a:pt x="97603" y="0"/>
                  </a:moveTo>
                  <a:lnTo>
                    <a:pt x="0" y="1357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54024"/>
              <a:ext cx="97603" cy="135715"/>
            </a:xfrm>
            <a:custGeom>
              <a:avLst/>
              <a:pathLst>
                <a:path w="97603" h="135715">
                  <a:moveTo>
                    <a:pt x="97603" y="0"/>
                  </a:moveTo>
                  <a:lnTo>
                    <a:pt x="0" y="1357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54024"/>
              <a:ext cx="97603" cy="135715"/>
            </a:xfrm>
            <a:custGeom>
              <a:avLst/>
              <a:pathLst>
                <a:path w="97603" h="135715">
                  <a:moveTo>
                    <a:pt x="97603" y="0"/>
                  </a:moveTo>
                  <a:lnTo>
                    <a:pt x="0" y="1357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54024"/>
              <a:ext cx="97603" cy="135715"/>
            </a:xfrm>
            <a:custGeom>
              <a:avLst/>
              <a:pathLst>
                <a:path w="97603" h="135715">
                  <a:moveTo>
                    <a:pt x="97603" y="0"/>
                  </a:moveTo>
                  <a:lnTo>
                    <a:pt x="0" y="1357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54024"/>
              <a:ext cx="97603" cy="135715"/>
            </a:xfrm>
            <a:custGeom>
              <a:avLst/>
              <a:pathLst>
                <a:path w="97603" h="135715">
                  <a:moveTo>
                    <a:pt x="97603" y="0"/>
                  </a:moveTo>
                  <a:lnTo>
                    <a:pt x="0" y="1357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54024"/>
              <a:ext cx="97603" cy="135715"/>
            </a:xfrm>
            <a:custGeom>
              <a:avLst/>
              <a:pathLst>
                <a:path w="97603" h="135715">
                  <a:moveTo>
                    <a:pt x="97603" y="0"/>
                  </a:moveTo>
                  <a:lnTo>
                    <a:pt x="0" y="1357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54024"/>
              <a:ext cx="97603" cy="135715"/>
            </a:xfrm>
            <a:custGeom>
              <a:avLst/>
              <a:pathLst>
                <a:path w="97603" h="135715">
                  <a:moveTo>
                    <a:pt x="97603" y="0"/>
                  </a:moveTo>
                  <a:lnTo>
                    <a:pt x="0" y="1357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54024"/>
              <a:ext cx="97603" cy="135715"/>
            </a:xfrm>
            <a:custGeom>
              <a:avLst/>
              <a:pathLst>
                <a:path w="97603" h="135715">
                  <a:moveTo>
                    <a:pt x="97603" y="0"/>
                  </a:moveTo>
                  <a:lnTo>
                    <a:pt x="0" y="1357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54024"/>
              <a:ext cx="97603" cy="135715"/>
            </a:xfrm>
            <a:custGeom>
              <a:avLst/>
              <a:pathLst>
                <a:path w="97603" h="135715">
                  <a:moveTo>
                    <a:pt x="97603" y="0"/>
                  </a:moveTo>
                  <a:lnTo>
                    <a:pt x="0" y="1357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54024"/>
              <a:ext cx="97603" cy="135715"/>
            </a:xfrm>
            <a:custGeom>
              <a:avLst/>
              <a:pathLst>
                <a:path w="97603" h="135715">
                  <a:moveTo>
                    <a:pt x="97603" y="0"/>
                  </a:moveTo>
                  <a:lnTo>
                    <a:pt x="0" y="1357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54024"/>
              <a:ext cx="97603" cy="135715"/>
            </a:xfrm>
            <a:custGeom>
              <a:avLst/>
              <a:pathLst>
                <a:path w="97603" h="135715">
                  <a:moveTo>
                    <a:pt x="97603" y="0"/>
                  </a:moveTo>
                  <a:lnTo>
                    <a:pt x="0" y="1357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54024"/>
              <a:ext cx="97603" cy="135715"/>
            </a:xfrm>
            <a:custGeom>
              <a:avLst/>
              <a:pathLst>
                <a:path w="97603" h="135715">
                  <a:moveTo>
                    <a:pt x="97603" y="0"/>
                  </a:moveTo>
                  <a:lnTo>
                    <a:pt x="0" y="1357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51957"/>
              <a:ext cx="97603" cy="137781"/>
            </a:xfrm>
            <a:custGeom>
              <a:avLst/>
              <a:pathLst>
                <a:path w="97603" h="137781">
                  <a:moveTo>
                    <a:pt x="97603" y="2066"/>
                  </a:moveTo>
                  <a:lnTo>
                    <a:pt x="94663" y="0"/>
                  </a:lnTo>
                  <a:lnTo>
                    <a:pt x="0" y="1377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571"/>
              <a:ext cx="94663" cy="167167"/>
            </a:xfrm>
            <a:custGeom>
              <a:avLst/>
              <a:pathLst>
                <a:path w="94663" h="167167">
                  <a:moveTo>
                    <a:pt x="94663" y="29385"/>
                  </a:moveTo>
                  <a:lnTo>
                    <a:pt x="90003" y="26297"/>
                  </a:lnTo>
                  <a:lnTo>
                    <a:pt x="85242" y="23366"/>
                  </a:lnTo>
                  <a:lnTo>
                    <a:pt x="80386" y="20596"/>
                  </a:lnTo>
                  <a:lnTo>
                    <a:pt x="75440" y="17990"/>
                  </a:lnTo>
                  <a:lnTo>
                    <a:pt x="70410" y="15551"/>
                  </a:lnTo>
                  <a:lnTo>
                    <a:pt x="65301" y="13282"/>
                  </a:lnTo>
                  <a:lnTo>
                    <a:pt x="60119" y="11184"/>
                  </a:lnTo>
                  <a:lnTo>
                    <a:pt x="54870" y="9261"/>
                  </a:lnTo>
                  <a:lnTo>
                    <a:pt x="49559" y="7515"/>
                  </a:lnTo>
                  <a:lnTo>
                    <a:pt x="44193" y="5947"/>
                  </a:lnTo>
                  <a:lnTo>
                    <a:pt x="38778" y="4559"/>
                  </a:lnTo>
                  <a:lnTo>
                    <a:pt x="33319" y="3354"/>
                  </a:lnTo>
                  <a:lnTo>
                    <a:pt x="27823" y="2331"/>
                  </a:lnTo>
                  <a:lnTo>
                    <a:pt x="22295" y="1493"/>
                  </a:lnTo>
                  <a:lnTo>
                    <a:pt x="16743" y="840"/>
                  </a:lnTo>
                  <a:lnTo>
                    <a:pt x="11172" y="373"/>
                  </a:lnTo>
                  <a:lnTo>
                    <a:pt x="5589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5378104" y="1071028"/>
              <a:ext cx="332043" cy="334331"/>
            </a:xfrm>
            <a:custGeom>
              <a:avLst/>
              <a:pathLst>
                <a:path w="332043" h="334331">
                  <a:moveTo>
                    <a:pt x="167153" y="0"/>
                  </a:moveTo>
                  <a:lnTo>
                    <a:pt x="161839" y="84"/>
                  </a:lnTo>
                  <a:lnTo>
                    <a:pt x="156529" y="337"/>
                  </a:lnTo>
                  <a:lnTo>
                    <a:pt x="151231" y="760"/>
                  </a:lnTo>
                  <a:lnTo>
                    <a:pt x="145948" y="1350"/>
                  </a:lnTo>
                  <a:lnTo>
                    <a:pt x="140687" y="2108"/>
                  </a:lnTo>
                  <a:lnTo>
                    <a:pt x="135453" y="3033"/>
                  </a:lnTo>
                  <a:lnTo>
                    <a:pt x="130251" y="4124"/>
                  </a:lnTo>
                  <a:lnTo>
                    <a:pt x="125086" y="5379"/>
                  </a:lnTo>
                  <a:lnTo>
                    <a:pt x="119964" y="6798"/>
                  </a:lnTo>
                  <a:lnTo>
                    <a:pt x="114889" y="8380"/>
                  </a:lnTo>
                  <a:lnTo>
                    <a:pt x="109867" y="10122"/>
                  </a:lnTo>
                  <a:lnTo>
                    <a:pt x="104903" y="12022"/>
                  </a:lnTo>
                  <a:lnTo>
                    <a:pt x="100002" y="14080"/>
                  </a:lnTo>
                  <a:lnTo>
                    <a:pt x="95169" y="16292"/>
                  </a:lnTo>
                  <a:lnTo>
                    <a:pt x="90409" y="18657"/>
                  </a:lnTo>
                  <a:lnTo>
                    <a:pt x="85726" y="21172"/>
                  </a:lnTo>
                  <a:lnTo>
                    <a:pt x="81126" y="23835"/>
                  </a:lnTo>
                  <a:lnTo>
                    <a:pt x="76612" y="26642"/>
                  </a:lnTo>
                  <a:lnTo>
                    <a:pt x="72190" y="29592"/>
                  </a:lnTo>
                  <a:lnTo>
                    <a:pt x="67864" y="32680"/>
                  </a:lnTo>
                  <a:lnTo>
                    <a:pt x="63639" y="35905"/>
                  </a:lnTo>
                  <a:lnTo>
                    <a:pt x="59518" y="39262"/>
                  </a:lnTo>
                  <a:lnTo>
                    <a:pt x="55506" y="42749"/>
                  </a:lnTo>
                  <a:lnTo>
                    <a:pt x="51607" y="46362"/>
                  </a:lnTo>
                  <a:lnTo>
                    <a:pt x="47825" y="50096"/>
                  </a:lnTo>
                  <a:lnTo>
                    <a:pt x="44163" y="53949"/>
                  </a:lnTo>
                  <a:lnTo>
                    <a:pt x="40626" y="57917"/>
                  </a:lnTo>
                  <a:lnTo>
                    <a:pt x="37216" y="61994"/>
                  </a:lnTo>
                  <a:lnTo>
                    <a:pt x="33938" y="66179"/>
                  </a:lnTo>
                  <a:lnTo>
                    <a:pt x="30795" y="70465"/>
                  </a:lnTo>
                  <a:lnTo>
                    <a:pt x="27789" y="74849"/>
                  </a:lnTo>
                  <a:lnTo>
                    <a:pt x="24925" y="79326"/>
                  </a:lnTo>
                  <a:lnTo>
                    <a:pt x="22204" y="83893"/>
                  </a:lnTo>
                  <a:lnTo>
                    <a:pt x="19630" y="88543"/>
                  </a:lnTo>
                  <a:lnTo>
                    <a:pt x="17205" y="93273"/>
                  </a:lnTo>
                  <a:lnTo>
                    <a:pt x="14931" y="98078"/>
                  </a:lnTo>
                  <a:lnTo>
                    <a:pt x="12812" y="102952"/>
                  </a:lnTo>
                  <a:lnTo>
                    <a:pt x="10848" y="107891"/>
                  </a:lnTo>
                  <a:lnTo>
                    <a:pt x="9043" y="112891"/>
                  </a:lnTo>
                  <a:lnTo>
                    <a:pt x="7397" y="117945"/>
                  </a:lnTo>
                  <a:lnTo>
                    <a:pt x="5913" y="123049"/>
                  </a:lnTo>
                  <a:lnTo>
                    <a:pt x="4592" y="128198"/>
                  </a:lnTo>
                  <a:lnTo>
                    <a:pt x="3435" y="133386"/>
                  </a:lnTo>
                  <a:lnTo>
                    <a:pt x="2444" y="138608"/>
                  </a:lnTo>
                  <a:lnTo>
                    <a:pt x="1619" y="143859"/>
                  </a:lnTo>
                  <a:lnTo>
                    <a:pt x="962" y="149133"/>
                  </a:lnTo>
                  <a:lnTo>
                    <a:pt x="472" y="154426"/>
                  </a:lnTo>
                  <a:lnTo>
                    <a:pt x="151" y="159732"/>
                  </a:lnTo>
                  <a:lnTo>
                    <a:pt x="0" y="165045"/>
                  </a:lnTo>
                  <a:lnTo>
                    <a:pt x="17" y="170360"/>
                  </a:lnTo>
                  <a:lnTo>
                    <a:pt x="203" y="175672"/>
                  </a:lnTo>
                  <a:lnTo>
                    <a:pt x="557" y="180976"/>
                  </a:lnTo>
                  <a:lnTo>
                    <a:pt x="1081" y="186265"/>
                  </a:lnTo>
                  <a:lnTo>
                    <a:pt x="1772" y="191536"/>
                  </a:lnTo>
                  <a:lnTo>
                    <a:pt x="2630" y="196781"/>
                  </a:lnTo>
                  <a:lnTo>
                    <a:pt x="3655" y="201997"/>
                  </a:lnTo>
                  <a:lnTo>
                    <a:pt x="4845" y="207177"/>
                  </a:lnTo>
                  <a:lnTo>
                    <a:pt x="6199" y="212317"/>
                  </a:lnTo>
                  <a:lnTo>
                    <a:pt x="7716" y="217412"/>
                  </a:lnTo>
                  <a:lnTo>
                    <a:pt x="9394" y="222455"/>
                  </a:lnTo>
                  <a:lnTo>
                    <a:pt x="11231" y="227443"/>
                  </a:lnTo>
                  <a:lnTo>
                    <a:pt x="13226" y="232370"/>
                  </a:lnTo>
                  <a:lnTo>
                    <a:pt x="15377" y="237230"/>
                  </a:lnTo>
                  <a:lnTo>
                    <a:pt x="17681" y="242020"/>
                  </a:lnTo>
                  <a:lnTo>
                    <a:pt x="20137" y="246735"/>
                  </a:lnTo>
                  <a:lnTo>
                    <a:pt x="22741" y="251368"/>
                  </a:lnTo>
                  <a:lnTo>
                    <a:pt x="25491" y="255917"/>
                  </a:lnTo>
                  <a:lnTo>
                    <a:pt x="28384" y="260376"/>
                  </a:lnTo>
                  <a:lnTo>
                    <a:pt x="31417" y="264741"/>
                  </a:lnTo>
                  <a:lnTo>
                    <a:pt x="34588" y="269007"/>
                  </a:lnTo>
                  <a:lnTo>
                    <a:pt x="37893" y="273170"/>
                  </a:lnTo>
                  <a:lnTo>
                    <a:pt x="41328" y="277226"/>
                  </a:lnTo>
                  <a:lnTo>
                    <a:pt x="44891" y="281171"/>
                  </a:lnTo>
                  <a:lnTo>
                    <a:pt x="48577" y="285000"/>
                  </a:lnTo>
                  <a:lnTo>
                    <a:pt x="52383" y="288710"/>
                  </a:lnTo>
                  <a:lnTo>
                    <a:pt x="56306" y="292298"/>
                  </a:lnTo>
                  <a:lnTo>
                    <a:pt x="60340" y="295759"/>
                  </a:lnTo>
                  <a:lnTo>
                    <a:pt x="64482" y="299090"/>
                  </a:lnTo>
                  <a:lnTo>
                    <a:pt x="68728" y="302287"/>
                  </a:lnTo>
                  <a:lnTo>
                    <a:pt x="73074" y="305348"/>
                  </a:lnTo>
                  <a:lnTo>
                    <a:pt x="77515" y="308269"/>
                  </a:lnTo>
                  <a:lnTo>
                    <a:pt x="82046" y="311048"/>
                  </a:lnTo>
                  <a:lnTo>
                    <a:pt x="86663" y="313681"/>
                  </a:lnTo>
                  <a:lnTo>
                    <a:pt x="91362" y="316166"/>
                  </a:lnTo>
                  <a:lnTo>
                    <a:pt x="96137" y="318500"/>
                  </a:lnTo>
                  <a:lnTo>
                    <a:pt x="100985" y="320681"/>
                  </a:lnTo>
                  <a:lnTo>
                    <a:pt x="105899" y="322707"/>
                  </a:lnTo>
                  <a:lnTo>
                    <a:pt x="110875" y="324576"/>
                  </a:lnTo>
                  <a:lnTo>
                    <a:pt x="115907" y="326286"/>
                  </a:lnTo>
                  <a:lnTo>
                    <a:pt x="120992" y="327835"/>
                  </a:lnTo>
                  <a:lnTo>
                    <a:pt x="126124" y="329221"/>
                  </a:lnTo>
                  <a:lnTo>
                    <a:pt x="131296" y="330443"/>
                  </a:lnTo>
                  <a:lnTo>
                    <a:pt x="136506" y="331501"/>
                  </a:lnTo>
                  <a:lnTo>
                    <a:pt x="141746" y="332392"/>
                  </a:lnTo>
                  <a:lnTo>
                    <a:pt x="147011" y="333116"/>
                  </a:lnTo>
                  <a:lnTo>
                    <a:pt x="152298" y="333673"/>
                  </a:lnTo>
                  <a:lnTo>
                    <a:pt x="157599" y="334061"/>
                  </a:lnTo>
                  <a:lnTo>
                    <a:pt x="162910" y="334281"/>
                  </a:lnTo>
                  <a:lnTo>
                    <a:pt x="168225" y="334331"/>
                  </a:lnTo>
                  <a:lnTo>
                    <a:pt x="173539" y="334212"/>
                  </a:lnTo>
                  <a:lnTo>
                    <a:pt x="178846" y="333925"/>
                  </a:lnTo>
                  <a:lnTo>
                    <a:pt x="184142" y="333469"/>
                  </a:lnTo>
                  <a:lnTo>
                    <a:pt x="189421" y="332845"/>
                  </a:lnTo>
                  <a:lnTo>
                    <a:pt x="194677" y="332053"/>
                  </a:lnTo>
                  <a:lnTo>
                    <a:pt x="199905" y="331095"/>
                  </a:lnTo>
                  <a:lnTo>
                    <a:pt x="205100" y="329971"/>
                  </a:lnTo>
                  <a:lnTo>
                    <a:pt x="210257" y="328682"/>
                  </a:lnTo>
                  <a:lnTo>
                    <a:pt x="215370" y="327230"/>
                  </a:lnTo>
                  <a:lnTo>
                    <a:pt x="220435" y="325616"/>
                  </a:lnTo>
                  <a:lnTo>
                    <a:pt x="225445" y="323842"/>
                  </a:lnTo>
                  <a:lnTo>
                    <a:pt x="230397" y="321909"/>
                  </a:lnTo>
                  <a:lnTo>
                    <a:pt x="235285" y="319821"/>
                  </a:lnTo>
                  <a:lnTo>
                    <a:pt x="240103" y="317577"/>
                  </a:lnTo>
                  <a:lnTo>
                    <a:pt x="244848" y="315182"/>
                  </a:lnTo>
                  <a:lnTo>
                    <a:pt x="249515" y="312637"/>
                  </a:lnTo>
                  <a:lnTo>
                    <a:pt x="254098" y="309945"/>
                  </a:lnTo>
                  <a:lnTo>
                    <a:pt x="258593" y="307109"/>
                  </a:lnTo>
                  <a:lnTo>
                    <a:pt x="262996" y="304131"/>
                  </a:lnTo>
                  <a:lnTo>
                    <a:pt x="267302" y="301014"/>
                  </a:lnTo>
                  <a:lnTo>
                    <a:pt x="271507" y="297763"/>
                  </a:lnTo>
                  <a:lnTo>
                    <a:pt x="275606" y="294379"/>
                  </a:lnTo>
                  <a:lnTo>
                    <a:pt x="279596" y="290867"/>
                  </a:lnTo>
                  <a:lnTo>
                    <a:pt x="283472" y="287229"/>
                  </a:lnTo>
                  <a:lnTo>
                    <a:pt x="287230" y="283471"/>
                  </a:lnTo>
                  <a:lnTo>
                    <a:pt x="290867" y="279594"/>
                  </a:lnTo>
                  <a:lnTo>
                    <a:pt x="294379" y="275604"/>
                  </a:lnTo>
                  <a:lnTo>
                    <a:pt x="297762" y="271505"/>
                  </a:lnTo>
                  <a:lnTo>
                    <a:pt x="301013" y="267299"/>
                  </a:lnTo>
                  <a:lnTo>
                    <a:pt x="304129" y="262993"/>
                  </a:lnTo>
                  <a:lnTo>
                    <a:pt x="307106" y="258590"/>
                  </a:lnTo>
                  <a:lnTo>
                    <a:pt x="309942" y="254094"/>
                  </a:lnTo>
                  <a:lnTo>
                    <a:pt x="312634" y="249511"/>
                  </a:lnTo>
                  <a:lnTo>
                    <a:pt x="315178" y="244844"/>
                  </a:lnTo>
                  <a:lnTo>
                    <a:pt x="317573" y="240098"/>
                  </a:lnTo>
                  <a:lnTo>
                    <a:pt x="319815" y="235279"/>
                  </a:lnTo>
                  <a:lnTo>
                    <a:pt x="321904" y="230391"/>
                  </a:lnTo>
                  <a:lnTo>
                    <a:pt x="323836" y="225440"/>
                  </a:lnTo>
                  <a:lnTo>
                    <a:pt x="325609" y="220429"/>
                  </a:lnTo>
                  <a:lnTo>
                    <a:pt x="327222" y="215364"/>
                  </a:lnTo>
                  <a:lnTo>
                    <a:pt x="328674" y="210251"/>
                  </a:lnTo>
                  <a:lnTo>
                    <a:pt x="329962" y="205094"/>
                  </a:lnTo>
                  <a:lnTo>
                    <a:pt x="331085" y="199899"/>
                  </a:lnTo>
                  <a:lnTo>
                    <a:pt x="332043" y="19467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5545258" y="1238196"/>
              <a:ext cx="164889" cy="27503"/>
            </a:xfrm>
            <a:custGeom>
              <a:avLst/>
              <a:pathLst>
                <a:path w="164889" h="27503">
                  <a:moveTo>
                    <a:pt x="164889" y="275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5545258" y="1238196"/>
              <a:ext cx="164889" cy="27503"/>
            </a:xfrm>
            <a:custGeom>
              <a:avLst/>
              <a:pathLst>
                <a:path w="164889" h="27503">
                  <a:moveTo>
                    <a:pt x="164889" y="275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545258" y="1238196"/>
              <a:ext cx="164889" cy="27503"/>
            </a:xfrm>
            <a:custGeom>
              <a:avLst/>
              <a:pathLst>
                <a:path w="164889" h="27503">
                  <a:moveTo>
                    <a:pt x="164889" y="275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545258" y="1238196"/>
              <a:ext cx="164889" cy="27503"/>
            </a:xfrm>
            <a:custGeom>
              <a:avLst/>
              <a:pathLst>
                <a:path w="164889" h="27503">
                  <a:moveTo>
                    <a:pt x="164889" y="275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545258" y="1238196"/>
              <a:ext cx="164889" cy="27503"/>
            </a:xfrm>
            <a:custGeom>
              <a:avLst/>
              <a:pathLst>
                <a:path w="164889" h="27503">
                  <a:moveTo>
                    <a:pt x="164889" y="275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238196"/>
              <a:ext cx="164889" cy="27503"/>
            </a:xfrm>
            <a:custGeom>
              <a:avLst/>
              <a:pathLst>
                <a:path w="164889" h="27503">
                  <a:moveTo>
                    <a:pt x="164889" y="275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238196"/>
              <a:ext cx="164889" cy="27503"/>
            </a:xfrm>
            <a:custGeom>
              <a:avLst/>
              <a:pathLst>
                <a:path w="164889" h="27503">
                  <a:moveTo>
                    <a:pt x="164889" y="275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238196"/>
              <a:ext cx="164889" cy="27503"/>
            </a:xfrm>
            <a:custGeom>
              <a:avLst/>
              <a:pathLst>
                <a:path w="164889" h="27503">
                  <a:moveTo>
                    <a:pt x="164889" y="275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238196"/>
              <a:ext cx="164889" cy="27503"/>
            </a:xfrm>
            <a:custGeom>
              <a:avLst/>
              <a:pathLst>
                <a:path w="164889" h="27503">
                  <a:moveTo>
                    <a:pt x="164889" y="275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238196"/>
              <a:ext cx="164889" cy="27503"/>
            </a:xfrm>
            <a:custGeom>
              <a:avLst/>
              <a:pathLst>
                <a:path w="164889" h="27503">
                  <a:moveTo>
                    <a:pt x="164889" y="275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238196"/>
              <a:ext cx="164889" cy="27503"/>
            </a:xfrm>
            <a:custGeom>
              <a:avLst/>
              <a:pathLst>
                <a:path w="164889" h="27503">
                  <a:moveTo>
                    <a:pt x="164889" y="275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238196"/>
              <a:ext cx="164889" cy="27503"/>
            </a:xfrm>
            <a:custGeom>
              <a:avLst/>
              <a:pathLst>
                <a:path w="164889" h="27503">
                  <a:moveTo>
                    <a:pt x="164889" y="275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238196"/>
              <a:ext cx="164889" cy="27503"/>
            </a:xfrm>
            <a:custGeom>
              <a:avLst/>
              <a:pathLst>
                <a:path w="164889" h="27503">
                  <a:moveTo>
                    <a:pt x="164889" y="275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238196"/>
              <a:ext cx="164889" cy="27503"/>
            </a:xfrm>
            <a:custGeom>
              <a:avLst/>
              <a:pathLst>
                <a:path w="164889" h="27503">
                  <a:moveTo>
                    <a:pt x="164889" y="275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238196"/>
              <a:ext cx="164889" cy="27503"/>
            </a:xfrm>
            <a:custGeom>
              <a:avLst/>
              <a:pathLst>
                <a:path w="164889" h="27503">
                  <a:moveTo>
                    <a:pt x="164889" y="275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238196"/>
              <a:ext cx="164889" cy="27503"/>
            </a:xfrm>
            <a:custGeom>
              <a:avLst/>
              <a:pathLst>
                <a:path w="164889" h="27503">
                  <a:moveTo>
                    <a:pt x="164889" y="275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238196"/>
              <a:ext cx="164889" cy="27503"/>
            </a:xfrm>
            <a:custGeom>
              <a:avLst/>
              <a:pathLst>
                <a:path w="164889" h="27503">
                  <a:moveTo>
                    <a:pt x="164889" y="275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238196"/>
              <a:ext cx="164889" cy="27503"/>
            </a:xfrm>
            <a:custGeom>
              <a:avLst/>
              <a:pathLst>
                <a:path w="164889" h="27503">
                  <a:moveTo>
                    <a:pt x="164889" y="275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238196"/>
              <a:ext cx="164889" cy="27503"/>
            </a:xfrm>
            <a:custGeom>
              <a:avLst/>
              <a:pathLst>
                <a:path w="164889" h="27503">
                  <a:moveTo>
                    <a:pt x="164889" y="275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238196"/>
              <a:ext cx="164889" cy="27503"/>
            </a:xfrm>
            <a:custGeom>
              <a:avLst/>
              <a:pathLst>
                <a:path w="164889" h="27503">
                  <a:moveTo>
                    <a:pt x="164889" y="275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238196"/>
              <a:ext cx="165568" cy="27503"/>
            </a:xfrm>
            <a:custGeom>
              <a:avLst/>
              <a:pathLst>
                <a:path w="165568" h="27503">
                  <a:moveTo>
                    <a:pt x="164889" y="27503"/>
                  </a:moveTo>
                  <a:lnTo>
                    <a:pt x="165568" y="230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071028"/>
              <a:ext cx="167160" cy="190229"/>
            </a:xfrm>
            <a:custGeom>
              <a:avLst/>
              <a:pathLst>
                <a:path w="167160" h="190229">
                  <a:moveTo>
                    <a:pt x="165568" y="190229"/>
                  </a:moveTo>
                  <a:lnTo>
                    <a:pt x="166226" y="184879"/>
                  </a:lnTo>
                  <a:lnTo>
                    <a:pt x="166711" y="179510"/>
                  </a:lnTo>
                  <a:lnTo>
                    <a:pt x="167022" y="174128"/>
                  </a:lnTo>
                  <a:lnTo>
                    <a:pt x="167160" y="168739"/>
                  </a:lnTo>
                  <a:lnTo>
                    <a:pt x="167123" y="163349"/>
                  </a:lnTo>
                  <a:lnTo>
                    <a:pt x="166913" y="157962"/>
                  </a:lnTo>
                  <a:lnTo>
                    <a:pt x="166530" y="152585"/>
                  </a:lnTo>
                  <a:lnTo>
                    <a:pt x="165973" y="147223"/>
                  </a:lnTo>
                  <a:lnTo>
                    <a:pt x="165244" y="141882"/>
                  </a:lnTo>
                  <a:lnTo>
                    <a:pt x="164342" y="136567"/>
                  </a:lnTo>
                  <a:lnTo>
                    <a:pt x="163270" y="131284"/>
                  </a:lnTo>
                  <a:lnTo>
                    <a:pt x="162028" y="126038"/>
                  </a:lnTo>
                  <a:lnTo>
                    <a:pt x="160618" y="120835"/>
                  </a:lnTo>
                  <a:lnTo>
                    <a:pt x="159041" y="115680"/>
                  </a:lnTo>
                  <a:lnTo>
                    <a:pt x="157298" y="110579"/>
                  </a:lnTo>
                  <a:lnTo>
                    <a:pt x="155391" y="105537"/>
                  </a:lnTo>
                  <a:lnTo>
                    <a:pt x="153323" y="100558"/>
                  </a:lnTo>
                  <a:lnTo>
                    <a:pt x="151096" y="95649"/>
                  </a:lnTo>
                  <a:lnTo>
                    <a:pt x="148712" y="90815"/>
                  </a:lnTo>
                  <a:lnTo>
                    <a:pt x="146172" y="86059"/>
                  </a:lnTo>
                  <a:lnTo>
                    <a:pt x="143481" y="81388"/>
                  </a:lnTo>
                  <a:lnTo>
                    <a:pt x="140641" y="76807"/>
                  </a:lnTo>
                  <a:lnTo>
                    <a:pt x="137654" y="72319"/>
                  </a:lnTo>
                  <a:lnTo>
                    <a:pt x="134524" y="67930"/>
                  </a:lnTo>
                  <a:lnTo>
                    <a:pt x="131255" y="63644"/>
                  </a:lnTo>
                  <a:lnTo>
                    <a:pt x="127848" y="59465"/>
                  </a:lnTo>
                  <a:lnTo>
                    <a:pt x="124309" y="55399"/>
                  </a:lnTo>
                  <a:lnTo>
                    <a:pt x="120641" y="51449"/>
                  </a:lnTo>
                  <a:lnTo>
                    <a:pt x="116847" y="47619"/>
                  </a:lnTo>
                  <a:lnTo>
                    <a:pt x="112932" y="43914"/>
                  </a:lnTo>
                  <a:lnTo>
                    <a:pt x="108899" y="40337"/>
                  </a:lnTo>
                  <a:lnTo>
                    <a:pt x="104753" y="36891"/>
                  </a:lnTo>
                  <a:lnTo>
                    <a:pt x="100498" y="33582"/>
                  </a:lnTo>
                  <a:lnTo>
                    <a:pt x="96138" y="30411"/>
                  </a:lnTo>
                  <a:lnTo>
                    <a:pt x="91679" y="27382"/>
                  </a:lnTo>
                  <a:lnTo>
                    <a:pt x="87124" y="24498"/>
                  </a:lnTo>
                  <a:lnTo>
                    <a:pt x="82478" y="21763"/>
                  </a:lnTo>
                  <a:lnTo>
                    <a:pt x="77747" y="19180"/>
                  </a:lnTo>
                  <a:lnTo>
                    <a:pt x="72935" y="16750"/>
                  </a:lnTo>
                  <a:lnTo>
                    <a:pt x="68047" y="14476"/>
                  </a:lnTo>
                  <a:lnTo>
                    <a:pt x="63089" y="12362"/>
                  </a:lnTo>
                  <a:lnTo>
                    <a:pt x="58064" y="10408"/>
                  </a:lnTo>
                  <a:lnTo>
                    <a:pt x="52980" y="8617"/>
                  </a:lnTo>
                  <a:lnTo>
                    <a:pt x="47840" y="6991"/>
                  </a:lnTo>
                  <a:lnTo>
                    <a:pt x="42651" y="5532"/>
                  </a:lnTo>
                  <a:lnTo>
                    <a:pt x="37417" y="4241"/>
                  </a:lnTo>
                  <a:lnTo>
                    <a:pt x="32144" y="3119"/>
                  </a:lnTo>
                  <a:lnTo>
                    <a:pt x="26838" y="2168"/>
                  </a:lnTo>
                  <a:lnTo>
                    <a:pt x="21504" y="1388"/>
                  </a:lnTo>
                  <a:lnTo>
                    <a:pt x="16147" y="781"/>
                  </a:lnTo>
                  <a:lnTo>
                    <a:pt x="10774" y="347"/>
                  </a:lnTo>
                  <a:lnTo>
                    <a:pt x="5390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893409" y="941493"/>
              <a:ext cx="130134" cy="167167"/>
            </a:xfrm>
            <a:custGeom>
              <a:avLst/>
              <a:pathLst>
                <a:path w="130134" h="167167">
                  <a:moveTo>
                    <a:pt x="130134" y="0"/>
                  </a:moveTo>
                  <a:lnTo>
                    <a:pt x="124611" y="91"/>
                  </a:lnTo>
                  <a:lnTo>
                    <a:pt x="119094" y="364"/>
                  </a:lnTo>
                  <a:lnTo>
                    <a:pt x="113589" y="820"/>
                  </a:lnTo>
                  <a:lnTo>
                    <a:pt x="108102" y="1458"/>
                  </a:lnTo>
                  <a:lnTo>
                    <a:pt x="102639" y="2276"/>
                  </a:lnTo>
                  <a:lnTo>
                    <a:pt x="97206" y="3275"/>
                  </a:lnTo>
                  <a:lnTo>
                    <a:pt x="91809" y="4452"/>
                  </a:lnTo>
                  <a:lnTo>
                    <a:pt x="86454" y="5807"/>
                  </a:lnTo>
                  <a:lnTo>
                    <a:pt x="81147" y="7338"/>
                  </a:lnTo>
                  <a:lnTo>
                    <a:pt x="75893" y="9044"/>
                  </a:lnTo>
                  <a:lnTo>
                    <a:pt x="70698" y="10922"/>
                  </a:lnTo>
                  <a:lnTo>
                    <a:pt x="65569" y="12971"/>
                  </a:lnTo>
                  <a:lnTo>
                    <a:pt x="60509" y="15189"/>
                  </a:lnTo>
                  <a:lnTo>
                    <a:pt x="55526" y="17572"/>
                  </a:lnTo>
                  <a:lnTo>
                    <a:pt x="50624" y="20119"/>
                  </a:lnTo>
                  <a:lnTo>
                    <a:pt x="45809" y="22826"/>
                  </a:lnTo>
                  <a:lnTo>
                    <a:pt x="41087" y="25691"/>
                  </a:lnTo>
                  <a:lnTo>
                    <a:pt x="36461" y="28710"/>
                  </a:lnTo>
                  <a:lnTo>
                    <a:pt x="31938" y="31881"/>
                  </a:lnTo>
                  <a:lnTo>
                    <a:pt x="27521" y="35199"/>
                  </a:lnTo>
                  <a:lnTo>
                    <a:pt x="23217" y="38661"/>
                  </a:lnTo>
                  <a:lnTo>
                    <a:pt x="19030" y="42264"/>
                  </a:lnTo>
                  <a:lnTo>
                    <a:pt x="14964" y="46003"/>
                  </a:lnTo>
                  <a:lnTo>
                    <a:pt x="11024" y="49874"/>
                  </a:lnTo>
                  <a:lnTo>
                    <a:pt x="7213" y="53873"/>
                  </a:lnTo>
                  <a:lnTo>
                    <a:pt x="3537" y="57997"/>
                  </a:lnTo>
                  <a:lnTo>
                    <a:pt x="0" y="62239"/>
                  </a:lnTo>
                  <a:lnTo>
                    <a:pt x="13013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893409" y="1003732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893409" y="1003732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893409" y="1003732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893409" y="1003732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893409" y="1003732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893409" y="1003732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893409" y="1003732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893409" y="1003732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893409" y="1003732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893409" y="1003732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893409" y="1003732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893409" y="1003732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893409" y="1003732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893409" y="1003732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893409" y="1003732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893409" y="1003732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893409" y="1003732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893409" y="1003732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893409" y="1003732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856392" y="968875"/>
              <a:ext cx="334311" cy="306952"/>
            </a:xfrm>
            <a:custGeom>
              <a:avLst/>
              <a:pathLst>
                <a:path w="334311" h="306952">
                  <a:moveTo>
                    <a:pt x="37016" y="34856"/>
                  </a:moveTo>
                  <a:lnTo>
                    <a:pt x="33761" y="39027"/>
                  </a:lnTo>
                  <a:lnTo>
                    <a:pt x="30639" y="43298"/>
                  </a:lnTo>
                  <a:lnTo>
                    <a:pt x="27655" y="47666"/>
                  </a:lnTo>
                  <a:lnTo>
                    <a:pt x="24810" y="52126"/>
                  </a:lnTo>
                  <a:lnTo>
                    <a:pt x="22107" y="56674"/>
                  </a:lnTo>
                  <a:lnTo>
                    <a:pt x="19550" y="61305"/>
                  </a:lnTo>
                  <a:lnTo>
                    <a:pt x="17141" y="66015"/>
                  </a:lnTo>
                  <a:lnTo>
                    <a:pt x="14882" y="70799"/>
                  </a:lnTo>
                  <a:lnTo>
                    <a:pt x="12775" y="75651"/>
                  </a:lnTo>
                  <a:lnTo>
                    <a:pt x="10823" y="80568"/>
                  </a:lnTo>
                  <a:lnTo>
                    <a:pt x="9027" y="85545"/>
                  </a:lnTo>
                  <a:lnTo>
                    <a:pt x="7390" y="90575"/>
                  </a:lnTo>
                  <a:lnTo>
                    <a:pt x="5913" y="95655"/>
                  </a:lnTo>
                  <a:lnTo>
                    <a:pt x="4597" y="100779"/>
                  </a:lnTo>
                  <a:lnTo>
                    <a:pt x="3445" y="105942"/>
                  </a:lnTo>
                  <a:lnTo>
                    <a:pt x="2456" y="111139"/>
                  </a:lnTo>
                  <a:lnTo>
                    <a:pt x="1632" y="116365"/>
                  </a:lnTo>
                  <a:lnTo>
                    <a:pt x="974" y="121614"/>
                  </a:lnTo>
                  <a:lnTo>
                    <a:pt x="482" y="126882"/>
                  </a:lnTo>
                  <a:lnTo>
                    <a:pt x="157" y="132162"/>
                  </a:lnTo>
                  <a:lnTo>
                    <a:pt x="0" y="137450"/>
                  </a:lnTo>
                  <a:lnTo>
                    <a:pt x="9" y="142740"/>
                  </a:lnTo>
                  <a:lnTo>
                    <a:pt x="187" y="148027"/>
                  </a:lnTo>
                  <a:lnTo>
                    <a:pt x="531" y="153306"/>
                  </a:lnTo>
                  <a:lnTo>
                    <a:pt x="1042" y="158572"/>
                  </a:lnTo>
                  <a:lnTo>
                    <a:pt x="1720" y="163819"/>
                  </a:lnTo>
                  <a:lnTo>
                    <a:pt x="2563" y="169041"/>
                  </a:lnTo>
                  <a:lnTo>
                    <a:pt x="3571" y="174235"/>
                  </a:lnTo>
                  <a:lnTo>
                    <a:pt x="4743" y="179393"/>
                  </a:lnTo>
                  <a:lnTo>
                    <a:pt x="6078" y="184513"/>
                  </a:lnTo>
                  <a:lnTo>
                    <a:pt x="7574" y="189587"/>
                  </a:lnTo>
                  <a:lnTo>
                    <a:pt x="9230" y="194611"/>
                  </a:lnTo>
                  <a:lnTo>
                    <a:pt x="11044" y="199581"/>
                  </a:lnTo>
                  <a:lnTo>
                    <a:pt x="13014" y="204491"/>
                  </a:lnTo>
                  <a:lnTo>
                    <a:pt x="15139" y="209336"/>
                  </a:lnTo>
                  <a:lnTo>
                    <a:pt x="17416" y="214111"/>
                  </a:lnTo>
                  <a:lnTo>
                    <a:pt x="19842" y="218812"/>
                  </a:lnTo>
                  <a:lnTo>
                    <a:pt x="22417" y="223433"/>
                  </a:lnTo>
                  <a:lnTo>
                    <a:pt x="25136" y="227971"/>
                  </a:lnTo>
                  <a:lnTo>
                    <a:pt x="27998" y="232421"/>
                  </a:lnTo>
                  <a:lnTo>
                    <a:pt x="30999" y="236777"/>
                  </a:lnTo>
                  <a:lnTo>
                    <a:pt x="34136" y="241037"/>
                  </a:lnTo>
                  <a:lnTo>
                    <a:pt x="37406" y="245195"/>
                  </a:lnTo>
                  <a:lnTo>
                    <a:pt x="40807" y="249248"/>
                  </a:lnTo>
                  <a:lnTo>
                    <a:pt x="44334" y="253191"/>
                  </a:lnTo>
                  <a:lnTo>
                    <a:pt x="47984" y="257020"/>
                  </a:lnTo>
                  <a:lnTo>
                    <a:pt x="51753" y="260732"/>
                  </a:lnTo>
                  <a:lnTo>
                    <a:pt x="55638" y="264323"/>
                  </a:lnTo>
                  <a:lnTo>
                    <a:pt x="59635" y="267790"/>
                  </a:lnTo>
                  <a:lnTo>
                    <a:pt x="63739" y="271127"/>
                  </a:lnTo>
                  <a:lnTo>
                    <a:pt x="67947" y="274334"/>
                  </a:lnTo>
                  <a:lnTo>
                    <a:pt x="72254" y="277406"/>
                  </a:lnTo>
                  <a:lnTo>
                    <a:pt x="76656" y="280340"/>
                  </a:lnTo>
                  <a:lnTo>
                    <a:pt x="81149" y="283133"/>
                  </a:lnTo>
                  <a:lnTo>
                    <a:pt x="85728" y="285782"/>
                  </a:lnTo>
                  <a:lnTo>
                    <a:pt x="90388" y="288285"/>
                  </a:lnTo>
                  <a:lnTo>
                    <a:pt x="95126" y="290640"/>
                  </a:lnTo>
                  <a:lnTo>
                    <a:pt x="99935" y="292844"/>
                  </a:lnTo>
                  <a:lnTo>
                    <a:pt x="104812" y="294894"/>
                  </a:lnTo>
                  <a:lnTo>
                    <a:pt x="109751" y="296789"/>
                  </a:lnTo>
                  <a:lnTo>
                    <a:pt x="114748" y="298526"/>
                  </a:lnTo>
                  <a:lnTo>
                    <a:pt x="119797" y="300105"/>
                  </a:lnTo>
                  <a:lnTo>
                    <a:pt x="124894" y="301523"/>
                  </a:lnTo>
                  <a:lnTo>
                    <a:pt x="130033" y="302779"/>
                  </a:lnTo>
                  <a:lnTo>
                    <a:pt x="135209" y="303872"/>
                  </a:lnTo>
                  <a:lnTo>
                    <a:pt x="140417" y="304801"/>
                  </a:lnTo>
                  <a:lnTo>
                    <a:pt x="145652" y="305564"/>
                  </a:lnTo>
                  <a:lnTo>
                    <a:pt x="150909" y="306161"/>
                  </a:lnTo>
                  <a:lnTo>
                    <a:pt x="156181" y="306592"/>
                  </a:lnTo>
                  <a:lnTo>
                    <a:pt x="161465" y="306855"/>
                  </a:lnTo>
                  <a:lnTo>
                    <a:pt x="166755" y="306952"/>
                  </a:lnTo>
                  <a:lnTo>
                    <a:pt x="172044" y="306880"/>
                  </a:lnTo>
                  <a:lnTo>
                    <a:pt x="177329" y="306642"/>
                  </a:lnTo>
                  <a:lnTo>
                    <a:pt x="182604" y="306236"/>
                  </a:lnTo>
                  <a:lnTo>
                    <a:pt x="187863" y="305664"/>
                  </a:lnTo>
                  <a:lnTo>
                    <a:pt x="193102" y="304925"/>
                  </a:lnTo>
                  <a:lnTo>
                    <a:pt x="198314" y="304022"/>
                  </a:lnTo>
                  <a:lnTo>
                    <a:pt x="203495" y="302953"/>
                  </a:lnTo>
                  <a:lnTo>
                    <a:pt x="208640" y="301721"/>
                  </a:lnTo>
                  <a:lnTo>
                    <a:pt x="213744" y="300328"/>
                  </a:lnTo>
                  <a:lnTo>
                    <a:pt x="218800" y="298773"/>
                  </a:lnTo>
                  <a:lnTo>
                    <a:pt x="223805" y="297059"/>
                  </a:lnTo>
                  <a:lnTo>
                    <a:pt x="228753" y="295187"/>
                  </a:lnTo>
                  <a:lnTo>
                    <a:pt x="233640" y="293160"/>
                  </a:lnTo>
                  <a:lnTo>
                    <a:pt x="238460" y="290980"/>
                  </a:lnTo>
                  <a:lnTo>
                    <a:pt x="243208" y="288648"/>
                  </a:lnTo>
                  <a:lnTo>
                    <a:pt x="247881" y="286166"/>
                  </a:lnTo>
                  <a:lnTo>
                    <a:pt x="252472" y="283539"/>
                  </a:lnTo>
                  <a:lnTo>
                    <a:pt x="256978" y="280767"/>
                  </a:lnTo>
                  <a:lnTo>
                    <a:pt x="261394" y="277854"/>
                  </a:lnTo>
                  <a:lnTo>
                    <a:pt x="265716" y="274802"/>
                  </a:lnTo>
                  <a:lnTo>
                    <a:pt x="269939" y="271616"/>
                  </a:lnTo>
                  <a:lnTo>
                    <a:pt x="274059" y="268298"/>
                  </a:lnTo>
                  <a:lnTo>
                    <a:pt x="278072" y="264850"/>
                  </a:lnTo>
                  <a:lnTo>
                    <a:pt x="281974" y="261278"/>
                  </a:lnTo>
                  <a:lnTo>
                    <a:pt x="285761" y="257584"/>
                  </a:lnTo>
                  <a:lnTo>
                    <a:pt x="289429" y="253772"/>
                  </a:lnTo>
                  <a:lnTo>
                    <a:pt x="292974" y="249845"/>
                  </a:lnTo>
                  <a:lnTo>
                    <a:pt x="296394" y="245809"/>
                  </a:lnTo>
                  <a:lnTo>
                    <a:pt x="299684" y="241666"/>
                  </a:lnTo>
                  <a:lnTo>
                    <a:pt x="302842" y="237421"/>
                  </a:lnTo>
                  <a:lnTo>
                    <a:pt x="305863" y="233079"/>
                  </a:lnTo>
                  <a:lnTo>
                    <a:pt x="308746" y="228643"/>
                  </a:lnTo>
                  <a:lnTo>
                    <a:pt x="311486" y="224118"/>
                  </a:lnTo>
                  <a:lnTo>
                    <a:pt x="314083" y="219509"/>
                  </a:lnTo>
                  <a:lnTo>
                    <a:pt x="316532" y="214819"/>
                  </a:lnTo>
                  <a:lnTo>
                    <a:pt x="318831" y="210055"/>
                  </a:lnTo>
                  <a:lnTo>
                    <a:pt x="320979" y="205220"/>
                  </a:lnTo>
                  <a:lnTo>
                    <a:pt x="322972" y="200320"/>
                  </a:lnTo>
                  <a:lnTo>
                    <a:pt x="324810" y="195359"/>
                  </a:lnTo>
                  <a:lnTo>
                    <a:pt x="326489" y="190342"/>
                  </a:lnTo>
                  <a:lnTo>
                    <a:pt x="328009" y="185275"/>
                  </a:lnTo>
                  <a:lnTo>
                    <a:pt x="329368" y="180162"/>
                  </a:lnTo>
                  <a:lnTo>
                    <a:pt x="330565" y="175009"/>
                  </a:lnTo>
                  <a:lnTo>
                    <a:pt x="331598" y="169821"/>
                  </a:lnTo>
                  <a:lnTo>
                    <a:pt x="332466" y="164602"/>
                  </a:lnTo>
                  <a:lnTo>
                    <a:pt x="333168" y="159359"/>
                  </a:lnTo>
                  <a:lnTo>
                    <a:pt x="333704" y="154096"/>
                  </a:lnTo>
                  <a:lnTo>
                    <a:pt x="334074" y="148818"/>
                  </a:lnTo>
                  <a:lnTo>
                    <a:pt x="334276" y="143532"/>
                  </a:lnTo>
                  <a:lnTo>
                    <a:pt x="334311" y="138242"/>
                  </a:lnTo>
                  <a:lnTo>
                    <a:pt x="334178" y="132953"/>
                  </a:lnTo>
                  <a:lnTo>
                    <a:pt x="333879" y="127671"/>
                  </a:lnTo>
                  <a:lnTo>
                    <a:pt x="333412" y="122402"/>
                  </a:lnTo>
                  <a:lnTo>
                    <a:pt x="332779" y="117150"/>
                  </a:lnTo>
                  <a:lnTo>
                    <a:pt x="331979" y="111920"/>
                  </a:lnTo>
                  <a:lnTo>
                    <a:pt x="331015" y="106718"/>
                  </a:lnTo>
                  <a:lnTo>
                    <a:pt x="329887" y="101550"/>
                  </a:lnTo>
                  <a:lnTo>
                    <a:pt x="328595" y="96420"/>
                  </a:lnTo>
                  <a:lnTo>
                    <a:pt x="327142" y="91333"/>
                  </a:lnTo>
                  <a:lnTo>
                    <a:pt x="325529" y="86294"/>
                  </a:lnTo>
                  <a:lnTo>
                    <a:pt x="323757" y="81310"/>
                  </a:lnTo>
                  <a:lnTo>
                    <a:pt x="321829" y="76384"/>
                  </a:lnTo>
                  <a:lnTo>
                    <a:pt x="319745" y="71521"/>
                  </a:lnTo>
                  <a:lnTo>
                    <a:pt x="317508" y="66727"/>
                  </a:lnTo>
                  <a:lnTo>
                    <a:pt x="315121" y="62005"/>
                  </a:lnTo>
                  <a:lnTo>
                    <a:pt x="312586" y="57362"/>
                  </a:lnTo>
                  <a:lnTo>
                    <a:pt x="309905" y="52802"/>
                  </a:lnTo>
                  <a:lnTo>
                    <a:pt x="307081" y="48328"/>
                  </a:lnTo>
                  <a:lnTo>
                    <a:pt x="304117" y="43946"/>
                  </a:lnTo>
                  <a:lnTo>
                    <a:pt x="301016" y="39660"/>
                  </a:lnTo>
                  <a:lnTo>
                    <a:pt x="297781" y="35474"/>
                  </a:lnTo>
                  <a:lnTo>
                    <a:pt x="294415" y="31393"/>
                  </a:lnTo>
                  <a:lnTo>
                    <a:pt x="290921" y="27420"/>
                  </a:lnTo>
                  <a:lnTo>
                    <a:pt x="287304" y="23560"/>
                  </a:lnTo>
                  <a:lnTo>
                    <a:pt x="283566" y="19816"/>
                  </a:lnTo>
                  <a:lnTo>
                    <a:pt x="279712" y="16193"/>
                  </a:lnTo>
                  <a:lnTo>
                    <a:pt x="275745" y="12693"/>
                  </a:lnTo>
                  <a:lnTo>
                    <a:pt x="271669" y="9320"/>
                  </a:lnTo>
                  <a:lnTo>
                    <a:pt x="267488" y="6078"/>
                  </a:lnTo>
                  <a:lnTo>
                    <a:pt x="263207" y="2970"/>
                  </a:lnTo>
                  <a:lnTo>
                    <a:pt x="258830" y="0"/>
                  </a:lnTo>
                  <a:lnTo>
                    <a:pt x="167151" y="1397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5023544" y="941493"/>
              <a:ext cx="91679" cy="167167"/>
            </a:xfrm>
            <a:custGeom>
              <a:avLst/>
              <a:pathLst>
                <a:path w="91679" h="167167">
                  <a:moveTo>
                    <a:pt x="91679" y="27382"/>
                  </a:moveTo>
                  <a:lnTo>
                    <a:pt x="86853" y="24333"/>
                  </a:lnTo>
                  <a:lnTo>
                    <a:pt x="81926" y="21452"/>
                  </a:lnTo>
                  <a:lnTo>
                    <a:pt x="76904" y="18740"/>
                  </a:lnTo>
                  <a:lnTo>
                    <a:pt x="71792" y="16201"/>
                  </a:lnTo>
                  <a:lnTo>
                    <a:pt x="66596" y="13838"/>
                  </a:lnTo>
                  <a:lnTo>
                    <a:pt x="61323" y="11654"/>
                  </a:lnTo>
                  <a:lnTo>
                    <a:pt x="55978" y="9651"/>
                  </a:lnTo>
                  <a:lnTo>
                    <a:pt x="50568" y="7831"/>
                  </a:lnTo>
                  <a:lnTo>
                    <a:pt x="45099" y="6198"/>
                  </a:lnTo>
                  <a:lnTo>
                    <a:pt x="39577" y="4752"/>
                  </a:lnTo>
                  <a:lnTo>
                    <a:pt x="34009" y="3496"/>
                  </a:lnTo>
                  <a:lnTo>
                    <a:pt x="28402" y="2430"/>
                  </a:lnTo>
                  <a:lnTo>
                    <a:pt x="22761" y="1556"/>
                  </a:lnTo>
                  <a:lnTo>
                    <a:pt x="17094" y="876"/>
                  </a:lnTo>
                  <a:lnTo>
                    <a:pt x="11407" y="389"/>
                  </a:lnTo>
                  <a:lnTo>
                    <a:pt x="5706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384287" y="941493"/>
              <a:ext cx="101928" cy="167167"/>
            </a:xfrm>
            <a:custGeom>
              <a:avLst/>
              <a:pathLst>
                <a:path w="101928" h="167167">
                  <a:moveTo>
                    <a:pt x="101928" y="0"/>
                  </a:moveTo>
                  <a:lnTo>
                    <a:pt x="96160" y="99"/>
                  </a:lnTo>
                  <a:lnTo>
                    <a:pt x="90398" y="398"/>
                  </a:lnTo>
                  <a:lnTo>
                    <a:pt x="84651" y="895"/>
                  </a:lnTo>
                  <a:lnTo>
                    <a:pt x="78924" y="1590"/>
                  </a:lnTo>
                  <a:lnTo>
                    <a:pt x="73224" y="2482"/>
                  </a:lnTo>
                  <a:lnTo>
                    <a:pt x="67559" y="3571"/>
                  </a:lnTo>
                  <a:lnTo>
                    <a:pt x="61934" y="4854"/>
                  </a:lnTo>
                  <a:lnTo>
                    <a:pt x="56358" y="6331"/>
                  </a:lnTo>
                  <a:lnTo>
                    <a:pt x="50835" y="7999"/>
                  </a:lnTo>
                  <a:lnTo>
                    <a:pt x="45373" y="9857"/>
                  </a:lnTo>
                  <a:lnTo>
                    <a:pt x="39979" y="11902"/>
                  </a:lnTo>
                  <a:lnTo>
                    <a:pt x="34658" y="14132"/>
                  </a:lnTo>
                  <a:lnTo>
                    <a:pt x="29418" y="16544"/>
                  </a:lnTo>
                  <a:lnTo>
                    <a:pt x="24264" y="19136"/>
                  </a:lnTo>
                  <a:lnTo>
                    <a:pt x="19202" y="21904"/>
                  </a:lnTo>
                  <a:lnTo>
                    <a:pt x="14239" y="24845"/>
                  </a:lnTo>
                  <a:lnTo>
                    <a:pt x="9380" y="27955"/>
                  </a:lnTo>
                  <a:lnTo>
                    <a:pt x="4632" y="31231"/>
                  </a:lnTo>
                  <a:lnTo>
                    <a:pt x="0" y="34670"/>
                  </a:lnTo>
                  <a:lnTo>
                    <a:pt x="10192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384287" y="976163"/>
              <a:ext cx="101928" cy="132497"/>
            </a:xfrm>
            <a:custGeom>
              <a:avLst/>
              <a:pathLst>
                <a:path w="101928" h="132497">
                  <a:moveTo>
                    <a:pt x="0" y="0"/>
                  </a:moveTo>
                  <a:lnTo>
                    <a:pt x="101928" y="13249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384287" y="976163"/>
              <a:ext cx="101928" cy="132497"/>
            </a:xfrm>
            <a:custGeom>
              <a:avLst/>
              <a:pathLst>
                <a:path w="101928" h="132497">
                  <a:moveTo>
                    <a:pt x="0" y="0"/>
                  </a:moveTo>
                  <a:lnTo>
                    <a:pt x="101928" y="13249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384287" y="976163"/>
              <a:ext cx="101928" cy="132497"/>
            </a:xfrm>
            <a:custGeom>
              <a:avLst/>
              <a:pathLst>
                <a:path w="101928" h="132497">
                  <a:moveTo>
                    <a:pt x="0" y="0"/>
                  </a:moveTo>
                  <a:lnTo>
                    <a:pt x="101928" y="13249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384287" y="976163"/>
              <a:ext cx="101928" cy="132497"/>
            </a:xfrm>
            <a:custGeom>
              <a:avLst/>
              <a:pathLst>
                <a:path w="101928" h="132497">
                  <a:moveTo>
                    <a:pt x="0" y="0"/>
                  </a:moveTo>
                  <a:lnTo>
                    <a:pt x="101928" y="13249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384287" y="976163"/>
              <a:ext cx="101928" cy="132497"/>
            </a:xfrm>
            <a:custGeom>
              <a:avLst/>
              <a:pathLst>
                <a:path w="101928" h="132497">
                  <a:moveTo>
                    <a:pt x="0" y="0"/>
                  </a:moveTo>
                  <a:lnTo>
                    <a:pt x="101928" y="1324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384287" y="976163"/>
              <a:ext cx="101928" cy="132497"/>
            </a:xfrm>
            <a:custGeom>
              <a:avLst/>
              <a:pathLst>
                <a:path w="101928" h="132497">
                  <a:moveTo>
                    <a:pt x="0" y="0"/>
                  </a:moveTo>
                  <a:lnTo>
                    <a:pt x="101928" y="1324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384287" y="976163"/>
              <a:ext cx="101928" cy="132497"/>
            </a:xfrm>
            <a:custGeom>
              <a:avLst/>
              <a:pathLst>
                <a:path w="101928" h="132497">
                  <a:moveTo>
                    <a:pt x="0" y="0"/>
                  </a:moveTo>
                  <a:lnTo>
                    <a:pt x="101928" y="1324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384287" y="976163"/>
              <a:ext cx="101928" cy="132497"/>
            </a:xfrm>
            <a:custGeom>
              <a:avLst/>
              <a:pathLst>
                <a:path w="101928" h="132497">
                  <a:moveTo>
                    <a:pt x="0" y="0"/>
                  </a:moveTo>
                  <a:lnTo>
                    <a:pt x="101928" y="1324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84287" y="976163"/>
              <a:ext cx="101928" cy="132497"/>
            </a:xfrm>
            <a:custGeom>
              <a:avLst/>
              <a:pathLst>
                <a:path w="101928" h="132497">
                  <a:moveTo>
                    <a:pt x="0" y="0"/>
                  </a:moveTo>
                  <a:lnTo>
                    <a:pt x="101928" y="13249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84287" y="976163"/>
              <a:ext cx="101928" cy="132497"/>
            </a:xfrm>
            <a:custGeom>
              <a:avLst/>
              <a:pathLst>
                <a:path w="101928" h="132497">
                  <a:moveTo>
                    <a:pt x="0" y="0"/>
                  </a:moveTo>
                  <a:lnTo>
                    <a:pt x="101928" y="1324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84287" y="976163"/>
              <a:ext cx="101928" cy="132497"/>
            </a:xfrm>
            <a:custGeom>
              <a:avLst/>
              <a:pathLst>
                <a:path w="101928" h="132497">
                  <a:moveTo>
                    <a:pt x="0" y="0"/>
                  </a:moveTo>
                  <a:lnTo>
                    <a:pt x="101928" y="1324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84287" y="976163"/>
              <a:ext cx="101928" cy="132497"/>
            </a:xfrm>
            <a:custGeom>
              <a:avLst/>
              <a:pathLst>
                <a:path w="101928" h="132497">
                  <a:moveTo>
                    <a:pt x="0" y="0"/>
                  </a:moveTo>
                  <a:lnTo>
                    <a:pt x="101928" y="13249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84287" y="976163"/>
              <a:ext cx="101928" cy="132497"/>
            </a:xfrm>
            <a:custGeom>
              <a:avLst/>
              <a:pathLst>
                <a:path w="101928" h="132497">
                  <a:moveTo>
                    <a:pt x="0" y="0"/>
                  </a:moveTo>
                  <a:lnTo>
                    <a:pt x="101928" y="1324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84287" y="976163"/>
              <a:ext cx="101928" cy="132497"/>
            </a:xfrm>
            <a:custGeom>
              <a:avLst/>
              <a:pathLst>
                <a:path w="101928" h="132497">
                  <a:moveTo>
                    <a:pt x="0" y="0"/>
                  </a:moveTo>
                  <a:lnTo>
                    <a:pt x="101928" y="1324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84287" y="976163"/>
              <a:ext cx="101928" cy="132497"/>
            </a:xfrm>
            <a:custGeom>
              <a:avLst/>
              <a:pathLst>
                <a:path w="101928" h="132497">
                  <a:moveTo>
                    <a:pt x="0" y="0"/>
                  </a:moveTo>
                  <a:lnTo>
                    <a:pt x="101928" y="1324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84287" y="976163"/>
              <a:ext cx="101928" cy="132497"/>
            </a:xfrm>
            <a:custGeom>
              <a:avLst/>
              <a:pathLst>
                <a:path w="101928" h="132497">
                  <a:moveTo>
                    <a:pt x="0" y="0"/>
                  </a:moveTo>
                  <a:lnTo>
                    <a:pt x="101928" y="1324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84287" y="976163"/>
              <a:ext cx="101928" cy="132497"/>
            </a:xfrm>
            <a:custGeom>
              <a:avLst/>
              <a:pathLst>
                <a:path w="101928" h="132497">
                  <a:moveTo>
                    <a:pt x="0" y="0"/>
                  </a:moveTo>
                  <a:lnTo>
                    <a:pt x="101928" y="1324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84287" y="976163"/>
              <a:ext cx="101928" cy="132497"/>
            </a:xfrm>
            <a:custGeom>
              <a:avLst/>
              <a:pathLst>
                <a:path w="101928" h="132497">
                  <a:moveTo>
                    <a:pt x="0" y="0"/>
                  </a:moveTo>
                  <a:lnTo>
                    <a:pt x="101928" y="1324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19065" y="976163"/>
              <a:ext cx="167150" cy="250464"/>
            </a:xfrm>
            <a:custGeom>
              <a:avLst/>
              <a:pathLst>
                <a:path w="167150" h="250464">
                  <a:moveTo>
                    <a:pt x="65222" y="0"/>
                  </a:moveTo>
                  <a:lnTo>
                    <a:pt x="61029" y="3333"/>
                  </a:lnTo>
                  <a:lnTo>
                    <a:pt x="56945" y="6800"/>
                  </a:lnTo>
                  <a:lnTo>
                    <a:pt x="52974" y="10396"/>
                  </a:lnTo>
                  <a:lnTo>
                    <a:pt x="49120" y="14116"/>
                  </a:lnTo>
                  <a:lnTo>
                    <a:pt x="45388" y="17959"/>
                  </a:lnTo>
                  <a:lnTo>
                    <a:pt x="41780" y="21919"/>
                  </a:lnTo>
                  <a:lnTo>
                    <a:pt x="38302" y="25993"/>
                  </a:lnTo>
                  <a:lnTo>
                    <a:pt x="34955" y="30176"/>
                  </a:lnTo>
                  <a:lnTo>
                    <a:pt x="31745" y="34464"/>
                  </a:lnTo>
                  <a:lnTo>
                    <a:pt x="28673" y="38853"/>
                  </a:lnTo>
                  <a:lnTo>
                    <a:pt x="25744" y="43338"/>
                  </a:lnTo>
                  <a:lnTo>
                    <a:pt x="22960" y="47914"/>
                  </a:lnTo>
                  <a:lnTo>
                    <a:pt x="20324" y="52578"/>
                  </a:lnTo>
                  <a:lnTo>
                    <a:pt x="17839" y="57323"/>
                  </a:lnTo>
                  <a:lnTo>
                    <a:pt x="15507" y="62146"/>
                  </a:lnTo>
                  <a:lnTo>
                    <a:pt x="13330" y="67041"/>
                  </a:lnTo>
                  <a:lnTo>
                    <a:pt x="11312" y="72003"/>
                  </a:lnTo>
                  <a:lnTo>
                    <a:pt x="9454" y="77027"/>
                  </a:lnTo>
                  <a:lnTo>
                    <a:pt x="7758" y="82108"/>
                  </a:lnTo>
                  <a:lnTo>
                    <a:pt x="6225" y="87241"/>
                  </a:lnTo>
                  <a:lnTo>
                    <a:pt x="4857" y="92421"/>
                  </a:lnTo>
                  <a:lnTo>
                    <a:pt x="3657" y="97641"/>
                  </a:lnTo>
                  <a:lnTo>
                    <a:pt x="2624" y="102897"/>
                  </a:lnTo>
                  <a:lnTo>
                    <a:pt x="1760" y="108184"/>
                  </a:lnTo>
                  <a:lnTo>
                    <a:pt x="1066" y="113496"/>
                  </a:lnTo>
                  <a:lnTo>
                    <a:pt x="542" y="118827"/>
                  </a:lnTo>
                  <a:lnTo>
                    <a:pt x="190" y="124172"/>
                  </a:lnTo>
                  <a:lnTo>
                    <a:pt x="9" y="129526"/>
                  </a:lnTo>
                  <a:lnTo>
                    <a:pt x="0" y="134883"/>
                  </a:lnTo>
                  <a:lnTo>
                    <a:pt x="162" y="140237"/>
                  </a:lnTo>
                  <a:lnTo>
                    <a:pt x="496" y="145584"/>
                  </a:lnTo>
                  <a:lnTo>
                    <a:pt x="1000" y="150917"/>
                  </a:lnTo>
                  <a:lnTo>
                    <a:pt x="1676" y="156231"/>
                  </a:lnTo>
                  <a:lnTo>
                    <a:pt x="2521" y="161521"/>
                  </a:lnTo>
                  <a:lnTo>
                    <a:pt x="3536" y="166781"/>
                  </a:lnTo>
                  <a:lnTo>
                    <a:pt x="4718" y="172005"/>
                  </a:lnTo>
                  <a:lnTo>
                    <a:pt x="6068" y="177189"/>
                  </a:lnTo>
                  <a:lnTo>
                    <a:pt x="7582" y="182328"/>
                  </a:lnTo>
                  <a:lnTo>
                    <a:pt x="9261" y="187415"/>
                  </a:lnTo>
                  <a:lnTo>
                    <a:pt x="11101" y="192445"/>
                  </a:lnTo>
                  <a:lnTo>
                    <a:pt x="13102" y="197414"/>
                  </a:lnTo>
                  <a:lnTo>
                    <a:pt x="15261" y="202317"/>
                  </a:lnTo>
                  <a:lnTo>
                    <a:pt x="17576" y="207148"/>
                  </a:lnTo>
                  <a:lnTo>
                    <a:pt x="20045" y="211902"/>
                  </a:lnTo>
                  <a:lnTo>
                    <a:pt x="22665" y="216574"/>
                  </a:lnTo>
                  <a:lnTo>
                    <a:pt x="25433" y="221161"/>
                  </a:lnTo>
                  <a:lnTo>
                    <a:pt x="28347" y="225656"/>
                  </a:lnTo>
                  <a:lnTo>
                    <a:pt x="31403" y="230055"/>
                  </a:lnTo>
                  <a:lnTo>
                    <a:pt x="34598" y="234355"/>
                  </a:lnTo>
                  <a:lnTo>
                    <a:pt x="37930" y="238549"/>
                  </a:lnTo>
                  <a:lnTo>
                    <a:pt x="41394" y="242635"/>
                  </a:lnTo>
                  <a:lnTo>
                    <a:pt x="44988" y="246608"/>
                  </a:lnTo>
                  <a:lnTo>
                    <a:pt x="48707" y="250464"/>
                  </a:lnTo>
                  <a:lnTo>
                    <a:pt x="167150" y="13249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67772" y="941493"/>
              <a:ext cx="285595" cy="334333"/>
            </a:xfrm>
            <a:custGeom>
              <a:avLst/>
              <a:pathLst>
                <a:path w="285595" h="334333">
                  <a:moveTo>
                    <a:pt x="0" y="285134"/>
                  </a:moveTo>
                  <a:lnTo>
                    <a:pt x="3796" y="288827"/>
                  </a:lnTo>
                  <a:lnTo>
                    <a:pt x="7708" y="292398"/>
                  </a:lnTo>
                  <a:lnTo>
                    <a:pt x="11731" y="295843"/>
                  </a:lnTo>
                  <a:lnTo>
                    <a:pt x="15861" y="299159"/>
                  </a:lnTo>
                  <a:lnTo>
                    <a:pt x="20094" y="302343"/>
                  </a:lnTo>
                  <a:lnTo>
                    <a:pt x="24426" y="305390"/>
                  </a:lnTo>
                  <a:lnTo>
                    <a:pt x="28852" y="308300"/>
                  </a:lnTo>
                  <a:lnTo>
                    <a:pt x="33368" y="311067"/>
                  </a:lnTo>
                  <a:lnTo>
                    <a:pt x="37969" y="313690"/>
                  </a:lnTo>
                  <a:lnTo>
                    <a:pt x="42652" y="316166"/>
                  </a:lnTo>
                  <a:lnTo>
                    <a:pt x="47410" y="318492"/>
                  </a:lnTo>
                  <a:lnTo>
                    <a:pt x="52240" y="320666"/>
                  </a:lnTo>
                  <a:lnTo>
                    <a:pt x="57136" y="322687"/>
                  </a:lnTo>
                  <a:lnTo>
                    <a:pt x="62094" y="324551"/>
                  </a:lnTo>
                  <a:lnTo>
                    <a:pt x="67108" y="326257"/>
                  </a:lnTo>
                  <a:lnTo>
                    <a:pt x="72174" y="327804"/>
                  </a:lnTo>
                  <a:lnTo>
                    <a:pt x="77286" y="329189"/>
                  </a:lnTo>
                  <a:lnTo>
                    <a:pt x="82439" y="330411"/>
                  </a:lnTo>
                  <a:lnTo>
                    <a:pt x="87629" y="331470"/>
                  </a:lnTo>
                  <a:lnTo>
                    <a:pt x="92850" y="332364"/>
                  </a:lnTo>
                  <a:lnTo>
                    <a:pt x="98096" y="333092"/>
                  </a:lnTo>
                  <a:lnTo>
                    <a:pt x="103363" y="333653"/>
                  </a:lnTo>
                  <a:lnTo>
                    <a:pt x="108645" y="334047"/>
                  </a:lnTo>
                  <a:lnTo>
                    <a:pt x="113936" y="334274"/>
                  </a:lnTo>
                  <a:lnTo>
                    <a:pt x="119233" y="334333"/>
                  </a:lnTo>
                  <a:lnTo>
                    <a:pt x="124528" y="334224"/>
                  </a:lnTo>
                  <a:lnTo>
                    <a:pt x="129817" y="333947"/>
                  </a:lnTo>
                  <a:lnTo>
                    <a:pt x="135095" y="333503"/>
                  </a:lnTo>
                  <a:lnTo>
                    <a:pt x="140356" y="332892"/>
                  </a:lnTo>
                  <a:lnTo>
                    <a:pt x="145596" y="332114"/>
                  </a:lnTo>
                  <a:lnTo>
                    <a:pt x="150808" y="331171"/>
                  </a:lnTo>
                  <a:lnTo>
                    <a:pt x="155987" y="330064"/>
                  </a:lnTo>
                  <a:lnTo>
                    <a:pt x="161129" y="328793"/>
                  </a:lnTo>
                  <a:lnTo>
                    <a:pt x="166228" y="327359"/>
                  </a:lnTo>
                  <a:lnTo>
                    <a:pt x="171279" y="325765"/>
                  </a:lnTo>
                  <a:lnTo>
                    <a:pt x="176277" y="324011"/>
                  </a:lnTo>
                  <a:lnTo>
                    <a:pt x="181216" y="322101"/>
                  </a:lnTo>
                  <a:lnTo>
                    <a:pt x="186093" y="320034"/>
                  </a:lnTo>
                  <a:lnTo>
                    <a:pt x="190902" y="317814"/>
                  </a:lnTo>
                  <a:lnTo>
                    <a:pt x="195638" y="315443"/>
                  </a:lnTo>
                  <a:lnTo>
                    <a:pt x="200297" y="312923"/>
                  </a:lnTo>
                  <a:lnTo>
                    <a:pt x="204873" y="310257"/>
                  </a:lnTo>
                  <a:lnTo>
                    <a:pt x="209363" y="307447"/>
                  </a:lnTo>
                  <a:lnTo>
                    <a:pt x="213762" y="304496"/>
                  </a:lnTo>
                  <a:lnTo>
                    <a:pt x="218064" y="301407"/>
                  </a:lnTo>
                  <a:lnTo>
                    <a:pt x="222267" y="298184"/>
                  </a:lnTo>
                  <a:lnTo>
                    <a:pt x="226366" y="294829"/>
                  </a:lnTo>
                  <a:lnTo>
                    <a:pt x="230356" y="291346"/>
                  </a:lnTo>
                  <a:lnTo>
                    <a:pt x="234234" y="287738"/>
                  </a:lnTo>
                  <a:lnTo>
                    <a:pt x="237995" y="284009"/>
                  </a:lnTo>
                  <a:lnTo>
                    <a:pt x="241637" y="280163"/>
                  </a:lnTo>
                  <a:lnTo>
                    <a:pt x="245155" y="276204"/>
                  </a:lnTo>
                  <a:lnTo>
                    <a:pt x="248546" y="272135"/>
                  </a:lnTo>
                  <a:lnTo>
                    <a:pt x="251806" y="267960"/>
                  </a:lnTo>
                  <a:lnTo>
                    <a:pt x="254932" y="263685"/>
                  </a:lnTo>
                  <a:lnTo>
                    <a:pt x="257921" y="259312"/>
                  </a:lnTo>
                  <a:lnTo>
                    <a:pt x="260770" y="254847"/>
                  </a:lnTo>
                  <a:lnTo>
                    <a:pt x="263477" y="250294"/>
                  </a:lnTo>
                  <a:lnTo>
                    <a:pt x="266037" y="245658"/>
                  </a:lnTo>
                  <a:lnTo>
                    <a:pt x="268450" y="240943"/>
                  </a:lnTo>
                  <a:lnTo>
                    <a:pt x="270712" y="236153"/>
                  </a:lnTo>
                  <a:lnTo>
                    <a:pt x="272821" y="231295"/>
                  </a:lnTo>
                  <a:lnTo>
                    <a:pt x="274775" y="226372"/>
                  </a:lnTo>
                  <a:lnTo>
                    <a:pt x="276572" y="221389"/>
                  </a:lnTo>
                  <a:lnTo>
                    <a:pt x="278210" y="216353"/>
                  </a:lnTo>
                  <a:lnTo>
                    <a:pt x="279688" y="211267"/>
                  </a:lnTo>
                  <a:lnTo>
                    <a:pt x="281005" y="206136"/>
                  </a:lnTo>
                  <a:lnTo>
                    <a:pt x="282158" y="200967"/>
                  </a:lnTo>
                  <a:lnTo>
                    <a:pt x="283146" y="195763"/>
                  </a:lnTo>
                  <a:lnTo>
                    <a:pt x="283969" y="190531"/>
                  </a:lnTo>
                  <a:lnTo>
                    <a:pt x="284627" y="185275"/>
                  </a:lnTo>
                  <a:lnTo>
                    <a:pt x="285117" y="180001"/>
                  </a:lnTo>
                  <a:lnTo>
                    <a:pt x="285440" y="174715"/>
                  </a:lnTo>
                  <a:lnTo>
                    <a:pt x="285595" y="169420"/>
                  </a:lnTo>
                  <a:lnTo>
                    <a:pt x="285582" y="164124"/>
                  </a:lnTo>
                  <a:lnTo>
                    <a:pt x="285402" y="158830"/>
                  </a:lnTo>
                  <a:lnTo>
                    <a:pt x="285054" y="153545"/>
                  </a:lnTo>
                  <a:lnTo>
                    <a:pt x="284539" y="148274"/>
                  </a:lnTo>
                  <a:lnTo>
                    <a:pt x="283857" y="143021"/>
                  </a:lnTo>
                  <a:lnTo>
                    <a:pt x="283009" y="137793"/>
                  </a:lnTo>
                  <a:lnTo>
                    <a:pt x="281996" y="132594"/>
                  </a:lnTo>
                  <a:lnTo>
                    <a:pt x="280819" y="127430"/>
                  </a:lnTo>
                  <a:lnTo>
                    <a:pt x="279478" y="122306"/>
                  </a:lnTo>
                  <a:lnTo>
                    <a:pt x="277976" y="117227"/>
                  </a:lnTo>
                  <a:lnTo>
                    <a:pt x="276314" y="112198"/>
                  </a:lnTo>
                  <a:lnTo>
                    <a:pt x="274493" y="107224"/>
                  </a:lnTo>
                  <a:lnTo>
                    <a:pt x="272516" y="102310"/>
                  </a:lnTo>
                  <a:lnTo>
                    <a:pt x="270384" y="97462"/>
                  </a:lnTo>
                  <a:lnTo>
                    <a:pt x="268100" y="92683"/>
                  </a:lnTo>
                  <a:lnTo>
                    <a:pt x="265665" y="87980"/>
                  </a:lnTo>
                  <a:lnTo>
                    <a:pt x="263082" y="83355"/>
                  </a:lnTo>
                  <a:lnTo>
                    <a:pt x="260354" y="78815"/>
                  </a:lnTo>
                  <a:lnTo>
                    <a:pt x="257484" y="74364"/>
                  </a:lnTo>
                  <a:lnTo>
                    <a:pt x="254474" y="70005"/>
                  </a:lnTo>
                  <a:lnTo>
                    <a:pt x="251328" y="65745"/>
                  </a:lnTo>
                  <a:lnTo>
                    <a:pt x="248048" y="61586"/>
                  </a:lnTo>
                  <a:lnTo>
                    <a:pt x="244638" y="57533"/>
                  </a:lnTo>
                  <a:lnTo>
                    <a:pt x="241102" y="53590"/>
                  </a:lnTo>
                  <a:lnTo>
                    <a:pt x="237442" y="49761"/>
                  </a:lnTo>
                  <a:lnTo>
                    <a:pt x="233663" y="46050"/>
                  </a:lnTo>
                  <a:lnTo>
                    <a:pt x="229768" y="42461"/>
                  </a:lnTo>
                  <a:lnTo>
                    <a:pt x="225761" y="38997"/>
                  </a:lnTo>
                  <a:lnTo>
                    <a:pt x="221647" y="35661"/>
                  </a:lnTo>
                  <a:lnTo>
                    <a:pt x="217429" y="32457"/>
                  </a:lnTo>
                  <a:lnTo>
                    <a:pt x="213112" y="29389"/>
                  </a:lnTo>
                  <a:lnTo>
                    <a:pt x="208699" y="26459"/>
                  </a:lnTo>
                  <a:lnTo>
                    <a:pt x="204196" y="23670"/>
                  </a:lnTo>
                  <a:lnTo>
                    <a:pt x="199607" y="21026"/>
                  </a:lnTo>
                  <a:lnTo>
                    <a:pt x="194937" y="18528"/>
                  </a:lnTo>
                  <a:lnTo>
                    <a:pt x="190190" y="16179"/>
                  </a:lnTo>
                  <a:lnTo>
                    <a:pt x="185370" y="13982"/>
                  </a:lnTo>
                  <a:lnTo>
                    <a:pt x="180484" y="11938"/>
                  </a:lnTo>
                  <a:lnTo>
                    <a:pt x="175535" y="10051"/>
                  </a:lnTo>
                  <a:lnTo>
                    <a:pt x="170529" y="8321"/>
                  </a:lnTo>
                  <a:lnTo>
                    <a:pt x="165470" y="6751"/>
                  </a:lnTo>
                  <a:lnTo>
                    <a:pt x="160365" y="5341"/>
                  </a:lnTo>
                  <a:lnTo>
                    <a:pt x="155217" y="4095"/>
                  </a:lnTo>
                  <a:lnTo>
                    <a:pt x="150032" y="3011"/>
                  </a:lnTo>
                  <a:lnTo>
                    <a:pt x="144816" y="2093"/>
                  </a:lnTo>
                  <a:lnTo>
                    <a:pt x="139573" y="1340"/>
                  </a:lnTo>
                  <a:lnTo>
                    <a:pt x="134309" y="754"/>
                  </a:lnTo>
                  <a:lnTo>
                    <a:pt x="129029" y="335"/>
                  </a:lnTo>
                  <a:lnTo>
                    <a:pt x="123739" y="83"/>
                  </a:lnTo>
                  <a:lnTo>
                    <a:pt x="118443" y="0"/>
                  </a:lnTo>
                  <a:lnTo>
                    <a:pt x="11844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797351" y="1071028"/>
              <a:ext cx="167599" cy="334334"/>
            </a:xfrm>
            <a:custGeom>
              <a:avLst/>
              <a:pathLst>
                <a:path w="167599" h="334334">
                  <a:moveTo>
                    <a:pt x="167149" y="0"/>
                  </a:moveTo>
                  <a:lnTo>
                    <a:pt x="161841" y="84"/>
                  </a:lnTo>
                  <a:lnTo>
                    <a:pt x="156538" y="337"/>
                  </a:lnTo>
                  <a:lnTo>
                    <a:pt x="151245" y="758"/>
                  </a:lnTo>
                  <a:lnTo>
                    <a:pt x="145969" y="1347"/>
                  </a:lnTo>
                  <a:lnTo>
                    <a:pt x="140714" y="2103"/>
                  </a:lnTo>
                  <a:lnTo>
                    <a:pt x="135486" y="3026"/>
                  </a:lnTo>
                  <a:lnTo>
                    <a:pt x="130290" y="4114"/>
                  </a:lnTo>
                  <a:lnTo>
                    <a:pt x="125130" y="5367"/>
                  </a:lnTo>
                  <a:lnTo>
                    <a:pt x="120014" y="6782"/>
                  </a:lnTo>
                  <a:lnTo>
                    <a:pt x="114944" y="8360"/>
                  </a:lnTo>
                  <a:lnTo>
                    <a:pt x="109928" y="10098"/>
                  </a:lnTo>
                  <a:lnTo>
                    <a:pt x="104969" y="11994"/>
                  </a:lnTo>
                  <a:lnTo>
                    <a:pt x="100073" y="14047"/>
                  </a:lnTo>
                  <a:lnTo>
                    <a:pt x="95244" y="16254"/>
                  </a:lnTo>
                  <a:lnTo>
                    <a:pt x="90488" y="18614"/>
                  </a:lnTo>
                  <a:lnTo>
                    <a:pt x="85810" y="21123"/>
                  </a:lnTo>
                  <a:lnTo>
                    <a:pt x="81213" y="23780"/>
                  </a:lnTo>
                  <a:lnTo>
                    <a:pt x="76703" y="26581"/>
                  </a:lnTo>
                  <a:lnTo>
                    <a:pt x="72284" y="29524"/>
                  </a:lnTo>
                  <a:lnTo>
                    <a:pt x="67961" y="32606"/>
                  </a:lnTo>
                  <a:lnTo>
                    <a:pt x="63738" y="35823"/>
                  </a:lnTo>
                  <a:lnTo>
                    <a:pt x="59620" y="39173"/>
                  </a:lnTo>
                  <a:lnTo>
                    <a:pt x="55609" y="42653"/>
                  </a:lnTo>
                  <a:lnTo>
                    <a:pt x="51712" y="46257"/>
                  </a:lnTo>
                  <a:lnTo>
                    <a:pt x="47930" y="49984"/>
                  </a:lnTo>
                  <a:lnTo>
                    <a:pt x="44269" y="53829"/>
                  </a:lnTo>
                  <a:lnTo>
                    <a:pt x="40732" y="57788"/>
                  </a:lnTo>
                  <a:lnTo>
                    <a:pt x="37323" y="61858"/>
                  </a:lnTo>
                  <a:lnTo>
                    <a:pt x="34044" y="66033"/>
                  </a:lnTo>
                  <a:lnTo>
                    <a:pt x="30900" y="70311"/>
                  </a:lnTo>
                  <a:lnTo>
                    <a:pt x="27893" y="74687"/>
                  </a:lnTo>
                  <a:lnTo>
                    <a:pt x="25026" y="79155"/>
                  </a:lnTo>
                  <a:lnTo>
                    <a:pt x="22303" y="83713"/>
                  </a:lnTo>
                  <a:lnTo>
                    <a:pt x="19726" y="88355"/>
                  </a:lnTo>
                  <a:lnTo>
                    <a:pt x="17298" y="93076"/>
                  </a:lnTo>
                  <a:lnTo>
                    <a:pt x="15021" y="97872"/>
                  </a:lnTo>
                  <a:lnTo>
                    <a:pt x="12897" y="102738"/>
                  </a:lnTo>
                  <a:lnTo>
                    <a:pt x="10929" y="107668"/>
                  </a:lnTo>
                  <a:lnTo>
                    <a:pt x="9118" y="112659"/>
                  </a:lnTo>
                  <a:lnTo>
                    <a:pt x="7467" y="117705"/>
                  </a:lnTo>
                  <a:lnTo>
                    <a:pt x="5977" y="122801"/>
                  </a:lnTo>
                  <a:lnTo>
                    <a:pt x="4649" y="127941"/>
                  </a:lnTo>
                  <a:lnTo>
                    <a:pt x="3486" y="133121"/>
                  </a:lnTo>
                  <a:lnTo>
                    <a:pt x="2487" y="138335"/>
                  </a:lnTo>
                  <a:lnTo>
                    <a:pt x="1654" y="143579"/>
                  </a:lnTo>
                  <a:lnTo>
                    <a:pt x="989" y="148846"/>
                  </a:lnTo>
                  <a:lnTo>
                    <a:pt x="491" y="154132"/>
                  </a:lnTo>
                  <a:lnTo>
                    <a:pt x="161" y="159430"/>
                  </a:lnTo>
                  <a:lnTo>
                    <a:pt x="0" y="164737"/>
                  </a:lnTo>
                  <a:lnTo>
                    <a:pt x="7" y="170046"/>
                  </a:lnTo>
                  <a:lnTo>
                    <a:pt x="182" y="175352"/>
                  </a:lnTo>
                  <a:lnTo>
                    <a:pt x="526" y="180650"/>
                  </a:lnTo>
                  <a:lnTo>
                    <a:pt x="1039" y="185934"/>
                  </a:lnTo>
                  <a:lnTo>
                    <a:pt x="1718" y="191200"/>
                  </a:lnTo>
                  <a:lnTo>
                    <a:pt x="2565" y="196441"/>
                  </a:lnTo>
                  <a:lnTo>
                    <a:pt x="3578" y="201653"/>
                  </a:lnTo>
                  <a:lnTo>
                    <a:pt x="4755" y="206829"/>
                  </a:lnTo>
                  <a:lnTo>
                    <a:pt x="6097" y="211966"/>
                  </a:lnTo>
                  <a:lnTo>
                    <a:pt x="7600" y="217058"/>
                  </a:lnTo>
                  <a:lnTo>
                    <a:pt x="9265" y="222099"/>
                  </a:lnTo>
                  <a:lnTo>
                    <a:pt x="11089" y="227085"/>
                  </a:lnTo>
                  <a:lnTo>
                    <a:pt x="13071" y="232011"/>
                  </a:lnTo>
                  <a:lnTo>
                    <a:pt x="15207" y="236871"/>
                  </a:lnTo>
                  <a:lnTo>
                    <a:pt x="17497" y="241661"/>
                  </a:lnTo>
                  <a:lnTo>
                    <a:pt x="19939" y="246375"/>
                  </a:lnTo>
                  <a:lnTo>
                    <a:pt x="22528" y="251010"/>
                  </a:lnTo>
                  <a:lnTo>
                    <a:pt x="25263" y="255560"/>
                  </a:lnTo>
                  <a:lnTo>
                    <a:pt x="28142" y="260021"/>
                  </a:lnTo>
                  <a:lnTo>
                    <a:pt x="31161" y="264388"/>
                  </a:lnTo>
                  <a:lnTo>
                    <a:pt x="34316" y="268658"/>
                  </a:lnTo>
                  <a:lnTo>
                    <a:pt x="37606" y="272825"/>
                  </a:lnTo>
                  <a:lnTo>
                    <a:pt x="41027" y="276885"/>
                  </a:lnTo>
                  <a:lnTo>
                    <a:pt x="44574" y="280835"/>
                  </a:lnTo>
                  <a:lnTo>
                    <a:pt x="48246" y="284670"/>
                  </a:lnTo>
                  <a:lnTo>
                    <a:pt x="52037" y="288386"/>
                  </a:lnTo>
                  <a:lnTo>
                    <a:pt x="55944" y="291981"/>
                  </a:lnTo>
                  <a:lnTo>
                    <a:pt x="59964" y="295449"/>
                  </a:lnTo>
                  <a:lnTo>
                    <a:pt x="64092" y="298788"/>
                  </a:lnTo>
                  <a:lnTo>
                    <a:pt x="68323" y="301994"/>
                  </a:lnTo>
                  <a:lnTo>
                    <a:pt x="72655" y="305064"/>
                  </a:lnTo>
                  <a:lnTo>
                    <a:pt x="77081" y="307996"/>
                  </a:lnTo>
                  <a:lnTo>
                    <a:pt x="81599" y="310785"/>
                  </a:lnTo>
                  <a:lnTo>
                    <a:pt x="86202" y="313429"/>
                  </a:lnTo>
                  <a:lnTo>
                    <a:pt x="90888" y="315926"/>
                  </a:lnTo>
                  <a:lnTo>
                    <a:pt x="95650" y="318272"/>
                  </a:lnTo>
                  <a:lnTo>
                    <a:pt x="100484" y="320466"/>
                  </a:lnTo>
                  <a:lnTo>
                    <a:pt x="105386" y="322506"/>
                  </a:lnTo>
                  <a:lnTo>
                    <a:pt x="110350" y="324389"/>
                  </a:lnTo>
                  <a:lnTo>
                    <a:pt x="115371" y="326113"/>
                  </a:lnTo>
                  <a:lnTo>
                    <a:pt x="120445" y="327678"/>
                  </a:lnTo>
                  <a:lnTo>
                    <a:pt x="125565" y="329080"/>
                  </a:lnTo>
                  <a:lnTo>
                    <a:pt x="130728" y="330319"/>
                  </a:lnTo>
                  <a:lnTo>
                    <a:pt x="135927" y="331393"/>
                  </a:lnTo>
                  <a:lnTo>
                    <a:pt x="141158" y="332301"/>
                  </a:lnTo>
                  <a:lnTo>
                    <a:pt x="146415" y="333044"/>
                  </a:lnTo>
                  <a:lnTo>
                    <a:pt x="151693" y="333618"/>
                  </a:lnTo>
                  <a:lnTo>
                    <a:pt x="156986" y="334025"/>
                  </a:lnTo>
                  <a:lnTo>
                    <a:pt x="162290" y="334264"/>
                  </a:lnTo>
                  <a:lnTo>
                    <a:pt x="167599" y="334334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64501" y="1238196"/>
              <a:ext cx="449" cy="167166"/>
            </a:xfrm>
            <a:custGeom>
              <a:avLst/>
              <a:pathLst>
                <a:path w="449" h="167166">
                  <a:moveTo>
                    <a:pt x="449" y="1671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64501" y="1238196"/>
              <a:ext cx="449" cy="167166"/>
            </a:xfrm>
            <a:custGeom>
              <a:avLst/>
              <a:pathLst>
                <a:path w="449" h="167166">
                  <a:moveTo>
                    <a:pt x="449" y="1671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64501" y="1238196"/>
              <a:ext cx="449" cy="167166"/>
            </a:xfrm>
            <a:custGeom>
              <a:avLst/>
              <a:pathLst>
                <a:path w="449" h="167166">
                  <a:moveTo>
                    <a:pt x="449" y="1671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4501" y="1238196"/>
              <a:ext cx="449" cy="167166"/>
            </a:xfrm>
            <a:custGeom>
              <a:avLst/>
              <a:pathLst>
                <a:path w="449" h="167166">
                  <a:moveTo>
                    <a:pt x="449" y="1671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4501" y="1238196"/>
              <a:ext cx="449" cy="167166"/>
            </a:xfrm>
            <a:custGeom>
              <a:avLst/>
              <a:pathLst>
                <a:path w="449" h="167166">
                  <a:moveTo>
                    <a:pt x="449" y="1671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238196"/>
              <a:ext cx="449" cy="167166"/>
            </a:xfrm>
            <a:custGeom>
              <a:avLst/>
              <a:pathLst>
                <a:path w="449" h="167166">
                  <a:moveTo>
                    <a:pt x="449" y="1671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238196"/>
              <a:ext cx="449" cy="167166"/>
            </a:xfrm>
            <a:custGeom>
              <a:avLst/>
              <a:pathLst>
                <a:path w="449" h="167166">
                  <a:moveTo>
                    <a:pt x="449" y="1671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238196"/>
              <a:ext cx="449" cy="167166"/>
            </a:xfrm>
            <a:custGeom>
              <a:avLst/>
              <a:pathLst>
                <a:path w="449" h="167166">
                  <a:moveTo>
                    <a:pt x="449" y="1671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238196"/>
              <a:ext cx="449" cy="167166"/>
            </a:xfrm>
            <a:custGeom>
              <a:avLst/>
              <a:pathLst>
                <a:path w="449" h="167166">
                  <a:moveTo>
                    <a:pt x="449" y="1671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238196"/>
              <a:ext cx="449" cy="167166"/>
            </a:xfrm>
            <a:custGeom>
              <a:avLst/>
              <a:pathLst>
                <a:path w="449" h="167166">
                  <a:moveTo>
                    <a:pt x="449" y="1671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238196"/>
              <a:ext cx="449" cy="167166"/>
            </a:xfrm>
            <a:custGeom>
              <a:avLst/>
              <a:pathLst>
                <a:path w="449" h="167166">
                  <a:moveTo>
                    <a:pt x="449" y="1671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238196"/>
              <a:ext cx="449" cy="167166"/>
            </a:xfrm>
            <a:custGeom>
              <a:avLst/>
              <a:pathLst>
                <a:path w="449" h="167166">
                  <a:moveTo>
                    <a:pt x="449" y="1671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238196"/>
              <a:ext cx="449" cy="167166"/>
            </a:xfrm>
            <a:custGeom>
              <a:avLst/>
              <a:pathLst>
                <a:path w="449" h="167166">
                  <a:moveTo>
                    <a:pt x="449" y="1671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238196"/>
              <a:ext cx="449" cy="167166"/>
            </a:xfrm>
            <a:custGeom>
              <a:avLst/>
              <a:pathLst>
                <a:path w="449" h="167166">
                  <a:moveTo>
                    <a:pt x="449" y="1671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238196"/>
              <a:ext cx="449" cy="167166"/>
            </a:xfrm>
            <a:custGeom>
              <a:avLst/>
              <a:pathLst>
                <a:path w="449" h="167166">
                  <a:moveTo>
                    <a:pt x="449" y="1671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449" cy="167166"/>
            </a:xfrm>
            <a:custGeom>
              <a:avLst/>
              <a:pathLst>
                <a:path w="449" h="167166">
                  <a:moveTo>
                    <a:pt x="449" y="1671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449" cy="167166"/>
            </a:xfrm>
            <a:custGeom>
              <a:avLst/>
              <a:pathLst>
                <a:path w="449" h="167166">
                  <a:moveTo>
                    <a:pt x="449" y="1671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082721"/>
              <a:ext cx="167164" cy="322641"/>
            </a:xfrm>
            <a:custGeom>
              <a:avLst/>
              <a:pathLst>
                <a:path w="167164" h="322641">
                  <a:moveTo>
                    <a:pt x="449" y="322641"/>
                  </a:moveTo>
                  <a:lnTo>
                    <a:pt x="5818" y="322540"/>
                  </a:lnTo>
                  <a:lnTo>
                    <a:pt x="11181" y="322267"/>
                  </a:lnTo>
                  <a:lnTo>
                    <a:pt x="16532" y="321822"/>
                  </a:lnTo>
                  <a:lnTo>
                    <a:pt x="21866" y="321205"/>
                  </a:lnTo>
                  <a:lnTo>
                    <a:pt x="27178" y="320417"/>
                  </a:lnTo>
                  <a:lnTo>
                    <a:pt x="32462" y="319459"/>
                  </a:lnTo>
                  <a:lnTo>
                    <a:pt x="37712" y="318332"/>
                  </a:lnTo>
                  <a:lnTo>
                    <a:pt x="42923" y="317037"/>
                  </a:lnTo>
                  <a:lnTo>
                    <a:pt x="48090" y="315575"/>
                  </a:lnTo>
                  <a:lnTo>
                    <a:pt x="53208" y="313948"/>
                  </a:lnTo>
                  <a:lnTo>
                    <a:pt x="58270" y="312157"/>
                  </a:lnTo>
                  <a:lnTo>
                    <a:pt x="63272" y="310204"/>
                  </a:lnTo>
                  <a:lnTo>
                    <a:pt x="68210" y="308092"/>
                  </a:lnTo>
                  <a:lnTo>
                    <a:pt x="73076" y="305823"/>
                  </a:lnTo>
                  <a:lnTo>
                    <a:pt x="77867" y="303398"/>
                  </a:lnTo>
                  <a:lnTo>
                    <a:pt x="82578" y="300821"/>
                  </a:lnTo>
                  <a:lnTo>
                    <a:pt x="87204" y="298094"/>
                  </a:lnTo>
                  <a:lnTo>
                    <a:pt x="91740" y="295219"/>
                  </a:lnTo>
                  <a:lnTo>
                    <a:pt x="96181" y="292200"/>
                  </a:lnTo>
                  <a:lnTo>
                    <a:pt x="100523" y="289041"/>
                  </a:lnTo>
                  <a:lnTo>
                    <a:pt x="104761" y="285743"/>
                  </a:lnTo>
                  <a:lnTo>
                    <a:pt x="108891" y="282311"/>
                  </a:lnTo>
                  <a:lnTo>
                    <a:pt x="112908" y="278748"/>
                  </a:lnTo>
                  <a:lnTo>
                    <a:pt x="116810" y="275058"/>
                  </a:lnTo>
                  <a:lnTo>
                    <a:pt x="120590" y="271245"/>
                  </a:lnTo>
                  <a:lnTo>
                    <a:pt x="124246" y="267312"/>
                  </a:lnTo>
                  <a:lnTo>
                    <a:pt x="127774" y="263263"/>
                  </a:lnTo>
                  <a:lnTo>
                    <a:pt x="131170" y="259104"/>
                  </a:lnTo>
                  <a:lnTo>
                    <a:pt x="134431" y="254837"/>
                  </a:lnTo>
                  <a:lnTo>
                    <a:pt x="137553" y="250468"/>
                  </a:lnTo>
                  <a:lnTo>
                    <a:pt x="140533" y="246001"/>
                  </a:lnTo>
                  <a:lnTo>
                    <a:pt x="143368" y="241441"/>
                  </a:lnTo>
                  <a:lnTo>
                    <a:pt x="146056" y="236792"/>
                  </a:lnTo>
                  <a:lnTo>
                    <a:pt x="148592" y="232059"/>
                  </a:lnTo>
                  <a:lnTo>
                    <a:pt x="150975" y="227247"/>
                  </a:lnTo>
                  <a:lnTo>
                    <a:pt x="153202" y="222361"/>
                  </a:lnTo>
                  <a:lnTo>
                    <a:pt x="155272" y="217405"/>
                  </a:lnTo>
                  <a:lnTo>
                    <a:pt x="157181" y="212386"/>
                  </a:lnTo>
                  <a:lnTo>
                    <a:pt x="158928" y="207309"/>
                  </a:lnTo>
                  <a:lnTo>
                    <a:pt x="160510" y="202177"/>
                  </a:lnTo>
                  <a:lnTo>
                    <a:pt x="161928" y="196998"/>
                  </a:lnTo>
                  <a:lnTo>
                    <a:pt x="163178" y="191775"/>
                  </a:lnTo>
                  <a:lnTo>
                    <a:pt x="164260" y="186516"/>
                  </a:lnTo>
                  <a:lnTo>
                    <a:pt x="165172" y="181224"/>
                  </a:lnTo>
                  <a:lnTo>
                    <a:pt x="165914" y="175906"/>
                  </a:lnTo>
                  <a:lnTo>
                    <a:pt x="166484" y="170566"/>
                  </a:lnTo>
                  <a:lnTo>
                    <a:pt x="166883" y="165211"/>
                  </a:lnTo>
                  <a:lnTo>
                    <a:pt x="167110" y="159846"/>
                  </a:lnTo>
                  <a:lnTo>
                    <a:pt x="167164" y="154476"/>
                  </a:lnTo>
                  <a:lnTo>
                    <a:pt x="167046" y="149108"/>
                  </a:lnTo>
                  <a:lnTo>
                    <a:pt x="166755" y="143746"/>
                  </a:lnTo>
                  <a:lnTo>
                    <a:pt x="166292" y="138396"/>
                  </a:lnTo>
                  <a:lnTo>
                    <a:pt x="165658" y="133064"/>
                  </a:lnTo>
                  <a:lnTo>
                    <a:pt x="164853" y="127755"/>
                  </a:lnTo>
                  <a:lnTo>
                    <a:pt x="163877" y="122474"/>
                  </a:lnTo>
                  <a:lnTo>
                    <a:pt x="162733" y="117228"/>
                  </a:lnTo>
                  <a:lnTo>
                    <a:pt x="161420" y="112020"/>
                  </a:lnTo>
                  <a:lnTo>
                    <a:pt x="159942" y="106858"/>
                  </a:lnTo>
                  <a:lnTo>
                    <a:pt x="158298" y="101746"/>
                  </a:lnTo>
                  <a:lnTo>
                    <a:pt x="156490" y="96690"/>
                  </a:lnTo>
                  <a:lnTo>
                    <a:pt x="154521" y="91694"/>
                  </a:lnTo>
                  <a:lnTo>
                    <a:pt x="152393" y="86764"/>
                  </a:lnTo>
                  <a:lnTo>
                    <a:pt x="150108" y="81904"/>
                  </a:lnTo>
                  <a:lnTo>
                    <a:pt x="147667" y="77121"/>
                  </a:lnTo>
                  <a:lnTo>
                    <a:pt x="145075" y="72419"/>
                  </a:lnTo>
                  <a:lnTo>
                    <a:pt x="142332" y="67802"/>
                  </a:lnTo>
                  <a:lnTo>
                    <a:pt x="139443" y="63276"/>
                  </a:lnTo>
                  <a:lnTo>
                    <a:pt x="136409" y="58845"/>
                  </a:lnTo>
                  <a:lnTo>
                    <a:pt x="133236" y="54513"/>
                  </a:lnTo>
                  <a:lnTo>
                    <a:pt x="129924" y="50286"/>
                  </a:lnTo>
                  <a:lnTo>
                    <a:pt x="126479" y="46167"/>
                  </a:lnTo>
                  <a:lnTo>
                    <a:pt x="122903" y="42161"/>
                  </a:lnTo>
                  <a:lnTo>
                    <a:pt x="119200" y="38272"/>
                  </a:lnTo>
                  <a:lnTo>
                    <a:pt x="115374" y="34504"/>
                  </a:lnTo>
                  <a:lnTo>
                    <a:pt x="111429" y="30861"/>
                  </a:lnTo>
                  <a:lnTo>
                    <a:pt x="107369" y="27346"/>
                  </a:lnTo>
                  <a:lnTo>
                    <a:pt x="103198" y="23964"/>
                  </a:lnTo>
                  <a:lnTo>
                    <a:pt x="98921" y="20717"/>
                  </a:lnTo>
                  <a:lnTo>
                    <a:pt x="94542" y="17609"/>
                  </a:lnTo>
                  <a:lnTo>
                    <a:pt x="90065" y="14644"/>
                  </a:lnTo>
                  <a:lnTo>
                    <a:pt x="85495" y="11824"/>
                  </a:lnTo>
                  <a:lnTo>
                    <a:pt x="80838" y="9152"/>
                  </a:lnTo>
                  <a:lnTo>
                    <a:pt x="76096" y="6631"/>
                  </a:lnTo>
                  <a:lnTo>
                    <a:pt x="71276" y="4264"/>
                  </a:lnTo>
                  <a:lnTo>
                    <a:pt x="66383" y="2052"/>
                  </a:lnTo>
                  <a:lnTo>
                    <a:pt x="61421" y="0"/>
                  </a:lnTo>
                  <a:lnTo>
                    <a:pt x="0" y="1554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071028"/>
              <a:ext cx="61421" cy="167167"/>
            </a:xfrm>
            <a:custGeom>
              <a:avLst/>
              <a:pathLst>
                <a:path w="61421" h="167167">
                  <a:moveTo>
                    <a:pt x="61421" y="11692"/>
                  </a:moveTo>
                  <a:lnTo>
                    <a:pt x="55529" y="9492"/>
                  </a:lnTo>
                  <a:lnTo>
                    <a:pt x="49559" y="7515"/>
                  </a:lnTo>
                  <a:lnTo>
                    <a:pt x="43519" y="5764"/>
                  </a:lnTo>
                  <a:lnTo>
                    <a:pt x="37417" y="4241"/>
                  </a:lnTo>
                  <a:lnTo>
                    <a:pt x="31262" y="2949"/>
                  </a:lnTo>
                  <a:lnTo>
                    <a:pt x="25063" y="1889"/>
                  </a:lnTo>
                  <a:lnTo>
                    <a:pt x="18828" y="1063"/>
                  </a:lnTo>
                  <a:lnTo>
                    <a:pt x="12567" y="473"/>
                  </a:lnTo>
                  <a:lnTo>
                    <a:pt x="6288" y="11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349059" y="1322571"/>
              <a:ext cx="139661" cy="167167"/>
            </a:xfrm>
            <a:custGeom>
              <a:avLst/>
              <a:pathLst>
                <a:path w="139661" h="167167">
                  <a:moveTo>
                    <a:pt x="139661" y="0"/>
                  </a:moveTo>
                  <a:lnTo>
                    <a:pt x="134151" y="90"/>
                  </a:lnTo>
                  <a:lnTo>
                    <a:pt x="128648" y="363"/>
                  </a:lnTo>
                  <a:lnTo>
                    <a:pt x="123156" y="816"/>
                  </a:lnTo>
                  <a:lnTo>
                    <a:pt x="117682" y="1451"/>
                  </a:lnTo>
                  <a:lnTo>
                    <a:pt x="112232" y="2265"/>
                  </a:lnTo>
                  <a:lnTo>
                    <a:pt x="106812" y="3259"/>
                  </a:lnTo>
                  <a:lnTo>
                    <a:pt x="101427" y="4431"/>
                  </a:lnTo>
                  <a:lnTo>
                    <a:pt x="96084" y="5779"/>
                  </a:lnTo>
                  <a:lnTo>
                    <a:pt x="90789" y="7303"/>
                  </a:lnTo>
                  <a:lnTo>
                    <a:pt x="85546" y="9001"/>
                  </a:lnTo>
                  <a:lnTo>
                    <a:pt x="80362" y="10870"/>
                  </a:lnTo>
                  <a:lnTo>
                    <a:pt x="75243" y="12910"/>
                  </a:lnTo>
                  <a:lnTo>
                    <a:pt x="70194" y="15117"/>
                  </a:lnTo>
                  <a:lnTo>
                    <a:pt x="65220" y="17489"/>
                  </a:lnTo>
                  <a:lnTo>
                    <a:pt x="60327" y="20024"/>
                  </a:lnTo>
                  <a:lnTo>
                    <a:pt x="55521" y="22719"/>
                  </a:lnTo>
                  <a:lnTo>
                    <a:pt x="50805" y="25570"/>
                  </a:lnTo>
                  <a:lnTo>
                    <a:pt x="46187" y="28576"/>
                  </a:lnTo>
                  <a:lnTo>
                    <a:pt x="41669" y="31732"/>
                  </a:lnTo>
                  <a:lnTo>
                    <a:pt x="37259" y="35036"/>
                  </a:lnTo>
                  <a:lnTo>
                    <a:pt x="32959" y="38483"/>
                  </a:lnTo>
                  <a:lnTo>
                    <a:pt x="28776" y="42069"/>
                  </a:lnTo>
                  <a:lnTo>
                    <a:pt x="24713" y="45792"/>
                  </a:lnTo>
                  <a:lnTo>
                    <a:pt x="20775" y="49647"/>
                  </a:lnTo>
                  <a:lnTo>
                    <a:pt x="16966" y="53629"/>
                  </a:lnTo>
                  <a:lnTo>
                    <a:pt x="13291" y="57735"/>
                  </a:lnTo>
                  <a:lnTo>
                    <a:pt x="9752" y="61959"/>
                  </a:lnTo>
                  <a:lnTo>
                    <a:pt x="6355" y="66298"/>
                  </a:lnTo>
                  <a:lnTo>
                    <a:pt x="3103" y="70747"/>
                  </a:lnTo>
                  <a:lnTo>
                    <a:pt x="0" y="75300"/>
                  </a:lnTo>
                  <a:lnTo>
                    <a:pt x="13966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349059" y="1397872"/>
              <a:ext cx="139661" cy="91866"/>
            </a:xfrm>
            <a:custGeom>
              <a:avLst/>
              <a:pathLst>
                <a:path w="139661" h="91866">
                  <a:moveTo>
                    <a:pt x="0" y="0"/>
                  </a:moveTo>
                  <a:lnTo>
                    <a:pt x="139661" y="918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349059" y="1397872"/>
              <a:ext cx="139661" cy="91866"/>
            </a:xfrm>
            <a:custGeom>
              <a:avLst/>
              <a:pathLst>
                <a:path w="139661" h="91866">
                  <a:moveTo>
                    <a:pt x="0" y="0"/>
                  </a:moveTo>
                  <a:lnTo>
                    <a:pt x="139661" y="918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349059" y="1397872"/>
              <a:ext cx="139661" cy="91866"/>
            </a:xfrm>
            <a:custGeom>
              <a:avLst/>
              <a:pathLst>
                <a:path w="139661" h="91866">
                  <a:moveTo>
                    <a:pt x="0" y="0"/>
                  </a:moveTo>
                  <a:lnTo>
                    <a:pt x="139661" y="918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349059" y="1397872"/>
              <a:ext cx="139661" cy="91866"/>
            </a:xfrm>
            <a:custGeom>
              <a:avLst/>
              <a:pathLst>
                <a:path w="139661" h="91866">
                  <a:moveTo>
                    <a:pt x="0" y="0"/>
                  </a:moveTo>
                  <a:lnTo>
                    <a:pt x="139661" y="918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349059" y="1397872"/>
              <a:ext cx="139661" cy="91866"/>
            </a:xfrm>
            <a:custGeom>
              <a:avLst/>
              <a:pathLst>
                <a:path w="139661" h="91866">
                  <a:moveTo>
                    <a:pt x="0" y="0"/>
                  </a:moveTo>
                  <a:lnTo>
                    <a:pt x="139661" y="918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349059" y="1397872"/>
              <a:ext cx="139661" cy="91866"/>
            </a:xfrm>
            <a:custGeom>
              <a:avLst/>
              <a:pathLst>
                <a:path w="139661" h="91866">
                  <a:moveTo>
                    <a:pt x="0" y="0"/>
                  </a:moveTo>
                  <a:lnTo>
                    <a:pt x="139661" y="918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349059" y="1397872"/>
              <a:ext cx="139661" cy="91866"/>
            </a:xfrm>
            <a:custGeom>
              <a:avLst/>
              <a:pathLst>
                <a:path w="139661" h="91866">
                  <a:moveTo>
                    <a:pt x="0" y="0"/>
                  </a:moveTo>
                  <a:lnTo>
                    <a:pt x="139661" y="9186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349059" y="1397872"/>
              <a:ext cx="139661" cy="91866"/>
            </a:xfrm>
            <a:custGeom>
              <a:avLst/>
              <a:pathLst>
                <a:path w="139661" h="91866">
                  <a:moveTo>
                    <a:pt x="0" y="0"/>
                  </a:moveTo>
                  <a:lnTo>
                    <a:pt x="139661" y="918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349059" y="1397872"/>
              <a:ext cx="139661" cy="91866"/>
            </a:xfrm>
            <a:custGeom>
              <a:avLst/>
              <a:pathLst>
                <a:path w="139661" h="91866">
                  <a:moveTo>
                    <a:pt x="0" y="0"/>
                  </a:moveTo>
                  <a:lnTo>
                    <a:pt x="139661" y="918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349059" y="1397872"/>
              <a:ext cx="139661" cy="91866"/>
            </a:xfrm>
            <a:custGeom>
              <a:avLst/>
              <a:pathLst>
                <a:path w="139661" h="91866">
                  <a:moveTo>
                    <a:pt x="0" y="0"/>
                  </a:moveTo>
                  <a:lnTo>
                    <a:pt x="139661" y="918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49059" y="1397872"/>
              <a:ext cx="139661" cy="91866"/>
            </a:xfrm>
            <a:custGeom>
              <a:avLst/>
              <a:pathLst>
                <a:path w="139661" h="91866">
                  <a:moveTo>
                    <a:pt x="0" y="0"/>
                  </a:moveTo>
                  <a:lnTo>
                    <a:pt x="139661" y="918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49059" y="1397872"/>
              <a:ext cx="139661" cy="91866"/>
            </a:xfrm>
            <a:custGeom>
              <a:avLst/>
              <a:pathLst>
                <a:path w="139661" h="91866">
                  <a:moveTo>
                    <a:pt x="0" y="0"/>
                  </a:moveTo>
                  <a:lnTo>
                    <a:pt x="139661" y="918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49059" y="1397872"/>
              <a:ext cx="139661" cy="91866"/>
            </a:xfrm>
            <a:custGeom>
              <a:avLst/>
              <a:pathLst>
                <a:path w="139661" h="91866">
                  <a:moveTo>
                    <a:pt x="0" y="0"/>
                  </a:moveTo>
                  <a:lnTo>
                    <a:pt x="139661" y="918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49059" y="1397872"/>
              <a:ext cx="139661" cy="91866"/>
            </a:xfrm>
            <a:custGeom>
              <a:avLst/>
              <a:pathLst>
                <a:path w="139661" h="91866">
                  <a:moveTo>
                    <a:pt x="0" y="0"/>
                  </a:moveTo>
                  <a:lnTo>
                    <a:pt x="139661" y="918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49059" y="1397872"/>
              <a:ext cx="139661" cy="91866"/>
            </a:xfrm>
            <a:custGeom>
              <a:avLst/>
              <a:pathLst>
                <a:path w="139661" h="91866">
                  <a:moveTo>
                    <a:pt x="0" y="0"/>
                  </a:moveTo>
                  <a:lnTo>
                    <a:pt x="139661" y="918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49059" y="1397872"/>
              <a:ext cx="139661" cy="91866"/>
            </a:xfrm>
            <a:custGeom>
              <a:avLst/>
              <a:pathLst>
                <a:path w="139661" h="91866">
                  <a:moveTo>
                    <a:pt x="0" y="0"/>
                  </a:moveTo>
                  <a:lnTo>
                    <a:pt x="139661" y="918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21561" y="1357241"/>
              <a:ext cx="334323" cy="299659"/>
            </a:xfrm>
            <a:custGeom>
              <a:avLst/>
              <a:pathLst>
                <a:path w="334323" h="299659">
                  <a:moveTo>
                    <a:pt x="27497" y="40630"/>
                  </a:moveTo>
                  <a:lnTo>
                    <a:pt x="24649" y="45113"/>
                  </a:lnTo>
                  <a:lnTo>
                    <a:pt x="21945" y="49684"/>
                  </a:lnTo>
                  <a:lnTo>
                    <a:pt x="19388" y="54338"/>
                  </a:lnTo>
                  <a:lnTo>
                    <a:pt x="16980" y="59071"/>
                  </a:lnTo>
                  <a:lnTo>
                    <a:pt x="14723" y="63879"/>
                  </a:lnTo>
                  <a:lnTo>
                    <a:pt x="12621" y="68756"/>
                  </a:lnTo>
                  <a:lnTo>
                    <a:pt x="10674" y="73697"/>
                  </a:lnTo>
                  <a:lnTo>
                    <a:pt x="8885" y="78697"/>
                  </a:lnTo>
                  <a:lnTo>
                    <a:pt x="7256" y="83752"/>
                  </a:lnTo>
                  <a:lnTo>
                    <a:pt x="5788" y="88856"/>
                  </a:lnTo>
                  <a:lnTo>
                    <a:pt x="4483" y="94004"/>
                  </a:lnTo>
                  <a:lnTo>
                    <a:pt x="3343" y="99191"/>
                  </a:lnTo>
                  <a:lnTo>
                    <a:pt x="2367" y="104411"/>
                  </a:lnTo>
                  <a:lnTo>
                    <a:pt x="1558" y="109660"/>
                  </a:lnTo>
                  <a:lnTo>
                    <a:pt x="917" y="114932"/>
                  </a:lnTo>
                  <a:lnTo>
                    <a:pt x="443" y="120221"/>
                  </a:lnTo>
                  <a:lnTo>
                    <a:pt x="137" y="125523"/>
                  </a:lnTo>
                  <a:lnTo>
                    <a:pt x="0" y="130832"/>
                  </a:lnTo>
                  <a:lnTo>
                    <a:pt x="31" y="136143"/>
                  </a:lnTo>
                  <a:lnTo>
                    <a:pt x="231" y="141450"/>
                  </a:lnTo>
                  <a:lnTo>
                    <a:pt x="600" y="146748"/>
                  </a:lnTo>
                  <a:lnTo>
                    <a:pt x="1136" y="152031"/>
                  </a:lnTo>
                  <a:lnTo>
                    <a:pt x="1841" y="157295"/>
                  </a:lnTo>
                  <a:lnTo>
                    <a:pt x="2712" y="162534"/>
                  </a:lnTo>
                  <a:lnTo>
                    <a:pt x="3749" y="167743"/>
                  </a:lnTo>
                  <a:lnTo>
                    <a:pt x="4951" y="172916"/>
                  </a:lnTo>
                  <a:lnTo>
                    <a:pt x="6317" y="178048"/>
                  </a:lnTo>
                  <a:lnTo>
                    <a:pt x="7845" y="183134"/>
                  </a:lnTo>
                  <a:lnTo>
                    <a:pt x="9534" y="188169"/>
                  </a:lnTo>
                  <a:lnTo>
                    <a:pt x="11382" y="193148"/>
                  </a:lnTo>
                  <a:lnTo>
                    <a:pt x="13387" y="198065"/>
                  </a:lnTo>
                  <a:lnTo>
                    <a:pt x="15547" y="202917"/>
                  </a:lnTo>
                  <a:lnTo>
                    <a:pt x="17861" y="207697"/>
                  </a:lnTo>
                  <a:lnTo>
                    <a:pt x="20325" y="212402"/>
                  </a:lnTo>
                  <a:lnTo>
                    <a:pt x="22937" y="217026"/>
                  </a:lnTo>
                  <a:lnTo>
                    <a:pt x="25695" y="221564"/>
                  </a:lnTo>
                  <a:lnTo>
                    <a:pt x="28596" y="226013"/>
                  </a:lnTo>
                  <a:lnTo>
                    <a:pt x="31636" y="230367"/>
                  </a:lnTo>
                  <a:lnTo>
                    <a:pt x="34813" y="234623"/>
                  </a:lnTo>
                  <a:lnTo>
                    <a:pt x="38124" y="238775"/>
                  </a:lnTo>
                  <a:lnTo>
                    <a:pt x="41565" y="242820"/>
                  </a:lnTo>
                  <a:lnTo>
                    <a:pt x="45133" y="246754"/>
                  </a:lnTo>
                  <a:lnTo>
                    <a:pt x="48824" y="250573"/>
                  </a:lnTo>
                  <a:lnTo>
                    <a:pt x="52634" y="254272"/>
                  </a:lnTo>
                  <a:lnTo>
                    <a:pt x="56560" y="257848"/>
                  </a:lnTo>
                  <a:lnTo>
                    <a:pt x="60598" y="261298"/>
                  </a:lnTo>
                  <a:lnTo>
                    <a:pt x="64743" y="264618"/>
                  </a:lnTo>
                  <a:lnTo>
                    <a:pt x="68992" y="267805"/>
                  </a:lnTo>
                  <a:lnTo>
                    <a:pt x="73339" y="270855"/>
                  </a:lnTo>
                  <a:lnTo>
                    <a:pt x="77782" y="273765"/>
                  </a:lnTo>
                  <a:lnTo>
                    <a:pt x="82314" y="276533"/>
                  </a:lnTo>
                  <a:lnTo>
                    <a:pt x="86932" y="279155"/>
                  </a:lnTo>
                  <a:lnTo>
                    <a:pt x="91631" y="281630"/>
                  </a:lnTo>
                  <a:lnTo>
                    <a:pt x="96407" y="283954"/>
                  </a:lnTo>
                  <a:lnTo>
                    <a:pt x="101253" y="286125"/>
                  </a:lnTo>
                  <a:lnTo>
                    <a:pt x="106167" y="288141"/>
                  </a:lnTo>
                  <a:lnTo>
                    <a:pt x="111142" y="289999"/>
                  </a:lnTo>
                  <a:lnTo>
                    <a:pt x="116173" y="291699"/>
                  </a:lnTo>
                  <a:lnTo>
                    <a:pt x="121256" y="293239"/>
                  </a:lnTo>
                  <a:lnTo>
                    <a:pt x="126385" y="294616"/>
                  </a:lnTo>
                  <a:lnTo>
                    <a:pt x="131555" y="295829"/>
                  </a:lnTo>
                  <a:lnTo>
                    <a:pt x="136761" y="296877"/>
                  </a:lnTo>
                  <a:lnTo>
                    <a:pt x="141998" y="297760"/>
                  </a:lnTo>
                  <a:lnTo>
                    <a:pt x="147261" y="298476"/>
                  </a:lnTo>
                  <a:lnTo>
                    <a:pt x="152543" y="299024"/>
                  </a:lnTo>
                  <a:lnTo>
                    <a:pt x="157840" y="299404"/>
                  </a:lnTo>
                  <a:lnTo>
                    <a:pt x="163147" y="299616"/>
                  </a:lnTo>
                  <a:lnTo>
                    <a:pt x="168457" y="299659"/>
                  </a:lnTo>
                  <a:lnTo>
                    <a:pt x="173766" y="299534"/>
                  </a:lnTo>
                  <a:lnTo>
                    <a:pt x="179069" y="299240"/>
                  </a:lnTo>
                  <a:lnTo>
                    <a:pt x="184360" y="298777"/>
                  </a:lnTo>
                  <a:lnTo>
                    <a:pt x="189633" y="298147"/>
                  </a:lnTo>
                  <a:lnTo>
                    <a:pt x="194883" y="297349"/>
                  </a:lnTo>
                  <a:lnTo>
                    <a:pt x="200106" y="296385"/>
                  </a:lnTo>
                  <a:lnTo>
                    <a:pt x="205295" y="295256"/>
                  </a:lnTo>
                  <a:lnTo>
                    <a:pt x="210446" y="293963"/>
                  </a:lnTo>
                  <a:lnTo>
                    <a:pt x="215553" y="292506"/>
                  </a:lnTo>
                  <a:lnTo>
                    <a:pt x="220611" y="290888"/>
                  </a:lnTo>
                  <a:lnTo>
                    <a:pt x="225616" y="289110"/>
                  </a:lnTo>
                  <a:lnTo>
                    <a:pt x="230561" y="287174"/>
                  </a:lnTo>
                  <a:lnTo>
                    <a:pt x="235443" y="285082"/>
                  </a:lnTo>
                  <a:lnTo>
                    <a:pt x="240255" y="282836"/>
                  </a:lnTo>
                  <a:lnTo>
                    <a:pt x="244994" y="280438"/>
                  </a:lnTo>
                  <a:lnTo>
                    <a:pt x="249654" y="277891"/>
                  </a:lnTo>
                  <a:lnTo>
                    <a:pt x="254231" y="275197"/>
                  </a:lnTo>
                  <a:lnTo>
                    <a:pt x="258719" y="272360"/>
                  </a:lnTo>
                  <a:lnTo>
                    <a:pt x="263116" y="269381"/>
                  </a:lnTo>
                  <a:lnTo>
                    <a:pt x="267416" y="266263"/>
                  </a:lnTo>
                  <a:lnTo>
                    <a:pt x="271614" y="263011"/>
                  </a:lnTo>
                  <a:lnTo>
                    <a:pt x="275707" y="259627"/>
                  </a:lnTo>
                  <a:lnTo>
                    <a:pt x="279691" y="256115"/>
                  </a:lnTo>
                  <a:lnTo>
                    <a:pt x="283561" y="252478"/>
                  </a:lnTo>
                  <a:lnTo>
                    <a:pt x="287313" y="248720"/>
                  </a:lnTo>
                  <a:lnTo>
                    <a:pt x="290944" y="244845"/>
                  </a:lnTo>
                  <a:lnTo>
                    <a:pt x="294451" y="240856"/>
                  </a:lnTo>
                  <a:lnTo>
                    <a:pt x="297829" y="236758"/>
                  </a:lnTo>
                  <a:lnTo>
                    <a:pt x="301074" y="232554"/>
                  </a:lnTo>
                  <a:lnTo>
                    <a:pt x="304185" y="228250"/>
                  </a:lnTo>
                  <a:lnTo>
                    <a:pt x="307158" y="223849"/>
                  </a:lnTo>
                  <a:lnTo>
                    <a:pt x="309989" y="219356"/>
                  </a:lnTo>
                  <a:lnTo>
                    <a:pt x="312676" y="214775"/>
                  </a:lnTo>
                  <a:lnTo>
                    <a:pt x="315216" y="210111"/>
                  </a:lnTo>
                  <a:lnTo>
                    <a:pt x="317607" y="205369"/>
                  </a:lnTo>
                  <a:lnTo>
                    <a:pt x="319846" y="200553"/>
                  </a:lnTo>
                  <a:lnTo>
                    <a:pt x="321930" y="195669"/>
                  </a:lnTo>
                  <a:lnTo>
                    <a:pt x="323859" y="190720"/>
                  </a:lnTo>
                  <a:lnTo>
                    <a:pt x="325629" y="185714"/>
                  </a:lnTo>
                  <a:lnTo>
                    <a:pt x="327240" y="180653"/>
                  </a:lnTo>
                  <a:lnTo>
                    <a:pt x="328689" y="175544"/>
                  </a:lnTo>
                  <a:lnTo>
                    <a:pt x="329975" y="170391"/>
                  </a:lnTo>
                  <a:lnTo>
                    <a:pt x="331096" y="165200"/>
                  </a:lnTo>
                  <a:lnTo>
                    <a:pt x="332052" y="159976"/>
                  </a:lnTo>
                  <a:lnTo>
                    <a:pt x="332842" y="154724"/>
                  </a:lnTo>
                  <a:lnTo>
                    <a:pt x="333464" y="149450"/>
                  </a:lnTo>
                  <a:lnTo>
                    <a:pt x="333919" y="144159"/>
                  </a:lnTo>
                  <a:lnTo>
                    <a:pt x="334205" y="138856"/>
                  </a:lnTo>
                  <a:lnTo>
                    <a:pt x="334323" y="133546"/>
                  </a:lnTo>
                  <a:lnTo>
                    <a:pt x="334272" y="128236"/>
                  </a:lnTo>
                  <a:lnTo>
                    <a:pt x="334052" y="122929"/>
                  </a:lnTo>
                  <a:lnTo>
                    <a:pt x="333664" y="117633"/>
                  </a:lnTo>
                  <a:lnTo>
                    <a:pt x="333108" y="112351"/>
                  </a:lnTo>
                  <a:lnTo>
                    <a:pt x="332384" y="107090"/>
                  </a:lnTo>
                  <a:lnTo>
                    <a:pt x="331494" y="101855"/>
                  </a:lnTo>
                  <a:lnTo>
                    <a:pt x="330437" y="96650"/>
                  </a:lnTo>
                  <a:lnTo>
                    <a:pt x="329216" y="91481"/>
                  </a:lnTo>
                  <a:lnTo>
                    <a:pt x="327832" y="86354"/>
                  </a:lnTo>
                  <a:lnTo>
                    <a:pt x="326285" y="81274"/>
                  </a:lnTo>
                  <a:lnTo>
                    <a:pt x="324577" y="76245"/>
                  </a:lnTo>
                  <a:lnTo>
                    <a:pt x="322711" y="71273"/>
                  </a:lnTo>
                  <a:lnTo>
                    <a:pt x="320688" y="66363"/>
                  </a:lnTo>
                  <a:lnTo>
                    <a:pt x="318510" y="61519"/>
                  </a:lnTo>
                  <a:lnTo>
                    <a:pt x="316179" y="56747"/>
                  </a:lnTo>
                  <a:lnTo>
                    <a:pt x="313697" y="52052"/>
                  </a:lnTo>
                  <a:lnTo>
                    <a:pt x="311068" y="47438"/>
                  </a:lnTo>
                  <a:lnTo>
                    <a:pt x="308293" y="42909"/>
                  </a:lnTo>
                  <a:lnTo>
                    <a:pt x="305376" y="38471"/>
                  </a:lnTo>
                  <a:lnTo>
                    <a:pt x="302320" y="34128"/>
                  </a:lnTo>
                  <a:lnTo>
                    <a:pt x="299127" y="29885"/>
                  </a:lnTo>
                  <a:lnTo>
                    <a:pt x="295801" y="25744"/>
                  </a:lnTo>
                  <a:lnTo>
                    <a:pt x="292345" y="21712"/>
                  </a:lnTo>
                  <a:lnTo>
                    <a:pt x="288763" y="17791"/>
                  </a:lnTo>
                  <a:lnTo>
                    <a:pt x="285058" y="13986"/>
                  </a:lnTo>
                  <a:lnTo>
                    <a:pt x="281234" y="10301"/>
                  </a:lnTo>
                  <a:lnTo>
                    <a:pt x="277295" y="6739"/>
                  </a:lnTo>
                  <a:lnTo>
                    <a:pt x="273244" y="3304"/>
                  </a:lnTo>
                  <a:lnTo>
                    <a:pt x="269087" y="0"/>
                  </a:lnTo>
                  <a:lnTo>
                    <a:pt x="167159" y="13249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488720" y="1322571"/>
              <a:ext cx="101928" cy="167167"/>
            </a:xfrm>
            <a:custGeom>
              <a:avLst/>
              <a:pathLst>
                <a:path w="101928" h="167167">
                  <a:moveTo>
                    <a:pt x="101928" y="34670"/>
                  </a:moveTo>
                  <a:lnTo>
                    <a:pt x="97295" y="31231"/>
                  </a:lnTo>
                  <a:lnTo>
                    <a:pt x="92547" y="27955"/>
                  </a:lnTo>
                  <a:lnTo>
                    <a:pt x="87688" y="24845"/>
                  </a:lnTo>
                  <a:lnTo>
                    <a:pt x="82725" y="21904"/>
                  </a:lnTo>
                  <a:lnTo>
                    <a:pt x="77664" y="19136"/>
                  </a:lnTo>
                  <a:lnTo>
                    <a:pt x="72509" y="16544"/>
                  </a:lnTo>
                  <a:lnTo>
                    <a:pt x="67269" y="14132"/>
                  </a:lnTo>
                  <a:lnTo>
                    <a:pt x="61948" y="11902"/>
                  </a:lnTo>
                  <a:lnTo>
                    <a:pt x="56554" y="9857"/>
                  </a:lnTo>
                  <a:lnTo>
                    <a:pt x="51092" y="7999"/>
                  </a:lnTo>
                  <a:lnTo>
                    <a:pt x="45570" y="6331"/>
                  </a:lnTo>
                  <a:lnTo>
                    <a:pt x="39993" y="4854"/>
                  </a:lnTo>
                  <a:lnTo>
                    <a:pt x="34368" y="3571"/>
                  </a:lnTo>
                  <a:lnTo>
                    <a:pt x="28703" y="2482"/>
                  </a:lnTo>
                  <a:lnTo>
                    <a:pt x="23003" y="1590"/>
                  </a:lnTo>
                  <a:lnTo>
                    <a:pt x="17277" y="895"/>
                  </a:lnTo>
                  <a:lnTo>
                    <a:pt x="11529" y="398"/>
                  </a:lnTo>
                  <a:lnTo>
                    <a:pt x="5768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993348" y="1681503"/>
              <a:ext cx="93176" cy="167167"/>
            </a:xfrm>
            <a:custGeom>
              <a:avLst/>
              <a:pathLst>
                <a:path w="93176" h="167167">
                  <a:moveTo>
                    <a:pt x="93176" y="0"/>
                  </a:moveTo>
                  <a:lnTo>
                    <a:pt x="87363" y="101"/>
                  </a:lnTo>
                  <a:lnTo>
                    <a:pt x="81558" y="404"/>
                  </a:lnTo>
                  <a:lnTo>
                    <a:pt x="75766" y="909"/>
                  </a:lnTo>
                  <a:lnTo>
                    <a:pt x="69996" y="1614"/>
                  </a:lnTo>
                  <a:lnTo>
                    <a:pt x="64253" y="2521"/>
                  </a:lnTo>
                  <a:lnTo>
                    <a:pt x="58546" y="3626"/>
                  </a:lnTo>
                  <a:lnTo>
                    <a:pt x="52880" y="4929"/>
                  </a:lnTo>
                  <a:lnTo>
                    <a:pt x="47263" y="6428"/>
                  </a:lnTo>
                  <a:lnTo>
                    <a:pt x="41702" y="8122"/>
                  </a:lnTo>
                  <a:lnTo>
                    <a:pt x="36203" y="10008"/>
                  </a:lnTo>
                  <a:lnTo>
                    <a:pt x="30773" y="12084"/>
                  </a:lnTo>
                  <a:lnTo>
                    <a:pt x="25418" y="14347"/>
                  </a:lnTo>
                  <a:lnTo>
                    <a:pt x="20145" y="16796"/>
                  </a:lnTo>
                  <a:lnTo>
                    <a:pt x="14961" y="19426"/>
                  </a:lnTo>
                  <a:lnTo>
                    <a:pt x="9871" y="22235"/>
                  </a:lnTo>
                  <a:lnTo>
                    <a:pt x="4882" y="25219"/>
                  </a:lnTo>
                  <a:lnTo>
                    <a:pt x="0" y="28375"/>
                  </a:lnTo>
                  <a:lnTo>
                    <a:pt x="9317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993348" y="1709879"/>
              <a:ext cx="93176" cy="138791"/>
            </a:xfrm>
            <a:custGeom>
              <a:avLst/>
              <a:pathLst>
                <a:path w="93176" h="138791">
                  <a:moveTo>
                    <a:pt x="0" y="0"/>
                  </a:moveTo>
                  <a:lnTo>
                    <a:pt x="93176" y="13879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993348" y="1709879"/>
              <a:ext cx="93176" cy="138791"/>
            </a:xfrm>
            <a:custGeom>
              <a:avLst/>
              <a:pathLst>
                <a:path w="93176" h="138791">
                  <a:moveTo>
                    <a:pt x="0" y="0"/>
                  </a:moveTo>
                  <a:lnTo>
                    <a:pt x="93176" y="1387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993348" y="1709879"/>
              <a:ext cx="93176" cy="138791"/>
            </a:xfrm>
            <a:custGeom>
              <a:avLst/>
              <a:pathLst>
                <a:path w="93176" h="138791">
                  <a:moveTo>
                    <a:pt x="0" y="0"/>
                  </a:moveTo>
                  <a:lnTo>
                    <a:pt x="93176" y="1387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993348" y="1709879"/>
              <a:ext cx="93176" cy="138791"/>
            </a:xfrm>
            <a:custGeom>
              <a:avLst/>
              <a:pathLst>
                <a:path w="93176" h="138791">
                  <a:moveTo>
                    <a:pt x="0" y="0"/>
                  </a:moveTo>
                  <a:lnTo>
                    <a:pt x="93176" y="1387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993348" y="1709879"/>
              <a:ext cx="93176" cy="138791"/>
            </a:xfrm>
            <a:custGeom>
              <a:avLst/>
              <a:pathLst>
                <a:path w="93176" h="138791">
                  <a:moveTo>
                    <a:pt x="0" y="0"/>
                  </a:moveTo>
                  <a:lnTo>
                    <a:pt x="93176" y="1387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993348" y="1709879"/>
              <a:ext cx="93176" cy="138791"/>
            </a:xfrm>
            <a:custGeom>
              <a:avLst/>
              <a:pathLst>
                <a:path w="93176" h="138791">
                  <a:moveTo>
                    <a:pt x="0" y="0"/>
                  </a:moveTo>
                  <a:lnTo>
                    <a:pt x="93176" y="13879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993348" y="1709879"/>
              <a:ext cx="93176" cy="138791"/>
            </a:xfrm>
            <a:custGeom>
              <a:avLst/>
              <a:pathLst>
                <a:path w="93176" h="138791">
                  <a:moveTo>
                    <a:pt x="0" y="0"/>
                  </a:moveTo>
                  <a:lnTo>
                    <a:pt x="93176" y="1387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993348" y="1709879"/>
              <a:ext cx="93176" cy="138791"/>
            </a:xfrm>
            <a:custGeom>
              <a:avLst/>
              <a:pathLst>
                <a:path w="93176" h="138791">
                  <a:moveTo>
                    <a:pt x="0" y="0"/>
                  </a:moveTo>
                  <a:lnTo>
                    <a:pt x="93176" y="1387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993348" y="1709879"/>
              <a:ext cx="93176" cy="138791"/>
            </a:xfrm>
            <a:custGeom>
              <a:avLst/>
              <a:pathLst>
                <a:path w="93176" h="138791">
                  <a:moveTo>
                    <a:pt x="0" y="0"/>
                  </a:moveTo>
                  <a:lnTo>
                    <a:pt x="93176" y="13879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993348" y="1709879"/>
              <a:ext cx="93176" cy="138791"/>
            </a:xfrm>
            <a:custGeom>
              <a:avLst/>
              <a:pathLst>
                <a:path w="93176" h="138791">
                  <a:moveTo>
                    <a:pt x="0" y="0"/>
                  </a:moveTo>
                  <a:lnTo>
                    <a:pt x="93176" y="1387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993348" y="1709879"/>
              <a:ext cx="93176" cy="138791"/>
            </a:xfrm>
            <a:custGeom>
              <a:avLst/>
              <a:pathLst>
                <a:path w="93176" h="138791">
                  <a:moveTo>
                    <a:pt x="0" y="0"/>
                  </a:moveTo>
                  <a:lnTo>
                    <a:pt x="93176" y="1387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993348" y="1709879"/>
              <a:ext cx="93176" cy="138791"/>
            </a:xfrm>
            <a:custGeom>
              <a:avLst/>
              <a:pathLst>
                <a:path w="93176" h="138791">
                  <a:moveTo>
                    <a:pt x="0" y="0"/>
                  </a:moveTo>
                  <a:lnTo>
                    <a:pt x="93176" y="1387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993348" y="1709879"/>
              <a:ext cx="93176" cy="138791"/>
            </a:xfrm>
            <a:custGeom>
              <a:avLst/>
              <a:pathLst>
                <a:path w="93176" h="138791">
                  <a:moveTo>
                    <a:pt x="0" y="0"/>
                  </a:moveTo>
                  <a:lnTo>
                    <a:pt x="93176" y="1387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993348" y="1709879"/>
              <a:ext cx="93176" cy="138791"/>
            </a:xfrm>
            <a:custGeom>
              <a:avLst/>
              <a:pathLst>
                <a:path w="93176" h="138791">
                  <a:moveTo>
                    <a:pt x="0" y="0"/>
                  </a:moveTo>
                  <a:lnTo>
                    <a:pt x="93176" y="13879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93348" y="1709879"/>
              <a:ext cx="93176" cy="138791"/>
            </a:xfrm>
            <a:custGeom>
              <a:avLst/>
              <a:pathLst>
                <a:path w="93176" h="138791">
                  <a:moveTo>
                    <a:pt x="0" y="0"/>
                  </a:moveTo>
                  <a:lnTo>
                    <a:pt x="93176" y="13879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93348" y="1709879"/>
              <a:ext cx="93176" cy="138791"/>
            </a:xfrm>
            <a:custGeom>
              <a:avLst/>
              <a:pathLst>
                <a:path w="93176" h="138791">
                  <a:moveTo>
                    <a:pt x="0" y="0"/>
                  </a:moveTo>
                  <a:lnTo>
                    <a:pt x="93176" y="1387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19357" y="1681503"/>
              <a:ext cx="334325" cy="334324"/>
            </a:xfrm>
            <a:custGeom>
              <a:avLst/>
              <a:pathLst>
                <a:path w="334325" h="334324">
                  <a:moveTo>
                    <a:pt x="73990" y="28375"/>
                  </a:moveTo>
                  <a:lnTo>
                    <a:pt x="69649" y="31391"/>
                  </a:lnTo>
                  <a:lnTo>
                    <a:pt x="65405" y="34542"/>
                  </a:lnTo>
                  <a:lnTo>
                    <a:pt x="61262" y="37825"/>
                  </a:lnTo>
                  <a:lnTo>
                    <a:pt x="57226" y="41239"/>
                  </a:lnTo>
                  <a:lnTo>
                    <a:pt x="53300" y="44777"/>
                  </a:lnTo>
                  <a:lnTo>
                    <a:pt x="49487" y="48439"/>
                  </a:lnTo>
                  <a:lnTo>
                    <a:pt x="45792" y="52219"/>
                  </a:lnTo>
                  <a:lnTo>
                    <a:pt x="42218" y="56114"/>
                  </a:lnTo>
                  <a:lnTo>
                    <a:pt x="38770" y="60120"/>
                  </a:lnTo>
                  <a:lnTo>
                    <a:pt x="35449" y="64233"/>
                  </a:lnTo>
                  <a:lnTo>
                    <a:pt x="32261" y="68449"/>
                  </a:lnTo>
                  <a:lnTo>
                    <a:pt x="29207" y="72763"/>
                  </a:lnTo>
                  <a:lnTo>
                    <a:pt x="26291" y="77172"/>
                  </a:lnTo>
                  <a:lnTo>
                    <a:pt x="23516" y="81671"/>
                  </a:lnTo>
                  <a:lnTo>
                    <a:pt x="20885" y="86256"/>
                  </a:lnTo>
                  <a:lnTo>
                    <a:pt x="18400" y="90921"/>
                  </a:lnTo>
                  <a:lnTo>
                    <a:pt x="16064" y="95663"/>
                  </a:lnTo>
                  <a:lnTo>
                    <a:pt x="13879" y="100476"/>
                  </a:lnTo>
                  <a:lnTo>
                    <a:pt x="11847" y="105356"/>
                  </a:lnTo>
                  <a:lnTo>
                    <a:pt x="9970" y="110297"/>
                  </a:lnTo>
                  <a:lnTo>
                    <a:pt x="8251" y="115296"/>
                  </a:lnTo>
                  <a:lnTo>
                    <a:pt x="6690" y="120346"/>
                  </a:lnTo>
                  <a:lnTo>
                    <a:pt x="5290" y="125443"/>
                  </a:lnTo>
                  <a:lnTo>
                    <a:pt x="4052" y="130582"/>
                  </a:lnTo>
                  <a:lnTo>
                    <a:pt x="2977" y="135758"/>
                  </a:lnTo>
                  <a:lnTo>
                    <a:pt x="2066" y="140964"/>
                  </a:lnTo>
                  <a:lnTo>
                    <a:pt x="1320" y="146197"/>
                  </a:lnTo>
                  <a:lnTo>
                    <a:pt x="740" y="151451"/>
                  </a:lnTo>
                  <a:lnTo>
                    <a:pt x="326" y="156721"/>
                  </a:lnTo>
                  <a:lnTo>
                    <a:pt x="79" y="162001"/>
                  </a:lnTo>
                  <a:lnTo>
                    <a:pt x="0" y="167287"/>
                  </a:lnTo>
                  <a:lnTo>
                    <a:pt x="87" y="172572"/>
                  </a:lnTo>
                  <a:lnTo>
                    <a:pt x="341" y="177852"/>
                  </a:lnTo>
                  <a:lnTo>
                    <a:pt x="762" y="183121"/>
                  </a:lnTo>
                  <a:lnTo>
                    <a:pt x="1350" y="188374"/>
                  </a:lnTo>
                  <a:lnTo>
                    <a:pt x="2103" y="193606"/>
                  </a:lnTo>
                  <a:lnTo>
                    <a:pt x="3022" y="198812"/>
                  </a:lnTo>
                  <a:lnTo>
                    <a:pt x="4104" y="203986"/>
                  </a:lnTo>
                  <a:lnTo>
                    <a:pt x="5350" y="209123"/>
                  </a:lnTo>
                  <a:lnTo>
                    <a:pt x="6757" y="214218"/>
                  </a:lnTo>
                  <a:lnTo>
                    <a:pt x="8325" y="219266"/>
                  </a:lnTo>
                  <a:lnTo>
                    <a:pt x="10052" y="224262"/>
                  </a:lnTo>
                  <a:lnTo>
                    <a:pt x="11936" y="229201"/>
                  </a:lnTo>
                  <a:lnTo>
                    <a:pt x="13974" y="234078"/>
                  </a:lnTo>
                  <a:lnTo>
                    <a:pt x="16167" y="238888"/>
                  </a:lnTo>
                  <a:lnTo>
                    <a:pt x="18510" y="243626"/>
                  </a:lnTo>
                  <a:lnTo>
                    <a:pt x="21001" y="248288"/>
                  </a:lnTo>
                  <a:lnTo>
                    <a:pt x="23639" y="252868"/>
                  </a:lnTo>
                  <a:lnTo>
                    <a:pt x="26421" y="257363"/>
                  </a:lnTo>
                  <a:lnTo>
                    <a:pt x="29343" y="261768"/>
                  </a:lnTo>
                  <a:lnTo>
                    <a:pt x="32402" y="266079"/>
                  </a:lnTo>
                  <a:lnTo>
                    <a:pt x="35597" y="270290"/>
                  </a:lnTo>
                  <a:lnTo>
                    <a:pt x="38923" y="274398"/>
                  </a:lnTo>
                  <a:lnTo>
                    <a:pt x="42378" y="278399"/>
                  </a:lnTo>
                  <a:lnTo>
                    <a:pt x="45957" y="282289"/>
                  </a:lnTo>
                  <a:lnTo>
                    <a:pt x="49657" y="286064"/>
                  </a:lnTo>
                  <a:lnTo>
                    <a:pt x="53475" y="289720"/>
                  </a:lnTo>
                  <a:lnTo>
                    <a:pt x="57407" y="293253"/>
                  </a:lnTo>
                  <a:lnTo>
                    <a:pt x="61448" y="296660"/>
                  </a:lnTo>
                  <a:lnTo>
                    <a:pt x="65595" y="299938"/>
                  </a:lnTo>
                  <a:lnTo>
                    <a:pt x="69844" y="303083"/>
                  </a:lnTo>
                  <a:lnTo>
                    <a:pt x="74189" y="306092"/>
                  </a:lnTo>
                  <a:lnTo>
                    <a:pt x="78628" y="308962"/>
                  </a:lnTo>
                  <a:lnTo>
                    <a:pt x="83156" y="311690"/>
                  </a:lnTo>
                  <a:lnTo>
                    <a:pt x="87767" y="314274"/>
                  </a:lnTo>
                  <a:lnTo>
                    <a:pt x="92458" y="316711"/>
                  </a:lnTo>
                  <a:lnTo>
                    <a:pt x="97223" y="318998"/>
                  </a:lnTo>
                  <a:lnTo>
                    <a:pt x="102059" y="321134"/>
                  </a:lnTo>
                  <a:lnTo>
                    <a:pt x="106959" y="323116"/>
                  </a:lnTo>
                  <a:lnTo>
                    <a:pt x="111920" y="324941"/>
                  </a:lnTo>
                  <a:lnTo>
                    <a:pt x="116936" y="326609"/>
                  </a:lnTo>
                  <a:lnTo>
                    <a:pt x="122002" y="328117"/>
                  </a:lnTo>
                  <a:lnTo>
                    <a:pt x="127113" y="329465"/>
                  </a:lnTo>
                  <a:lnTo>
                    <a:pt x="132264" y="330650"/>
                  </a:lnTo>
                  <a:lnTo>
                    <a:pt x="137451" y="331672"/>
                  </a:lnTo>
                  <a:lnTo>
                    <a:pt x="142667" y="332529"/>
                  </a:lnTo>
                  <a:lnTo>
                    <a:pt x="147907" y="333221"/>
                  </a:lnTo>
                  <a:lnTo>
                    <a:pt x="153167" y="333747"/>
                  </a:lnTo>
                  <a:lnTo>
                    <a:pt x="158440" y="334106"/>
                  </a:lnTo>
                  <a:lnTo>
                    <a:pt x="163723" y="334299"/>
                  </a:lnTo>
                  <a:lnTo>
                    <a:pt x="169009" y="334324"/>
                  </a:lnTo>
                  <a:lnTo>
                    <a:pt x="174293" y="334182"/>
                  </a:lnTo>
                  <a:lnTo>
                    <a:pt x="179570" y="333874"/>
                  </a:lnTo>
                  <a:lnTo>
                    <a:pt x="184834" y="333398"/>
                  </a:lnTo>
                  <a:lnTo>
                    <a:pt x="190081" y="332756"/>
                  </a:lnTo>
                  <a:lnTo>
                    <a:pt x="195305" y="331949"/>
                  </a:lnTo>
                  <a:lnTo>
                    <a:pt x="200501" y="330977"/>
                  </a:lnTo>
                  <a:lnTo>
                    <a:pt x="205663" y="329841"/>
                  </a:lnTo>
                  <a:lnTo>
                    <a:pt x="210787" y="328543"/>
                  </a:lnTo>
                  <a:lnTo>
                    <a:pt x="215868" y="327083"/>
                  </a:lnTo>
                  <a:lnTo>
                    <a:pt x="220899" y="325463"/>
                  </a:lnTo>
                  <a:lnTo>
                    <a:pt x="225877" y="323685"/>
                  </a:lnTo>
                  <a:lnTo>
                    <a:pt x="230797" y="321751"/>
                  </a:lnTo>
                  <a:lnTo>
                    <a:pt x="235652" y="319662"/>
                  </a:lnTo>
                  <a:lnTo>
                    <a:pt x="240439" y="317420"/>
                  </a:lnTo>
                  <a:lnTo>
                    <a:pt x="245153" y="315029"/>
                  </a:lnTo>
                  <a:lnTo>
                    <a:pt x="249789" y="312489"/>
                  </a:lnTo>
                  <a:lnTo>
                    <a:pt x="254342" y="309804"/>
                  </a:lnTo>
                  <a:lnTo>
                    <a:pt x="258809" y="306977"/>
                  </a:lnTo>
                  <a:lnTo>
                    <a:pt x="263183" y="304009"/>
                  </a:lnTo>
                  <a:lnTo>
                    <a:pt x="267462" y="300905"/>
                  </a:lnTo>
                  <a:lnTo>
                    <a:pt x="271640" y="297667"/>
                  </a:lnTo>
                  <a:lnTo>
                    <a:pt x="275714" y="294299"/>
                  </a:lnTo>
                  <a:lnTo>
                    <a:pt x="279679" y="290804"/>
                  </a:lnTo>
                  <a:lnTo>
                    <a:pt x="283532" y="287185"/>
                  </a:lnTo>
                  <a:lnTo>
                    <a:pt x="287268" y="283446"/>
                  </a:lnTo>
                  <a:lnTo>
                    <a:pt x="290884" y="279590"/>
                  </a:lnTo>
                  <a:lnTo>
                    <a:pt x="294377" y="275622"/>
                  </a:lnTo>
                  <a:lnTo>
                    <a:pt x="297742" y="271546"/>
                  </a:lnTo>
                  <a:lnTo>
                    <a:pt x="300977" y="267366"/>
                  </a:lnTo>
                  <a:lnTo>
                    <a:pt x="304078" y="263085"/>
                  </a:lnTo>
                  <a:lnTo>
                    <a:pt x="307042" y="258708"/>
                  </a:lnTo>
                  <a:lnTo>
                    <a:pt x="309867" y="254240"/>
                  </a:lnTo>
                  <a:lnTo>
                    <a:pt x="312548" y="249685"/>
                  </a:lnTo>
                  <a:lnTo>
                    <a:pt x="315084" y="245047"/>
                  </a:lnTo>
                  <a:lnTo>
                    <a:pt x="317473" y="240332"/>
                  </a:lnTo>
                  <a:lnTo>
                    <a:pt x="319711" y="235543"/>
                  </a:lnTo>
                  <a:lnTo>
                    <a:pt x="321796" y="230686"/>
                  </a:lnTo>
                  <a:lnTo>
                    <a:pt x="323727" y="225765"/>
                  </a:lnTo>
                  <a:lnTo>
                    <a:pt x="325502" y="220786"/>
                  </a:lnTo>
                  <a:lnTo>
                    <a:pt x="327118" y="215753"/>
                  </a:lnTo>
                  <a:lnTo>
                    <a:pt x="328574" y="210672"/>
                  </a:lnTo>
                  <a:lnTo>
                    <a:pt x="329869" y="205547"/>
                  </a:lnTo>
                  <a:lnTo>
                    <a:pt x="331001" y="200383"/>
                  </a:lnTo>
                  <a:lnTo>
                    <a:pt x="331969" y="195187"/>
                  </a:lnTo>
                  <a:lnTo>
                    <a:pt x="332773" y="189962"/>
                  </a:lnTo>
                  <a:lnTo>
                    <a:pt x="333411" y="184715"/>
                  </a:lnTo>
                  <a:lnTo>
                    <a:pt x="333882" y="179450"/>
                  </a:lnTo>
                  <a:lnTo>
                    <a:pt x="334187" y="174173"/>
                  </a:lnTo>
                  <a:lnTo>
                    <a:pt x="334325" y="168889"/>
                  </a:lnTo>
                  <a:lnTo>
                    <a:pt x="334296" y="163603"/>
                  </a:lnTo>
                  <a:lnTo>
                    <a:pt x="334100" y="158321"/>
                  </a:lnTo>
                  <a:lnTo>
                    <a:pt x="333737" y="153047"/>
                  </a:lnTo>
                  <a:lnTo>
                    <a:pt x="333207" y="147788"/>
                  </a:lnTo>
                  <a:lnTo>
                    <a:pt x="332512" y="142548"/>
                  </a:lnTo>
                  <a:lnTo>
                    <a:pt x="331651" y="137333"/>
                  </a:lnTo>
                  <a:lnTo>
                    <a:pt x="330625" y="132147"/>
                  </a:lnTo>
                  <a:lnTo>
                    <a:pt x="329436" y="126997"/>
                  </a:lnTo>
                  <a:lnTo>
                    <a:pt x="328085" y="121886"/>
                  </a:lnTo>
                  <a:lnTo>
                    <a:pt x="326573" y="116821"/>
                  </a:lnTo>
                  <a:lnTo>
                    <a:pt x="324901" y="111807"/>
                  </a:lnTo>
                  <a:lnTo>
                    <a:pt x="323072" y="106847"/>
                  </a:lnTo>
                  <a:lnTo>
                    <a:pt x="321087" y="101948"/>
                  </a:lnTo>
                  <a:lnTo>
                    <a:pt x="318948" y="97114"/>
                  </a:lnTo>
                  <a:lnTo>
                    <a:pt x="316658" y="92351"/>
                  </a:lnTo>
                  <a:lnTo>
                    <a:pt x="314217" y="87662"/>
                  </a:lnTo>
                  <a:lnTo>
                    <a:pt x="311630" y="83052"/>
                  </a:lnTo>
                  <a:lnTo>
                    <a:pt x="308899" y="78527"/>
                  </a:lnTo>
                  <a:lnTo>
                    <a:pt x="306025" y="74090"/>
                  </a:lnTo>
                  <a:lnTo>
                    <a:pt x="303013" y="69746"/>
                  </a:lnTo>
                  <a:lnTo>
                    <a:pt x="299865" y="65500"/>
                  </a:lnTo>
                  <a:lnTo>
                    <a:pt x="296584" y="61355"/>
                  </a:lnTo>
                  <a:lnTo>
                    <a:pt x="293174" y="57316"/>
                  </a:lnTo>
                  <a:lnTo>
                    <a:pt x="289638" y="53387"/>
                  </a:lnTo>
                  <a:lnTo>
                    <a:pt x="285979" y="49572"/>
                  </a:lnTo>
                  <a:lnTo>
                    <a:pt x="282202" y="45874"/>
                  </a:lnTo>
                  <a:lnTo>
                    <a:pt x="278310" y="42298"/>
                  </a:lnTo>
                  <a:lnTo>
                    <a:pt x="274306" y="38847"/>
                  </a:lnTo>
                  <a:lnTo>
                    <a:pt x="270196" y="35523"/>
                  </a:lnTo>
                  <a:lnTo>
                    <a:pt x="265982" y="32332"/>
                  </a:lnTo>
                  <a:lnTo>
                    <a:pt x="261669" y="29275"/>
                  </a:lnTo>
                  <a:lnTo>
                    <a:pt x="257263" y="26356"/>
                  </a:lnTo>
                  <a:lnTo>
                    <a:pt x="252766" y="23578"/>
                  </a:lnTo>
                  <a:lnTo>
                    <a:pt x="248183" y="20943"/>
                  </a:lnTo>
                  <a:lnTo>
                    <a:pt x="243519" y="18455"/>
                  </a:lnTo>
                  <a:lnTo>
                    <a:pt x="238779" y="16115"/>
                  </a:lnTo>
                  <a:lnTo>
                    <a:pt x="233968" y="13927"/>
                  </a:lnTo>
                  <a:lnTo>
                    <a:pt x="229089" y="11891"/>
                  </a:lnTo>
                  <a:lnTo>
                    <a:pt x="224149" y="10011"/>
                  </a:lnTo>
                  <a:lnTo>
                    <a:pt x="219152" y="8288"/>
                  </a:lnTo>
                  <a:lnTo>
                    <a:pt x="214103" y="6724"/>
                  </a:lnTo>
                  <a:lnTo>
                    <a:pt x="209007" y="5320"/>
                  </a:lnTo>
                  <a:lnTo>
                    <a:pt x="203869" y="4078"/>
                  </a:lnTo>
                  <a:lnTo>
                    <a:pt x="198694" y="2999"/>
                  </a:lnTo>
                  <a:lnTo>
                    <a:pt x="193488" y="2085"/>
                  </a:lnTo>
                  <a:lnTo>
                    <a:pt x="188255" y="1335"/>
                  </a:lnTo>
                  <a:lnTo>
                    <a:pt x="183002" y="751"/>
                  </a:lnTo>
                  <a:lnTo>
                    <a:pt x="177732" y="334"/>
                  </a:lnTo>
                  <a:lnTo>
                    <a:pt x="172452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660646" y="2126963"/>
              <a:ext cx="120641" cy="167167"/>
            </a:xfrm>
            <a:custGeom>
              <a:avLst/>
              <a:pathLst>
                <a:path w="120641" h="167167">
                  <a:moveTo>
                    <a:pt x="120641" y="0"/>
                  </a:moveTo>
                  <a:lnTo>
                    <a:pt x="115026" y="94"/>
                  </a:lnTo>
                  <a:lnTo>
                    <a:pt x="109418" y="377"/>
                  </a:lnTo>
                  <a:lnTo>
                    <a:pt x="103823" y="848"/>
                  </a:lnTo>
                  <a:lnTo>
                    <a:pt x="98246" y="1506"/>
                  </a:lnTo>
                  <a:lnTo>
                    <a:pt x="92695" y="2352"/>
                  </a:lnTo>
                  <a:lnTo>
                    <a:pt x="87175" y="3384"/>
                  </a:lnTo>
                  <a:lnTo>
                    <a:pt x="81693" y="4600"/>
                  </a:lnTo>
                  <a:lnTo>
                    <a:pt x="76255" y="6000"/>
                  </a:lnTo>
                  <a:lnTo>
                    <a:pt x="70867" y="7582"/>
                  </a:lnTo>
                  <a:lnTo>
                    <a:pt x="65535" y="9343"/>
                  </a:lnTo>
                  <a:lnTo>
                    <a:pt x="60265" y="11283"/>
                  </a:lnTo>
                  <a:lnTo>
                    <a:pt x="55064" y="13399"/>
                  </a:lnTo>
                  <a:lnTo>
                    <a:pt x="49936" y="15688"/>
                  </a:lnTo>
                  <a:lnTo>
                    <a:pt x="44889" y="18148"/>
                  </a:lnTo>
                  <a:lnTo>
                    <a:pt x="39926" y="20777"/>
                  </a:lnTo>
                  <a:lnTo>
                    <a:pt x="35055" y="23570"/>
                  </a:lnTo>
                  <a:lnTo>
                    <a:pt x="30280" y="26526"/>
                  </a:lnTo>
                  <a:lnTo>
                    <a:pt x="25608" y="29640"/>
                  </a:lnTo>
                  <a:lnTo>
                    <a:pt x="21042" y="32909"/>
                  </a:lnTo>
                  <a:lnTo>
                    <a:pt x="16589" y="36330"/>
                  </a:lnTo>
                  <a:lnTo>
                    <a:pt x="12254" y="39899"/>
                  </a:lnTo>
                  <a:lnTo>
                    <a:pt x="8040" y="43611"/>
                  </a:lnTo>
                  <a:lnTo>
                    <a:pt x="3954" y="47462"/>
                  </a:lnTo>
                  <a:lnTo>
                    <a:pt x="0" y="51449"/>
                  </a:lnTo>
                  <a:lnTo>
                    <a:pt x="12064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660646" y="2178413"/>
              <a:ext cx="120641" cy="115717"/>
            </a:xfrm>
            <a:custGeom>
              <a:avLst/>
              <a:pathLst>
                <a:path w="120641" h="115717">
                  <a:moveTo>
                    <a:pt x="0" y="0"/>
                  </a:moveTo>
                  <a:lnTo>
                    <a:pt x="120641" y="1157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660646" y="2178413"/>
              <a:ext cx="120641" cy="115717"/>
            </a:xfrm>
            <a:custGeom>
              <a:avLst/>
              <a:pathLst>
                <a:path w="120641" h="115717">
                  <a:moveTo>
                    <a:pt x="0" y="0"/>
                  </a:moveTo>
                  <a:lnTo>
                    <a:pt x="120641" y="1157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660646" y="2178413"/>
              <a:ext cx="120641" cy="115717"/>
            </a:xfrm>
            <a:custGeom>
              <a:avLst/>
              <a:pathLst>
                <a:path w="120641" h="115717">
                  <a:moveTo>
                    <a:pt x="0" y="0"/>
                  </a:moveTo>
                  <a:lnTo>
                    <a:pt x="120641" y="1157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60646" y="2178413"/>
              <a:ext cx="120641" cy="115717"/>
            </a:xfrm>
            <a:custGeom>
              <a:avLst/>
              <a:pathLst>
                <a:path w="120641" h="115717">
                  <a:moveTo>
                    <a:pt x="0" y="0"/>
                  </a:moveTo>
                  <a:lnTo>
                    <a:pt x="120641" y="1157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60646" y="2178413"/>
              <a:ext cx="120641" cy="115717"/>
            </a:xfrm>
            <a:custGeom>
              <a:avLst/>
              <a:pathLst>
                <a:path w="120641" h="115717">
                  <a:moveTo>
                    <a:pt x="0" y="0"/>
                  </a:moveTo>
                  <a:lnTo>
                    <a:pt x="120641" y="11571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60646" y="2178413"/>
              <a:ext cx="120641" cy="115717"/>
            </a:xfrm>
            <a:custGeom>
              <a:avLst/>
              <a:pathLst>
                <a:path w="120641" h="115717">
                  <a:moveTo>
                    <a:pt x="0" y="0"/>
                  </a:moveTo>
                  <a:lnTo>
                    <a:pt x="120641" y="1157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60646" y="2178413"/>
              <a:ext cx="120641" cy="115717"/>
            </a:xfrm>
            <a:custGeom>
              <a:avLst/>
              <a:pathLst>
                <a:path w="120641" h="115717">
                  <a:moveTo>
                    <a:pt x="0" y="0"/>
                  </a:moveTo>
                  <a:lnTo>
                    <a:pt x="120641" y="1157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60646" y="2178413"/>
              <a:ext cx="120641" cy="115717"/>
            </a:xfrm>
            <a:custGeom>
              <a:avLst/>
              <a:pathLst>
                <a:path w="120641" h="115717">
                  <a:moveTo>
                    <a:pt x="0" y="0"/>
                  </a:moveTo>
                  <a:lnTo>
                    <a:pt x="120641" y="11571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60646" y="2178413"/>
              <a:ext cx="120641" cy="115717"/>
            </a:xfrm>
            <a:custGeom>
              <a:avLst/>
              <a:pathLst>
                <a:path w="120641" h="115717">
                  <a:moveTo>
                    <a:pt x="0" y="0"/>
                  </a:moveTo>
                  <a:lnTo>
                    <a:pt x="120641" y="1157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60646" y="2178413"/>
              <a:ext cx="120641" cy="115717"/>
            </a:xfrm>
            <a:custGeom>
              <a:avLst/>
              <a:pathLst>
                <a:path w="120641" h="115717">
                  <a:moveTo>
                    <a:pt x="0" y="0"/>
                  </a:moveTo>
                  <a:lnTo>
                    <a:pt x="120641" y="1157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60646" y="2178413"/>
              <a:ext cx="120641" cy="115717"/>
            </a:xfrm>
            <a:custGeom>
              <a:avLst/>
              <a:pathLst>
                <a:path w="120641" h="115717">
                  <a:moveTo>
                    <a:pt x="0" y="0"/>
                  </a:moveTo>
                  <a:lnTo>
                    <a:pt x="120641" y="1157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60646" y="2178413"/>
              <a:ext cx="120641" cy="115717"/>
            </a:xfrm>
            <a:custGeom>
              <a:avLst/>
              <a:pathLst>
                <a:path w="120641" h="115717">
                  <a:moveTo>
                    <a:pt x="0" y="0"/>
                  </a:moveTo>
                  <a:lnTo>
                    <a:pt x="120641" y="1157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60646" y="2178413"/>
              <a:ext cx="120641" cy="115717"/>
            </a:xfrm>
            <a:custGeom>
              <a:avLst/>
              <a:pathLst>
                <a:path w="120641" h="115717">
                  <a:moveTo>
                    <a:pt x="0" y="0"/>
                  </a:moveTo>
                  <a:lnTo>
                    <a:pt x="120641" y="11571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60646" y="2178413"/>
              <a:ext cx="120641" cy="115717"/>
            </a:xfrm>
            <a:custGeom>
              <a:avLst/>
              <a:pathLst>
                <a:path w="120641" h="115717">
                  <a:moveTo>
                    <a:pt x="0" y="0"/>
                  </a:moveTo>
                  <a:lnTo>
                    <a:pt x="120641" y="1157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14120" y="2127506"/>
              <a:ext cx="334334" cy="333776"/>
            </a:xfrm>
            <a:custGeom>
              <a:avLst/>
              <a:pathLst>
                <a:path w="334334" h="333776">
                  <a:moveTo>
                    <a:pt x="46525" y="50906"/>
                  </a:moveTo>
                  <a:lnTo>
                    <a:pt x="42913" y="54793"/>
                  </a:lnTo>
                  <a:lnTo>
                    <a:pt x="39426" y="58793"/>
                  </a:lnTo>
                  <a:lnTo>
                    <a:pt x="36068" y="62902"/>
                  </a:lnTo>
                  <a:lnTo>
                    <a:pt x="32843" y="67115"/>
                  </a:lnTo>
                  <a:lnTo>
                    <a:pt x="29752" y="71428"/>
                  </a:lnTo>
                  <a:lnTo>
                    <a:pt x="26800" y="75837"/>
                  </a:lnTo>
                  <a:lnTo>
                    <a:pt x="23989" y="80338"/>
                  </a:lnTo>
                  <a:lnTo>
                    <a:pt x="21323" y="84925"/>
                  </a:lnTo>
                  <a:lnTo>
                    <a:pt x="18803" y="89595"/>
                  </a:lnTo>
                  <a:lnTo>
                    <a:pt x="16433" y="94343"/>
                  </a:lnTo>
                  <a:lnTo>
                    <a:pt x="14215" y="99163"/>
                  </a:lnTo>
                  <a:lnTo>
                    <a:pt x="12151" y="104051"/>
                  </a:lnTo>
                  <a:lnTo>
                    <a:pt x="10244" y="109003"/>
                  </a:lnTo>
                  <a:lnTo>
                    <a:pt x="8494" y="114012"/>
                  </a:lnTo>
                  <a:lnTo>
                    <a:pt x="6904" y="119075"/>
                  </a:lnTo>
                  <a:lnTo>
                    <a:pt x="5476" y="124185"/>
                  </a:lnTo>
                  <a:lnTo>
                    <a:pt x="4210" y="129338"/>
                  </a:lnTo>
                  <a:lnTo>
                    <a:pt x="3109" y="134529"/>
                  </a:lnTo>
                  <a:lnTo>
                    <a:pt x="2173" y="139752"/>
                  </a:lnTo>
                  <a:lnTo>
                    <a:pt x="1403" y="145002"/>
                  </a:lnTo>
                  <a:lnTo>
                    <a:pt x="800" y="150274"/>
                  </a:lnTo>
                  <a:lnTo>
                    <a:pt x="365" y="155562"/>
                  </a:lnTo>
                  <a:lnTo>
                    <a:pt x="98" y="160861"/>
                  </a:lnTo>
                  <a:lnTo>
                    <a:pt x="0" y="166167"/>
                  </a:lnTo>
                  <a:lnTo>
                    <a:pt x="69" y="171473"/>
                  </a:lnTo>
                  <a:lnTo>
                    <a:pt x="307" y="176773"/>
                  </a:lnTo>
                  <a:lnTo>
                    <a:pt x="713" y="182064"/>
                  </a:lnTo>
                  <a:lnTo>
                    <a:pt x="1287" y="187339"/>
                  </a:lnTo>
                  <a:lnTo>
                    <a:pt x="2028" y="192593"/>
                  </a:lnTo>
                  <a:lnTo>
                    <a:pt x="2936" y="197821"/>
                  </a:lnTo>
                  <a:lnTo>
                    <a:pt x="4009" y="203018"/>
                  </a:lnTo>
                  <a:lnTo>
                    <a:pt x="5246" y="208178"/>
                  </a:lnTo>
                  <a:lnTo>
                    <a:pt x="6646" y="213296"/>
                  </a:lnTo>
                  <a:lnTo>
                    <a:pt x="8208" y="218367"/>
                  </a:lnTo>
                  <a:lnTo>
                    <a:pt x="9931" y="223386"/>
                  </a:lnTo>
                  <a:lnTo>
                    <a:pt x="11811" y="228348"/>
                  </a:lnTo>
                  <a:lnTo>
                    <a:pt x="13849" y="233247"/>
                  </a:lnTo>
                  <a:lnTo>
                    <a:pt x="16040" y="238080"/>
                  </a:lnTo>
                  <a:lnTo>
                    <a:pt x="18384" y="242840"/>
                  </a:lnTo>
                  <a:lnTo>
                    <a:pt x="20878" y="247524"/>
                  </a:lnTo>
                  <a:lnTo>
                    <a:pt x="23520" y="252126"/>
                  </a:lnTo>
                  <a:lnTo>
                    <a:pt x="26306" y="256642"/>
                  </a:lnTo>
                  <a:lnTo>
                    <a:pt x="29233" y="261067"/>
                  </a:lnTo>
                  <a:lnTo>
                    <a:pt x="32300" y="265397"/>
                  </a:lnTo>
                  <a:lnTo>
                    <a:pt x="35503" y="269628"/>
                  </a:lnTo>
                  <a:lnTo>
                    <a:pt x="38839" y="273754"/>
                  </a:lnTo>
                  <a:lnTo>
                    <a:pt x="42303" y="277773"/>
                  </a:lnTo>
                  <a:lnTo>
                    <a:pt x="45894" y="281680"/>
                  </a:lnTo>
                  <a:lnTo>
                    <a:pt x="49607" y="285471"/>
                  </a:lnTo>
                  <a:lnTo>
                    <a:pt x="53438" y="289142"/>
                  </a:lnTo>
                  <a:lnTo>
                    <a:pt x="57384" y="292690"/>
                  </a:lnTo>
                  <a:lnTo>
                    <a:pt x="61440" y="296111"/>
                  </a:lnTo>
                  <a:lnTo>
                    <a:pt x="65603" y="299401"/>
                  </a:lnTo>
                  <a:lnTo>
                    <a:pt x="69868" y="302558"/>
                  </a:lnTo>
                  <a:lnTo>
                    <a:pt x="74231" y="305577"/>
                  </a:lnTo>
                  <a:lnTo>
                    <a:pt x="78688" y="308457"/>
                  </a:lnTo>
                  <a:lnTo>
                    <a:pt x="83234" y="311193"/>
                  </a:lnTo>
                  <a:lnTo>
                    <a:pt x="87865" y="313784"/>
                  </a:lnTo>
                  <a:lnTo>
                    <a:pt x="92575" y="316227"/>
                  </a:lnTo>
                  <a:lnTo>
                    <a:pt x="97361" y="318519"/>
                  </a:lnTo>
                  <a:lnTo>
                    <a:pt x="102217" y="320658"/>
                  </a:lnTo>
                  <a:lnTo>
                    <a:pt x="107138" y="322642"/>
                  </a:lnTo>
                  <a:lnTo>
                    <a:pt x="112120" y="324468"/>
                  </a:lnTo>
                  <a:lnTo>
                    <a:pt x="117158" y="326136"/>
                  </a:lnTo>
                  <a:lnTo>
                    <a:pt x="122245" y="327643"/>
                  </a:lnTo>
                  <a:lnTo>
                    <a:pt x="127378" y="328987"/>
                  </a:lnTo>
                  <a:lnTo>
                    <a:pt x="132552" y="330168"/>
                  </a:lnTo>
                  <a:lnTo>
                    <a:pt x="137760" y="331185"/>
                  </a:lnTo>
                  <a:lnTo>
                    <a:pt x="142997" y="332035"/>
                  </a:lnTo>
                  <a:lnTo>
                    <a:pt x="148259" y="332719"/>
                  </a:lnTo>
                  <a:lnTo>
                    <a:pt x="153540" y="333235"/>
                  </a:lnTo>
                  <a:lnTo>
                    <a:pt x="158835" y="333584"/>
                  </a:lnTo>
                  <a:lnTo>
                    <a:pt x="164138" y="333764"/>
                  </a:lnTo>
                  <a:lnTo>
                    <a:pt x="169444" y="333776"/>
                  </a:lnTo>
                  <a:lnTo>
                    <a:pt x="174748" y="333619"/>
                  </a:lnTo>
                  <a:lnTo>
                    <a:pt x="180044" y="333295"/>
                  </a:lnTo>
                  <a:lnTo>
                    <a:pt x="185328" y="332802"/>
                  </a:lnTo>
                  <a:lnTo>
                    <a:pt x="190593" y="332142"/>
                  </a:lnTo>
                  <a:lnTo>
                    <a:pt x="195834" y="331315"/>
                  </a:lnTo>
                  <a:lnTo>
                    <a:pt x="201046" y="330322"/>
                  </a:lnTo>
                  <a:lnTo>
                    <a:pt x="206225" y="329164"/>
                  </a:lnTo>
                  <a:lnTo>
                    <a:pt x="211364" y="327843"/>
                  </a:lnTo>
                  <a:lnTo>
                    <a:pt x="216458" y="326359"/>
                  </a:lnTo>
                  <a:lnTo>
                    <a:pt x="221503" y="324714"/>
                  </a:lnTo>
                  <a:lnTo>
                    <a:pt x="226493" y="322910"/>
                  </a:lnTo>
                  <a:lnTo>
                    <a:pt x="231423" y="320948"/>
                  </a:lnTo>
                  <a:lnTo>
                    <a:pt x="236289" y="318831"/>
                  </a:lnTo>
                  <a:lnTo>
                    <a:pt x="241085" y="316561"/>
                  </a:lnTo>
                  <a:lnTo>
                    <a:pt x="245806" y="314139"/>
                  </a:lnTo>
                  <a:lnTo>
                    <a:pt x="250449" y="311569"/>
                  </a:lnTo>
                  <a:lnTo>
                    <a:pt x="255007" y="308853"/>
                  </a:lnTo>
                  <a:lnTo>
                    <a:pt x="259477" y="305993"/>
                  </a:lnTo>
                  <a:lnTo>
                    <a:pt x="263853" y="302993"/>
                  </a:lnTo>
                  <a:lnTo>
                    <a:pt x="268133" y="299856"/>
                  </a:lnTo>
                  <a:lnTo>
                    <a:pt x="272310" y="296584"/>
                  </a:lnTo>
                  <a:lnTo>
                    <a:pt x="276382" y="293182"/>
                  </a:lnTo>
                  <a:lnTo>
                    <a:pt x="280344" y="289652"/>
                  </a:lnTo>
                  <a:lnTo>
                    <a:pt x="284191" y="285998"/>
                  </a:lnTo>
                  <a:lnTo>
                    <a:pt x="287921" y="282223"/>
                  </a:lnTo>
                  <a:lnTo>
                    <a:pt x="291529" y="278333"/>
                  </a:lnTo>
                  <a:lnTo>
                    <a:pt x="295012" y="274329"/>
                  </a:lnTo>
                  <a:lnTo>
                    <a:pt x="298366" y="270218"/>
                  </a:lnTo>
                  <a:lnTo>
                    <a:pt x="301587" y="266002"/>
                  </a:lnTo>
                  <a:lnTo>
                    <a:pt x="304674" y="261685"/>
                  </a:lnTo>
                  <a:lnTo>
                    <a:pt x="307622" y="257273"/>
                  </a:lnTo>
                  <a:lnTo>
                    <a:pt x="310428" y="252770"/>
                  </a:lnTo>
                  <a:lnTo>
                    <a:pt x="313090" y="248180"/>
                  </a:lnTo>
                  <a:lnTo>
                    <a:pt x="315605" y="243507"/>
                  </a:lnTo>
                  <a:lnTo>
                    <a:pt x="317970" y="238757"/>
                  </a:lnTo>
                  <a:lnTo>
                    <a:pt x="320183" y="233935"/>
                  </a:lnTo>
                  <a:lnTo>
                    <a:pt x="322243" y="229044"/>
                  </a:lnTo>
                  <a:lnTo>
                    <a:pt x="324146" y="224091"/>
                  </a:lnTo>
                  <a:lnTo>
                    <a:pt x="325890" y="219080"/>
                  </a:lnTo>
                  <a:lnTo>
                    <a:pt x="327475" y="214016"/>
                  </a:lnTo>
                  <a:lnTo>
                    <a:pt x="328899" y="208904"/>
                  </a:lnTo>
                  <a:lnTo>
                    <a:pt x="330159" y="203750"/>
                  </a:lnTo>
                  <a:lnTo>
                    <a:pt x="331255" y="198558"/>
                  </a:lnTo>
                  <a:lnTo>
                    <a:pt x="332186" y="193334"/>
                  </a:lnTo>
                  <a:lnTo>
                    <a:pt x="332951" y="188084"/>
                  </a:lnTo>
                  <a:lnTo>
                    <a:pt x="333548" y="182811"/>
                  </a:lnTo>
                  <a:lnTo>
                    <a:pt x="333978" y="177522"/>
                  </a:lnTo>
                  <a:lnTo>
                    <a:pt x="334240" y="172223"/>
                  </a:lnTo>
                  <a:lnTo>
                    <a:pt x="334334" y="166917"/>
                  </a:lnTo>
                  <a:lnTo>
                    <a:pt x="334259" y="161612"/>
                  </a:lnTo>
                  <a:lnTo>
                    <a:pt x="334015" y="156311"/>
                  </a:lnTo>
                  <a:lnTo>
                    <a:pt x="333604" y="151021"/>
                  </a:lnTo>
                  <a:lnTo>
                    <a:pt x="333025" y="145746"/>
                  </a:lnTo>
                  <a:lnTo>
                    <a:pt x="332279" y="140493"/>
                  </a:lnTo>
                  <a:lnTo>
                    <a:pt x="331366" y="135266"/>
                  </a:lnTo>
                  <a:lnTo>
                    <a:pt x="330288" y="130070"/>
                  </a:lnTo>
                  <a:lnTo>
                    <a:pt x="329046" y="124911"/>
                  </a:lnTo>
                  <a:lnTo>
                    <a:pt x="327641" y="119795"/>
                  </a:lnTo>
                  <a:lnTo>
                    <a:pt x="326073" y="114725"/>
                  </a:lnTo>
                  <a:lnTo>
                    <a:pt x="324346" y="109708"/>
                  </a:lnTo>
                  <a:lnTo>
                    <a:pt x="322461" y="104748"/>
                  </a:lnTo>
                  <a:lnTo>
                    <a:pt x="320419" y="99851"/>
                  </a:lnTo>
                  <a:lnTo>
                    <a:pt x="318222" y="95020"/>
                  </a:lnTo>
                  <a:lnTo>
                    <a:pt x="315874" y="90262"/>
                  </a:lnTo>
                  <a:lnTo>
                    <a:pt x="313375" y="85581"/>
                  </a:lnTo>
                  <a:lnTo>
                    <a:pt x="310729" y="80981"/>
                  </a:lnTo>
                  <a:lnTo>
                    <a:pt x="307939" y="76468"/>
                  </a:lnTo>
                  <a:lnTo>
                    <a:pt x="305007" y="72046"/>
                  </a:lnTo>
                  <a:lnTo>
                    <a:pt x="301935" y="67719"/>
                  </a:lnTo>
                  <a:lnTo>
                    <a:pt x="298728" y="63491"/>
                  </a:lnTo>
                  <a:lnTo>
                    <a:pt x="295389" y="59368"/>
                  </a:lnTo>
                  <a:lnTo>
                    <a:pt x="291920" y="55352"/>
                  </a:lnTo>
                  <a:lnTo>
                    <a:pt x="288326" y="51449"/>
                  </a:lnTo>
                  <a:lnTo>
                    <a:pt x="284610" y="47662"/>
                  </a:lnTo>
                  <a:lnTo>
                    <a:pt x="280775" y="43994"/>
                  </a:lnTo>
                  <a:lnTo>
                    <a:pt x="276826" y="40450"/>
                  </a:lnTo>
                  <a:lnTo>
                    <a:pt x="272766" y="37033"/>
                  </a:lnTo>
                  <a:lnTo>
                    <a:pt x="268600" y="33747"/>
                  </a:lnTo>
                  <a:lnTo>
                    <a:pt x="264331" y="30595"/>
                  </a:lnTo>
                  <a:lnTo>
                    <a:pt x="259965" y="27580"/>
                  </a:lnTo>
                  <a:lnTo>
                    <a:pt x="255505" y="24704"/>
                  </a:lnTo>
                  <a:lnTo>
                    <a:pt x="250957" y="21972"/>
                  </a:lnTo>
                  <a:lnTo>
                    <a:pt x="246324" y="19386"/>
                  </a:lnTo>
                  <a:lnTo>
                    <a:pt x="241611" y="16948"/>
                  </a:lnTo>
                  <a:lnTo>
                    <a:pt x="236823" y="14660"/>
                  </a:lnTo>
                  <a:lnTo>
                    <a:pt x="231965" y="12526"/>
                  </a:lnTo>
                  <a:lnTo>
                    <a:pt x="227041" y="10547"/>
                  </a:lnTo>
                  <a:lnTo>
                    <a:pt x="222058" y="8726"/>
                  </a:lnTo>
                  <a:lnTo>
                    <a:pt x="217019" y="7063"/>
                  </a:lnTo>
                  <a:lnTo>
                    <a:pt x="211929" y="5561"/>
                  </a:lnTo>
                  <a:lnTo>
                    <a:pt x="206795" y="4222"/>
                  </a:lnTo>
                  <a:lnTo>
                    <a:pt x="201621" y="3046"/>
                  </a:lnTo>
                  <a:lnTo>
                    <a:pt x="196412" y="2035"/>
                  </a:lnTo>
                  <a:lnTo>
                    <a:pt x="191173" y="1189"/>
                  </a:lnTo>
                  <a:lnTo>
                    <a:pt x="185911" y="511"/>
                  </a:lnTo>
                  <a:lnTo>
                    <a:pt x="180629" y="0"/>
                  </a:lnTo>
                  <a:lnTo>
                    <a:pt x="167166" y="1666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81287" y="2126963"/>
              <a:ext cx="13462" cy="167167"/>
            </a:xfrm>
            <a:custGeom>
              <a:avLst/>
              <a:pathLst>
                <a:path w="13462" h="167167">
                  <a:moveTo>
                    <a:pt x="13462" y="54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423594" y="2633064"/>
              <a:ext cx="334318" cy="334331"/>
            </a:xfrm>
            <a:custGeom>
              <a:avLst/>
              <a:pathLst>
                <a:path w="334318" h="334331">
                  <a:moveTo>
                    <a:pt x="167154" y="0"/>
                  </a:moveTo>
                  <a:lnTo>
                    <a:pt x="161861" y="83"/>
                  </a:lnTo>
                  <a:lnTo>
                    <a:pt x="156574" y="335"/>
                  </a:lnTo>
                  <a:lnTo>
                    <a:pt x="151297" y="753"/>
                  </a:lnTo>
                  <a:lnTo>
                    <a:pt x="146036" y="1339"/>
                  </a:lnTo>
                  <a:lnTo>
                    <a:pt x="140797" y="2090"/>
                  </a:lnTo>
                  <a:lnTo>
                    <a:pt x="135583" y="3008"/>
                  </a:lnTo>
                  <a:lnTo>
                    <a:pt x="130402" y="4090"/>
                  </a:lnTo>
                  <a:lnTo>
                    <a:pt x="125257" y="5335"/>
                  </a:lnTo>
                  <a:lnTo>
                    <a:pt x="120154" y="6743"/>
                  </a:lnTo>
                  <a:lnTo>
                    <a:pt x="115099" y="8311"/>
                  </a:lnTo>
                  <a:lnTo>
                    <a:pt x="110095" y="10039"/>
                  </a:lnTo>
                  <a:lnTo>
                    <a:pt x="105149" y="11924"/>
                  </a:lnTo>
                  <a:lnTo>
                    <a:pt x="100265" y="13965"/>
                  </a:lnTo>
                  <a:lnTo>
                    <a:pt x="95448" y="16160"/>
                  </a:lnTo>
                  <a:lnTo>
                    <a:pt x="90703" y="18506"/>
                  </a:lnTo>
                  <a:lnTo>
                    <a:pt x="86034" y="21001"/>
                  </a:lnTo>
                  <a:lnTo>
                    <a:pt x="81447" y="23642"/>
                  </a:lnTo>
                  <a:lnTo>
                    <a:pt x="76946" y="26428"/>
                  </a:lnTo>
                  <a:lnTo>
                    <a:pt x="72535" y="29354"/>
                  </a:lnTo>
                  <a:lnTo>
                    <a:pt x="68220" y="32419"/>
                  </a:lnTo>
                  <a:lnTo>
                    <a:pt x="64003" y="35619"/>
                  </a:lnTo>
                  <a:lnTo>
                    <a:pt x="59890" y="38951"/>
                  </a:lnTo>
                  <a:lnTo>
                    <a:pt x="55884" y="42411"/>
                  </a:lnTo>
                  <a:lnTo>
                    <a:pt x="51990" y="45997"/>
                  </a:lnTo>
                  <a:lnTo>
                    <a:pt x="48211" y="49704"/>
                  </a:lnTo>
                  <a:lnTo>
                    <a:pt x="44552" y="53528"/>
                  </a:lnTo>
                  <a:lnTo>
                    <a:pt x="41016" y="57467"/>
                  </a:lnTo>
                  <a:lnTo>
                    <a:pt x="37606" y="61516"/>
                  </a:lnTo>
                  <a:lnTo>
                    <a:pt x="34325" y="65670"/>
                  </a:lnTo>
                  <a:lnTo>
                    <a:pt x="31179" y="69927"/>
                  </a:lnTo>
                  <a:lnTo>
                    <a:pt x="28168" y="74280"/>
                  </a:lnTo>
                  <a:lnTo>
                    <a:pt x="25297" y="78727"/>
                  </a:lnTo>
                  <a:lnTo>
                    <a:pt x="22568" y="83263"/>
                  </a:lnTo>
                  <a:lnTo>
                    <a:pt x="19984" y="87883"/>
                  </a:lnTo>
                  <a:lnTo>
                    <a:pt x="17547" y="92582"/>
                  </a:lnTo>
                  <a:lnTo>
                    <a:pt x="15261" y="97356"/>
                  </a:lnTo>
                  <a:lnTo>
                    <a:pt x="13127" y="102200"/>
                  </a:lnTo>
                  <a:lnTo>
                    <a:pt x="11147" y="107110"/>
                  </a:lnTo>
                  <a:lnTo>
                    <a:pt x="9324" y="112079"/>
                  </a:lnTo>
                  <a:lnTo>
                    <a:pt x="7659" y="117104"/>
                  </a:lnTo>
                  <a:lnTo>
                    <a:pt x="6154" y="122178"/>
                  </a:lnTo>
                  <a:lnTo>
                    <a:pt x="4810" y="127298"/>
                  </a:lnTo>
                  <a:lnTo>
                    <a:pt x="3629" y="132458"/>
                  </a:lnTo>
                  <a:lnTo>
                    <a:pt x="2612" y="137653"/>
                  </a:lnTo>
                  <a:lnTo>
                    <a:pt x="1760" y="142877"/>
                  </a:lnTo>
                  <a:lnTo>
                    <a:pt x="1074" y="148126"/>
                  </a:lnTo>
                  <a:lnTo>
                    <a:pt x="555" y="153394"/>
                  </a:lnTo>
                  <a:lnTo>
                    <a:pt x="202" y="158675"/>
                  </a:lnTo>
                  <a:lnTo>
                    <a:pt x="17" y="163966"/>
                  </a:lnTo>
                  <a:lnTo>
                    <a:pt x="0" y="169259"/>
                  </a:lnTo>
                  <a:lnTo>
                    <a:pt x="150" y="174550"/>
                  </a:lnTo>
                  <a:lnTo>
                    <a:pt x="467" y="179834"/>
                  </a:lnTo>
                  <a:lnTo>
                    <a:pt x="952" y="185105"/>
                  </a:lnTo>
                  <a:lnTo>
                    <a:pt x="1603" y="190358"/>
                  </a:lnTo>
                  <a:lnTo>
                    <a:pt x="2420" y="195588"/>
                  </a:lnTo>
                  <a:lnTo>
                    <a:pt x="3403" y="200789"/>
                  </a:lnTo>
                  <a:lnTo>
                    <a:pt x="4549" y="205957"/>
                  </a:lnTo>
                  <a:lnTo>
                    <a:pt x="5859" y="211086"/>
                  </a:lnTo>
                  <a:lnTo>
                    <a:pt x="7330" y="216171"/>
                  </a:lnTo>
                  <a:lnTo>
                    <a:pt x="8962" y="221206"/>
                  </a:lnTo>
                  <a:lnTo>
                    <a:pt x="10752" y="226188"/>
                  </a:lnTo>
                  <a:lnTo>
                    <a:pt x="12699" y="231110"/>
                  </a:lnTo>
                  <a:lnTo>
                    <a:pt x="14801" y="235968"/>
                  </a:lnTo>
                  <a:lnTo>
                    <a:pt x="17056" y="240757"/>
                  </a:lnTo>
                  <a:lnTo>
                    <a:pt x="19461" y="245472"/>
                  </a:lnTo>
                  <a:lnTo>
                    <a:pt x="22014" y="250109"/>
                  </a:lnTo>
                  <a:lnTo>
                    <a:pt x="24713" y="254663"/>
                  </a:lnTo>
                  <a:lnTo>
                    <a:pt x="27555" y="259129"/>
                  </a:lnTo>
                  <a:lnTo>
                    <a:pt x="30536" y="263503"/>
                  </a:lnTo>
                  <a:lnTo>
                    <a:pt x="33655" y="267780"/>
                  </a:lnTo>
                  <a:lnTo>
                    <a:pt x="36907" y="271956"/>
                  </a:lnTo>
                  <a:lnTo>
                    <a:pt x="40290" y="276027"/>
                  </a:lnTo>
                  <a:lnTo>
                    <a:pt x="43800" y="279989"/>
                  </a:lnTo>
                  <a:lnTo>
                    <a:pt x="47434" y="283838"/>
                  </a:lnTo>
                  <a:lnTo>
                    <a:pt x="51188" y="287570"/>
                  </a:lnTo>
                  <a:lnTo>
                    <a:pt x="55058" y="291181"/>
                  </a:lnTo>
                  <a:lnTo>
                    <a:pt x="59041" y="294668"/>
                  </a:lnTo>
                  <a:lnTo>
                    <a:pt x="63132" y="298027"/>
                  </a:lnTo>
                  <a:lnTo>
                    <a:pt x="67327" y="301255"/>
                  </a:lnTo>
                  <a:lnTo>
                    <a:pt x="71623" y="304348"/>
                  </a:lnTo>
                  <a:lnTo>
                    <a:pt x="76014" y="307304"/>
                  </a:lnTo>
                  <a:lnTo>
                    <a:pt x="80496" y="310120"/>
                  </a:lnTo>
                  <a:lnTo>
                    <a:pt x="85066" y="312792"/>
                  </a:lnTo>
                  <a:lnTo>
                    <a:pt x="89718" y="315318"/>
                  </a:lnTo>
                  <a:lnTo>
                    <a:pt x="94447" y="317695"/>
                  </a:lnTo>
                  <a:lnTo>
                    <a:pt x="99249" y="319921"/>
                  </a:lnTo>
                  <a:lnTo>
                    <a:pt x="104120" y="321995"/>
                  </a:lnTo>
                  <a:lnTo>
                    <a:pt x="109053" y="323913"/>
                  </a:lnTo>
                  <a:lnTo>
                    <a:pt x="114045" y="325674"/>
                  </a:lnTo>
                  <a:lnTo>
                    <a:pt x="119090" y="327276"/>
                  </a:lnTo>
                  <a:lnTo>
                    <a:pt x="124184" y="328717"/>
                  </a:lnTo>
                  <a:lnTo>
                    <a:pt x="129320" y="329997"/>
                  </a:lnTo>
                  <a:lnTo>
                    <a:pt x="134494" y="331113"/>
                  </a:lnTo>
                  <a:lnTo>
                    <a:pt x="139701" y="332065"/>
                  </a:lnTo>
                  <a:lnTo>
                    <a:pt x="144936" y="332851"/>
                  </a:lnTo>
                  <a:lnTo>
                    <a:pt x="150193" y="333472"/>
                  </a:lnTo>
                  <a:lnTo>
                    <a:pt x="155467" y="333925"/>
                  </a:lnTo>
                  <a:lnTo>
                    <a:pt x="160752" y="334212"/>
                  </a:lnTo>
                  <a:lnTo>
                    <a:pt x="166044" y="334331"/>
                  </a:lnTo>
                  <a:lnTo>
                    <a:pt x="171337" y="334282"/>
                  </a:lnTo>
                  <a:lnTo>
                    <a:pt x="176626" y="334066"/>
                  </a:lnTo>
                  <a:lnTo>
                    <a:pt x="181906" y="333682"/>
                  </a:lnTo>
                  <a:lnTo>
                    <a:pt x="187170" y="333132"/>
                  </a:lnTo>
                  <a:lnTo>
                    <a:pt x="192415" y="332415"/>
                  </a:lnTo>
                  <a:lnTo>
                    <a:pt x="197634" y="331532"/>
                  </a:lnTo>
                  <a:lnTo>
                    <a:pt x="202823" y="330485"/>
                  </a:lnTo>
                  <a:lnTo>
                    <a:pt x="207976" y="329273"/>
                  </a:lnTo>
                  <a:lnTo>
                    <a:pt x="213088" y="327900"/>
                  </a:lnTo>
                  <a:lnTo>
                    <a:pt x="218154" y="326365"/>
                  </a:lnTo>
                  <a:lnTo>
                    <a:pt x="223168" y="324670"/>
                  </a:lnTo>
                  <a:lnTo>
                    <a:pt x="228127" y="322818"/>
                  </a:lnTo>
                  <a:lnTo>
                    <a:pt x="233025" y="320809"/>
                  </a:lnTo>
                  <a:lnTo>
                    <a:pt x="237856" y="318647"/>
                  </a:lnTo>
                  <a:lnTo>
                    <a:pt x="242617" y="316332"/>
                  </a:lnTo>
                  <a:lnTo>
                    <a:pt x="247301" y="313868"/>
                  </a:lnTo>
                  <a:lnTo>
                    <a:pt x="251906" y="311257"/>
                  </a:lnTo>
                  <a:lnTo>
                    <a:pt x="256425" y="308502"/>
                  </a:lnTo>
                  <a:lnTo>
                    <a:pt x="260855" y="305604"/>
                  </a:lnTo>
                  <a:lnTo>
                    <a:pt x="265192" y="302568"/>
                  </a:lnTo>
                  <a:lnTo>
                    <a:pt x="269429" y="299397"/>
                  </a:lnTo>
                  <a:lnTo>
                    <a:pt x="273565" y="296092"/>
                  </a:lnTo>
                  <a:lnTo>
                    <a:pt x="277593" y="292658"/>
                  </a:lnTo>
                  <a:lnTo>
                    <a:pt x="281511" y="289099"/>
                  </a:lnTo>
                  <a:lnTo>
                    <a:pt x="285314" y="285417"/>
                  </a:lnTo>
                  <a:lnTo>
                    <a:pt x="288999" y="281617"/>
                  </a:lnTo>
                  <a:lnTo>
                    <a:pt x="292561" y="277702"/>
                  </a:lnTo>
                  <a:lnTo>
                    <a:pt x="295998" y="273676"/>
                  </a:lnTo>
                  <a:lnTo>
                    <a:pt x="299306" y="269543"/>
                  </a:lnTo>
                  <a:lnTo>
                    <a:pt x="302481" y="265308"/>
                  </a:lnTo>
                  <a:lnTo>
                    <a:pt x="305520" y="260974"/>
                  </a:lnTo>
                  <a:lnTo>
                    <a:pt x="308421" y="256546"/>
                  </a:lnTo>
                  <a:lnTo>
                    <a:pt x="311180" y="252029"/>
                  </a:lnTo>
                  <a:lnTo>
                    <a:pt x="313794" y="247426"/>
                  </a:lnTo>
                  <a:lnTo>
                    <a:pt x="316262" y="242743"/>
                  </a:lnTo>
                  <a:lnTo>
                    <a:pt x="318580" y="237984"/>
                  </a:lnTo>
                  <a:lnTo>
                    <a:pt x="320746" y="233154"/>
                  </a:lnTo>
                  <a:lnTo>
                    <a:pt x="322758" y="228259"/>
                  </a:lnTo>
                  <a:lnTo>
                    <a:pt x="324615" y="223301"/>
                  </a:lnTo>
                  <a:lnTo>
                    <a:pt x="326313" y="218288"/>
                  </a:lnTo>
                  <a:lnTo>
                    <a:pt x="327852" y="213223"/>
                  </a:lnTo>
                  <a:lnTo>
                    <a:pt x="329229" y="208112"/>
                  </a:lnTo>
                  <a:lnTo>
                    <a:pt x="330444" y="202960"/>
                  </a:lnTo>
                  <a:lnTo>
                    <a:pt x="331496" y="197772"/>
                  </a:lnTo>
                  <a:lnTo>
                    <a:pt x="332382" y="192554"/>
                  </a:lnTo>
                  <a:lnTo>
                    <a:pt x="333103" y="187310"/>
                  </a:lnTo>
                  <a:lnTo>
                    <a:pt x="333658" y="182046"/>
                  </a:lnTo>
                  <a:lnTo>
                    <a:pt x="334045" y="176766"/>
                  </a:lnTo>
                  <a:lnTo>
                    <a:pt x="334266" y="171478"/>
                  </a:lnTo>
                  <a:lnTo>
                    <a:pt x="334318" y="166185"/>
                  </a:lnTo>
                  <a:lnTo>
                    <a:pt x="334203" y="160892"/>
                  </a:lnTo>
                  <a:lnTo>
                    <a:pt x="333921" y="155607"/>
                  </a:lnTo>
                  <a:lnTo>
                    <a:pt x="333471" y="150332"/>
                  </a:lnTo>
                  <a:lnTo>
                    <a:pt x="332855" y="145075"/>
                  </a:lnTo>
                  <a:lnTo>
                    <a:pt x="332073" y="139840"/>
                  </a:lnTo>
                  <a:lnTo>
                    <a:pt x="331125" y="134632"/>
                  </a:lnTo>
                  <a:lnTo>
                    <a:pt x="330012" y="129457"/>
                  </a:lnTo>
                  <a:lnTo>
                    <a:pt x="328737" y="124320"/>
                  </a:lnTo>
                  <a:lnTo>
                    <a:pt x="327299" y="119225"/>
                  </a:lnTo>
                  <a:lnTo>
                    <a:pt x="325701" y="114179"/>
                  </a:lnTo>
                  <a:lnTo>
                    <a:pt x="323944" y="109186"/>
                  </a:lnTo>
                  <a:lnTo>
                    <a:pt x="322030" y="104251"/>
                  </a:lnTo>
                  <a:lnTo>
                    <a:pt x="319960" y="99379"/>
                  </a:lnTo>
                  <a:lnTo>
                    <a:pt x="317737" y="94575"/>
                  </a:lnTo>
                  <a:lnTo>
                    <a:pt x="315363" y="89844"/>
                  </a:lnTo>
                  <a:lnTo>
                    <a:pt x="312841" y="85190"/>
                  </a:lnTo>
                  <a:lnTo>
                    <a:pt x="310172" y="80618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713683"/>
              <a:ext cx="143018" cy="86548"/>
            </a:xfrm>
            <a:custGeom>
              <a:avLst/>
              <a:pathLst>
                <a:path w="143018" h="86548">
                  <a:moveTo>
                    <a:pt x="143018" y="0"/>
                  </a:moveTo>
                  <a:lnTo>
                    <a:pt x="0" y="865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713683"/>
              <a:ext cx="143018" cy="86548"/>
            </a:xfrm>
            <a:custGeom>
              <a:avLst/>
              <a:pathLst>
                <a:path w="143018" h="86548">
                  <a:moveTo>
                    <a:pt x="143018" y="0"/>
                  </a:moveTo>
                  <a:lnTo>
                    <a:pt x="0" y="865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713683"/>
              <a:ext cx="143018" cy="86548"/>
            </a:xfrm>
            <a:custGeom>
              <a:avLst/>
              <a:pathLst>
                <a:path w="143018" h="86548">
                  <a:moveTo>
                    <a:pt x="143018" y="0"/>
                  </a:moveTo>
                  <a:lnTo>
                    <a:pt x="0" y="865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713683"/>
              <a:ext cx="143018" cy="86548"/>
            </a:xfrm>
            <a:custGeom>
              <a:avLst/>
              <a:pathLst>
                <a:path w="143018" h="86548">
                  <a:moveTo>
                    <a:pt x="143018" y="0"/>
                  </a:moveTo>
                  <a:lnTo>
                    <a:pt x="0" y="865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713683"/>
              <a:ext cx="143018" cy="86548"/>
            </a:xfrm>
            <a:custGeom>
              <a:avLst/>
              <a:pathLst>
                <a:path w="143018" h="86548">
                  <a:moveTo>
                    <a:pt x="143018" y="0"/>
                  </a:moveTo>
                  <a:lnTo>
                    <a:pt x="0" y="865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713683"/>
              <a:ext cx="143018" cy="86548"/>
            </a:xfrm>
            <a:custGeom>
              <a:avLst/>
              <a:pathLst>
                <a:path w="143018" h="86548">
                  <a:moveTo>
                    <a:pt x="143018" y="0"/>
                  </a:moveTo>
                  <a:lnTo>
                    <a:pt x="0" y="865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713683"/>
              <a:ext cx="143018" cy="86548"/>
            </a:xfrm>
            <a:custGeom>
              <a:avLst/>
              <a:pathLst>
                <a:path w="143018" h="86548">
                  <a:moveTo>
                    <a:pt x="143018" y="0"/>
                  </a:moveTo>
                  <a:lnTo>
                    <a:pt x="0" y="865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713683"/>
              <a:ext cx="143018" cy="86548"/>
            </a:xfrm>
            <a:custGeom>
              <a:avLst/>
              <a:pathLst>
                <a:path w="143018" h="86548">
                  <a:moveTo>
                    <a:pt x="143018" y="0"/>
                  </a:moveTo>
                  <a:lnTo>
                    <a:pt x="0" y="865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713683"/>
              <a:ext cx="143018" cy="86548"/>
            </a:xfrm>
            <a:custGeom>
              <a:avLst/>
              <a:pathLst>
                <a:path w="143018" h="86548">
                  <a:moveTo>
                    <a:pt x="143018" y="0"/>
                  </a:moveTo>
                  <a:lnTo>
                    <a:pt x="0" y="865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713683"/>
              <a:ext cx="143018" cy="86548"/>
            </a:xfrm>
            <a:custGeom>
              <a:avLst/>
              <a:pathLst>
                <a:path w="143018" h="86548">
                  <a:moveTo>
                    <a:pt x="143018" y="0"/>
                  </a:moveTo>
                  <a:lnTo>
                    <a:pt x="0" y="865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713683"/>
              <a:ext cx="143018" cy="86548"/>
            </a:xfrm>
            <a:custGeom>
              <a:avLst/>
              <a:pathLst>
                <a:path w="143018" h="86548">
                  <a:moveTo>
                    <a:pt x="143018" y="0"/>
                  </a:moveTo>
                  <a:lnTo>
                    <a:pt x="0" y="865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713683"/>
              <a:ext cx="143018" cy="86548"/>
            </a:xfrm>
            <a:custGeom>
              <a:avLst/>
              <a:pathLst>
                <a:path w="143018" h="86548">
                  <a:moveTo>
                    <a:pt x="143018" y="0"/>
                  </a:moveTo>
                  <a:lnTo>
                    <a:pt x="0" y="865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713683"/>
              <a:ext cx="143018" cy="86548"/>
            </a:xfrm>
            <a:custGeom>
              <a:avLst/>
              <a:pathLst>
                <a:path w="143018" h="86548">
                  <a:moveTo>
                    <a:pt x="143018" y="0"/>
                  </a:moveTo>
                  <a:lnTo>
                    <a:pt x="0" y="865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642260"/>
              <a:ext cx="143018" cy="157971"/>
            </a:xfrm>
            <a:custGeom>
              <a:avLst/>
              <a:pathLst>
                <a:path w="143018" h="157971">
                  <a:moveTo>
                    <a:pt x="143018" y="71422"/>
                  </a:moveTo>
                  <a:lnTo>
                    <a:pt x="140083" y="66748"/>
                  </a:lnTo>
                  <a:lnTo>
                    <a:pt x="136995" y="62174"/>
                  </a:lnTo>
                  <a:lnTo>
                    <a:pt x="133758" y="57703"/>
                  </a:lnTo>
                  <a:lnTo>
                    <a:pt x="130376" y="53343"/>
                  </a:lnTo>
                  <a:lnTo>
                    <a:pt x="126851" y="49096"/>
                  </a:lnTo>
                  <a:lnTo>
                    <a:pt x="123187" y="44968"/>
                  </a:lnTo>
                  <a:lnTo>
                    <a:pt x="119390" y="40963"/>
                  </a:lnTo>
                  <a:lnTo>
                    <a:pt x="115462" y="37085"/>
                  </a:lnTo>
                  <a:lnTo>
                    <a:pt x="111409" y="33340"/>
                  </a:lnTo>
                  <a:lnTo>
                    <a:pt x="107234" y="29730"/>
                  </a:lnTo>
                  <a:lnTo>
                    <a:pt x="102942" y="26260"/>
                  </a:lnTo>
                  <a:lnTo>
                    <a:pt x="98538" y="22933"/>
                  </a:lnTo>
                  <a:lnTo>
                    <a:pt x="94027" y="19754"/>
                  </a:lnTo>
                  <a:lnTo>
                    <a:pt x="89413" y="16725"/>
                  </a:lnTo>
                  <a:lnTo>
                    <a:pt x="84702" y="13851"/>
                  </a:lnTo>
                  <a:lnTo>
                    <a:pt x="79898" y="11133"/>
                  </a:lnTo>
                  <a:lnTo>
                    <a:pt x="75007" y="8576"/>
                  </a:lnTo>
                  <a:lnTo>
                    <a:pt x="70035" y="6181"/>
                  </a:lnTo>
                  <a:lnTo>
                    <a:pt x="64986" y="3952"/>
                  </a:lnTo>
                  <a:lnTo>
                    <a:pt x="59866" y="1891"/>
                  </a:lnTo>
                  <a:lnTo>
                    <a:pt x="54681" y="0"/>
                  </a:lnTo>
                  <a:lnTo>
                    <a:pt x="0" y="1579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633064"/>
              <a:ext cx="54681" cy="167167"/>
            </a:xfrm>
            <a:custGeom>
              <a:avLst/>
              <a:pathLst>
                <a:path w="54681" h="167167">
                  <a:moveTo>
                    <a:pt x="54681" y="9196"/>
                  </a:moveTo>
                  <a:lnTo>
                    <a:pt x="48796" y="7280"/>
                  </a:lnTo>
                  <a:lnTo>
                    <a:pt x="42844" y="5583"/>
                  </a:lnTo>
                  <a:lnTo>
                    <a:pt x="36833" y="4108"/>
                  </a:lnTo>
                  <a:lnTo>
                    <a:pt x="30771" y="2856"/>
                  </a:lnTo>
                  <a:lnTo>
                    <a:pt x="24668" y="1830"/>
                  </a:lnTo>
                  <a:lnTo>
                    <a:pt x="18530" y="1030"/>
                  </a:lnTo>
                  <a:lnTo>
                    <a:pt x="12367" y="458"/>
                  </a:lnTo>
                  <a:lnTo>
                    <a:pt x="6188" y="11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358820" y="3170392"/>
              <a:ext cx="334326" cy="334321"/>
            </a:xfrm>
            <a:custGeom>
              <a:avLst/>
              <a:pathLst>
                <a:path w="334326" h="334321">
                  <a:moveTo>
                    <a:pt x="167159" y="0"/>
                  </a:moveTo>
                  <a:lnTo>
                    <a:pt x="161877" y="83"/>
                  </a:lnTo>
                  <a:lnTo>
                    <a:pt x="156599" y="333"/>
                  </a:lnTo>
                  <a:lnTo>
                    <a:pt x="151332" y="750"/>
                  </a:lnTo>
                  <a:lnTo>
                    <a:pt x="146081" y="1334"/>
                  </a:lnTo>
                  <a:lnTo>
                    <a:pt x="140851" y="2083"/>
                  </a:lnTo>
                  <a:lnTo>
                    <a:pt x="135648" y="2996"/>
                  </a:lnTo>
                  <a:lnTo>
                    <a:pt x="130475" y="4074"/>
                  </a:lnTo>
                  <a:lnTo>
                    <a:pt x="125340" y="5315"/>
                  </a:lnTo>
                  <a:lnTo>
                    <a:pt x="120246" y="6717"/>
                  </a:lnTo>
                  <a:lnTo>
                    <a:pt x="115199" y="8280"/>
                  </a:lnTo>
                  <a:lnTo>
                    <a:pt x="110204" y="10001"/>
                  </a:lnTo>
                  <a:lnTo>
                    <a:pt x="105266" y="11880"/>
                  </a:lnTo>
                  <a:lnTo>
                    <a:pt x="100390" y="13913"/>
                  </a:lnTo>
                  <a:lnTo>
                    <a:pt x="95580" y="16100"/>
                  </a:lnTo>
                  <a:lnTo>
                    <a:pt x="90842" y="18437"/>
                  </a:lnTo>
                  <a:lnTo>
                    <a:pt x="86180" y="20923"/>
                  </a:lnTo>
                  <a:lnTo>
                    <a:pt x="81599" y="23555"/>
                  </a:lnTo>
                  <a:lnTo>
                    <a:pt x="77103" y="26331"/>
                  </a:lnTo>
                  <a:lnTo>
                    <a:pt x="72698" y="29247"/>
                  </a:lnTo>
                  <a:lnTo>
                    <a:pt x="68386" y="32301"/>
                  </a:lnTo>
                  <a:lnTo>
                    <a:pt x="64174" y="35490"/>
                  </a:lnTo>
                  <a:lnTo>
                    <a:pt x="60064" y="38810"/>
                  </a:lnTo>
                  <a:lnTo>
                    <a:pt x="56061" y="42258"/>
                  </a:lnTo>
                  <a:lnTo>
                    <a:pt x="52170" y="45831"/>
                  </a:lnTo>
                  <a:lnTo>
                    <a:pt x="48393" y="49526"/>
                  </a:lnTo>
                  <a:lnTo>
                    <a:pt x="44734" y="53338"/>
                  </a:lnTo>
                  <a:lnTo>
                    <a:pt x="41198" y="57263"/>
                  </a:lnTo>
                  <a:lnTo>
                    <a:pt x="37788" y="61299"/>
                  </a:lnTo>
                  <a:lnTo>
                    <a:pt x="34507" y="65440"/>
                  </a:lnTo>
                  <a:lnTo>
                    <a:pt x="31359" y="69683"/>
                  </a:lnTo>
                  <a:lnTo>
                    <a:pt x="28346" y="74023"/>
                  </a:lnTo>
                  <a:lnTo>
                    <a:pt x="25472" y="78456"/>
                  </a:lnTo>
                  <a:lnTo>
                    <a:pt x="22739" y="82978"/>
                  </a:lnTo>
                  <a:lnTo>
                    <a:pt x="20151" y="87584"/>
                  </a:lnTo>
                  <a:lnTo>
                    <a:pt x="17709" y="92269"/>
                  </a:lnTo>
                  <a:lnTo>
                    <a:pt x="15417" y="97029"/>
                  </a:lnTo>
                  <a:lnTo>
                    <a:pt x="13277" y="101860"/>
                  </a:lnTo>
                  <a:lnTo>
                    <a:pt x="11290" y="106755"/>
                  </a:lnTo>
                  <a:lnTo>
                    <a:pt x="9458" y="111711"/>
                  </a:lnTo>
                  <a:lnTo>
                    <a:pt x="7785" y="116722"/>
                  </a:lnTo>
                  <a:lnTo>
                    <a:pt x="6270" y="121784"/>
                  </a:lnTo>
                  <a:lnTo>
                    <a:pt x="4916" y="126891"/>
                  </a:lnTo>
                  <a:lnTo>
                    <a:pt x="3725" y="132038"/>
                  </a:lnTo>
                  <a:lnTo>
                    <a:pt x="2696" y="137220"/>
                  </a:lnTo>
                  <a:lnTo>
                    <a:pt x="1832" y="142432"/>
                  </a:lnTo>
                  <a:lnTo>
                    <a:pt x="1133" y="147669"/>
                  </a:lnTo>
                  <a:lnTo>
                    <a:pt x="600" y="152925"/>
                  </a:lnTo>
                  <a:lnTo>
                    <a:pt x="233" y="158196"/>
                  </a:lnTo>
                  <a:lnTo>
                    <a:pt x="33" y="163476"/>
                  </a:lnTo>
                  <a:lnTo>
                    <a:pt x="0" y="168759"/>
                  </a:lnTo>
                  <a:lnTo>
                    <a:pt x="133" y="174040"/>
                  </a:lnTo>
                  <a:lnTo>
                    <a:pt x="434" y="179315"/>
                  </a:lnTo>
                  <a:lnTo>
                    <a:pt x="901" y="184578"/>
                  </a:lnTo>
                  <a:lnTo>
                    <a:pt x="1534" y="189823"/>
                  </a:lnTo>
                  <a:lnTo>
                    <a:pt x="2333" y="195046"/>
                  </a:lnTo>
                  <a:lnTo>
                    <a:pt x="3296" y="200241"/>
                  </a:lnTo>
                  <a:lnTo>
                    <a:pt x="4423" y="205402"/>
                  </a:lnTo>
                  <a:lnTo>
                    <a:pt x="5713" y="210526"/>
                  </a:lnTo>
                  <a:lnTo>
                    <a:pt x="7164" y="215606"/>
                  </a:lnTo>
                  <a:lnTo>
                    <a:pt x="8774" y="220638"/>
                  </a:lnTo>
                  <a:lnTo>
                    <a:pt x="10543" y="225616"/>
                  </a:lnTo>
                  <a:lnTo>
                    <a:pt x="12468" y="230536"/>
                  </a:lnTo>
                  <a:lnTo>
                    <a:pt x="14548" y="235393"/>
                  </a:lnTo>
                  <a:lnTo>
                    <a:pt x="16781" y="240182"/>
                  </a:lnTo>
                  <a:lnTo>
                    <a:pt x="19163" y="244897"/>
                  </a:lnTo>
                  <a:lnTo>
                    <a:pt x="21693" y="249535"/>
                  </a:lnTo>
                  <a:lnTo>
                    <a:pt x="24369" y="254091"/>
                  </a:lnTo>
                  <a:lnTo>
                    <a:pt x="27187" y="258560"/>
                  </a:lnTo>
                  <a:lnTo>
                    <a:pt x="30145" y="262938"/>
                  </a:lnTo>
                  <a:lnTo>
                    <a:pt x="33240" y="267220"/>
                  </a:lnTo>
                  <a:lnTo>
                    <a:pt x="36469" y="271402"/>
                  </a:lnTo>
                  <a:lnTo>
                    <a:pt x="39828" y="275480"/>
                  </a:lnTo>
                  <a:lnTo>
                    <a:pt x="43314" y="279449"/>
                  </a:lnTo>
                  <a:lnTo>
                    <a:pt x="46924" y="283307"/>
                  </a:lnTo>
                  <a:lnTo>
                    <a:pt x="50655" y="287049"/>
                  </a:lnTo>
                  <a:lnTo>
                    <a:pt x="54501" y="290670"/>
                  </a:lnTo>
                  <a:lnTo>
                    <a:pt x="58460" y="294169"/>
                  </a:lnTo>
                  <a:lnTo>
                    <a:pt x="62528" y="297540"/>
                  </a:lnTo>
                  <a:lnTo>
                    <a:pt x="66700" y="300782"/>
                  </a:lnTo>
                  <a:lnTo>
                    <a:pt x="70973" y="303890"/>
                  </a:lnTo>
                  <a:lnTo>
                    <a:pt x="75341" y="306861"/>
                  </a:lnTo>
                  <a:lnTo>
                    <a:pt x="79802" y="309693"/>
                  </a:lnTo>
                  <a:lnTo>
                    <a:pt x="84349" y="312382"/>
                  </a:lnTo>
                  <a:lnTo>
                    <a:pt x="88980" y="314926"/>
                  </a:lnTo>
                  <a:lnTo>
                    <a:pt x="93688" y="317323"/>
                  </a:lnTo>
                  <a:lnTo>
                    <a:pt x="98470" y="319570"/>
                  </a:lnTo>
                  <a:lnTo>
                    <a:pt x="103320" y="321665"/>
                  </a:lnTo>
                  <a:lnTo>
                    <a:pt x="108234" y="323605"/>
                  </a:lnTo>
                  <a:lnTo>
                    <a:pt x="113207" y="325389"/>
                  </a:lnTo>
                  <a:lnTo>
                    <a:pt x="118234" y="327015"/>
                  </a:lnTo>
                  <a:lnTo>
                    <a:pt x="123310" y="328481"/>
                  </a:lnTo>
                  <a:lnTo>
                    <a:pt x="128430" y="329786"/>
                  </a:lnTo>
                  <a:lnTo>
                    <a:pt x="133588" y="330929"/>
                  </a:lnTo>
                  <a:lnTo>
                    <a:pt x="138780" y="331908"/>
                  </a:lnTo>
                  <a:lnTo>
                    <a:pt x="144000" y="332722"/>
                  </a:lnTo>
                  <a:lnTo>
                    <a:pt x="149243" y="333372"/>
                  </a:lnTo>
                  <a:lnTo>
                    <a:pt x="154505" y="333855"/>
                  </a:lnTo>
                  <a:lnTo>
                    <a:pt x="159778" y="334171"/>
                  </a:lnTo>
                  <a:lnTo>
                    <a:pt x="165060" y="334321"/>
                  </a:lnTo>
                  <a:lnTo>
                    <a:pt x="170343" y="334304"/>
                  </a:lnTo>
                  <a:lnTo>
                    <a:pt x="175623" y="334120"/>
                  </a:lnTo>
                  <a:lnTo>
                    <a:pt x="180895" y="333769"/>
                  </a:lnTo>
                  <a:lnTo>
                    <a:pt x="186153" y="333252"/>
                  </a:lnTo>
                  <a:lnTo>
                    <a:pt x="191392" y="332569"/>
                  </a:lnTo>
                  <a:lnTo>
                    <a:pt x="196607" y="331720"/>
                  </a:lnTo>
                  <a:lnTo>
                    <a:pt x="201792" y="330708"/>
                  </a:lnTo>
                  <a:lnTo>
                    <a:pt x="206943" y="329531"/>
                  </a:lnTo>
                  <a:lnTo>
                    <a:pt x="212054" y="328193"/>
                  </a:lnTo>
                  <a:lnTo>
                    <a:pt x="217120" y="326694"/>
                  </a:lnTo>
                  <a:lnTo>
                    <a:pt x="222136" y="325036"/>
                  </a:lnTo>
                  <a:lnTo>
                    <a:pt x="227098" y="323219"/>
                  </a:lnTo>
                  <a:lnTo>
                    <a:pt x="231999" y="321247"/>
                  </a:lnTo>
                  <a:lnTo>
                    <a:pt x="236836" y="319121"/>
                  </a:lnTo>
                  <a:lnTo>
                    <a:pt x="241603" y="316844"/>
                  </a:lnTo>
                  <a:lnTo>
                    <a:pt x="246296" y="314416"/>
                  </a:lnTo>
                  <a:lnTo>
                    <a:pt x="250909" y="311842"/>
                  </a:lnTo>
                  <a:lnTo>
                    <a:pt x="255439" y="309123"/>
                  </a:lnTo>
                  <a:lnTo>
                    <a:pt x="259881" y="306263"/>
                  </a:lnTo>
                  <a:lnTo>
                    <a:pt x="264231" y="303263"/>
                  </a:lnTo>
                  <a:lnTo>
                    <a:pt x="268483" y="300127"/>
                  </a:lnTo>
                  <a:lnTo>
                    <a:pt x="272634" y="296859"/>
                  </a:lnTo>
                  <a:lnTo>
                    <a:pt x="276680" y="293461"/>
                  </a:lnTo>
                  <a:lnTo>
                    <a:pt x="280616" y="289937"/>
                  </a:lnTo>
                  <a:lnTo>
                    <a:pt x="284439" y="286290"/>
                  </a:lnTo>
                  <a:lnTo>
                    <a:pt x="288145" y="282525"/>
                  </a:lnTo>
                  <a:lnTo>
                    <a:pt x="291730" y="278644"/>
                  </a:lnTo>
                  <a:lnTo>
                    <a:pt x="295191" y="274652"/>
                  </a:lnTo>
                  <a:lnTo>
                    <a:pt x="298523" y="270552"/>
                  </a:lnTo>
                  <a:lnTo>
                    <a:pt x="301725" y="266349"/>
                  </a:lnTo>
                  <a:lnTo>
                    <a:pt x="304792" y="262047"/>
                  </a:lnTo>
                  <a:lnTo>
                    <a:pt x="307721" y="257651"/>
                  </a:lnTo>
                  <a:lnTo>
                    <a:pt x="310511" y="253163"/>
                  </a:lnTo>
                  <a:lnTo>
                    <a:pt x="313157" y="248590"/>
                  </a:lnTo>
                  <a:lnTo>
                    <a:pt x="315657" y="243936"/>
                  </a:lnTo>
                  <a:lnTo>
                    <a:pt x="318009" y="239205"/>
                  </a:lnTo>
                  <a:lnTo>
                    <a:pt x="320210" y="234402"/>
                  </a:lnTo>
                  <a:lnTo>
                    <a:pt x="322258" y="229532"/>
                  </a:lnTo>
                  <a:lnTo>
                    <a:pt x="324151" y="224599"/>
                  </a:lnTo>
                  <a:lnTo>
                    <a:pt x="325888" y="219610"/>
                  </a:lnTo>
                  <a:lnTo>
                    <a:pt x="327466" y="214567"/>
                  </a:lnTo>
                  <a:lnTo>
                    <a:pt x="328884" y="209478"/>
                  </a:lnTo>
                  <a:lnTo>
                    <a:pt x="330140" y="204346"/>
                  </a:lnTo>
                  <a:lnTo>
                    <a:pt x="331233" y="199177"/>
                  </a:lnTo>
                  <a:lnTo>
                    <a:pt x="332163" y="193976"/>
                  </a:lnTo>
                  <a:lnTo>
                    <a:pt x="332928" y="188749"/>
                  </a:lnTo>
                  <a:lnTo>
                    <a:pt x="333527" y="183499"/>
                  </a:lnTo>
                  <a:lnTo>
                    <a:pt x="333960" y="178234"/>
                  </a:lnTo>
                  <a:lnTo>
                    <a:pt x="334226" y="172957"/>
                  </a:lnTo>
                  <a:lnTo>
                    <a:pt x="334326" y="167675"/>
                  </a:lnTo>
                  <a:lnTo>
                    <a:pt x="334259" y="162392"/>
                  </a:lnTo>
                  <a:lnTo>
                    <a:pt x="334024" y="157114"/>
                  </a:lnTo>
                  <a:lnTo>
                    <a:pt x="333623" y="151846"/>
                  </a:lnTo>
                  <a:lnTo>
                    <a:pt x="333056" y="146593"/>
                  </a:lnTo>
                  <a:lnTo>
                    <a:pt x="332323" y="141361"/>
                  </a:lnTo>
                  <a:lnTo>
                    <a:pt x="331425" y="136154"/>
                  </a:lnTo>
                  <a:lnTo>
                    <a:pt x="330363" y="130979"/>
                  </a:lnTo>
                  <a:lnTo>
                    <a:pt x="329138" y="125839"/>
                  </a:lnTo>
                  <a:lnTo>
                    <a:pt x="327751" y="120741"/>
                  </a:lnTo>
                  <a:lnTo>
                    <a:pt x="326203" y="115690"/>
                  </a:lnTo>
                  <a:lnTo>
                    <a:pt x="324497" y="110689"/>
                  </a:lnTo>
                  <a:lnTo>
                    <a:pt x="322634" y="105745"/>
                  </a:lnTo>
                  <a:lnTo>
                    <a:pt x="320615" y="100863"/>
                  </a:lnTo>
                  <a:lnTo>
                    <a:pt x="318443" y="96047"/>
                  </a:lnTo>
                  <a:lnTo>
                    <a:pt x="316120" y="91301"/>
                  </a:lnTo>
                  <a:lnTo>
                    <a:pt x="313649" y="86632"/>
                  </a:lnTo>
                  <a:lnTo>
                    <a:pt x="311030" y="82043"/>
                  </a:lnTo>
                  <a:lnTo>
                    <a:pt x="308269" y="77539"/>
                  </a:lnTo>
                  <a:lnTo>
                    <a:pt x="305366" y="73125"/>
                  </a:lnTo>
                  <a:lnTo>
                    <a:pt x="302325" y="68804"/>
                  </a:lnTo>
                  <a:lnTo>
                    <a:pt x="299149" y="64582"/>
                  </a:lnTo>
                  <a:lnTo>
                    <a:pt x="295841" y="60462"/>
                  </a:lnTo>
                  <a:lnTo>
                    <a:pt x="292405" y="56449"/>
                  </a:lnTo>
                  <a:lnTo>
                    <a:pt x="288844" y="52546"/>
                  </a:lnTo>
                  <a:lnTo>
                    <a:pt x="285161" y="48758"/>
                  </a:lnTo>
                  <a:lnTo>
                    <a:pt x="281360" y="45088"/>
                  </a:lnTo>
                  <a:lnTo>
                    <a:pt x="277445" y="41540"/>
                  </a:lnTo>
                  <a:lnTo>
                    <a:pt x="273420" y="38118"/>
                  </a:lnTo>
                  <a:lnTo>
                    <a:pt x="269289" y="34825"/>
                  </a:lnTo>
                  <a:lnTo>
                    <a:pt x="265056" y="31663"/>
                  </a:lnTo>
                  <a:lnTo>
                    <a:pt x="260725" y="28637"/>
                  </a:lnTo>
                  <a:lnTo>
                    <a:pt x="256300" y="25750"/>
                  </a:lnTo>
                  <a:lnTo>
                    <a:pt x="251787" y="23003"/>
                  </a:lnTo>
                  <a:lnTo>
                    <a:pt x="247189" y="20401"/>
                  </a:lnTo>
                  <a:lnTo>
                    <a:pt x="242511" y="17945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88338"/>
              <a:ext cx="75351" cy="149221"/>
            </a:xfrm>
            <a:custGeom>
              <a:avLst/>
              <a:pathLst>
                <a:path w="75351" h="149221">
                  <a:moveTo>
                    <a:pt x="75351" y="0"/>
                  </a:moveTo>
                  <a:lnTo>
                    <a:pt x="0" y="1492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88338"/>
              <a:ext cx="75351" cy="149221"/>
            </a:xfrm>
            <a:custGeom>
              <a:avLst/>
              <a:pathLst>
                <a:path w="75351" h="149221">
                  <a:moveTo>
                    <a:pt x="75351" y="0"/>
                  </a:moveTo>
                  <a:lnTo>
                    <a:pt x="0" y="1492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88338"/>
              <a:ext cx="75351" cy="149221"/>
            </a:xfrm>
            <a:custGeom>
              <a:avLst/>
              <a:pathLst>
                <a:path w="75351" h="149221">
                  <a:moveTo>
                    <a:pt x="75351" y="0"/>
                  </a:moveTo>
                  <a:lnTo>
                    <a:pt x="0" y="1492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88338"/>
              <a:ext cx="75351" cy="149221"/>
            </a:xfrm>
            <a:custGeom>
              <a:avLst/>
              <a:pathLst>
                <a:path w="75351" h="149221">
                  <a:moveTo>
                    <a:pt x="75351" y="0"/>
                  </a:moveTo>
                  <a:lnTo>
                    <a:pt x="0" y="1492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88338"/>
              <a:ext cx="75351" cy="149221"/>
            </a:xfrm>
            <a:custGeom>
              <a:avLst/>
              <a:pathLst>
                <a:path w="75351" h="149221">
                  <a:moveTo>
                    <a:pt x="75351" y="0"/>
                  </a:moveTo>
                  <a:lnTo>
                    <a:pt x="0" y="1492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88338"/>
              <a:ext cx="75351" cy="149221"/>
            </a:xfrm>
            <a:custGeom>
              <a:avLst/>
              <a:pathLst>
                <a:path w="75351" h="149221">
                  <a:moveTo>
                    <a:pt x="75351" y="0"/>
                  </a:moveTo>
                  <a:lnTo>
                    <a:pt x="0" y="1492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88338"/>
              <a:ext cx="75351" cy="149221"/>
            </a:xfrm>
            <a:custGeom>
              <a:avLst/>
              <a:pathLst>
                <a:path w="75351" h="149221">
                  <a:moveTo>
                    <a:pt x="75351" y="0"/>
                  </a:moveTo>
                  <a:lnTo>
                    <a:pt x="0" y="1492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88338"/>
              <a:ext cx="75351" cy="149221"/>
            </a:xfrm>
            <a:custGeom>
              <a:avLst/>
              <a:pathLst>
                <a:path w="75351" h="149221">
                  <a:moveTo>
                    <a:pt x="75351" y="0"/>
                  </a:moveTo>
                  <a:lnTo>
                    <a:pt x="0" y="1492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88338"/>
              <a:ext cx="75351" cy="149221"/>
            </a:xfrm>
            <a:custGeom>
              <a:avLst/>
              <a:pathLst>
                <a:path w="75351" h="149221">
                  <a:moveTo>
                    <a:pt x="75351" y="0"/>
                  </a:moveTo>
                  <a:lnTo>
                    <a:pt x="0" y="1492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88338"/>
              <a:ext cx="75351" cy="149221"/>
            </a:xfrm>
            <a:custGeom>
              <a:avLst/>
              <a:pathLst>
                <a:path w="75351" h="149221">
                  <a:moveTo>
                    <a:pt x="75351" y="0"/>
                  </a:moveTo>
                  <a:lnTo>
                    <a:pt x="0" y="1492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88338"/>
              <a:ext cx="75351" cy="149221"/>
            </a:xfrm>
            <a:custGeom>
              <a:avLst/>
              <a:pathLst>
                <a:path w="75351" h="149221">
                  <a:moveTo>
                    <a:pt x="75351" y="0"/>
                  </a:moveTo>
                  <a:lnTo>
                    <a:pt x="0" y="1492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88338"/>
              <a:ext cx="75351" cy="149221"/>
            </a:xfrm>
            <a:custGeom>
              <a:avLst/>
              <a:pathLst>
                <a:path w="75351" h="149221">
                  <a:moveTo>
                    <a:pt x="75351" y="0"/>
                  </a:moveTo>
                  <a:lnTo>
                    <a:pt x="0" y="1492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83095"/>
              <a:ext cx="75351" cy="154464"/>
            </a:xfrm>
            <a:custGeom>
              <a:avLst/>
              <a:pathLst>
                <a:path w="75351" h="154464">
                  <a:moveTo>
                    <a:pt x="75351" y="5242"/>
                  </a:moveTo>
                  <a:lnTo>
                    <a:pt x="63920" y="0"/>
                  </a:lnTo>
                  <a:lnTo>
                    <a:pt x="0" y="1544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70392"/>
              <a:ext cx="63920" cy="167167"/>
            </a:xfrm>
            <a:custGeom>
              <a:avLst/>
              <a:pathLst>
                <a:path w="63920" h="167167">
                  <a:moveTo>
                    <a:pt x="63920" y="12703"/>
                  </a:moveTo>
                  <a:lnTo>
                    <a:pt x="58371" y="10522"/>
                  </a:lnTo>
                  <a:lnTo>
                    <a:pt x="52747" y="8540"/>
                  </a:lnTo>
                  <a:lnTo>
                    <a:pt x="47057" y="6759"/>
                  </a:lnTo>
                  <a:lnTo>
                    <a:pt x="41306" y="5183"/>
                  </a:lnTo>
                  <a:lnTo>
                    <a:pt x="35504" y="3813"/>
                  </a:lnTo>
                  <a:lnTo>
                    <a:pt x="29655" y="2651"/>
                  </a:lnTo>
                  <a:lnTo>
                    <a:pt x="23770" y="1698"/>
                  </a:lnTo>
                  <a:lnTo>
                    <a:pt x="17854" y="956"/>
                  </a:lnTo>
                  <a:lnTo>
                    <a:pt x="11915" y="425"/>
                  </a:lnTo>
                  <a:lnTo>
                    <a:pt x="5961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423598" y="3707720"/>
              <a:ext cx="334305" cy="334334"/>
            </a:xfrm>
            <a:custGeom>
              <a:avLst/>
              <a:pathLst>
                <a:path w="334305" h="334334">
                  <a:moveTo>
                    <a:pt x="167149" y="0"/>
                  </a:moveTo>
                  <a:lnTo>
                    <a:pt x="161850" y="84"/>
                  </a:lnTo>
                  <a:lnTo>
                    <a:pt x="156556" y="335"/>
                  </a:lnTo>
                  <a:lnTo>
                    <a:pt x="151273" y="755"/>
                  </a:lnTo>
                  <a:lnTo>
                    <a:pt x="146005" y="1342"/>
                  </a:lnTo>
                  <a:lnTo>
                    <a:pt x="140759" y="2096"/>
                  </a:lnTo>
                  <a:lnTo>
                    <a:pt x="135539" y="3015"/>
                  </a:lnTo>
                  <a:lnTo>
                    <a:pt x="130352" y="4100"/>
                  </a:lnTo>
                  <a:lnTo>
                    <a:pt x="125201" y="5348"/>
                  </a:lnTo>
                  <a:lnTo>
                    <a:pt x="120092" y="6759"/>
                  </a:lnTo>
                  <a:lnTo>
                    <a:pt x="115031" y="8332"/>
                  </a:lnTo>
                  <a:lnTo>
                    <a:pt x="110022" y="10064"/>
                  </a:lnTo>
                  <a:lnTo>
                    <a:pt x="105070" y="11954"/>
                  </a:lnTo>
                  <a:lnTo>
                    <a:pt x="100181" y="14000"/>
                  </a:lnTo>
                  <a:lnTo>
                    <a:pt x="95359" y="16200"/>
                  </a:lnTo>
                  <a:lnTo>
                    <a:pt x="90609" y="18551"/>
                  </a:lnTo>
                  <a:lnTo>
                    <a:pt x="85937" y="21052"/>
                  </a:lnTo>
                  <a:lnTo>
                    <a:pt x="81345" y="23700"/>
                  </a:lnTo>
                  <a:lnTo>
                    <a:pt x="76841" y="26493"/>
                  </a:lnTo>
                  <a:lnTo>
                    <a:pt x="72426" y="29426"/>
                  </a:lnTo>
                  <a:lnTo>
                    <a:pt x="68108" y="32498"/>
                  </a:lnTo>
                  <a:lnTo>
                    <a:pt x="63888" y="35706"/>
                  </a:lnTo>
                  <a:lnTo>
                    <a:pt x="59773" y="39045"/>
                  </a:lnTo>
                  <a:lnTo>
                    <a:pt x="55765" y="42513"/>
                  </a:lnTo>
                  <a:lnTo>
                    <a:pt x="51869" y="46107"/>
                  </a:lnTo>
                  <a:lnTo>
                    <a:pt x="48090" y="49822"/>
                  </a:lnTo>
                  <a:lnTo>
                    <a:pt x="44430" y="53656"/>
                  </a:lnTo>
                  <a:lnTo>
                    <a:pt x="40893" y="57603"/>
                  </a:lnTo>
                  <a:lnTo>
                    <a:pt x="37483" y="61660"/>
                  </a:lnTo>
                  <a:lnTo>
                    <a:pt x="34204" y="65824"/>
                  </a:lnTo>
                  <a:lnTo>
                    <a:pt x="31058" y="70089"/>
                  </a:lnTo>
                  <a:lnTo>
                    <a:pt x="28049" y="74452"/>
                  </a:lnTo>
                  <a:lnTo>
                    <a:pt x="25180" y="78909"/>
                  </a:lnTo>
                  <a:lnTo>
                    <a:pt x="22453" y="83454"/>
                  </a:lnTo>
                  <a:lnTo>
                    <a:pt x="19872" y="88083"/>
                  </a:lnTo>
                  <a:lnTo>
                    <a:pt x="17439" y="92791"/>
                  </a:lnTo>
                  <a:lnTo>
                    <a:pt x="15156" y="97575"/>
                  </a:lnTo>
                  <a:lnTo>
                    <a:pt x="13027" y="102428"/>
                  </a:lnTo>
                  <a:lnTo>
                    <a:pt x="11052" y="107346"/>
                  </a:lnTo>
                  <a:lnTo>
                    <a:pt x="9234" y="112325"/>
                  </a:lnTo>
                  <a:lnTo>
                    <a:pt x="7575" y="117358"/>
                  </a:lnTo>
                  <a:lnTo>
                    <a:pt x="6076" y="122442"/>
                  </a:lnTo>
                  <a:lnTo>
                    <a:pt x="4739" y="127571"/>
                  </a:lnTo>
                  <a:lnTo>
                    <a:pt x="3566" y="132739"/>
                  </a:lnTo>
                  <a:lnTo>
                    <a:pt x="2556" y="137942"/>
                  </a:lnTo>
                  <a:lnTo>
                    <a:pt x="1713" y="143174"/>
                  </a:lnTo>
                  <a:lnTo>
                    <a:pt x="1035" y="148431"/>
                  </a:lnTo>
                  <a:lnTo>
                    <a:pt x="525" y="153706"/>
                  </a:lnTo>
                  <a:lnTo>
                    <a:pt x="182" y="158995"/>
                  </a:lnTo>
                  <a:lnTo>
                    <a:pt x="7" y="164292"/>
                  </a:lnTo>
                  <a:lnTo>
                    <a:pt x="0" y="169592"/>
                  </a:lnTo>
                  <a:lnTo>
                    <a:pt x="160" y="174890"/>
                  </a:lnTo>
                  <a:lnTo>
                    <a:pt x="489" y="180180"/>
                  </a:lnTo>
                  <a:lnTo>
                    <a:pt x="985" y="185456"/>
                  </a:lnTo>
                  <a:lnTo>
                    <a:pt x="1649" y="190715"/>
                  </a:lnTo>
                  <a:lnTo>
                    <a:pt x="2478" y="195949"/>
                  </a:lnTo>
                  <a:lnTo>
                    <a:pt x="3474" y="201155"/>
                  </a:lnTo>
                  <a:lnTo>
                    <a:pt x="4633" y="206327"/>
                  </a:lnTo>
                  <a:lnTo>
                    <a:pt x="5956" y="211459"/>
                  </a:lnTo>
                  <a:lnTo>
                    <a:pt x="7441" y="216547"/>
                  </a:lnTo>
                  <a:lnTo>
                    <a:pt x="9087" y="221585"/>
                  </a:lnTo>
                  <a:lnTo>
                    <a:pt x="10892" y="226568"/>
                  </a:lnTo>
                  <a:lnTo>
                    <a:pt x="12853" y="231492"/>
                  </a:lnTo>
                  <a:lnTo>
                    <a:pt x="14970" y="236351"/>
                  </a:lnTo>
                  <a:lnTo>
                    <a:pt x="17240" y="241140"/>
                  </a:lnTo>
                  <a:lnTo>
                    <a:pt x="19660" y="245855"/>
                  </a:lnTo>
                  <a:lnTo>
                    <a:pt x="22229" y="250491"/>
                  </a:lnTo>
                  <a:lnTo>
                    <a:pt x="24943" y="255043"/>
                  </a:lnTo>
                  <a:lnTo>
                    <a:pt x="27800" y="259507"/>
                  </a:lnTo>
                  <a:lnTo>
                    <a:pt x="30797" y="263878"/>
                  </a:lnTo>
                  <a:lnTo>
                    <a:pt x="33932" y="268152"/>
                  </a:lnTo>
                  <a:lnTo>
                    <a:pt x="37200" y="272325"/>
                  </a:lnTo>
                  <a:lnTo>
                    <a:pt x="40599" y="276391"/>
                  </a:lnTo>
                  <a:lnTo>
                    <a:pt x="44125" y="280348"/>
                  </a:lnTo>
                  <a:lnTo>
                    <a:pt x="47775" y="284191"/>
                  </a:lnTo>
                  <a:lnTo>
                    <a:pt x="51545" y="287917"/>
                  </a:lnTo>
                  <a:lnTo>
                    <a:pt x="55430" y="291521"/>
                  </a:lnTo>
                  <a:lnTo>
                    <a:pt x="59429" y="295000"/>
                  </a:lnTo>
                  <a:lnTo>
                    <a:pt x="63535" y="298350"/>
                  </a:lnTo>
                  <a:lnTo>
                    <a:pt x="67746" y="301569"/>
                  </a:lnTo>
                  <a:lnTo>
                    <a:pt x="72057" y="304653"/>
                  </a:lnTo>
                  <a:lnTo>
                    <a:pt x="76463" y="307598"/>
                  </a:lnTo>
                  <a:lnTo>
                    <a:pt x="80960" y="310402"/>
                  </a:lnTo>
                  <a:lnTo>
                    <a:pt x="85544" y="313063"/>
                  </a:lnTo>
                  <a:lnTo>
                    <a:pt x="90210" y="315576"/>
                  </a:lnTo>
                  <a:lnTo>
                    <a:pt x="94954" y="317941"/>
                  </a:lnTo>
                  <a:lnTo>
                    <a:pt x="99769" y="320154"/>
                  </a:lnTo>
                  <a:lnTo>
                    <a:pt x="104653" y="322213"/>
                  </a:lnTo>
                  <a:lnTo>
                    <a:pt x="109600" y="324116"/>
                  </a:lnTo>
                  <a:lnTo>
                    <a:pt x="114604" y="325861"/>
                  </a:lnTo>
                  <a:lnTo>
                    <a:pt x="119661" y="327447"/>
                  </a:lnTo>
                  <a:lnTo>
                    <a:pt x="124766" y="328872"/>
                  </a:lnTo>
                  <a:lnTo>
                    <a:pt x="129913" y="330135"/>
                  </a:lnTo>
                  <a:lnTo>
                    <a:pt x="135098" y="331233"/>
                  </a:lnTo>
                  <a:lnTo>
                    <a:pt x="140316" y="332167"/>
                  </a:lnTo>
                  <a:lnTo>
                    <a:pt x="145560" y="332934"/>
                  </a:lnTo>
                  <a:lnTo>
                    <a:pt x="150825" y="333535"/>
                  </a:lnTo>
                  <a:lnTo>
                    <a:pt x="156108" y="333969"/>
                  </a:lnTo>
                  <a:lnTo>
                    <a:pt x="161401" y="334236"/>
                  </a:lnTo>
                  <a:lnTo>
                    <a:pt x="166700" y="334334"/>
                  </a:lnTo>
                  <a:lnTo>
                    <a:pt x="172000" y="334264"/>
                  </a:lnTo>
                  <a:lnTo>
                    <a:pt x="177294" y="334026"/>
                  </a:lnTo>
                  <a:lnTo>
                    <a:pt x="182579" y="333621"/>
                  </a:lnTo>
                  <a:lnTo>
                    <a:pt x="187848" y="333048"/>
                  </a:lnTo>
                  <a:lnTo>
                    <a:pt x="193096" y="332308"/>
                  </a:lnTo>
                  <a:lnTo>
                    <a:pt x="198318" y="331403"/>
                  </a:lnTo>
                  <a:lnTo>
                    <a:pt x="203509" y="330332"/>
                  </a:lnTo>
                  <a:lnTo>
                    <a:pt x="208663" y="329098"/>
                  </a:lnTo>
                  <a:lnTo>
                    <a:pt x="213775" y="327700"/>
                  </a:lnTo>
                  <a:lnTo>
                    <a:pt x="218841" y="326142"/>
                  </a:lnTo>
                  <a:lnTo>
                    <a:pt x="223855" y="324423"/>
                  </a:lnTo>
                  <a:lnTo>
                    <a:pt x="228811" y="322546"/>
                  </a:lnTo>
                  <a:lnTo>
                    <a:pt x="233706" y="320514"/>
                  </a:lnTo>
                  <a:lnTo>
                    <a:pt x="238534" y="318327"/>
                  </a:lnTo>
                  <a:lnTo>
                    <a:pt x="243290" y="315988"/>
                  </a:lnTo>
                  <a:lnTo>
                    <a:pt x="247969" y="313499"/>
                  </a:lnTo>
                  <a:lnTo>
                    <a:pt x="252567" y="310864"/>
                  </a:lnTo>
                  <a:lnTo>
                    <a:pt x="257080" y="308083"/>
                  </a:lnTo>
                  <a:lnTo>
                    <a:pt x="261502" y="305162"/>
                  </a:lnTo>
                  <a:lnTo>
                    <a:pt x="265829" y="302101"/>
                  </a:lnTo>
                  <a:lnTo>
                    <a:pt x="270057" y="298905"/>
                  </a:lnTo>
                  <a:lnTo>
                    <a:pt x="274181" y="295577"/>
                  </a:lnTo>
                  <a:lnTo>
                    <a:pt x="278198" y="292119"/>
                  </a:lnTo>
                  <a:lnTo>
                    <a:pt x="282103" y="288536"/>
                  </a:lnTo>
                  <a:lnTo>
                    <a:pt x="285893" y="284831"/>
                  </a:lnTo>
                  <a:lnTo>
                    <a:pt x="289564" y="281008"/>
                  </a:lnTo>
                  <a:lnTo>
                    <a:pt x="293111" y="277070"/>
                  </a:lnTo>
                  <a:lnTo>
                    <a:pt x="296532" y="273021"/>
                  </a:lnTo>
                  <a:lnTo>
                    <a:pt x="299822" y="268867"/>
                  </a:lnTo>
                  <a:lnTo>
                    <a:pt x="302980" y="264610"/>
                  </a:lnTo>
                  <a:lnTo>
                    <a:pt x="306000" y="260255"/>
                  </a:lnTo>
                  <a:lnTo>
                    <a:pt x="308881" y="255806"/>
                  </a:lnTo>
                  <a:lnTo>
                    <a:pt x="311620" y="251269"/>
                  </a:lnTo>
                  <a:lnTo>
                    <a:pt x="314214" y="246647"/>
                  </a:lnTo>
                  <a:lnTo>
                    <a:pt x="316659" y="241945"/>
                  </a:lnTo>
                  <a:lnTo>
                    <a:pt x="318955" y="237168"/>
                  </a:lnTo>
                  <a:lnTo>
                    <a:pt x="321097" y="232320"/>
                  </a:lnTo>
                  <a:lnTo>
                    <a:pt x="323086" y="227407"/>
                  </a:lnTo>
                  <a:lnTo>
                    <a:pt x="324917" y="222433"/>
                  </a:lnTo>
                  <a:lnTo>
                    <a:pt x="326589" y="217404"/>
                  </a:lnTo>
                  <a:lnTo>
                    <a:pt x="328102" y="212325"/>
                  </a:lnTo>
                  <a:lnTo>
                    <a:pt x="329453" y="207200"/>
                  </a:lnTo>
                  <a:lnTo>
                    <a:pt x="330640" y="202034"/>
                  </a:lnTo>
                  <a:lnTo>
                    <a:pt x="331663" y="196834"/>
                  </a:lnTo>
                  <a:lnTo>
                    <a:pt x="332521" y="191604"/>
                  </a:lnTo>
                  <a:lnTo>
                    <a:pt x="333213" y="186349"/>
                  </a:lnTo>
                  <a:lnTo>
                    <a:pt x="333737" y="181075"/>
                  </a:lnTo>
                  <a:lnTo>
                    <a:pt x="334094" y="175787"/>
                  </a:lnTo>
                  <a:lnTo>
                    <a:pt x="334284" y="170491"/>
                  </a:lnTo>
                  <a:lnTo>
                    <a:pt x="334305" y="165191"/>
                  </a:lnTo>
                  <a:lnTo>
                    <a:pt x="334158" y="159893"/>
                  </a:lnTo>
                  <a:lnTo>
                    <a:pt x="333844" y="154602"/>
                  </a:lnTo>
                  <a:lnTo>
                    <a:pt x="333362" y="149324"/>
                  </a:lnTo>
                  <a:lnTo>
                    <a:pt x="332713" y="144064"/>
                  </a:lnTo>
                  <a:lnTo>
                    <a:pt x="331897" y="138827"/>
                  </a:lnTo>
                  <a:lnTo>
                    <a:pt x="330916" y="133619"/>
                  </a:lnTo>
                  <a:lnTo>
                    <a:pt x="329770" y="128444"/>
                  </a:lnTo>
                  <a:lnTo>
                    <a:pt x="328461" y="123308"/>
                  </a:lnTo>
                  <a:lnTo>
                    <a:pt x="326989" y="118217"/>
                  </a:lnTo>
                  <a:lnTo>
                    <a:pt x="325357" y="113174"/>
                  </a:lnTo>
                  <a:lnTo>
                    <a:pt x="323566" y="108186"/>
                  </a:lnTo>
                  <a:lnTo>
                    <a:pt x="321618" y="103257"/>
                  </a:lnTo>
                  <a:lnTo>
                    <a:pt x="319514" y="98392"/>
                  </a:lnTo>
                  <a:lnTo>
                    <a:pt x="317257" y="93597"/>
                  </a:lnTo>
                  <a:lnTo>
                    <a:pt x="314850" y="88875"/>
                  </a:lnTo>
                  <a:lnTo>
                    <a:pt x="312294" y="84232"/>
                  </a:lnTo>
                  <a:lnTo>
                    <a:pt x="309591" y="79673"/>
                  </a:lnTo>
                  <a:lnTo>
                    <a:pt x="306746" y="75201"/>
                  </a:lnTo>
                  <a:lnTo>
                    <a:pt x="303761" y="70822"/>
                  </a:lnTo>
                  <a:lnTo>
                    <a:pt x="300638" y="66540"/>
                  </a:lnTo>
                  <a:lnTo>
                    <a:pt x="297381" y="62359"/>
                  </a:lnTo>
                  <a:lnTo>
                    <a:pt x="293993" y="58283"/>
                  </a:lnTo>
                  <a:lnTo>
                    <a:pt x="290477" y="54317"/>
                  </a:lnTo>
                  <a:lnTo>
                    <a:pt x="286838" y="50464"/>
                  </a:lnTo>
                  <a:lnTo>
                    <a:pt x="283078" y="46728"/>
                  </a:lnTo>
                  <a:lnTo>
                    <a:pt x="279202" y="43114"/>
                  </a:lnTo>
                  <a:lnTo>
                    <a:pt x="275213" y="39624"/>
                  </a:lnTo>
                  <a:lnTo>
                    <a:pt x="271116" y="36262"/>
                  </a:lnTo>
                  <a:lnTo>
                    <a:pt x="266914" y="33032"/>
                  </a:lnTo>
                  <a:lnTo>
                    <a:pt x="262611" y="29937"/>
                  </a:lnTo>
                  <a:lnTo>
                    <a:pt x="258213" y="26980"/>
                  </a:lnTo>
                  <a:lnTo>
                    <a:pt x="253723" y="24164"/>
                  </a:lnTo>
                  <a:lnTo>
                    <a:pt x="249146" y="21491"/>
                  </a:lnTo>
                  <a:lnTo>
                    <a:pt x="244487" y="18965"/>
                  </a:lnTo>
                  <a:lnTo>
                    <a:pt x="239750" y="16588"/>
                  </a:lnTo>
                  <a:lnTo>
                    <a:pt x="234940" y="14362"/>
                  </a:lnTo>
                  <a:lnTo>
                    <a:pt x="230062" y="12290"/>
                  </a:lnTo>
                  <a:lnTo>
                    <a:pt x="225121" y="10373"/>
                  </a:lnTo>
                  <a:lnTo>
                    <a:pt x="220121" y="8614"/>
                  </a:lnTo>
                  <a:lnTo>
                    <a:pt x="215068" y="7015"/>
                  </a:lnTo>
                  <a:lnTo>
                    <a:pt x="209967" y="5576"/>
                  </a:lnTo>
                  <a:lnTo>
                    <a:pt x="204823" y="4300"/>
                  </a:lnTo>
                  <a:lnTo>
                    <a:pt x="199641" y="3188"/>
                  </a:lnTo>
                  <a:lnTo>
                    <a:pt x="194426" y="2240"/>
                  </a:lnTo>
                  <a:lnTo>
                    <a:pt x="189184" y="1458"/>
                  </a:lnTo>
                  <a:lnTo>
                    <a:pt x="183920" y="843"/>
                  </a:lnTo>
                  <a:lnTo>
                    <a:pt x="178639" y="395"/>
                  </a:lnTo>
                  <a:lnTo>
                    <a:pt x="173347" y="114"/>
                  </a:lnTo>
                  <a:lnTo>
                    <a:pt x="168048" y="2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3"/>
              <a:ext cx="898" cy="167165"/>
            </a:xfrm>
            <a:custGeom>
              <a:avLst/>
              <a:pathLst>
                <a:path w="898" h="167165">
                  <a:moveTo>
                    <a:pt x="898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3"/>
              <a:ext cx="898" cy="167165"/>
            </a:xfrm>
            <a:custGeom>
              <a:avLst/>
              <a:pathLst>
                <a:path w="898" h="167165">
                  <a:moveTo>
                    <a:pt x="898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3"/>
              <a:ext cx="898" cy="167165"/>
            </a:xfrm>
            <a:custGeom>
              <a:avLst/>
              <a:pathLst>
                <a:path w="898" h="167165">
                  <a:moveTo>
                    <a:pt x="898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3"/>
              <a:ext cx="898" cy="167165"/>
            </a:xfrm>
            <a:custGeom>
              <a:avLst/>
              <a:pathLst>
                <a:path w="898" h="167165">
                  <a:moveTo>
                    <a:pt x="898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3"/>
              <a:ext cx="898" cy="167165"/>
            </a:xfrm>
            <a:custGeom>
              <a:avLst/>
              <a:pathLst>
                <a:path w="898" h="167165">
                  <a:moveTo>
                    <a:pt x="898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3"/>
              <a:ext cx="898" cy="167165"/>
            </a:xfrm>
            <a:custGeom>
              <a:avLst/>
              <a:pathLst>
                <a:path w="898" h="167165">
                  <a:moveTo>
                    <a:pt x="898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3"/>
              <a:ext cx="898" cy="167165"/>
            </a:xfrm>
            <a:custGeom>
              <a:avLst/>
              <a:pathLst>
                <a:path w="898" h="167165">
                  <a:moveTo>
                    <a:pt x="898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3"/>
              <a:ext cx="898" cy="167165"/>
            </a:xfrm>
            <a:custGeom>
              <a:avLst/>
              <a:pathLst>
                <a:path w="898" h="167165">
                  <a:moveTo>
                    <a:pt x="898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3"/>
              <a:ext cx="898" cy="167165"/>
            </a:xfrm>
            <a:custGeom>
              <a:avLst/>
              <a:pathLst>
                <a:path w="898" h="167165">
                  <a:moveTo>
                    <a:pt x="898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3"/>
              <a:ext cx="898" cy="167165"/>
            </a:xfrm>
            <a:custGeom>
              <a:avLst/>
              <a:pathLst>
                <a:path w="898" h="167165">
                  <a:moveTo>
                    <a:pt x="898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3"/>
              <a:ext cx="898" cy="167165"/>
            </a:xfrm>
            <a:custGeom>
              <a:avLst/>
              <a:pathLst>
                <a:path w="898" h="167165">
                  <a:moveTo>
                    <a:pt x="898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3"/>
              <a:ext cx="898" cy="167165"/>
            </a:xfrm>
            <a:custGeom>
              <a:avLst/>
              <a:pathLst>
                <a:path w="898" h="167165">
                  <a:moveTo>
                    <a:pt x="898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898" cy="167167"/>
            </a:xfrm>
            <a:custGeom>
              <a:avLst/>
              <a:pathLst>
                <a:path w="898" h="167167">
                  <a:moveTo>
                    <a:pt x="898" y="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614137" y="4213821"/>
              <a:ext cx="334305" cy="334334"/>
            </a:xfrm>
            <a:custGeom>
              <a:avLst/>
              <a:pathLst>
                <a:path w="334305" h="334334">
                  <a:moveTo>
                    <a:pt x="167149" y="0"/>
                  </a:moveTo>
                  <a:lnTo>
                    <a:pt x="161850" y="84"/>
                  </a:lnTo>
                  <a:lnTo>
                    <a:pt x="156556" y="335"/>
                  </a:lnTo>
                  <a:lnTo>
                    <a:pt x="151273" y="755"/>
                  </a:lnTo>
                  <a:lnTo>
                    <a:pt x="146005" y="1342"/>
                  </a:lnTo>
                  <a:lnTo>
                    <a:pt x="140759" y="2096"/>
                  </a:lnTo>
                  <a:lnTo>
                    <a:pt x="135539" y="3015"/>
                  </a:lnTo>
                  <a:lnTo>
                    <a:pt x="130352" y="4100"/>
                  </a:lnTo>
                  <a:lnTo>
                    <a:pt x="125201" y="5348"/>
                  </a:lnTo>
                  <a:lnTo>
                    <a:pt x="120092" y="6759"/>
                  </a:lnTo>
                  <a:lnTo>
                    <a:pt x="115031" y="8332"/>
                  </a:lnTo>
                  <a:lnTo>
                    <a:pt x="110022" y="10064"/>
                  </a:lnTo>
                  <a:lnTo>
                    <a:pt x="105070" y="11954"/>
                  </a:lnTo>
                  <a:lnTo>
                    <a:pt x="100181" y="14000"/>
                  </a:lnTo>
                  <a:lnTo>
                    <a:pt x="95359" y="16200"/>
                  </a:lnTo>
                  <a:lnTo>
                    <a:pt x="90609" y="18551"/>
                  </a:lnTo>
                  <a:lnTo>
                    <a:pt x="85937" y="21052"/>
                  </a:lnTo>
                  <a:lnTo>
                    <a:pt x="81345" y="23700"/>
                  </a:lnTo>
                  <a:lnTo>
                    <a:pt x="76841" y="26493"/>
                  </a:lnTo>
                  <a:lnTo>
                    <a:pt x="72426" y="29426"/>
                  </a:lnTo>
                  <a:lnTo>
                    <a:pt x="68108" y="32498"/>
                  </a:lnTo>
                  <a:lnTo>
                    <a:pt x="63888" y="35706"/>
                  </a:lnTo>
                  <a:lnTo>
                    <a:pt x="59773" y="39045"/>
                  </a:lnTo>
                  <a:lnTo>
                    <a:pt x="55765" y="42513"/>
                  </a:lnTo>
                  <a:lnTo>
                    <a:pt x="51869" y="46107"/>
                  </a:lnTo>
                  <a:lnTo>
                    <a:pt x="48090" y="49822"/>
                  </a:lnTo>
                  <a:lnTo>
                    <a:pt x="44430" y="53656"/>
                  </a:lnTo>
                  <a:lnTo>
                    <a:pt x="40893" y="57603"/>
                  </a:lnTo>
                  <a:lnTo>
                    <a:pt x="37483" y="61660"/>
                  </a:lnTo>
                  <a:lnTo>
                    <a:pt x="34204" y="65824"/>
                  </a:lnTo>
                  <a:lnTo>
                    <a:pt x="31058" y="70089"/>
                  </a:lnTo>
                  <a:lnTo>
                    <a:pt x="28049" y="74452"/>
                  </a:lnTo>
                  <a:lnTo>
                    <a:pt x="25180" y="78909"/>
                  </a:lnTo>
                  <a:lnTo>
                    <a:pt x="22453" y="83454"/>
                  </a:lnTo>
                  <a:lnTo>
                    <a:pt x="19872" y="88083"/>
                  </a:lnTo>
                  <a:lnTo>
                    <a:pt x="17439" y="92791"/>
                  </a:lnTo>
                  <a:lnTo>
                    <a:pt x="15156" y="97575"/>
                  </a:lnTo>
                  <a:lnTo>
                    <a:pt x="13027" y="102428"/>
                  </a:lnTo>
                  <a:lnTo>
                    <a:pt x="11052" y="107346"/>
                  </a:lnTo>
                  <a:lnTo>
                    <a:pt x="9234" y="112325"/>
                  </a:lnTo>
                  <a:lnTo>
                    <a:pt x="7575" y="117358"/>
                  </a:lnTo>
                  <a:lnTo>
                    <a:pt x="6076" y="122442"/>
                  </a:lnTo>
                  <a:lnTo>
                    <a:pt x="4739" y="127571"/>
                  </a:lnTo>
                  <a:lnTo>
                    <a:pt x="3566" y="132739"/>
                  </a:lnTo>
                  <a:lnTo>
                    <a:pt x="2556" y="137942"/>
                  </a:lnTo>
                  <a:lnTo>
                    <a:pt x="1713" y="143174"/>
                  </a:lnTo>
                  <a:lnTo>
                    <a:pt x="1035" y="148431"/>
                  </a:lnTo>
                  <a:lnTo>
                    <a:pt x="525" y="153706"/>
                  </a:lnTo>
                  <a:lnTo>
                    <a:pt x="182" y="158995"/>
                  </a:lnTo>
                  <a:lnTo>
                    <a:pt x="7" y="164292"/>
                  </a:lnTo>
                  <a:lnTo>
                    <a:pt x="0" y="169592"/>
                  </a:lnTo>
                  <a:lnTo>
                    <a:pt x="160" y="174890"/>
                  </a:lnTo>
                  <a:lnTo>
                    <a:pt x="489" y="180180"/>
                  </a:lnTo>
                  <a:lnTo>
                    <a:pt x="985" y="185456"/>
                  </a:lnTo>
                  <a:lnTo>
                    <a:pt x="1649" y="190715"/>
                  </a:lnTo>
                  <a:lnTo>
                    <a:pt x="2478" y="195949"/>
                  </a:lnTo>
                  <a:lnTo>
                    <a:pt x="3474" y="201155"/>
                  </a:lnTo>
                  <a:lnTo>
                    <a:pt x="4633" y="206327"/>
                  </a:lnTo>
                  <a:lnTo>
                    <a:pt x="5956" y="211459"/>
                  </a:lnTo>
                  <a:lnTo>
                    <a:pt x="7441" y="216547"/>
                  </a:lnTo>
                  <a:lnTo>
                    <a:pt x="9087" y="221585"/>
                  </a:lnTo>
                  <a:lnTo>
                    <a:pt x="10892" y="226568"/>
                  </a:lnTo>
                  <a:lnTo>
                    <a:pt x="12853" y="231492"/>
                  </a:lnTo>
                  <a:lnTo>
                    <a:pt x="14970" y="236351"/>
                  </a:lnTo>
                  <a:lnTo>
                    <a:pt x="17240" y="241140"/>
                  </a:lnTo>
                  <a:lnTo>
                    <a:pt x="19660" y="245855"/>
                  </a:lnTo>
                  <a:lnTo>
                    <a:pt x="22229" y="250491"/>
                  </a:lnTo>
                  <a:lnTo>
                    <a:pt x="24943" y="255043"/>
                  </a:lnTo>
                  <a:lnTo>
                    <a:pt x="27800" y="259507"/>
                  </a:lnTo>
                  <a:lnTo>
                    <a:pt x="30797" y="263878"/>
                  </a:lnTo>
                  <a:lnTo>
                    <a:pt x="33932" y="268152"/>
                  </a:lnTo>
                  <a:lnTo>
                    <a:pt x="37200" y="272325"/>
                  </a:lnTo>
                  <a:lnTo>
                    <a:pt x="40599" y="276391"/>
                  </a:lnTo>
                  <a:lnTo>
                    <a:pt x="44125" y="280348"/>
                  </a:lnTo>
                  <a:lnTo>
                    <a:pt x="47775" y="284191"/>
                  </a:lnTo>
                  <a:lnTo>
                    <a:pt x="51545" y="287917"/>
                  </a:lnTo>
                  <a:lnTo>
                    <a:pt x="55430" y="291521"/>
                  </a:lnTo>
                  <a:lnTo>
                    <a:pt x="59429" y="295000"/>
                  </a:lnTo>
                  <a:lnTo>
                    <a:pt x="63535" y="298350"/>
                  </a:lnTo>
                  <a:lnTo>
                    <a:pt x="67746" y="301569"/>
                  </a:lnTo>
                  <a:lnTo>
                    <a:pt x="72057" y="304653"/>
                  </a:lnTo>
                  <a:lnTo>
                    <a:pt x="76463" y="307598"/>
                  </a:lnTo>
                  <a:lnTo>
                    <a:pt x="80960" y="310402"/>
                  </a:lnTo>
                  <a:lnTo>
                    <a:pt x="85544" y="313063"/>
                  </a:lnTo>
                  <a:lnTo>
                    <a:pt x="90210" y="315576"/>
                  </a:lnTo>
                  <a:lnTo>
                    <a:pt x="94954" y="317941"/>
                  </a:lnTo>
                  <a:lnTo>
                    <a:pt x="99769" y="320154"/>
                  </a:lnTo>
                  <a:lnTo>
                    <a:pt x="104653" y="322213"/>
                  </a:lnTo>
                  <a:lnTo>
                    <a:pt x="109600" y="324116"/>
                  </a:lnTo>
                  <a:lnTo>
                    <a:pt x="114604" y="325861"/>
                  </a:lnTo>
                  <a:lnTo>
                    <a:pt x="119661" y="327447"/>
                  </a:lnTo>
                  <a:lnTo>
                    <a:pt x="124766" y="328872"/>
                  </a:lnTo>
                  <a:lnTo>
                    <a:pt x="129913" y="330135"/>
                  </a:lnTo>
                  <a:lnTo>
                    <a:pt x="135098" y="331233"/>
                  </a:lnTo>
                  <a:lnTo>
                    <a:pt x="140316" y="332167"/>
                  </a:lnTo>
                  <a:lnTo>
                    <a:pt x="145560" y="332934"/>
                  </a:lnTo>
                  <a:lnTo>
                    <a:pt x="150825" y="333535"/>
                  </a:lnTo>
                  <a:lnTo>
                    <a:pt x="156108" y="333969"/>
                  </a:lnTo>
                  <a:lnTo>
                    <a:pt x="161401" y="334236"/>
                  </a:lnTo>
                  <a:lnTo>
                    <a:pt x="166700" y="334334"/>
                  </a:lnTo>
                  <a:lnTo>
                    <a:pt x="172000" y="334264"/>
                  </a:lnTo>
                  <a:lnTo>
                    <a:pt x="177294" y="334026"/>
                  </a:lnTo>
                  <a:lnTo>
                    <a:pt x="182579" y="333621"/>
                  </a:lnTo>
                  <a:lnTo>
                    <a:pt x="187848" y="333048"/>
                  </a:lnTo>
                  <a:lnTo>
                    <a:pt x="193096" y="332308"/>
                  </a:lnTo>
                  <a:lnTo>
                    <a:pt x="198318" y="331403"/>
                  </a:lnTo>
                  <a:lnTo>
                    <a:pt x="203509" y="330332"/>
                  </a:lnTo>
                  <a:lnTo>
                    <a:pt x="208663" y="329098"/>
                  </a:lnTo>
                  <a:lnTo>
                    <a:pt x="213775" y="327700"/>
                  </a:lnTo>
                  <a:lnTo>
                    <a:pt x="218841" y="326142"/>
                  </a:lnTo>
                  <a:lnTo>
                    <a:pt x="223855" y="324423"/>
                  </a:lnTo>
                  <a:lnTo>
                    <a:pt x="228811" y="322546"/>
                  </a:lnTo>
                  <a:lnTo>
                    <a:pt x="233706" y="320514"/>
                  </a:lnTo>
                  <a:lnTo>
                    <a:pt x="238534" y="318327"/>
                  </a:lnTo>
                  <a:lnTo>
                    <a:pt x="243290" y="315988"/>
                  </a:lnTo>
                  <a:lnTo>
                    <a:pt x="247969" y="313499"/>
                  </a:lnTo>
                  <a:lnTo>
                    <a:pt x="252567" y="310864"/>
                  </a:lnTo>
                  <a:lnTo>
                    <a:pt x="257080" y="308083"/>
                  </a:lnTo>
                  <a:lnTo>
                    <a:pt x="261502" y="305162"/>
                  </a:lnTo>
                  <a:lnTo>
                    <a:pt x="265829" y="302101"/>
                  </a:lnTo>
                  <a:lnTo>
                    <a:pt x="270057" y="298905"/>
                  </a:lnTo>
                  <a:lnTo>
                    <a:pt x="274181" y="295577"/>
                  </a:lnTo>
                  <a:lnTo>
                    <a:pt x="278198" y="292119"/>
                  </a:lnTo>
                  <a:lnTo>
                    <a:pt x="282103" y="288536"/>
                  </a:lnTo>
                  <a:lnTo>
                    <a:pt x="285893" y="284831"/>
                  </a:lnTo>
                  <a:lnTo>
                    <a:pt x="289564" y="281008"/>
                  </a:lnTo>
                  <a:lnTo>
                    <a:pt x="293111" y="277070"/>
                  </a:lnTo>
                  <a:lnTo>
                    <a:pt x="296532" y="273021"/>
                  </a:lnTo>
                  <a:lnTo>
                    <a:pt x="299822" y="268867"/>
                  </a:lnTo>
                  <a:lnTo>
                    <a:pt x="302980" y="264610"/>
                  </a:lnTo>
                  <a:lnTo>
                    <a:pt x="306000" y="260255"/>
                  </a:lnTo>
                  <a:lnTo>
                    <a:pt x="308881" y="255806"/>
                  </a:lnTo>
                  <a:lnTo>
                    <a:pt x="311620" y="251269"/>
                  </a:lnTo>
                  <a:lnTo>
                    <a:pt x="314214" y="246647"/>
                  </a:lnTo>
                  <a:lnTo>
                    <a:pt x="316659" y="241945"/>
                  </a:lnTo>
                  <a:lnTo>
                    <a:pt x="318955" y="237168"/>
                  </a:lnTo>
                  <a:lnTo>
                    <a:pt x="321097" y="232320"/>
                  </a:lnTo>
                  <a:lnTo>
                    <a:pt x="323086" y="227407"/>
                  </a:lnTo>
                  <a:lnTo>
                    <a:pt x="324917" y="222433"/>
                  </a:lnTo>
                  <a:lnTo>
                    <a:pt x="326589" y="217404"/>
                  </a:lnTo>
                  <a:lnTo>
                    <a:pt x="328102" y="212325"/>
                  </a:lnTo>
                  <a:lnTo>
                    <a:pt x="329453" y="207200"/>
                  </a:lnTo>
                  <a:lnTo>
                    <a:pt x="330640" y="202034"/>
                  </a:lnTo>
                  <a:lnTo>
                    <a:pt x="331663" y="196834"/>
                  </a:lnTo>
                  <a:lnTo>
                    <a:pt x="332521" y="191604"/>
                  </a:lnTo>
                  <a:lnTo>
                    <a:pt x="333213" y="186349"/>
                  </a:lnTo>
                  <a:lnTo>
                    <a:pt x="333737" y="181075"/>
                  </a:lnTo>
                  <a:lnTo>
                    <a:pt x="334094" y="175787"/>
                  </a:lnTo>
                  <a:lnTo>
                    <a:pt x="334284" y="170491"/>
                  </a:lnTo>
                  <a:lnTo>
                    <a:pt x="334305" y="165191"/>
                  </a:lnTo>
                  <a:lnTo>
                    <a:pt x="334158" y="159893"/>
                  </a:lnTo>
                  <a:lnTo>
                    <a:pt x="333844" y="154602"/>
                  </a:lnTo>
                  <a:lnTo>
                    <a:pt x="333362" y="149324"/>
                  </a:lnTo>
                  <a:lnTo>
                    <a:pt x="332713" y="144064"/>
                  </a:lnTo>
                  <a:lnTo>
                    <a:pt x="331897" y="138827"/>
                  </a:lnTo>
                  <a:lnTo>
                    <a:pt x="330916" y="133619"/>
                  </a:lnTo>
                  <a:lnTo>
                    <a:pt x="329770" y="128444"/>
                  </a:lnTo>
                  <a:lnTo>
                    <a:pt x="328461" y="123308"/>
                  </a:lnTo>
                  <a:lnTo>
                    <a:pt x="326989" y="118217"/>
                  </a:lnTo>
                  <a:lnTo>
                    <a:pt x="325357" y="113174"/>
                  </a:lnTo>
                  <a:lnTo>
                    <a:pt x="323566" y="108186"/>
                  </a:lnTo>
                  <a:lnTo>
                    <a:pt x="321618" y="103257"/>
                  </a:lnTo>
                  <a:lnTo>
                    <a:pt x="319514" y="98392"/>
                  </a:lnTo>
                  <a:lnTo>
                    <a:pt x="317257" y="93597"/>
                  </a:lnTo>
                  <a:lnTo>
                    <a:pt x="314850" y="88875"/>
                  </a:lnTo>
                  <a:lnTo>
                    <a:pt x="312294" y="84232"/>
                  </a:lnTo>
                  <a:lnTo>
                    <a:pt x="309591" y="79673"/>
                  </a:lnTo>
                  <a:lnTo>
                    <a:pt x="306746" y="75201"/>
                  </a:lnTo>
                  <a:lnTo>
                    <a:pt x="303761" y="70822"/>
                  </a:lnTo>
                  <a:lnTo>
                    <a:pt x="300638" y="66540"/>
                  </a:lnTo>
                  <a:lnTo>
                    <a:pt x="297381" y="62359"/>
                  </a:lnTo>
                  <a:lnTo>
                    <a:pt x="293993" y="58283"/>
                  </a:lnTo>
                  <a:lnTo>
                    <a:pt x="290477" y="54317"/>
                  </a:lnTo>
                  <a:lnTo>
                    <a:pt x="286838" y="50464"/>
                  </a:lnTo>
                  <a:lnTo>
                    <a:pt x="283078" y="46728"/>
                  </a:lnTo>
                  <a:lnTo>
                    <a:pt x="279202" y="43114"/>
                  </a:lnTo>
                  <a:lnTo>
                    <a:pt x="275213" y="39624"/>
                  </a:lnTo>
                  <a:lnTo>
                    <a:pt x="271116" y="36262"/>
                  </a:lnTo>
                  <a:lnTo>
                    <a:pt x="266914" y="33032"/>
                  </a:lnTo>
                  <a:lnTo>
                    <a:pt x="262611" y="29937"/>
                  </a:lnTo>
                  <a:lnTo>
                    <a:pt x="258213" y="26980"/>
                  </a:lnTo>
                  <a:lnTo>
                    <a:pt x="253723" y="24164"/>
                  </a:lnTo>
                  <a:lnTo>
                    <a:pt x="249146" y="21491"/>
                  </a:lnTo>
                  <a:lnTo>
                    <a:pt x="244487" y="18965"/>
                  </a:lnTo>
                  <a:lnTo>
                    <a:pt x="239750" y="16588"/>
                  </a:lnTo>
                  <a:lnTo>
                    <a:pt x="234940" y="14362"/>
                  </a:lnTo>
                  <a:lnTo>
                    <a:pt x="230062" y="12290"/>
                  </a:lnTo>
                  <a:lnTo>
                    <a:pt x="225121" y="10373"/>
                  </a:lnTo>
                  <a:lnTo>
                    <a:pt x="220121" y="8614"/>
                  </a:lnTo>
                  <a:lnTo>
                    <a:pt x="215068" y="7015"/>
                  </a:lnTo>
                  <a:lnTo>
                    <a:pt x="209967" y="5576"/>
                  </a:lnTo>
                  <a:lnTo>
                    <a:pt x="204823" y="4300"/>
                  </a:lnTo>
                  <a:lnTo>
                    <a:pt x="199641" y="3188"/>
                  </a:lnTo>
                  <a:lnTo>
                    <a:pt x="194426" y="2240"/>
                  </a:lnTo>
                  <a:lnTo>
                    <a:pt x="189184" y="1458"/>
                  </a:lnTo>
                  <a:lnTo>
                    <a:pt x="183920" y="843"/>
                  </a:lnTo>
                  <a:lnTo>
                    <a:pt x="178639" y="395"/>
                  </a:lnTo>
                  <a:lnTo>
                    <a:pt x="173347" y="114"/>
                  </a:lnTo>
                  <a:lnTo>
                    <a:pt x="168048" y="2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3"/>
              <a:ext cx="898" cy="167165"/>
            </a:xfrm>
            <a:custGeom>
              <a:avLst/>
              <a:pathLst>
                <a:path w="898" h="167165">
                  <a:moveTo>
                    <a:pt x="898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3"/>
              <a:ext cx="898" cy="167165"/>
            </a:xfrm>
            <a:custGeom>
              <a:avLst/>
              <a:pathLst>
                <a:path w="898" h="167165">
                  <a:moveTo>
                    <a:pt x="898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3"/>
              <a:ext cx="898" cy="167165"/>
            </a:xfrm>
            <a:custGeom>
              <a:avLst/>
              <a:pathLst>
                <a:path w="898" h="167165">
                  <a:moveTo>
                    <a:pt x="898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3"/>
              <a:ext cx="898" cy="167165"/>
            </a:xfrm>
            <a:custGeom>
              <a:avLst/>
              <a:pathLst>
                <a:path w="898" h="167165">
                  <a:moveTo>
                    <a:pt x="898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3"/>
              <a:ext cx="898" cy="167165"/>
            </a:xfrm>
            <a:custGeom>
              <a:avLst/>
              <a:pathLst>
                <a:path w="898" h="167165">
                  <a:moveTo>
                    <a:pt x="898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3"/>
              <a:ext cx="898" cy="167165"/>
            </a:xfrm>
            <a:custGeom>
              <a:avLst/>
              <a:pathLst>
                <a:path w="898" h="167165">
                  <a:moveTo>
                    <a:pt x="898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3"/>
              <a:ext cx="898" cy="167165"/>
            </a:xfrm>
            <a:custGeom>
              <a:avLst/>
              <a:pathLst>
                <a:path w="898" h="167165">
                  <a:moveTo>
                    <a:pt x="898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3"/>
              <a:ext cx="898" cy="167165"/>
            </a:xfrm>
            <a:custGeom>
              <a:avLst/>
              <a:pathLst>
                <a:path w="898" h="167165">
                  <a:moveTo>
                    <a:pt x="898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3"/>
              <a:ext cx="898" cy="167165"/>
            </a:xfrm>
            <a:custGeom>
              <a:avLst/>
              <a:pathLst>
                <a:path w="898" h="167165">
                  <a:moveTo>
                    <a:pt x="898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3"/>
              <a:ext cx="898" cy="167165"/>
            </a:xfrm>
            <a:custGeom>
              <a:avLst/>
              <a:pathLst>
                <a:path w="898" h="167165">
                  <a:moveTo>
                    <a:pt x="898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3"/>
              <a:ext cx="898" cy="167165"/>
            </a:xfrm>
            <a:custGeom>
              <a:avLst/>
              <a:pathLst>
                <a:path w="898" h="167165">
                  <a:moveTo>
                    <a:pt x="898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898" cy="167167"/>
            </a:xfrm>
            <a:custGeom>
              <a:avLst/>
              <a:pathLst>
                <a:path w="898" h="167167">
                  <a:moveTo>
                    <a:pt x="898" y="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919357" y="4659281"/>
              <a:ext cx="167167" cy="193783"/>
            </a:xfrm>
            <a:custGeom>
              <a:avLst/>
              <a:pathLst>
                <a:path w="167167" h="193783">
                  <a:moveTo>
                    <a:pt x="167167" y="0"/>
                  </a:moveTo>
                  <a:lnTo>
                    <a:pt x="161810" y="85"/>
                  </a:lnTo>
                  <a:lnTo>
                    <a:pt x="156459" y="343"/>
                  </a:lnTo>
                  <a:lnTo>
                    <a:pt x="151119" y="772"/>
                  </a:lnTo>
                  <a:lnTo>
                    <a:pt x="145795" y="1371"/>
                  </a:lnTo>
                  <a:lnTo>
                    <a:pt x="140493" y="2141"/>
                  </a:lnTo>
                  <a:lnTo>
                    <a:pt x="135218" y="3081"/>
                  </a:lnTo>
                  <a:lnTo>
                    <a:pt x="129977" y="4189"/>
                  </a:lnTo>
                  <a:lnTo>
                    <a:pt x="124773" y="5464"/>
                  </a:lnTo>
                  <a:lnTo>
                    <a:pt x="119613" y="6906"/>
                  </a:lnTo>
                  <a:lnTo>
                    <a:pt x="114502" y="8512"/>
                  </a:lnTo>
                  <a:lnTo>
                    <a:pt x="109445" y="10281"/>
                  </a:lnTo>
                  <a:lnTo>
                    <a:pt x="104448" y="12211"/>
                  </a:lnTo>
                  <a:lnTo>
                    <a:pt x="99514" y="14301"/>
                  </a:lnTo>
                  <a:lnTo>
                    <a:pt x="94651" y="16547"/>
                  </a:lnTo>
                  <a:lnTo>
                    <a:pt x="89861" y="18948"/>
                  </a:lnTo>
                  <a:lnTo>
                    <a:pt x="85152" y="21501"/>
                  </a:lnTo>
                  <a:lnTo>
                    <a:pt x="80526" y="24204"/>
                  </a:lnTo>
                  <a:lnTo>
                    <a:pt x="75989" y="27054"/>
                  </a:lnTo>
                  <a:lnTo>
                    <a:pt x="71546" y="30048"/>
                  </a:lnTo>
                  <a:lnTo>
                    <a:pt x="67201" y="33182"/>
                  </a:lnTo>
                  <a:lnTo>
                    <a:pt x="62959" y="36455"/>
                  </a:lnTo>
                  <a:lnTo>
                    <a:pt x="58824" y="39861"/>
                  </a:lnTo>
                  <a:lnTo>
                    <a:pt x="54800" y="43398"/>
                  </a:lnTo>
                  <a:lnTo>
                    <a:pt x="50892" y="47062"/>
                  </a:lnTo>
                  <a:lnTo>
                    <a:pt x="47103" y="50850"/>
                  </a:lnTo>
                  <a:lnTo>
                    <a:pt x="43437" y="54757"/>
                  </a:lnTo>
                  <a:lnTo>
                    <a:pt x="39899" y="58780"/>
                  </a:lnTo>
                  <a:lnTo>
                    <a:pt x="36491" y="62914"/>
                  </a:lnTo>
                  <a:lnTo>
                    <a:pt x="33217" y="67155"/>
                  </a:lnTo>
                  <a:lnTo>
                    <a:pt x="30081" y="71498"/>
                  </a:lnTo>
                  <a:lnTo>
                    <a:pt x="27086" y="75940"/>
                  </a:lnTo>
                  <a:lnTo>
                    <a:pt x="24235" y="80476"/>
                  </a:lnTo>
                  <a:lnTo>
                    <a:pt x="21530" y="85101"/>
                  </a:lnTo>
                  <a:lnTo>
                    <a:pt x="18975" y="89810"/>
                  </a:lnTo>
                  <a:lnTo>
                    <a:pt x="16572" y="94598"/>
                  </a:lnTo>
                  <a:lnTo>
                    <a:pt x="14324" y="99461"/>
                  </a:lnTo>
                  <a:lnTo>
                    <a:pt x="12233" y="104394"/>
                  </a:lnTo>
                  <a:lnTo>
                    <a:pt x="10301" y="109391"/>
                  </a:lnTo>
                  <a:lnTo>
                    <a:pt x="8530" y="114447"/>
                  </a:lnTo>
                  <a:lnTo>
                    <a:pt x="6922" y="119558"/>
                  </a:lnTo>
                  <a:lnTo>
                    <a:pt x="5479" y="124717"/>
                  </a:lnTo>
                  <a:lnTo>
                    <a:pt x="4202" y="129920"/>
                  </a:lnTo>
                  <a:lnTo>
                    <a:pt x="3092" y="135161"/>
                  </a:lnTo>
                  <a:lnTo>
                    <a:pt x="2151" y="140435"/>
                  </a:lnTo>
                  <a:lnTo>
                    <a:pt x="1379" y="145737"/>
                  </a:lnTo>
                  <a:lnTo>
                    <a:pt x="777" y="151061"/>
                  </a:lnTo>
                  <a:lnTo>
                    <a:pt x="347" y="156401"/>
                  </a:lnTo>
                  <a:lnTo>
                    <a:pt x="87" y="161752"/>
                  </a:lnTo>
                  <a:lnTo>
                    <a:pt x="0" y="167109"/>
                  </a:lnTo>
                  <a:lnTo>
                    <a:pt x="83" y="172466"/>
                  </a:lnTo>
                  <a:lnTo>
                    <a:pt x="339" y="177817"/>
                  </a:lnTo>
                  <a:lnTo>
                    <a:pt x="766" y="183157"/>
                  </a:lnTo>
                  <a:lnTo>
                    <a:pt x="1364" y="188481"/>
                  </a:lnTo>
                  <a:lnTo>
                    <a:pt x="2132" y="193783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921490" y="4826449"/>
              <a:ext cx="165034" cy="26616"/>
            </a:xfrm>
            <a:custGeom>
              <a:avLst/>
              <a:pathLst>
                <a:path w="165034" h="26616">
                  <a:moveTo>
                    <a:pt x="0" y="26616"/>
                  </a:moveTo>
                  <a:lnTo>
                    <a:pt x="16503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921490" y="4826449"/>
              <a:ext cx="165034" cy="26616"/>
            </a:xfrm>
            <a:custGeom>
              <a:avLst/>
              <a:pathLst>
                <a:path w="165034" h="26616">
                  <a:moveTo>
                    <a:pt x="0" y="26616"/>
                  </a:moveTo>
                  <a:lnTo>
                    <a:pt x="16503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921490" y="4826449"/>
              <a:ext cx="165034" cy="26616"/>
            </a:xfrm>
            <a:custGeom>
              <a:avLst/>
              <a:pathLst>
                <a:path w="165034" h="26616">
                  <a:moveTo>
                    <a:pt x="0" y="26616"/>
                  </a:moveTo>
                  <a:lnTo>
                    <a:pt x="16503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921490" y="4826449"/>
              <a:ext cx="165034" cy="26616"/>
            </a:xfrm>
            <a:custGeom>
              <a:avLst/>
              <a:pathLst>
                <a:path w="165034" h="26616">
                  <a:moveTo>
                    <a:pt x="0" y="26616"/>
                  </a:moveTo>
                  <a:lnTo>
                    <a:pt x="16503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921490" y="4826449"/>
              <a:ext cx="165034" cy="26616"/>
            </a:xfrm>
            <a:custGeom>
              <a:avLst/>
              <a:pathLst>
                <a:path w="165034" h="26616">
                  <a:moveTo>
                    <a:pt x="0" y="26616"/>
                  </a:moveTo>
                  <a:lnTo>
                    <a:pt x="16503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921490" y="4826449"/>
              <a:ext cx="165034" cy="26616"/>
            </a:xfrm>
            <a:custGeom>
              <a:avLst/>
              <a:pathLst>
                <a:path w="165034" h="26616">
                  <a:moveTo>
                    <a:pt x="0" y="26616"/>
                  </a:moveTo>
                  <a:lnTo>
                    <a:pt x="16503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921490" y="4826449"/>
              <a:ext cx="165034" cy="26616"/>
            </a:xfrm>
            <a:custGeom>
              <a:avLst/>
              <a:pathLst>
                <a:path w="165034" h="26616">
                  <a:moveTo>
                    <a:pt x="0" y="26616"/>
                  </a:moveTo>
                  <a:lnTo>
                    <a:pt x="16503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921490" y="4826449"/>
              <a:ext cx="165034" cy="26616"/>
            </a:xfrm>
            <a:custGeom>
              <a:avLst/>
              <a:pathLst>
                <a:path w="165034" h="26616">
                  <a:moveTo>
                    <a:pt x="0" y="26616"/>
                  </a:moveTo>
                  <a:lnTo>
                    <a:pt x="16503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921490" y="4826449"/>
              <a:ext cx="165034" cy="26616"/>
            </a:xfrm>
            <a:custGeom>
              <a:avLst/>
              <a:pathLst>
                <a:path w="165034" h="26616">
                  <a:moveTo>
                    <a:pt x="0" y="26616"/>
                  </a:moveTo>
                  <a:lnTo>
                    <a:pt x="16503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921490" y="4826449"/>
              <a:ext cx="165034" cy="44169"/>
            </a:xfrm>
            <a:custGeom>
              <a:avLst/>
              <a:pathLst>
                <a:path w="165034" h="44169">
                  <a:moveTo>
                    <a:pt x="0" y="26616"/>
                  </a:moveTo>
                  <a:lnTo>
                    <a:pt x="1668" y="35444"/>
                  </a:lnTo>
                  <a:lnTo>
                    <a:pt x="3808" y="44169"/>
                  </a:lnTo>
                  <a:lnTo>
                    <a:pt x="16503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925298" y="4659281"/>
              <a:ext cx="328375" cy="334334"/>
            </a:xfrm>
            <a:custGeom>
              <a:avLst/>
              <a:pathLst>
                <a:path w="328375" h="334334">
                  <a:moveTo>
                    <a:pt x="0" y="211336"/>
                  </a:moveTo>
                  <a:lnTo>
                    <a:pt x="1483" y="216432"/>
                  </a:lnTo>
                  <a:lnTo>
                    <a:pt x="3127" y="221478"/>
                  </a:lnTo>
                  <a:lnTo>
                    <a:pt x="4931" y="226470"/>
                  </a:lnTo>
                  <a:lnTo>
                    <a:pt x="6892" y="231401"/>
                  </a:lnTo>
                  <a:lnTo>
                    <a:pt x="9009" y="236268"/>
                  </a:lnTo>
                  <a:lnTo>
                    <a:pt x="11280" y="241066"/>
                  </a:lnTo>
                  <a:lnTo>
                    <a:pt x="13701" y="245788"/>
                  </a:lnTo>
                  <a:lnTo>
                    <a:pt x="16271" y="250432"/>
                  </a:lnTo>
                  <a:lnTo>
                    <a:pt x="18987" y="254991"/>
                  </a:lnTo>
                  <a:lnTo>
                    <a:pt x="21847" y="259462"/>
                  </a:lnTo>
                  <a:lnTo>
                    <a:pt x="24847" y="263840"/>
                  </a:lnTo>
                  <a:lnTo>
                    <a:pt x="27985" y="268121"/>
                  </a:lnTo>
                  <a:lnTo>
                    <a:pt x="31257" y="272300"/>
                  </a:lnTo>
                  <a:lnTo>
                    <a:pt x="34660" y="276373"/>
                  </a:lnTo>
                  <a:lnTo>
                    <a:pt x="38190" y="280335"/>
                  </a:lnTo>
                  <a:lnTo>
                    <a:pt x="41845" y="284184"/>
                  </a:lnTo>
                  <a:lnTo>
                    <a:pt x="45619" y="287915"/>
                  </a:lnTo>
                  <a:lnTo>
                    <a:pt x="49511" y="291524"/>
                  </a:lnTo>
                  <a:lnTo>
                    <a:pt x="53515" y="295008"/>
                  </a:lnTo>
                  <a:lnTo>
                    <a:pt x="57627" y="298362"/>
                  </a:lnTo>
                  <a:lnTo>
                    <a:pt x="61844" y="301585"/>
                  </a:lnTo>
                  <a:lnTo>
                    <a:pt x="66161" y="304672"/>
                  </a:lnTo>
                  <a:lnTo>
                    <a:pt x="70574" y="307621"/>
                  </a:lnTo>
                  <a:lnTo>
                    <a:pt x="75079" y="310427"/>
                  </a:lnTo>
                  <a:lnTo>
                    <a:pt x="79670" y="313090"/>
                  </a:lnTo>
                  <a:lnTo>
                    <a:pt x="84343" y="315605"/>
                  </a:lnTo>
                  <a:lnTo>
                    <a:pt x="89094" y="317971"/>
                  </a:lnTo>
                  <a:lnTo>
                    <a:pt x="93918" y="320185"/>
                  </a:lnTo>
                  <a:lnTo>
                    <a:pt x="98809" y="322245"/>
                  </a:lnTo>
                  <a:lnTo>
                    <a:pt x="103763" y="324148"/>
                  </a:lnTo>
                  <a:lnTo>
                    <a:pt x="108776" y="325893"/>
                  </a:lnTo>
                  <a:lnTo>
                    <a:pt x="113841" y="327478"/>
                  </a:lnTo>
                  <a:lnTo>
                    <a:pt x="118954" y="328901"/>
                  </a:lnTo>
                  <a:lnTo>
                    <a:pt x="124109" y="330162"/>
                  </a:lnTo>
                  <a:lnTo>
                    <a:pt x="129302" y="331258"/>
                  </a:lnTo>
                  <a:lnTo>
                    <a:pt x="134527" y="332189"/>
                  </a:lnTo>
                  <a:lnTo>
                    <a:pt x="139779" y="332953"/>
                  </a:lnTo>
                  <a:lnTo>
                    <a:pt x="145053" y="333550"/>
                  </a:lnTo>
                  <a:lnTo>
                    <a:pt x="150343" y="333980"/>
                  </a:lnTo>
                  <a:lnTo>
                    <a:pt x="155644" y="334241"/>
                  </a:lnTo>
                  <a:lnTo>
                    <a:pt x="160950" y="334334"/>
                  </a:lnTo>
                  <a:lnTo>
                    <a:pt x="166257" y="334259"/>
                  </a:lnTo>
                  <a:lnTo>
                    <a:pt x="171559" y="334015"/>
                  </a:lnTo>
                  <a:lnTo>
                    <a:pt x="176850" y="333603"/>
                  </a:lnTo>
                  <a:lnTo>
                    <a:pt x="182126" y="333023"/>
                  </a:lnTo>
                  <a:lnTo>
                    <a:pt x="187380" y="332276"/>
                  </a:lnTo>
                  <a:lnTo>
                    <a:pt x="192608" y="331362"/>
                  </a:lnTo>
                  <a:lnTo>
                    <a:pt x="197805" y="330283"/>
                  </a:lnTo>
                  <a:lnTo>
                    <a:pt x="202964" y="329040"/>
                  </a:lnTo>
                  <a:lnTo>
                    <a:pt x="208082" y="327633"/>
                  </a:lnTo>
                  <a:lnTo>
                    <a:pt x="213152" y="326065"/>
                  </a:lnTo>
                  <a:lnTo>
                    <a:pt x="218170" y="324337"/>
                  </a:lnTo>
                  <a:lnTo>
                    <a:pt x="223131" y="322450"/>
                  </a:lnTo>
                  <a:lnTo>
                    <a:pt x="228029" y="320406"/>
                  </a:lnTo>
                  <a:lnTo>
                    <a:pt x="232860" y="318209"/>
                  </a:lnTo>
                  <a:lnTo>
                    <a:pt x="237618" y="315858"/>
                  </a:lnTo>
                  <a:lnTo>
                    <a:pt x="242300" y="313358"/>
                  </a:lnTo>
                  <a:lnTo>
                    <a:pt x="246900" y="310711"/>
                  </a:lnTo>
                  <a:lnTo>
                    <a:pt x="251414" y="307919"/>
                  </a:lnTo>
                  <a:lnTo>
                    <a:pt x="255836" y="304985"/>
                  </a:lnTo>
                  <a:lnTo>
                    <a:pt x="260164" y="301912"/>
                  </a:lnTo>
                  <a:lnTo>
                    <a:pt x="264391" y="298704"/>
                  </a:lnTo>
                  <a:lnTo>
                    <a:pt x="268515" y="295362"/>
                  </a:lnTo>
                  <a:lnTo>
                    <a:pt x="272530" y="291892"/>
                  </a:lnTo>
                  <a:lnTo>
                    <a:pt x="276433" y="288296"/>
                  </a:lnTo>
                  <a:lnTo>
                    <a:pt x="280221" y="284578"/>
                  </a:lnTo>
                  <a:lnTo>
                    <a:pt x="283888" y="280741"/>
                  </a:lnTo>
                  <a:lnTo>
                    <a:pt x="287431" y="276790"/>
                  </a:lnTo>
                  <a:lnTo>
                    <a:pt x="290848" y="272728"/>
                  </a:lnTo>
                  <a:lnTo>
                    <a:pt x="294133" y="268560"/>
                  </a:lnTo>
                  <a:lnTo>
                    <a:pt x="297285" y="264290"/>
                  </a:lnTo>
                  <a:lnTo>
                    <a:pt x="300300" y="259922"/>
                  </a:lnTo>
                  <a:lnTo>
                    <a:pt x="303174" y="255461"/>
                  </a:lnTo>
                  <a:lnTo>
                    <a:pt x="305905" y="250910"/>
                  </a:lnTo>
                  <a:lnTo>
                    <a:pt x="308491" y="246275"/>
                  </a:lnTo>
                  <a:lnTo>
                    <a:pt x="310928" y="241560"/>
                  </a:lnTo>
                  <a:lnTo>
                    <a:pt x="313214" y="236771"/>
                  </a:lnTo>
                  <a:lnTo>
                    <a:pt x="315347" y="231911"/>
                  </a:lnTo>
                  <a:lnTo>
                    <a:pt x="317324" y="226986"/>
                  </a:lnTo>
                  <a:lnTo>
                    <a:pt x="319145" y="222000"/>
                  </a:lnTo>
                  <a:lnTo>
                    <a:pt x="320806" y="216959"/>
                  </a:lnTo>
                  <a:lnTo>
                    <a:pt x="322306" y="211868"/>
                  </a:lnTo>
                  <a:lnTo>
                    <a:pt x="323644" y="206733"/>
                  </a:lnTo>
                  <a:lnTo>
                    <a:pt x="324818" y="201557"/>
                  </a:lnTo>
                  <a:lnTo>
                    <a:pt x="325827" y="196346"/>
                  </a:lnTo>
                  <a:lnTo>
                    <a:pt x="326671" y="191106"/>
                  </a:lnTo>
                  <a:lnTo>
                    <a:pt x="327347" y="185842"/>
                  </a:lnTo>
                  <a:lnTo>
                    <a:pt x="327856" y="180559"/>
                  </a:lnTo>
                  <a:lnTo>
                    <a:pt x="328197" y="175263"/>
                  </a:lnTo>
                  <a:lnTo>
                    <a:pt x="328370" y="169959"/>
                  </a:lnTo>
                  <a:lnTo>
                    <a:pt x="328375" y="164651"/>
                  </a:lnTo>
                  <a:lnTo>
                    <a:pt x="328210" y="159346"/>
                  </a:lnTo>
                  <a:lnTo>
                    <a:pt x="327878" y="154050"/>
                  </a:lnTo>
                  <a:lnTo>
                    <a:pt x="327378" y="148766"/>
                  </a:lnTo>
                  <a:lnTo>
                    <a:pt x="326710" y="143501"/>
                  </a:lnTo>
                  <a:lnTo>
                    <a:pt x="325875" y="138259"/>
                  </a:lnTo>
                  <a:lnTo>
                    <a:pt x="324874" y="133047"/>
                  </a:lnTo>
                  <a:lnTo>
                    <a:pt x="323709" y="127870"/>
                  </a:lnTo>
                  <a:lnTo>
                    <a:pt x="322380" y="122731"/>
                  </a:lnTo>
                  <a:lnTo>
                    <a:pt x="320888" y="117638"/>
                  </a:lnTo>
                  <a:lnTo>
                    <a:pt x="319235" y="112595"/>
                  </a:lnTo>
                  <a:lnTo>
                    <a:pt x="317423" y="107606"/>
                  </a:lnTo>
                  <a:lnTo>
                    <a:pt x="315454" y="102678"/>
                  </a:lnTo>
                  <a:lnTo>
                    <a:pt x="313329" y="97814"/>
                  </a:lnTo>
                  <a:lnTo>
                    <a:pt x="311050" y="93021"/>
                  </a:lnTo>
                  <a:lnTo>
                    <a:pt x="308621" y="88302"/>
                  </a:lnTo>
                  <a:lnTo>
                    <a:pt x="306043" y="83663"/>
                  </a:lnTo>
                  <a:lnTo>
                    <a:pt x="303320" y="79108"/>
                  </a:lnTo>
                  <a:lnTo>
                    <a:pt x="300453" y="74641"/>
                  </a:lnTo>
                  <a:lnTo>
                    <a:pt x="297445" y="70268"/>
                  </a:lnTo>
                  <a:lnTo>
                    <a:pt x="294300" y="65993"/>
                  </a:lnTo>
                  <a:lnTo>
                    <a:pt x="291022" y="61820"/>
                  </a:lnTo>
                  <a:lnTo>
                    <a:pt x="287612" y="57752"/>
                  </a:lnTo>
                  <a:lnTo>
                    <a:pt x="284075" y="53796"/>
                  </a:lnTo>
                  <a:lnTo>
                    <a:pt x="280414" y="49953"/>
                  </a:lnTo>
                  <a:lnTo>
                    <a:pt x="276633" y="46228"/>
                  </a:lnTo>
                  <a:lnTo>
                    <a:pt x="272736" y="42626"/>
                  </a:lnTo>
                  <a:lnTo>
                    <a:pt x="268726" y="39149"/>
                  </a:lnTo>
                  <a:lnTo>
                    <a:pt x="264608" y="35801"/>
                  </a:lnTo>
                  <a:lnTo>
                    <a:pt x="260386" y="32585"/>
                  </a:lnTo>
                  <a:lnTo>
                    <a:pt x="256064" y="29505"/>
                  </a:lnTo>
                  <a:lnTo>
                    <a:pt x="251646" y="26564"/>
                  </a:lnTo>
                  <a:lnTo>
                    <a:pt x="247137" y="23764"/>
                  </a:lnTo>
                  <a:lnTo>
                    <a:pt x="242541" y="21109"/>
                  </a:lnTo>
                  <a:lnTo>
                    <a:pt x="237864" y="18602"/>
                  </a:lnTo>
                  <a:lnTo>
                    <a:pt x="233109" y="16244"/>
                  </a:lnTo>
                  <a:lnTo>
                    <a:pt x="228282" y="14038"/>
                  </a:lnTo>
                  <a:lnTo>
                    <a:pt x="223387" y="11986"/>
                  </a:lnTo>
                  <a:lnTo>
                    <a:pt x="218430" y="10091"/>
                  </a:lnTo>
                  <a:lnTo>
                    <a:pt x="213414" y="8355"/>
                  </a:lnTo>
                  <a:lnTo>
                    <a:pt x="208347" y="6778"/>
                  </a:lnTo>
                  <a:lnTo>
                    <a:pt x="203231" y="5363"/>
                  </a:lnTo>
                  <a:lnTo>
                    <a:pt x="198074" y="4111"/>
                  </a:lnTo>
                  <a:lnTo>
                    <a:pt x="192879" y="3024"/>
                  </a:lnTo>
                  <a:lnTo>
                    <a:pt x="187653" y="2102"/>
                  </a:lnTo>
                  <a:lnTo>
                    <a:pt x="182399" y="1346"/>
                  </a:lnTo>
                  <a:lnTo>
                    <a:pt x="177125" y="757"/>
                  </a:lnTo>
                  <a:lnTo>
                    <a:pt x="171834" y="336"/>
                  </a:lnTo>
                  <a:lnTo>
                    <a:pt x="166533" y="84"/>
                  </a:lnTo>
                  <a:lnTo>
                    <a:pt x="161226" y="0"/>
                  </a:lnTo>
                  <a:lnTo>
                    <a:pt x="16122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4228" y="5018213"/>
              <a:ext cx="4491" cy="167167"/>
            </a:xfrm>
            <a:custGeom>
              <a:avLst/>
              <a:pathLst>
                <a:path w="4491" h="167167">
                  <a:moveTo>
                    <a:pt x="4491" y="0"/>
                  </a:moveTo>
                  <a:lnTo>
                    <a:pt x="0" y="60"/>
                  </a:lnTo>
                  <a:lnTo>
                    <a:pt x="449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4228" y="5018273"/>
              <a:ext cx="4491" cy="167107"/>
            </a:xfrm>
            <a:custGeom>
              <a:avLst/>
              <a:pathLst>
                <a:path w="4491" h="167107">
                  <a:moveTo>
                    <a:pt x="0" y="0"/>
                  </a:moveTo>
                  <a:lnTo>
                    <a:pt x="4491" y="1671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4228" y="5018273"/>
              <a:ext cx="4491" cy="167107"/>
            </a:xfrm>
            <a:custGeom>
              <a:avLst/>
              <a:pathLst>
                <a:path w="4491" h="167107">
                  <a:moveTo>
                    <a:pt x="0" y="0"/>
                  </a:moveTo>
                  <a:lnTo>
                    <a:pt x="4491" y="16710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4228" y="5018273"/>
              <a:ext cx="4491" cy="167107"/>
            </a:xfrm>
            <a:custGeom>
              <a:avLst/>
              <a:pathLst>
                <a:path w="4491" h="167107">
                  <a:moveTo>
                    <a:pt x="0" y="0"/>
                  </a:moveTo>
                  <a:lnTo>
                    <a:pt x="4491" y="167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4228" y="5018273"/>
              <a:ext cx="4491" cy="167107"/>
            </a:xfrm>
            <a:custGeom>
              <a:avLst/>
              <a:pathLst>
                <a:path w="4491" h="167107">
                  <a:moveTo>
                    <a:pt x="0" y="0"/>
                  </a:moveTo>
                  <a:lnTo>
                    <a:pt x="4491" y="167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4228" y="5018273"/>
              <a:ext cx="4491" cy="167107"/>
            </a:xfrm>
            <a:custGeom>
              <a:avLst/>
              <a:pathLst>
                <a:path w="4491" h="167107">
                  <a:moveTo>
                    <a:pt x="0" y="0"/>
                  </a:moveTo>
                  <a:lnTo>
                    <a:pt x="4491" y="167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4228" y="5018273"/>
              <a:ext cx="4491" cy="167107"/>
            </a:xfrm>
            <a:custGeom>
              <a:avLst/>
              <a:pathLst>
                <a:path w="4491" h="167107">
                  <a:moveTo>
                    <a:pt x="0" y="0"/>
                  </a:moveTo>
                  <a:lnTo>
                    <a:pt x="4491" y="167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4228" y="5018273"/>
              <a:ext cx="4491" cy="167107"/>
            </a:xfrm>
            <a:custGeom>
              <a:avLst/>
              <a:pathLst>
                <a:path w="4491" h="167107">
                  <a:moveTo>
                    <a:pt x="0" y="0"/>
                  </a:moveTo>
                  <a:lnTo>
                    <a:pt x="4491" y="1671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4228" y="5018273"/>
              <a:ext cx="4491" cy="167107"/>
            </a:xfrm>
            <a:custGeom>
              <a:avLst/>
              <a:pathLst>
                <a:path w="4491" h="167107">
                  <a:moveTo>
                    <a:pt x="0" y="0"/>
                  </a:moveTo>
                  <a:lnTo>
                    <a:pt x="4491" y="1671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321562" y="5018273"/>
              <a:ext cx="334317" cy="334271"/>
            </a:xfrm>
            <a:custGeom>
              <a:avLst/>
              <a:pathLst>
                <a:path w="334317" h="334271">
                  <a:moveTo>
                    <a:pt x="162666" y="0"/>
                  </a:moveTo>
                  <a:lnTo>
                    <a:pt x="157367" y="226"/>
                  </a:lnTo>
                  <a:lnTo>
                    <a:pt x="152079" y="621"/>
                  </a:lnTo>
                  <a:lnTo>
                    <a:pt x="146805" y="1183"/>
                  </a:lnTo>
                  <a:lnTo>
                    <a:pt x="141552" y="1912"/>
                  </a:lnTo>
                  <a:lnTo>
                    <a:pt x="136325" y="2807"/>
                  </a:lnTo>
                  <a:lnTo>
                    <a:pt x="131129" y="3868"/>
                  </a:lnTo>
                  <a:lnTo>
                    <a:pt x="125969" y="5093"/>
                  </a:lnTo>
                  <a:lnTo>
                    <a:pt x="120851" y="6481"/>
                  </a:lnTo>
                  <a:lnTo>
                    <a:pt x="115779" y="8030"/>
                  </a:lnTo>
                  <a:lnTo>
                    <a:pt x="110759" y="9740"/>
                  </a:lnTo>
                  <a:lnTo>
                    <a:pt x="105796" y="11608"/>
                  </a:lnTo>
                  <a:lnTo>
                    <a:pt x="100895" y="13633"/>
                  </a:lnTo>
                  <a:lnTo>
                    <a:pt x="96060" y="15812"/>
                  </a:lnTo>
                  <a:lnTo>
                    <a:pt x="91296" y="18143"/>
                  </a:lnTo>
                  <a:lnTo>
                    <a:pt x="86609" y="20625"/>
                  </a:lnTo>
                  <a:lnTo>
                    <a:pt x="82004" y="23253"/>
                  </a:lnTo>
                  <a:lnTo>
                    <a:pt x="77483" y="26027"/>
                  </a:lnTo>
                  <a:lnTo>
                    <a:pt x="73053" y="28942"/>
                  </a:lnTo>
                  <a:lnTo>
                    <a:pt x="68718" y="31997"/>
                  </a:lnTo>
                  <a:lnTo>
                    <a:pt x="64482" y="35187"/>
                  </a:lnTo>
                  <a:lnTo>
                    <a:pt x="60349" y="38510"/>
                  </a:lnTo>
                  <a:lnTo>
                    <a:pt x="56324" y="41963"/>
                  </a:lnTo>
                  <a:lnTo>
                    <a:pt x="52410" y="45542"/>
                  </a:lnTo>
                  <a:lnTo>
                    <a:pt x="48612" y="49243"/>
                  </a:lnTo>
                  <a:lnTo>
                    <a:pt x="44933" y="53062"/>
                  </a:lnTo>
                  <a:lnTo>
                    <a:pt x="41377" y="56997"/>
                  </a:lnTo>
                  <a:lnTo>
                    <a:pt x="37948" y="61042"/>
                  </a:lnTo>
                  <a:lnTo>
                    <a:pt x="34648" y="65194"/>
                  </a:lnTo>
                  <a:lnTo>
                    <a:pt x="31482" y="69448"/>
                  </a:lnTo>
                  <a:lnTo>
                    <a:pt x="28453" y="73801"/>
                  </a:lnTo>
                  <a:lnTo>
                    <a:pt x="25563" y="78248"/>
                  </a:lnTo>
                  <a:lnTo>
                    <a:pt x="22816" y="82784"/>
                  </a:lnTo>
                  <a:lnTo>
                    <a:pt x="20213" y="87405"/>
                  </a:lnTo>
                  <a:lnTo>
                    <a:pt x="17759" y="92106"/>
                  </a:lnTo>
                  <a:lnTo>
                    <a:pt x="15455" y="96883"/>
                  </a:lnTo>
                  <a:lnTo>
                    <a:pt x="13304" y="101730"/>
                  </a:lnTo>
                  <a:lnTo>
                    <a:pt x="11308" y="106643"/>
                  </a:lnTo>
                  <a:lnTo>
                    <a:pt x="9468" y="111617"/>
                  </a:lnTo>
                  <a:lnTo>
                    <a:pt x="7788" y="116647"/>
                  </a:lnTo>
                  <a:lnTo>
                    <a:pt x="6267" y="121727"/>
                  </a:lnTo>
                  <a:lnTo>
                    <a:pt x="4909" y="126854"/>
                  </a:lnTo>
                  <a:lnTo>
                    <a:pt x="3714" y="132020"/>
                  </a:lnTo>
                  <a:lnTo>
                    <a:pt x="2683" y="137223"/>
                  </a:lnTo>
                  <a:lnTo>
                    <a:pt x="1818" y="142455"/>
                  </a:lnTo>
                  <a:lnTo>
                    <a:pt x="1119" y="147712"/>
                  </a:lnTo>
                  <a:lnTo>
                    <a:pt x="587" y="152988"/>
                  </a:lnTo>
                  <a:lnTo>
                    <a:pt x="223" y="158279"/>
                  </a:lnTo>
                  <a:lnTo>
                    <a:pt x="27" y="163579"/>
                  </a:lnTo>
                  <a:lnTo>
                    <a:pt x="0" y="168882"/>
                  </a:lnTo>
                  <a:lnTo>
                    <a:pt x="140" y="174183"/>
                  </a:lnTo>
                  <a:lnTo>
                    <a:pt x="448" y="179477"/>
                  </a:lnTo>
                  <a:lnTo>
                    <a:pt x="925" y="184759"/>
                  </a:lnTo>
                  <a:lnTo>
                    <a:pt x="1568" y="190023"/>
                  </a:lnTo>
                  <a:lnTo>
                    <a:pt x="2379" y="195264"/>
                  </a:lnTo>
                  <a:lnTo>
                    <a:pt x="3355" y="200477"/>
                  </a:lnTo>
                  <a:lnTo>
                    <a:pt x="4496" y="205656"/>
                  </a:lnTo>
                  <a:lnTo>
                    <a:pt x="5800" y="210796"/>
                  </a:lnTo>
                  <a:lnTo>
                    <a:pt x="7267" y="215892"/>
                  </a:lnTo>
                  <a:lnTo>
                    <a:pt x="8895" y="220939"/>
                  </a:lnTo>
                  <a:lnTo>
                    <a:pt x="10682" y="225932"/>
                  </a:lnTo>
                  <a:lnTo>
                    <a:pt x="12627" y="230866"/>
                  </a:lnTo>
                  <a:lnTo>
                    <a:pt x="14727" y="235736"/>
                  </a:lnTo>
                  <a:lnTo>
                    <a:pt x="16981" y="240536"/>
                  </a:lnTo>
                  <a:lnTo>
                    <a:pt x="19386" y="245263"/>
                  </a:lnTo>
                  <a:lnTo>
                    <a:pt x="21939" y="249911"/>
                  </a:lnTo>
                  <a:lnTo>
                    <a:pt x="24639" y="254476"/>
                  </a:lnTo>
                  <a:lnTo>
                    <a:pt x="27482" y="258952"/>
                  </a:lnTo>
                  <a:lnTo>
                    <a:pt x="30465" y="263337"/>
                  </a:lnTo>
                  <a:lnTo>
                    <a:pt x="33587" y="267624"/>
                  </a:lnTo>
                  <a:lnTo>
                    <a:pt x="36842" y="271810"/>
                  </a:lnTo>
                  <a:lnTo>
                    <a:pt x="40229" y="275891"/>
                  </a:lnTo>
                  <a:lnTo>
                    <a:pt x="43744" y="279863"/>
                  </a:lnTo>
                  <a:lnTo>
                    <a:pt x="47382" y="283721"/>
                  </a:lnTo>
                  <a:lnTo>
                    <a:pt x="51142" y="287461"/>
                  </a:lnTo>
                  <a:lnTo>
                    <a:pt x="55018" y="291081"/>
                  </a:lnTo>
                  <a:lnTo>
                    <a:pt x="59006" y="294575"/>
                  </a:lnTo>
                  <a:lnTo>
                    <a:pt x="63104" y="297942"/>
                  </a:lnTo>
                  <a:lnTo>
                    <a:pt x="67307" y="301177"/>
                  </a:lnTo>
                  <a:lnTo>
                    <a:pt x="71610" y="304276"/>
                  </a:lnTo>
                  <a:lnTo>
                    <a:pt x="76009" y="307238"/>
                  </a:lnTo>
                  <a:lnTo>
                    <a:pt x="80500" y="310059"/>
                  </a:lnTo>
                  <a:lnTo>
                    <a:pt x="85078" y="312736"/>
                  </a:lnTo>
                  <a:lnTo>
                    <a:pt x="89738" y="315266"/>
                  </a:lnTo>
                  <a:lnTo>
                    <a:pt x="94477" y="317647"/>
                  </a:lnTo>
                  <a:lnTo>
                    <a:pt x="99289" y="319877"/>
                  </a:lnTo>
                  <a:lnTo>
                    <a:pt x="104169" y="321953"/>
                  </a:lnTo>
                  <a:lnTo>
                    <a:pt x="109112" y="323873"/>
                  </a:lnTo>
                  <a:lnTo>
                    <a:pt x="114114" y="325635"/>
                  </a:lnTo>
                  <a:lnTo>
                    <a:pt x="119169" y="327238"/>
                  </a:lnTo>
                  <a:lnTo>
                    <a:pt x="124273" y="328680"/>
                  </a:lnTo>
                  <a:lnTo>
                    <a:pt x="129419" y="329959"/>
                  </a:lnTo>
                  <a:lnTo>
                    <a:pt x="134604" y="331074"/>
                  </a:lnTo>
                  <a:lnTo>
                    <a:pt x="139821" y="332024"/>
                  </a:lnTo>
                  <a:lnTo>
                    <a:pt x="145066" y="332808"/>
                  </a:lnTo>
                  <a:lnTo>
                    <a:pt x="150333" y="333425"/>
                  </a:lnTo>
                  <a:lnTo>
                    <a:pt x="155618" y="333875"/>
                  </a:lnTo>
                  <a:lnTo>
                    <a:pt x="160913" y="334157"/>
                  </a:lnTo>
                  <a:lnTo>
                    <a:pt x="166215" y="334271"/>
                  </a:lnTo>
                  <a:lnTo>
                    <a:pt x="171518" y="334217"/>
                  </a:lnTo>
                  <a:lnTo>
                    <a:pt x="176817" y="333995"/>
                  </a:lnTo>
                  <a:lnTo>
                    <a:pt x="182106" y="333604"/>
                  </a:lnTo>
                  <a:lnTo>
                    <a:pt x="187379" y="333046"/>
                  </a:lnTo>
                  <a:lnTo>
                    <a:pt x="192633" y="332321"/>
                  </a:lnTo>
                  <a:lnTo>
                    <a:pt x="197861" y="331430"/>
                  </a:lnTo>
                  <a:lnTo>
                    <a:pt x="203057" y="330374"/>
                  </a:lnTo>
                  <a:lnTo>
                    <a:pt x="208218" y="329153"/>
                  </a:lnTo>
                  <a:lnTo>
                    <a:pt x="213338" y="327769"/>
                  </a:lnTo>
                  <a:lnTo>
                    <a:pt x="218411" y="326223"/>
                  </a:lnTo>
                  <a:lnTo>
                    <a:pt x="223432" y="324517"/>
                  </a:lnTo>
                  <a:lnTo>
                    <a:pt x="228397" y="322653"/>
                  </a:lnTo>
                  <a:lnTo>
                    <a:pt x="233300" y="320632"/>
                  </a:lnTo>
                  <a:lnTo>
                    <a:pt x="238136" y="318457"/>
                  </a:lnTo>
                  <a:lnTo>
                    <a:pt x="242902" y="316129"/>
                  </a:lnTo>
                  <a:lnTo>
                    <a:pt x="247590" y="313652"/>
                  </a:lnTo>
                  <a:lnTo>
                    <a:pt x="252198" y="311027"/>
                  </a:lnTo>
                  <a:lnTo>
                    <a:pt x="256721" y="308257"/>
                  </a:lnTo>
                  <a:lnTo>
                    <a:pt x="261153" y="305345"/>
                  </a:lnTo>
                  <a:lnTo>
                    <a:pt x="265491" y="302294"/>
                  </a:lnTo>
                  <a:lnTo>
                    <a:pt x="269729" y="299107"/>
                  </a:lnTo>
                  <a:lnTo>
                    <a:pt x="273865" y="295787"/>
                  </a:lnTo>
                  <a:lnTo>
                    <a:pt x="277893" y="292337"/>
                  </a:lnTo>
                  <a:lnTo>
                    <a:pt x="281809" y="288761"/>
                  </a:lnTo>
                  <a:lnTo>
                    <a:pt x="285611" y="285064"/>
                  </a:lnTo>
                  <a:lnTo>
                    <a:pt x="289293" y="281247"/>
                  </a:lnTo>
                  <a:lnTo>
                    <a:pt x="292852" y="277315"/>
                  </a:lnTo>
                  <a:lnTo>
                    <a:pt x="296284" y="273273"/>
                  </a:lnTo>
                  <a:lnTo>
                    <a:pt x="299587" y="269123"/>
                  </a:lnTo>
                  <a:lnTo>
                    <a:pt x="302756" y="264871"/>
                  </a:lnTo>
                  <a:lnTo>
                    <a:pt x="305789" y="260521"/>
                  </a:lnTo>
                  <a:lnTo>
                    <a:pt x="308682" y="256077"/>
                  </a:lnTo>
                  <a:lnTo>
                    <a:pt x="311433" y="251543"/>
                  </a:lnTo>
                  <a:lnTo>
                    <a:pt x="314039" y="246924"/>
                  </a:lnTo>
                  <a:lnTo>
                    <a:pt x="316497" y="242225"/>
                  </a:lnTo>
                  <a:lnTo>
                    <a:pt x="318804" y="237450"/>
                  </a:lnTo>
                  <a:lnTo>
                    <a:pt x="320959" y="232604"/>
                  </a:lnTo>
                  <a:lnTo>
                    <a:pt x="322960" y="227693"/>
                  </a:lnTo>
                  <a:lnTo>
                    <a:pt x="324803" y="222720"/>
                  </a:lnTo>
                  <a:lnTo>
                    <a:pt x="326488" y="217692"/>
                  </a:lnTo>
                  <a:lnTo>
                    <a:pt x="328012" y="212612"/>
                  </a:lnTo>
                  <a:lnTo>
                    <a:pt x="329375" y="207487"/>
                  </a:lnTo>
                  <a:lnTo>
                    <a:pt x="330574" y="202321"/>
                  </a:lnTo>
                  <a:lnTo>
                    <a:pt x="331609" y="197120"/>
                  </a:lnTo>
                  <a:lnTo>
                    <a:pt x="332478" y="191888"/>
                  </a:lnTo>
                  <a:lnTo>
                    <a:pt x="333181" y="186632"/>
                  </a:lnTo>
                  <a:lnTo>
                    <a:pt x="333717" y="181356"/>
                  </a:lnTo>
                  <a:lnTo>
                    <a:pt x="334085" y="176065"/>
                  </a:lnTo>
                  <a:lnTo>
                    <a:pt x="334285" y="170766"/>
                  </a:lnTo>
                  <a:lnTo>
                    <a:pt x="334317" y="165463"/>
                  </a:lnTo>
                  <a:lnTo>
                    <a:pt x="334181" y="160161"/>
                  </a:lnTo>
                  <a:lnTo>
                    <a:pt x="333876" y="154867"/>
                  </a:lnTo>
                  <a:lnTo>
                    <a:pt x="333404" y="149585"/>
                  </a:lnTo>
                  <a:lnTo>
                    <a:pt x="332765" y="144320"/>
                  </a:lnTo>
                  <a:lnTo>
                    <a:pt x="331959" y="139079"/>
                  </a:lnTo>
                  <a:lnTo>
                    <a:pt x="330987" y="133865"/>
                  </a:lnTo>
                  <a:lnTo>
                    <a:pt x="329850" y="128685"/>
                  </a:lnTo>
                  <a:lnTo>
                    <a:pt x="328549" y="123544"/>
                  </a:lnTo>
                  <a:lnTo>
                    <a:pt x="327086" y="118447"/>
                  </a:lnTo>
                  <a:lnTo>
                    <a:pt x="325462" y="113398"/>
                  </a:lnTo>
                  <a:lnTo>
                    <a:pt x="323679" y="108404"/>
                  </a:lnTo>
                  <a:lnTo>
                    <a:pt x="321738" y="103468"/>
                  </a:lnTo>
                  <a:lnTo>
                    <a:pt x="319642" y="98597"/>
                  </a:lnTo>
                  <a:lnTo>
                    <a:pt x="317392" y="93795"/>
                  </a:lnTo>
                  <a:lnTo>
                    <a:pt x="314991" y="89066"/>
                  </a:lnTo>
                  <a:lnTo>
                    <a:pt x="312441" y="84416"/>
                  </a:lnTo>
                  <a:lnTo>
                    <a:pt x="309745" y="79850"/>
                  </a:lnTo>
                  <a:lnTo>
                    <a:pt x="306905" y="75371"/>
                  </a:lnTo>
                  <a:lnTo>
                    <a:pt x="303925" y="70984"/>
                  </a:lnTo>
                  <a:lnTo>
                    <a:pt x="300807" y="66694"/>
                  </a:lnTo>
                  <a:lnTo>
                    <a:pt x="297555" y="62505"/>
                  </a:lnTo>
                  <a:lnTo>
                    <a:pt x="294171" y="58422"/>
                  </a:lnTo>
                  <a:lnTo>
                    <a:pt x="290660" y="54447"/>
                  </a:lnTo>
                  <a:lnTo>
                    <a:pt x="287024" y="50587"/>
                  </a:lnTo>
                  <a:lnTo>
                    <a:pt x="283268" y="46843"/>
                  </a:lnTo>
                  <a:lnTo>
                    <a:pt x="279395" y="43221"/>
                  </a:lnTo>
                  <a:lnTo>
                    <a:pt x="275409" y="39723"/>
                  </a:lnTo>
                  <a:lnTo>
                    <a:pt x="271314" y="36353"/>
                  </a:lnTo>
                  <a:lnTo>
                    <a:pt x="267114" y="33115"/>
                  </a:lnTo>
                  <a:lnTo>
                    <a:pt x="262813" y="30012"/>
                  </a:lnTo>
                  <a:lnTo>
                    <a:pt x="258416" y="27047"/>
                  </a:lnTo>
                  <a:lnTo>
                    <a:pt x="253928" y="24222"/>
                  </a:lnTo>
                  <a:lnTo>
                    <a:pt x="249352" y="21542"/>
                  </a:lnTo>
                  <a:lnTo>
                    <a:pt x="244693" y="19008"/>
                  </a:lnTo>
                  <a:lnTo>
                    <a:pt x="239956" y="16623"/>
                  </a:lnTo>
                  <a:lnTo>
                    <a:pt x="235146" y="14390"/>
                  </a:lnTo>
                  <a:lnTo>
                    <a:pt x="230268" y="12310"/>
                  </a:lnTo>
                  <a:lnTo>
                    <a:pt x="225326" y="10386"/>
                  </a:lnTo>
                  <a:lnTo>
                    <a:pt x="220326" y="8620"/>
                  </a:lnTo>
                  <a:lnTo>
                    <a:pt x="215272" y="7013"/>
                  </a:lnTo>
                  <a:lnTo>
                    <a:pt x="210169" y="5567"/>
                  </a:lnTo>
                  <a:lnTo>
                    <a:pt x="205024" y="4284"/>
                  </a:lnTo>
                  <a:lnTo>
                    <a:pt x="199840" y="3165"/>
                  </a:lnTo>
                  <a:lnTo>
                    <a:pt x="194623" y="2211"/>
                  </a:lnTo>
                  <a:lnTo>
                    <a:pt x="189379" y="1423"/>
                  </a:lnTo>
                  <a:lnTo>
                    <a:pt x="184112" y="801"/>
                  </a:lnTo>
                  <a:lnTo>
                    <a:pt x="178828" y="347"/>
                  </a:lnTo>
                  <a:lnTo>
                    <a:pt x="167158" y="1671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11670" cy="167167"/>
            </a:xfrm>
            <a:custGeom>
              <a:avLst/>
              <a:pathLst>
                <a:path w="11670" h="167167">
                  <a:moveTo>
                    <a:pt x="11670" y="40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797340" y="5269756"/>
              <a:ext cx="167161" cy="203489"/>
            </a:xfrm>
            <a:custGeom>
              <a:avLst/>
              <a:pathLst>
                <a:path w="167161" h="203489">
                  <a:moveTo>
                    <a:pt x="167161" y="0"/>
                  </a:moveTo>
                  <a:lnTo>
                    <a:pt x="161721" y="88"/>
                  </a:lnTo>
                  <a:lnTo>
                    <a:pt x="156288" y="353"/>
                  </a:lnTo>
                  <a:lnTo>
                    <a:pt x="150866" y="795"/>
                  </a:lnTo>
                  <a:lnTo>
                    <a:pt x="145462" y="1414"/>
                  </a:lnTo>
                  <a:lnTo>
                    <a:pt x="140080" y="2207"/>
                  </a:lnTo>
                  <a:lnTo>
                    <a:pt x="134728" y="3176"/>
                  </a:lnTo>
                  <a:lnTo>
                    <a:pt x="129409" y="4318"/>
                  </a:lnTo>
                  <a:lnTo>
                    <a:pt x="124130" y="5633"/>
                  </a:lnTo>
                  <a:lnTo>
                    <a:pt x="118898" y="7118"/>
                  </a:lnTo>
                  <a:lnTo>
                    <a:pt x="113716" y="8773"/>
                  </a:lnTo>
                  <a:lnTo>
                    <a:pt x="108590" y="10596"/>
                  </a:lnTo>
                  <a:lnTo>
                    <a:pt x="103527" y="12584"/>
                  </a:lnTo>
                  <a:lnTo>
                    <a:pt x="98531" y="14737"/>
                  </a:lnTo>
                  <a:lnTo>
                    <a:pt x="93608" y="17050"/>
                  </a:lnTo>
                  <a:lnTo>
                    <a:pt x="88763" y="19523"/>
                  </a:lnTo>
                  <a:lnTo>
                    <a:pt x="84000" y="22152"/>
                  </a:lnTo>
                  <a:lnTo>
                    <a:pt x="79326" y="24934"/>
                  </a:lnTo>
                  <a:lnTo>
                    <a:pt x="74745" y="27868"/>
                  </a:lnTo>
                  <a:lnTo>
                    <a:pt x="70262" y="30948"/>
                  </a:lnTo>
                  <a:lnTo>
                    <a:pt x="65881" y="34173"/>
                  </a:lnTo>
                  <a:lnTo>
                    <a:pt x="61607" y="37539"/>
                  </a:lnTo>
                  <a:lnTo>
                    <a:pt x="57445" y="41042"/>
                  </a:lnTo>
                  <a:lnTo>
                    <a:pt x="53400" y="44678"/>
                  </a:lnTo>
                  <a:lnTo>
                    <a:pt x="49475" y="48444"/>
                  </a:lnTo>
                  <a:lnTo>
                    <a:pt x="45674" y="52336"/>
                  </a:lnTo>
                  <a:lnTo>
                    <a:pt x="42002" y="56350"/>
                  </a:lnTo>
                  <a:lnTo>
                    <a:pt x="38463" y="60481"/>
                  </a:lnTo>
                  <a:lnTo>
                    <a:pt x="35060" y="64725"/>
                  </a:lnTo>
                  <a:lnTo>
                    <a:pt x="31797" y="69077"/>
                  </a:lnTo>
                  <a:lnTo>
                    <a:pt x="28677" y="73533"/>
                  </a:lnTo>
                  <a:lnTo>
                    <a:pt x="25704" y="78088"/>
                  </a:lnTo>
                  <a:lnTo>
                    <a:pt x="22880" y="82738"/>
                  </a:lnTo>
                  <a:lnTo>
                    <a:pt x="20210" y="87477"/>
                  </a:lnTo>
                  <a:lnTo>
                    <a:pt x="17695" y="92301"/>
                  </a:lnTo>
                  <a:lnTo>
                    <a:pt x="15338" y="97203"/>
                  </a:lnTo>
                  <a:lnTo>
                    <a:pt x="13142" y="102180"/>
                  </a:lnTo>
                  <a:lnTo>
                    <a:pt x="11109" y="107226"/>
                  </a:lnTo>
                  <a:lnTo>
                    <a:pt x="9242" y="112335"/>
                  </a:lnTo>
                  <a:lnTo>
                    <a:pt x="7541" y="117502"/>
                  </a:lnTo>
                  <a:lnTo>
                    <a:pt x="6010" y="122722"/>
                  </a:lnTo>
                  <a:lnTo>
                    <a:pt x="4649" y="127989"/>
                  </a:lnTo>
                  <a:lnTo>
                    <a:pt x="3460" y="133297"/>
                  </a:lnTo>
                  <a:lnTo>
                    <a:pt x="2445" y="138641"/>
                  </a:lnTo>
                  <a:lnTo>
                    <a:pt x="1604" y="144015"/>
                  </a:lnTo>
                  <a:lnTo>
                    <a:pt x="938" y="149414"/>
                  </a:lnTo>
                  <a:lnTo>
                    <a:pt x="449" y="154832"/>
                  </a:lnTo>
                  <a:lnTo>
                    <a:pt x="136" y="160263"/>
                  </a:lnTo>
                  <a:lnTo>
                    <a:pt x="0" y="165701"/>
                  </a:lnTo>
                  <a:lnTo>
                    <a:pt x="40" y="171140"/>
                  </a:lnTo>
                  <a:lnTo>
                    <a:pt x="258" y="176576"/>
                  </a:lnTo>
                  <a:lnTo>
                    <a:pt x="653" y="182001"/>
                  </a:lnTo>
                  <a:lnTo>
                    <a:pt x="1223" y="187411"/>
                  </a:lnTo>
                  <a:lnTo>
                    <a:pt x="1970" y="192799"/>
                  </a:lnTo>
                  <a:lnTo>
                    <a:pt x="2891" y="198160"/>
                  </a:lnTo>
                  <a:lnTo>
                    <a:pt x="3987" y="203489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801327" y="5269756"/>
              <a:ext cx="330330" cy="334328"/>
            </a:xfrm>
            <a:custGeom>
              <a:avLst/>
              <a:pathLst>
                <a:path w="330330" h="334328">
                  <a:moveTo>
                    <a:pt x="0" y="203489"/>
                  </a:moveTo>
                  <a:lnTo>
                    <a:pt x="1230" y="208633"/>
                  </a:lnTo>
                  <a:lnTo>
                    <a:pt x="2623" y="213736"/>
                  </a:lnTo>
                  <a:lnTo>
                    <a:pt x="4177" y="218792"/>
                  </a:lnTo>
                  <a:lnTo>
                    <a:pt x="5890" y="223797"/>
                  </a:lnTo>
                  <a:lnTo>
                    <a:pt x="7760" y="228744"/>
                  </a:lnTo>
                  <a:lnTo>
                    <a:pt x="9786" y="233630"/>
                  </a:lnTo>
                  <a:lnTo>
                    <a:pt x="11966" y="238450"/>
                  </a:lnTo>
                  <a:lnTo>
                    <a:pt x="14297" y="243198"/>
                  </a:lnTo>
                  <a:lnTo>
                    <a:pt x="16777" y="247870"/>
                  </a:lnTo>
                  <a:lnTo>
                    <a:pt x="19403" y="252462"/>
                  </a:lnTo>
                  <a:lnTo>
                    <a:pt x="22174" y="256968"/>
                  </a:lnTo>
                  <a:lnTo>
                    <a:pt x="25086" y="261384"/>
                  </a:lnTo>
                  <a:lnTo>
                    <a:pt x="28136" y="265705"/>
                  </a:lnTo>
                  <a:lnTo>
                    <a:pt x="31321" y="269928"/>
                  </a:lnTo>
                  <a:lnTo>
                    <a:pt x="34638" y="274048"/>
                  </a:lnTo>
                  <a:lnTo>
                    <a:pt x="38084" y="278062"/>
                  </a:lnTo>
                  <a:lnTo>
                    <a:pt x="41655" y="281964"/>
                  </a:lnTo>
                  <a:lnTo>
                    <a:pt x="45348" y="285751"/>
                  </a:lnTo>
                  <a:lnTo>
                    <a:pt x="49159" y="289419"/>
                  </a:lnTo>
                  <a:lnTo>
                    <a:pt x="53084" y="292965"/>
                  </a:lnTo>
                  <a:lnTo>
                    <a:pt x="57119" y="296385"/>
                  </a:lnTo>
                  <a:lnTo>
                    <a:pt x="61260" y="299676"/>
                  </a:lnTo>
                  <a:lnTo>
                    <a:pt x="65503" y="302834"/>
                  </a:lnTo>
                  <a:lnTo>
                    <a:pt x="69844" y="305856"/>
                  </a:lnTo>
                  <a:lnTo>
                    <a:pt x="74279" y="308739"/>
                  </a:lnTo>
                  <a:lnTo>
                    <a:pt x="78803" y="311481"/>
                  </a:lnTo>
                  <a:lnTo>
                    <a:pt x="83411" y="314078"/>
                  </a:lnTo>
                  <a:lnTo>
                    <a:pt x="88099" y="316528"/>
                  </a:lnTo>
                  <a:lnTo>
                    <a:pt x="92862" y="318829"/>
                  </a:lnTo>
                  <a:lnTo>
                    <a:pt x="97695" y="320977"/>
                  </a:lnTo>
                  <a:lnTo>
                    <a:pt x="102594" y="322972"/>
                  </a:lnTo>
                  <a:lnTo>
                    <a:pt x="107554" y="324810"/>
                  </a:lnTo>
                  <a:lnTo>
                    <a:pt x="112569" y="326491"/>
                  </a:lnTo>
                  <a:lnTo>
                    <a:pt x="117635" y="328012"/>
                  </a:lnTo>
                  <a:lnTo>
                    <a:pt x="122747" y="329373"/>
                  </a:lnTo>
                  <a:lnTo>
                    <a:pt x="127899" y="330570"/>
                  </a:lnTo>
                  <a:lnTo>
                    <a:pt x="133087" y="331605"/>
                  </a:lnTo>
                  <a:lnTo>
                    <a:pt x="138304" y="332474"/>
                  </a:lnTo>
                  <a:lnTo>
                    <a:pt x="143547" y="333178"/>
                  </a:lnTo>
                  <a:lnTo>
                    <a:pt x="148809" y="333716"/>
                  </a:lnTo>
                  <a:lnTo>
                    <a:pt x="154085" y="334087"/>
                  </a:lnTo>
                  <a:lnTo>
                    <a:pt x="159371" y="334291"/>
                  </a:lnTo>
                  <a:lnTo>
                    <a:pt x="164660" y="334328"/>
                  </a:lnTo>
                  <a:lnTo>
                    <a:pt x="169948" y="334197"/>
                  </a:lnTo>
                  <a:lnTo>
                    <a:pt x="175229" y="333899"/>
                  </a:lnTo>
                  <a:lnTo>
                    <a:pt x="180498" y="333434"/>
                  </a:lnTo>
                  <a:lnTo>
                    <a:pt x="185750" y="332803"/>
                  </a:lnTo>
                  <a:lnTo>
                    <a:pt x="190979" y="332006"/>
                  </a:lnTo>
                  <a:lnTo>
                    <a:pt x="196180" y="331043"/>
                  </a:lnTo>
                  <a:lnTo>
                    <a:pt x="201349" y="329917"/>
                  </a:lnTo>
                  <a:lnTo>
                    <a:pt x="206479" y="328628"/>
                  </a:lnTo>
                  <a:lnTo>
                    <a:pt x="211565" y="327177"/>
                  </a:lnTo>
                  <a:lnTo>
                    <a:pt x="216603" y="325566"/>
                  </a:lnTo>
                  <a:lnTo>
                    <a:pt x="221588" y="323796"/>
                  </a:lnTo>
                  <a:lnTo>
                    <a:pt x="226514" y="321869"/>
                  </a:lnTo>
                  <a:lnTo>
                    <a:pt x="231377" y="319788"/>
                  </a:lnTo>
                  <a:lnTo>
                    <a:pt x="236172" y="317554"/>
                  </a:lnTo>
                  <a:lnTo>
                    <a:pt x="240893" y="315169"/>
                  </a:lnTo>
                  <a:lnTo>
                    <a:pt x="245537" y="312636"/>
                  </a:lnTo>
                  <a:lnTo>
                    <a:pt x="250098" y="309957"/>
                  </a:lnTo>
                  <a:lnTo>
                    <a:pt x="254572" y="307136"/>
                  </a:lnTo>
                  <a:lnTo>
                    <a:pt x="258954" y="304174"/>
                  </a:lnTo>
                  <a:lnTo>
                    <a:pt x="263241" y="301075"/>
                  </a:lnTo>
                  <a:lnTo>
                    <a:pt x="267428" y="297842"/>
                  </a:lnTo>
                  <a:lnTo>
                    <a:pt x="271510" y="294478"/>
                  </a:lnTo>
                  <a:lnTo>
                    <a:pt x="275483" y="290987"/>
                  </a:lnTo>
                  <a:lnTo>
                    <a:pt x="279345" y="287372"/>
                  </a:lnTo>
                  <a:lnTo>
                    <a:pt x="283090" y="283636"/>
                  </a:lnTo>
                  <a:lnTo>
                    <a:pt x="286714" y="279784"/>
                  </a:lnTo>
                  <a:lnTo>
                    <a:pt x="290216" y="275819"/>
                  </a:lnTo>
                  <a:lnTo>
                    <a:pt x="293589" y="271745"/>
                  </a:lnTo>
                  <a:lnTo>
                    <a:pt x="296833" y="267567"/>
                  </a:lnTo>
                  <a:lnTo>
                    <a:pt x="299942" y="263288"/>
                  </a:lnTo>
                  <a:lnTo>
                    <a:pt x="302915" y="258912"/>
                  </a:lnTo>
                  <a:lnTo>
                    <a:pt x="305748" y="254445"/>
                  </a:lnTo>
                  <a:lnTo>
                    <a:pt x="308438" y="249891"/>
                  </a:lnTo>
                  <a:lnTo>
                    <a:pt x="310982" y="245253"/>
                  </a:lnTo>
                  <a:lnTo>
                    <a:pt x="313379" y="240538"/>
                  </a:lnTo>
                  <a:lnTo>
                    <a:pt x="315625" y="235749"/>
                  </a:lnTo>
                  <a:lnTo>
                    <a:pt x="317718" y="230891"/>
                  </a:lnTo>
                  <a:lnTo>
                    <a:pt x="319657" y="225970"/>
                  </a:lnTo>
                  <a:lnTo>
                    <a:pt x="321439" y="220990"/>
                  </a:lnTo>
                  <a:lnTo>
                    <a:pt x="323063" y="215955"/>
                  </a:lnTo>
                  <a:lnTo>
                    <a:pt x="324526" y="210872"/>
                  </a:lnTo>
                  <a:lnTo>
                    <a:pt x="325828" y="205746"/>
                  </a:lnTo>
                  <a:lnTo>
                    <a:pt x="326967" y="200580"/>
                  </a:lnTo>
                  <a:lnTo>
                    <a:pt x="327943" y="195381"/>
                  </a:lnTo>
                  <a:lnTo>
                    <a:pt x="328753" y="190154"/>
                  </a:lnTo>
                  <a:lnTo>
                    <a:pt x="329397" y="184904"/>
                  </a:lnTo>
                  <a:lnTo>
                    <a:pt x="329875" y="179636"/>
                  </a:lnTo>
                  <a:lnTo>
                    <a:pt x="330186" y="174356"/>
                  </a:lnTo>
                  <a:lnTo>
                    <a:pt x="330330" y="169068"/>
                  </a:lnTo>
                  <a:lnTo>
                    <a:pt x="330306" y="163779"/>
                  </a:lnTo>
                  <a:lnTo>
                    <a:pt x="330116" y="158493"/>
                  </a:lnTo>
                  <a:lnTo>
                    <a:pt x="329758" y="153215"/>
                  </a:lnTo>
                  <a:lnTo>
                    <a:pt x="329233" y="147952"/>
                  </a:lnTo>
                  <a:lnTo>
                    <a:pt x="328542" y="142708"/>
                  </a:lnTo>
                  <a:lnTo>
                    <a:pt x="327685" y="137488"/>
                  </a:lnTo>
                  <a:lnTo>
                    <a:pt x="326664" y="132298"/>
                  </a:lnTo>
                  <a:lnTo>
                    <a:pt x="325479" y="127143"/>
                  </a:lnTo>
                  <a:lnTo>
                    <a:pt x="324131" y="122028"/>
                  </a:lnTo>
                  <a:lnTo>
                    <a:pt x="322622" y="116958"/>
                  </a:lnTo>
                  <a:lnTo>
                    <a:pt x="320954" y="111939"/>
                  </a:lnTo>
                  <a:lnTo>
                    <a:pt x="319128" y="106974"/>
                  </a:lnTo>
                  <a:lnTo>
                    <a:pt x="317145" y="102070"/>
                  </a:lnTo>
                  <a:lnTo>
                    <a:pt x="315009" y="97232"/>
                  </a:lnTo>
                  <a:lnTo>
                    <a:pt x="312720" y="92463"/>
                  </a:lnTo>
                  <a:lnTo>
                    <a:pt x="310282" y="87769"/>
                  </a:lnTo>
                  <a:lnTo>
                    <a:pt x="307696" y="83154"/>
                  </a:lnTo>
                  <a:lnTo>
                    <a:pt x="304966" y="78624"/>
                  </a:lnTo>
                  <a:lnTo>
                    <a:pt x="302093" y="74182"/>
                  </a:lnTo>
                  <a:lnTo>
                    <a:pt x="299082" y="69834"/>
                  </a:lnTo>
                  <a:lnTo>
                    <a:pt x="295935" y="65582"/>
                  </a:lnTo>
                  <a:lnTo>
                    <a:pt x="292654" y="61433"/>
                  </a:lnTo>
                  <a:lnTo>
                    <a:pt x="289244" y="57389"/>
                  </a:lnTo>
                  <a:lnTo>
                    <a:pt x="285708" y="53456"/>
                  </a:lnTo>
                  <a:lnTo>
                    <a:pt x="282049" y="49636"/>
                  </a:lnTo>
                  <a:lnTo>
                    <a:pt x="278271" y="45934"/>
                  </a:lnTo>
                  <a:lnTo>
                    <a:pt x="274378" y="42353"/>
                  </a:lnTo>
                  <a:lnTo>
                    <a:pt x="270373" y="38897"/>
                  </a:lnTo>
                  <a:lnTo>
                    <a:pt x="266261" y="35570"/>
                  </a:lnTo>
                  <a:lnTo>
                    <a:pt x="262046" y="32374"/>
                  </a:lnTo>
                  <a:lnTo>
                    <a:pt x="257732" y="29313"/>
                  </a:lnTo>
                  <a:lnTo>
                    <a:pt x="253323" y="26391"/>
                  </a:lnTo>
                  <a:lnTo>
                    <a:pt x="248824" y="23609"/>
                  </a:lnTo>
                  <a:lnTo>
                    <a:pt x="244239" y="20971"/>
                  </a:lnTo>
                  <a:lnTo>
                    <a:pt x="239574" y="18479"/>
                  </a:lnTo>
                  <a:lnTo>
                    <a:pt x="234831" y="16137"/>
                  </a:lnTo>
                  <a:lnTo>
                    <a:pt x="230017" y="13945"/>
                  </a:lnTo>
                  <a:lnTo>
                    <a:pt x="225136" y="11907"/>
                  </a:lnTo>
                  <a:lnTo>
                    <a:pt x="220193" y="10024"/>
                  </a:lnTo>
                  <a:lnTo>
                    <a:pt x="215192" y="8299"/>
                  </a:lnTo>
                  <a:lnTo>
                    <a:pt x="210140" y="6733"/>
                  </a:lnTo>
                  <a:lnTo>
                    <a:pt x="205041" y="5327"/>
                  </a:lnTo>
                  <a:lnTo>
                    <a:pt x="199899" y="4084"/>
                  </a:lnTo>
                  <a:lnTo>
                    <a:pt x="194721" y="3003"/>
                  </a:lnTo>
                  <a:lnTo>
                    <a:pt x="189512" y="2087"/>
                  </a:lnTo>
                  <a:lnTo>
                    <a:pt x="184276" y="1337"/>
                  </a:lnTo>
                  <a:lnTo>
                    <a:pt x="179019" y="752"/>
                  </a:lnTo>
                  <a:lnTo>
                    <a:pt x="173746" y="334"/>
                  </a:lnTo>
                  <a:lnTo>
                    <a:pt x="168462" y="83"/>
                  </a:lnTo>
                  <a:lnTo>
                    <a:pt x="163173" y="0"/>
                  </a:lnTo>
                  <a:lnTo>
                    <a:pt x="16317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51430" y="5399291"/>
              <a:ext cx="34785" cy="167167"/>
            </a:xfrm>
            <a:custGeom>
              <a:avLst/>
              <a:pathLst>
                <a:path w="34785" h="167167">
                  <a:moveTo>
                    <a:pt x="34785" y="0"/>
                  </a:moveTo>
                  <a:lnTo>
                    <a:pt x="27779" y="146"/>
                  </a:lnTo>
                  <a:lnTo>
                    <a:pt x="20785" y="587"/>
                  </a:lnTo>
                  <a:lnTo>
                    <a:pt x="13815" y="1320"/>
                  </a:lnTo>
                  <a:lnTo>
                    <a:pt x="6883" y="2345"/>
                  </a:lnTo>
                  <a:lnTo>
                    <a:pt x="0" y="3659"/>
                  </a:lnTo>
                  <a:lnTo>
                    <a:pt x="34785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51430" y="5402951"/>
              <a:ext cx="34785" cy="163508"/>
            </a:xfrm>
            <a:custGeom>
              <a:avLst/>
              <a:pathLst>
                <a:path w="34785" h="163508">
                  <a:moveTo>
                    <a:pt x="0" y="0"/>
                  </a:moveTo>
                  <a:lnTo>
                    <a:pt x="34785" y="1635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51430" y="5402951"/>
              <a:ext cx="34785" cy="163508"/>
            </a:xfrm>
            <a:custGeom>
              <a:avLst/>
              <a:pathLst>
                <a:path w="34785" h="163508">
                  <a:moveTo>
                    <a:pt x="0" y="0"/>
                  </a:moveTo>
                  <a:lnTo>
                    <a:pt x="34785" y="1635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51430" y="5402951"/>
              <a:ext cx="34785" cy="163508"/>
            </a:xfrm>
            <a:custGeom>
              <a:avLst/>
              <a:pathLst>
                <a:path w="34785" h="163508">
                  <a:moveTo>
                    <a:pt x="0" y="0"/>
                  </a:moveTo>
                  <a:lnTo>
                    <a:pt x="34785" y="1635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51430" y="5402951"/>
              <a:ext cx="34785" cy="163508"/>
            </a:xfrm>
            <a:custGeom>
              <a:avLst/>
              <a:pathLst>
                <a:path w="34785" h="163508">
                  <a:moveTo>
                    <a:pt x="0" y="0"/>
                  </a:moveTo>
                  <a:lnTo>
                    <a:pt x="34785" y="1635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51430" y="5402951"/>
              <a:ext cx="34785" cy="163508"/>
            </a:xfrm>
            <a:custGeom>
              <a:avLst/>
              <a:pathLst>
                <a:path w="34785" h="163508">
                  <a:moveTo>
                    <a:pt x="0" y="0"/>
                  </a:moveTo>
                  <a:lnTo>
                    <a:pt x="34785" y="16350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51430" y="5402951"/>
              <a:ext cx="34785" cy="163508"/>
            </a:xfrm>
            <a:custGeom>
              <a:avLst/>
              <a:pathLst>
                <a:path w="34785" h="163508">
                  <a:moveTo>
                    <a:pt x="0" y="0"/>
                  </a:moveTo>
                  <a:lnTo>
                    <a:pt x="34785" y="16350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319048" y="5401318"/>
              <a:ext cx="334327" cy="332298"/>
            </a:xfrm>
            <a:custGeom>
              <a:avLst/>
              <a:pathLst>
                <a:path w="334327" h="332298">
                  <a:moveTo>
                    <a:pt x="132382" y="1632"/>
                  </a:moveTo>
                  <a:lnTo>
                    <a:pt x="127226" y="2815"/>
                  </a:lnTo>
                  <a:lnTo>
                    <a:pt x="122110" y="4160"/>
                  </a:lnTo>
                  <a:lnTo>
                    <a:pt x="117039" y="5666"/>
                  </a:lnTo>
                  <a:lnTo>
                    <a:pt x="112018" y="7332"/>
                  </a:lnTo>
                  <a:lnTo>
                    <a:pt x="107052" y="9156"/>
                  </a:lnTo>
                  <a:lnTo>
                    <a:pt x="102147" y="11136"/>
                  </a:lnTo>
                  <a:lnTo>
                    <a:pt x="97307" y="13270"/>
                  </a:lnTo>
                  <a:lnTo>
                    <a:pt x="92537" y="15557"/>
                  </a:lnTo>
                  <a:lnTo>
                    <a:pt x="87841" y="17993"/>
                  </a:lnTo>
                  <a:lnTo>
                    <a:pt x="83225" y="20576"/>
                  </a:lnTo>
                  <a:lnTo>
                    <a:pt x="78693" y="23305"/>
                  </a:lnTo>
                  <a:lnTo>
                    <a:pt x="74250" y="26175"/>
                  </a:lnTo>
                  <a:lnTo>
                    <a:pt x="69899" y="29184"/>
                  </a:lnTo>
                  <a:lnTo>
                    <a:pt x="65647" y="32330"/>
                  </a:lnTo>
                  <a:lnTo>
                    <a:pt x="61495" y="35609"/>
                  </a:lnTo>
                  <a:lnTo>
                    <a:pt x="57450" y="39017"/>
                  </a:lnTo>
                  <a:lnTo>
                    <a:pt x="53514" y="42552"/>
                  </a:lnTo>
                  <a:lnTo>
                    <a:pt x="49692" y="46209"/>
                  </a:lnTo>
                  <a:lnTo>
                    <a:pt x="45988" y="49985"/>
                  </a:lnTo>
                  <a:lnTo>
                    <a:pt x="42405" y="53877"/>
                  </a:lnTo>
                  <a:lnTo>
                    <a:pt x="38947" y="57880"/>
                  </a:lnTo>
                  <a:lnTo>
                    <a:pt x="35618" y="61991"/>
                  </a:lnTo>
                  <a:lnTo>
                    <a:pt x="32420" y="66205"/>
                  </a:lnTo>
                  <a:lnTo>
                    <a:pt x="29357" y="70518"/>
                  </a:lnTo>
                  <a:lnTo>
                    <a:pt x="26432" y="74926"/>
                  </a:lnTo>
                  <a:lnTo>
                    <a:pt x="23648" y="79424"/>
                  </a:lnTo>
                  <a:lnTo>
                    <a:pt x="21008" y="84007"/>
                  </a:lnTo>
                  <a:lnTo>
                    <a:pt x="18514" y="88673"/>
                  </a:lnTo>
                  <a:lnTo>
                    <a:pt x="16169" y="93414"/>
                  </a:lnTo>
                  <a:lnTo>
                    <a:pt x="13975" y="98228"/>
                  </a:lnTo>
                  <a:lnTo>
                    <a:pt x="11935" y="103108"/>
                  </a:lnTo>
                  <a:lnTo>
                    <a:pt x="10050" y="108051"/>
                  </a:lnTo>
                  <a:lnTo>
                    <a:pt x="8322" y="113051"/>
                  </a:lnTo>
                  <a:lnTo>
                    <a:pt x="6754" y="118103"/>
                  </a:lnTo>
                  <a:lnTo>
                    <a:pt x="5346" y="123202"/>
                  </a:lnTo>
                  <a:lnTo>
                    <a:pt x="4100" y="128343"/>
                  </a:lnTo>
                  <a:lnTo>
                    <a:pt x="3017" y="133521"/>
                  </a:lnTo>
                  <a:lnTo>
                    <a:pt x="2099" y="138730"/>
                  </a:lnTo>
                  <a:lnTo>
                    <a:pt x="1346" y="143966"/>
                  </a:lnTo>
                  <a:lnTo>
                    <a:pt x="759" y="149223"/>
                  </a:lnTo>
                  <a:lnTo>
                    <a:pt x="339" y="154496"/>
                  </a:lnTo>
                  <a:lnTo>
                    <a:pt x="85" y="159780"/>
                  </a:lnTo>
                  <a:lnTo>
                    <a:pt x="0" y="165069"/>
                  </a:lnTo>
                  <a:lnTo>
                    <a:pt x="81" y="170359"/>
                  </a:lnTo>
                  <a:lnTo>
                    <a:pt x="330" y="175643"/>
                  </a:lnTo>
                  <a:lnTo>
                    <a:pt x="746" y="180916"/>
                  </a:lnTo>
                  <a:lnTo>
                    <a:pt x="1328" y="186174"/>
                  </a:lnTo>
                  <a:lnTo>
                    <a:pt x="2077" y="191411"/>
                  </a:lnTo>
                  <a:lnTo>
                    <a:pt x="2990" y="196621"/>
                  </a:lnTo>
                  <a:lnTo>
                    <a:pt x="4069" y="201800"/>
                  </a:lnTo>
                  <a:lnTo>
                    <a:pt x="5310" y="206942"/>
                  </a:lnTo>
                  <a:lnTo>
                    <a:pt x="6714" y="212042"/>
                  </a:lnTo>
                  <a:lnTo>
                    <a:pt x="8278" y="217095"/>
                  </a:lnTo>
                  <a:lnTo>
                    <a:pt x="10002" y="222097"/>
                  </a:lnTo>
                  <a:lnTo>
                    <a:pt x="11882" y="227041"/>
                  </a:lnTo>
                  <a:lnTo>
                    <a:pt x="13919" y="231923"/>
                  </a:lnTo>
                  <a:lnTo>
                    <a:pt x="16108" y="236738"/>
                  </a:lnTo>
                  <a:lnTo>
                    <a:pt x="18449" y="241482"/>
                  </a:lnTo>
                  <a:lnTo>
                    <a:pt x="20939" y="246149"/>
                  </a:lnTo>
                  <a:lnTo>
                    <a:pt x="23576" y="250735"/>
                  </a:lnTo>
                  <a:lnTo>
                    <a:pt x="26356" y="255236"/>
                  </a:lnTo>
                  <a:lnTo>
                    <a:pt x="29277" y="259646"/>
                  </a:lnTo>
                  <a:lnTo>
                    <a:pt x="32336" y="263961"/>
                  </a:lnTo>
                  <a:lnTo>
                    <a:pt x="35530" y="268178"/>
                  </a:lnTo>
                  <a:lnTo>
                    <a:pt x="38856" y="272291"/>
                  </a:lnTo>
                  <a:lnTo>
                    <a:pt x="42311" y="276298"/>
                  </a:lnTo>
                  <a:lnTo>
                    <a:pt x="45890" y="280192"/>
                  </a:lnTo>
                  <a:lnTo>
                    <a:pt x="49591" y="283972"/>
                  </a:lnTo>
                  <a:lnTo>
                    <a:pt x="53410" y="287633"/>
                  </a:lnTo>
                  <a:lnTo>
                    <a:pt x="57343" y="291171"/>
                  </a:lnTo>
                  <a:lnTo>
                    <a:pt x="61385" y="294582"/>
                  </a:lnTo>
                  <a:lnTo>
                    <a:pt x="65534" y="297864"/>
                  </a:lnTo>
                  <a:lnTo>
                    <a:pt x="69784" y="301014"/>
                  </a:lnTo>
                  <a:lnTo>
                    <a:pt x="74132" y="304027"/>
                  </a:lnTo>
                  <a:lnTo>
                    <a:pt x="78573" y="306901"/>
                  </a:lnTo>
                  <a:lnTo>
                    <a:pt x="83103" y="309633"/>
                  </a:lnTo>
                  <a:lnTo>
                    <a:pt x="87717" y="312221"/>
                  </a:lnTo>
                  <a:lnTo>
                    <a:pt x="92410" y="314661"/>
                  </a:lnTo>
                  <a:lnTo>
                    <a:pt x="97178" y="316951"/>
                  </a:lnTo>
                  <a:lnTo>
                    <a:pt x="102017" y="319090"/>
                  </a:lnTo>
                  <a:lnTo>
                    <a:pt x="106920" y="321074"/>
                  </a:lnTo>
                  <a:lnTo>
                    <a:pt x="111884" y="322902"/>
                  </a:lnTo>
                  <a:lnTo>
                    <a:pt x="116903" y="324572"/>
                  </a:lnTo>
                  <a:lnTo>
                    <a:pt x="121973" y="326083"/>
                  </a:lnTo>
                  <a:lnTo>
                    <a:pt x="127088" y="327432"/>
                  </a:lnTo>
                  <a:lnTo>
                    <a:pt x="132243" y="328619"/>
                  </a:lnTo>
                  <a:lnTo>
                    <a:pt x="137433" y="329642"/>
                  </a:lnTo>
                  <a:lnTo>
                    <a:pt x="142653" y="330501"/>
                  </a:lnTo>
                  <a:lnTo>
                    <a:pt x="147897" y="331193"/>
                  </a:lnTo>
                  <a:lnTo>
                    <a:pt x="153161" y="331720"/>
                  </a:lnTo>
                  <a:lnTo>
                    <a:pt x="158438" y="332080"/>
                  </a:lnTo>
                  <a:lnTo>
                    <a:pt x="163725" y="332272"/>
                  </a:lnTo>
                  <a:lnTo>
                    <a:pt x="169014" y="332298"/>
                  </a:lnTo>
                  <a:lnTo>
                    <a:pt x="174302" y="332155"/>
                  </a:lnTo>
                  <a:lnTo>
                    <a:pt x="179583" y="331846"/>
                  </a:lnTo>
                  <a:lnTo>
                    <a:pt x="184851" y="331370"/>
                  </a:lnTo>
                  <a:lnTo>
                    <a:pt x="190102" y="330727"/>
                  </a:lnTo>
                  <a:lnTo>
                    <a:pt x="195330" y="329918"/>
                  </a:lnTo>
                  <a:lnTo>
                    <a:pt x="200529" y="328945"/>
                  </a:lnTo>
                  <a:lnTo>
                    <a:pt x="205695" y="327807"/>
                  </a:lnTo>
                  <a:lnTo>
                    <a:pt x="210823" y="326507"/>
                  </a:lnTo>
                  <a:lnTo>
                    <a:pt x="215907" y="325045"/>
                  </a:lnTo>
                  <a:lnTo>
                    <a:pt x="220942" y="323422"/>
                  </a:lnTo>
                  <a:lnTo>
                    <a:pt x="225923" y="321642"/>
                  </a:lnTo>
                  <a:lnTo>
                    <a:pt x="230845" y="319704"/>
                  </a:lnTo>
                  <a:lnTo>
                    <a:pt x="235704" y="317612"/>
                  </a:lnTo>
                  <a:lnTo>
                    <a:pt x="240494" y="315367"/>
                  </a:lnTo>
                  <a:lnTo>
                    <a:pt x="245210" y="312972"/>
                  </a:lnTo>
                  <a:lnTo>
                    <a:pt x="249849" y="310429"/>
                  </a:lnTo>
                  <a:lnTo>
                    <a:pt x="254404" y="307740"/>
                  </a:lnTo>
                  <a:lnTo>
                    <a:pt x="258872" y="304908"/>
                  </a:lnTo>
                  <a:lnTo>
                    <a:pt x="263249" y="301937"/>
                  </a:lnTo>
                  <a:lnTo>
                    <a:pt x="267529" y="298828"/>
                  </a:lnTo>
                  <a:lnTo>
                    <a:pt x="271708" y="295586"/>
                  </a:lnTo>
                  <a:lnTo>
                    <a:pt x="275783" y="292213"/>
                  </a:lnTo>
                  <a:lnTo>
                    <a:pt x="279750" y="288713"/>
                  </a:lnTo>
                  <a:lnTo>
                    <a:pt x="283603" y="285089"/>
                  </a:lnTo>
                  <a:lnTo>
                    <a:pt x="287340" y="281344"/>
                  </a:lnTo>
                  <a:lnTo>
                    <a:pt x="290957" y="277484"/>
                  </a:lnTo>
                  <a:lnTo>
                    <a:pt x="294449" y="273511"/>
                  </a:lnTo>
                  <a:lnTo>
                    <a:pt x="297814" y="269430"/>
                  </a:lnTo>
                  <a:lnTo>
                    <a:pt x="301049" y="265244"/>
                  </a:lnTo>
                  <a:lnTo>
                    <a:pt x="304149" y="260957"/>
                  </a:lnTo>
                  <a:lnTo>
                    <a:pt x="307112" y="256575"/>
                  </a:lnTo>
                  <a:lnTo>
                    <a:pt x="309935" y="252102"/>
                  </a:lnTo>
                  <a:lnTo>
                    <a:pt x="312615" y="247541"/>
                  </a:lnTo>
                  <a:lnTo>
                    <a:pt x="315149" y="242898"/>
                  </a:lnTo>
                  <a:lnTo>
                    <a:pt x="317535" y="238177"/>
                  </a:lnTo>
                  <a:lnTo>
                    <a:pt x="319771" y="233382"/>
                  </a:lnTo>
                  <a:lnTo>
                    <a:pt x="321854" y="228520"/>
                  </a:lnTo>
                  <a:lnTo>
                    <a:pt x="323782" y="223594"/>
                  </a:lnTo>
                  <a:lnTo>
                    <a:pt x="325553" y="218609"/>
                  </a:lnTo>
                  <a:lnTo>
                    <a:pt x="327165" y="213571"/>
                  </a:lnTo>
                  <a:lnTo>
                    <a:pt x="328617" y="208484"/>
                  </a:lnTo>
                  <a:lnTo>
                    <a:pt x="329908" y="203354"/>
                  </a:lnTo>
                  <a:lnTo>
                    <a:pt x="331036" y="198186"/>
                  </a:lnTo>
                  <a:lnTo>
                    <a:pt x="331999" y="192985"/>
                  </a:lnTo>
                  <a:lnTo>
                    <a:pt x="332798" y="187755"/>
                  </a:lnTo>
                  <a:lnTo>
                    <a:pt x="333430" y="182504"/>
                  </a:lnTo>
                  <a:lnTo>
                    <a:pt x="333896" y="177234"/>
                  </a:lnTo>
                  <a:lnTo>
                    <a:pt x="334195" y="171953"/>
                  </a:lnTo>
                  <a:lnTo>
                    <a:pt x="334327" y="166665"/>
                  </a:lnTo>
                  <a:lnTo>
                    <a:pt x="334292" y="161375"/>
                  </a:lnTo>
                  <a:lnTo>
                    <a:pt x="334089" y="156089"/>
                  </a:lnTo>
                  <a:lnTo>
                    <a:pt x="333719" y="150812"/>
                  </a:lnTo>
                  <a:lnTo>
                    <a:pt x="333182" y="145549"/>
                  </a:lnTo>
                  <a:lnTo>
                    <a:pt x="332479" y="140306"/>
                  </a:lnTo>
                  <a:lnTo>
                    <a:pt x="331611" y="135088"/>
                  </a:lnTo>
                  <a:lnTo>
                    <a:pt x="330578" y="129900"/>
                  </a:lnTo>
                  <a:lnTo>
                    <a:pt x="329381" y="124748"/>
                  </a:lnTo>
                  <a:lnTo>
                    <a:pt x="328022" y="119635"/>
                  </a:lnTo>
                  <a:lnTo>
                    <a:pt x="326501" y="114569"/>
                  </a:lnTo>
                  <a:lnTo>
                    <a:pt x="324822" y="109553"/>
                  </a:lnTo>
                  <a:lnTo>
                    <a:pt x="322984" y="104592"/>
                  </a:lnTo>
                  <a:lnTo>
                    <a:pt x="320990" y="99693"/>
                  </a:lnTo>
                  <a:lnTo>
                    <a:pt x="318842" y="94858"/>
                  </a:lnTo>
                  <a:lnTo>
                    <a:pt x="316543" y="90095"/>
                  </a:lnTo>
                  <a:lnTo>
                    <a:pt x="314093" y="85406"/>
                  </a:lnTo>
                  <a:lnTo>
                    <a:pt x="311497" y="80797"/>
                  </a:lnTo>
                  <a:lnTo>
                    <a:pt x="308756" y="76273"/>
                  </a:lnTo>
                  <a:lnTo>
                    <a:pt x="305873" y="71837"/>
                  </a:lnTo>
                  <a:lnTo>
                    <a:pt x="302852" y="67495"/>
                  </a:lnTo>
                  <a:lnTo>
                    <a:pt x="299694" y="63251"/>
                  </a:lnTo>
                  <a:lnTo>
                    <a:pt x="296404" y="59109"/>
                  </a:lnTo>
                  <a:lnTo>
                    <a:pt x="292985" y="55073"/>
                  </a:lnTo>
                  <a:lnTo>
                    <a:pt x="289439" y="51147"/>
                  </a:lnTo>
                  <a:lnTo>
                    <a:pt x="285771" y="47335"/>
                  </a:lnTo>
                  <a:lnTo>
                    <a:pt x="281984" y="43642"/>
                  </a:lnTo>
                  <a:lnTo>
                    <a:pt x="278083" y="40070"/>
                  </a:lnTo>
                  <a:lnTo>
                    <a:pt x="274070" y="36623"/>
                  </a:lnTo>
                  <a:lnTo>
                    <a:pt x="269950" y="33305"/>
                  </a:lnTo>
                  <a:lnTo>
                    <a:pt x="265727" y="30119"/>
                  </a:lnTo>
                  <a:lnTo>
                    <a:pt x="261406" y="27068"/>
                  </a:lnTo>
                  <a:lnTo>
                    <a:pt x="256990" y="24155"/>
                  </a:lnTo>
                  <a:lnTo>
                    <a:pt x="252484" y="21384"/>
                  </a:lnTo>
                  <a:lnTo>
                    <a:pt x="247893" y="18756"/>
                  </a:lnTo>
                  <a:lnTo>
                    <a:pt x="243221" y="16276"/>
                  </a:lnTo>
                  <a:lnTo>
                    <a:pt x="238473" y="13944"/>
                  </a:lnTo>
                  <a:lnTo>
                    <a:pt x="233653" y="11763"/>
                  </a:lnTo>
                  <a:lnTo>
                    <a:pt x="228767" y="9736"/>
                  </a:lnTo>
                  <a:lnTo>
                    <a:pt x="223819" y="7865"/>
                  </a:lnTo>
                  <a:lnTo>
                    <a:pt x="218815" y="6151"/>
                  </a:lnTo>
                  <a:lnTo>
                    <a:pt x="213758" y="4597"/>
                  </a:lnTo>
                  <a:lnTo>
                    <a:pt x="208655" y="3203"/>
                  </a:lnTo>
                  <a:lnTo>
                    <a:pt x="203511" y="1972"/>
                  </a:lnTo>
                  <a:lnTo>
                    <a:pt x="198330" y="903"/>
                  </a:lnTo>
                  <a:lnTo>
                    <a:pt x="193118" y="0"/>
                  </a:lnTo>
                  <a:lnTo>
                    <a:pt x="167167" y="1651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25951" cy="167167"/>
            </a:xfrm>
            <a:custGeom>
              <a:avLst/>
              <a:pathLst>
                <a:path w="25951" h="167167">
                  <a:moveTo>
                    <a:pt x="25951" y="2026"/>
                  </a:moveTo>
                  <a:lnTo>
                    <a:pt x="17339" y="901"/>
                  </a:lnTo>
                  <a:lnTo>
                    <a:pt x="8681" y="22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4856383" y="5399291"/>
              <a:ext cx="169406" cy="334319"/>
            </a:xfrm>
            <a:custGeom>
              <a:avLst/>
              <a:pathLst>
                <a:path w="169406" h="334319">
                  <a:moveTo>
                    <a:pt x="167160" y="0"/>
                  </a:moveTo>
                  <a:lnTo>
                    <a:pt x="161833" y="84"/>
                  </a:lnTo>
                  <a:lnTo>
                    <a:pt x="156512" y="339"/>
                  </a:lnTo>
                  <a:lnTo>
                    <a:pt x="151202" y="763"/>
                  </a:lnTo>
                  <a:lnTo>
                    <a:pt x="145908" y="1356"/>
                  </a:lnTo>
                  <a:lnTo>
                    <a:pt x="140635" y="2117"/>
                  </a:lnTo>
                  <a:lnTo>
                    <a:pt x="135390" y="3046"/>
                  </a:lnTo>
                  <a:lnTo>
                    <a:pt x="130176" y="4142"/>
                  </a:lnTo>
                  <a:lnTo>
                    <a:pt x="125000" y="5403"/>
                  </a:lnTo>
                  <a:lnTo>
                    <a:pt x="119867" y="6829"/>
                  </a:lnTo>
                  <a:lnTo>
                    <a:pt x="114782" y="8417"/>
                  </a:lnTo>
                  <a:lnTo>
                    <a:pt x="109751" y="10166"/>
                  </a:lnTo>
                  <a:lnTo>
                    <a:pt x="104777" y="12075"/>
                  </a:lnTo>
                  <a:lnTo>
                    <a:pt x="99867" y="14142"/>
                  </a:lnTo>
                  <a:lnTo>
                    <a:pt x="95025" y="16364"/>
                  </a:lnTo>
                  <a:lnTo>
                    <a:pt x="90257" y="18739"/>
                  </a:lnTo>
                  <a:lnTo>
                    <a:pt x="85567" y="21265"/>
                  </a:lnTo>
                  <a:lnTo>
                    <a:pt x="80959" y="23939"/>
                  </a:lnTo>
                  <a:lnTo>
                    <a:pt x="76439" y="26758"/>
                  </a:lnTo>
                  <a:lnTo>
                    <a:pt x="72011" y="29720"/>
                  </a:lnTo>
                  <a:lnTo>
                    <a:pt x="67680" y="32822"/>
                  </a:lnTo>
                  <a:lnTo>
                    <a:pt x="63450" y="36060"/>
                  </a:lnTo>
                  <a:lnTo>
                    <a:pt x="59325" y="39431"/>
                  </a:lnTo>
                  <a:lnTo>
                    <a:pt x="55309" y="42932"/>
                  </a:lnTo>
                  <a:lnTo>
                    <a:pt x="51408" y="46559"/>
                  </a:lnTo>
                  <a:lnTo>
                    <a:pt x="47623" y="50308"/>
                  </a:lnTo>
                  <a:lnTo>
                    <a:pt x="43961" y="54176"/>
                  </a:lnTo>
                  <a:lnTo>
                    <a:pt x="40423" y="58159"/>
                  </a:lnTo>
                  <a:lnTo>
                    <a:pt x="37014" y="62253"/>
                  </a:lnTo>
                  <a:lnTo>
                    <a:pt x="33737" y="66453"/>
                  </a:lnTo>
                  <a:lnTo>
                    <a:pt x="30596" y="70756"/>
                  </a:lnTo>
                  <a:lnTo>
                    <a:pt x="27593" y="75156"/>
                  </a:lnTo>
                  <a:lnTo>
                    <a:pt x="24732" y="79650"/>
                  </a:lnTo>
                  <a:lnTo>
                    <a:pt x="22016" y="84232"/>
                  </a:lnTo>
                  <a:lnTo>
                    <a:pt x="19447" y="88899"/>
                  </a:lnTo>
                  <a:lnTo>
                    <a:pt x="17028" y="93646"/>
                  </a:lnTo>
                  <a:lnTo>
                    <a:pt x="14761" y="98467"/>
                  </a:lnTo>
                  <a:lnTo>
                    <a:pt x="12650" y="103358"/>
                  </a:lnTo>
                  <a:lnTo>
                    <a:pt x="10695" y="108313"/>
                  </a:lnTo>
                  <a:lnTo>
                    <a:pt x="8899" y="113329"/>
                  </a:lnTo>
                  <a:lnTo>
                    <a:pt x="7264" y="118399"/>
                  </a:lnTo>
                  <a:lnTo>
                    <a:pt x="5791" y="123519"/>
                  </a:lnTo>
                  <a:lnTo>
                    <a:pt x="4483" y="128682"/>
                  </a:lnTo>
                  <a:lnTo>
                    <a:pt x="3339" y="133885"/>
                  </a:lnTo>
                  <a:lnTo>
                    <a:pt x="2362" y="139122"/>
                  </a:lnTo>
                  <a:lnTo>
                    <a:pt x="1552" y="144388"/>
                  </a:lnTo>
                  <a:lnTo>
                    <a:pt x="910" y="149676"/>
                  </a:lnTo>
                  <a:lnTo>
                    <a:pt x="437" y="154982"/>
                  </a:lnTo>
                  <a:lnTo>
                    <a:pt x="133" y="160301"/>
                  </a:lnTo>
                  <a:lnTo>
                    <a:pt x="0" y="165626"/>
                  </a:lnTo>
                  <a:lnTo>
                    <a:pt x="35" y="170953"/>
                  </a:lnTo>
                  <a:lnTo>
                    <a:pt x="241" y="176277"/>
                  </a:lnTo>
                  <a:lnTo>
                    <a:pt x="616" y="181591"/>
                  </a:lnTo>
                  <a:lnTo>
                    <a:pt x="1160" y="186890"/>
                  </a:lnTo>
                  <a:lnTo>
                    <a:pt x="1873" y="192169"/>
                  </a:lnTo>
                  <a:lnTo>
                    <a:pt x="2753" y="197423"/>
                  </a:lnTo>
                  <a:lnTo>
                    <a:pt x="3801" y="202647"/>
                  </a:lnTo>
                  <a:lnTo>
                    <a:pt x="5014" y="207834"/>
                  </a:lnTo>
                  <a:lnTo>
                    <a:pt x="6392" y="212980"/>
                  </a:lnTo>
                  <a:lnTo>
                    <a:pt x="7934" y="218079"/>
                  </a:lnTo>
                  <a:lnTo>
                    <a:pt x="9637" y="223127"/>
                  </a:lnTo>
                  <a:lnTo>
                    <a:pt x="11500" y="228118"/>
                  </a:lnTo>
                  <a:lnTo>
                    <a:pt x="13521" y="233046"/>
                  </a:lnTo>
                  <a:lnTo>
                    <a:pt x="15698" y="237909"/>
                  </a:lnTo>
                  <a:lnTo>
                    <a:pt x="18029" y="242699"/>
                  </a:lnTo>
                  <a:lnTo>
                    <a:pt x="20512" y="247412"/>
                  </a:lnTo>
                  <a:lnTo>
                    <a:pt x="23143" y="252044"/>
                  </a:lnTo>
                  <a:lnTo>
                    <a:pt x="25921" y="256590"/>
                  </a:lnTo>
                  <a:lnTo>
                    <a:pt x="28842" y="261045"/>
                  </a:lnTo>
                  <a:lnTo>
                    <a:pt x="31903" y="265405"/>
                  </a:lnTo>
                  <a:lnTo>
                    <a:pt x="35102" y="269664"/>
                  </a:lnTo>
                  <a:lnTo>
                    <a:pt x="38435" y="273820"/>
                  </a:lnTo>
                  <a:lnTo>
                    <a:pt x="41899" y="277868"/>
                  </a:lnTo>
                  <a:lnTo>
                    <a:pt x="45490" y="281803"/>
                  </a:lnTo>
                  <a:lnTo>
                    <a:pt x="49204" y="285621"/>
                  </a:lnTo>
                  <a:lnTo>
                    <a:pt x="53039" y="289320"/>
                  </a:lnTo>
                  <a:lnTo>
                    <a:pt x="56989" y="292894"/>
                  </a:lnTo>
                  <a:lnTo>
                    <a:pt x="61051" y="296341"/>
                  </a:lnTo>
                  <a:lnTo>
                    <a:pt x="65221" y="299656"/>
                  </a:lnTo>
                  <a:lnTo>
                    <a:pt x="69494" y="302837"/>
                  </a:lnTo>
                  <a:lnTo>
                    <a:pt x="73867" y="305880"/>
                  </a:lnTo>
                  <a:lnTo>
                    <a:pt x="78334" y="308782"/>
                  </a:lnTo>
                  <a:lnTo>
                    <a:pt x="82891" y="311541"/>
                  </a:lnTo>
                  <a:lnTo>
                    <a:pt x="87534" y="314152"/>
                  </a:lnTo>
                  <a:lnTo>
                    <a:pt x="92258" y="316615"/>
                  </a:lnTo>
                  <a:lnTo>
                    <a:pt x="97058" y="318926"/>
                  </a:lnTo>
                  <a:lnTo>
                    <a:pt x="101929" y="321082"/>
                  </a:lnTo>
                  <a:lnTo>
                    <a:pt x="106867" y="323083"/>
                  </a:lnTo>
                  <a:lnTo>
                    <a:pt x="111865" y="324925"/>
                  </a:lnTo>
                  <a:lnTo>
                    <a:pt x="116920" y="326606"/>
                  </a:lnTo>
                  <a:lnTo>
                    <a:pt x="122026" y="328126"/>
                  </a:lnTo>
                  <a:lnTo>
                    <a:pt x="127178" y="329483"/>
                  </a:lnTo>
                  <a:lnTo>
                    <a:pt x="132370" y="330674"/>
                  </a:lnTo>
                  <a:lnTo>
                    <a:pt x="137598" y="331700"/>
                  </a:lnTo>
                  <a:lnTo>
                    <a:pt x="142855" y="332558"/>
                  </a:lnTo>
                  <a:lnTo>
                    <a:pt x="148138" y="333249"/>
                  </a:lnTo>
                  <a:lnTo>
                    <a:pt x="153439" y="333770"/>
                  </a:lnTo>
                  <a:lnTo>
                    <a:pt x="158755" y="334123"/>
                  </a:lnTo>
                  <a:lnTo>
                    <a:pt x="164079" y="334306"/>
                  </a:lnTo>
                  <a:lnTo>
                    <a:pt x="169406" y="334319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566459"/>
              <a:ext cx="2246" cy="167152"/>
            </a:xfrm>
            <a:custGeom>
              <a:avLst/>
              <a:pathLst>
                <a:path w="2246" h="167152">
                  <a:moveTo>
                    <a:pt x="2246" y="1671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566459"/>
              <a:ext cx="2246" cy="167152"/>
            </a:xfrm>
            <a:custGeom>
              <a:avLst/>
              <a:pathLst>
                <a:path w="2246" h="167152">
                  <a:moveTo>
                    <a:pt x="2246" y="1671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566459"/>
              <a:ext cx="2246" cy="167152"/>
            </a:xfrm>
            <a:custGeom>
              <a:avLst/>
              <a:pathLst>
                <a:path w="2246" h="167152">
                  <a:moveTo>
                    <a:pt x="2246" y="1671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566459"/>
              <a:ext cx="2246" cy="167152"/>
            </a:xfrm>
            <a:custGeom>
              <a:avLst/>
              <a:pathLst>
                <a:path w="2246" h="167152">
                  <a:moveTo>
                    <a:pt x="2246" y="1671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566459"/>
              <a:ext cx="2246" cy="167152"/>
            </a:xfrm>
            <a:custGeom>
              <a:avLst/>
              <a:pathLst>
                <a:path w="2246" h="167152">
                  <a:moveTo>
                    <a:pt x="2246" y="1671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566459"/>
              <a:ext cx="116525" cy="167152"/>
            </a:xfrm>
            <a:custGeom>
              <a:avLst/>
              <a:pathLst>
                <a:path w="116525" h="167152">
                  <a:moveTo>
                    <a:pt x="2246" y="167152"/>
                  </a:moveTo>
                  <a:lnTo>
                    <a:pt x="7751" y="166987"/>
                  </a:lnTo>
                  <a:lnTo>
                    <a:pt x="13248" y="166641"/>
                  </a:lnTo>
                  <a:lnTo>
                    <a:pt x="18731" y="166114"/>
                  </a:lnTo>
                  <a:lnTo>
                    <a:pt x="24193" y="165407"/>
                  </a:lnTo>
                  <a:lnTo>
                    <a:pt x="29629" y="164520"/>
                  </a:lnTo>
                  <a:lnTo>
                    <a:pt x="35033" y="163455"/>
                  </a:lnTo>
                  <a:lnTo>
                    <a:pt x="40399" y="162212"/>
                  </a:lnTo>
                  <a:lnTo>
                    <a:pt x="45721" y="160793"/>
                  </a:lnTo>
                  <a:lnTo>
                    <a:pt x="50993" y="159199"/>
                  </a:lnTo>
                  <a:lnTo>
                    <a:pt x="56210" y="157433"/>
                  </a:lnTo>
                  <a:lnTo>
                    <a:pt x="61366" y="155496"/>
                  </a:lnTo>
                  <a:lnTo>
                    <a:pt x="66456" y="153390"/>
                  </a:lnTo>
                  <a:lnTo>
                    <a:pt x="71473" y="151117"/>
                  </a:lnTo>
                  <a:lnTo>
                    <a:pt x="76413" y="148680"/>
                  </a:lnTo>
                  <a:lnTo>
                    <a:pt x="81269" y="146082"/>
                  </a:lnTo>
                  <a:lnTo>
                    <a:pt x="86038" y="143326"/>
                  </a:lnTo>
                  <a:lnTo>
                    <a:pt x="90713" y="140413"/>
                  </a:lnTo>
                  <a:lnTo>
                    <a:pt x="95289" y="137349"/>
                  </a:lnTo>
                  <a:lnTo>
                    <a:pt x="99763" y="134135"/>
                  </a:lnTo>
                  <a:lnTo>
                    <a:pt x="104127" y="130775"/>
                  </a:lnTo>
                  <a:lnTo>
                    <a:pt x="108379" y="127274"/>
                  </a:lnTo>
                  <a:lnTo>
                    <a:pt x="112513" y="123634"/>
                  </a:lnTo>
                  <a:lnTo>
                    <a:pt x="116525" y="1198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167167" cy="287028"/>
            </a:xfrm>
            <a:custGeom>
              <a:avLst/>
              <a:pathLst>
                <a:path w="167167" h="287028">
                  <a:moveTo>
                    <a:pt x="116525" y="287028"/>
                  </a:moveTo>
                  <a:lnTo>
                    <a:pt x="120304" y="283235"/>
                  </a:lnTo>
                  <a:lnTo>
                    <a:pt x="123960" y="279322"/>
                  </a:lnTo>
                  <a:lnTo>
                    <a:pt x="127488" y="275295"/>
                  </a:lnTo>
                  <a:lnTo>
                    <a:pt x="130885" y="271157"/>
                  </a:lnTo>
                  <a:lnTo>
                    <a:pt x="134149" y="266912"/>
                  </a:lnTo>
                  <a:lnTo>
                    <a:pt x="137274" y="262564"/>
                  </a:lnTo>
                  <a:lnTo>
                    <a:pt x="140259" y="258119"/>
                  </a:lnTo>
                  <a:lnTo>
                    <a:pt x="143100" y="253580"/>
                  </a:lnTo>
                  <a:lnTo>
                    <a:pt x="145794" y="248953"/>
                  </a:lnTo>
                  <a:lnTo>
                    <a:pt x="148338" y="244242"/>
                  </a:lnTo>
                  <a:lnTo>
                    <a:pt x="150730" y="239452"/>
                  </a:lnTo>
                  <a:lnTo>
                    <a:pt x="152968" y="234588"/>
                  </a:lnTo>
                  <a:lnTo>
                    <a:pt x="155049" y="229654"/>
                  </a:lnTo>
                  <a:lnTo>
                    <a:pt x="156971" y="224656"/>
                  </a:lnTo>
                  <a:lnTo>
                    <a:pt x="158731" y="219600"/>
                  </a:lnTo>
                  <a:lnTo>
                    <a:pt x="160329" y="214490"/>
                  </a:lnTo>
                  <a:lnTo>
                    <a:pt x="161762" y="209331"/>
                  </a:lnTo>
                  <a:lnTo>
                    <a:pt x="163030" y="204128"/>
                  </a:lnTo>
                  <a:lnTo>
                    <a:pt x="164130" y="198888"/>
                  </a:lnTo>
                  <a:lnTo>
                    <a:pt x="165061" y="193616"/>
                  </a:lnTo>
                  <a:lnTo>
                    <a:pt x="165824" y="188316"/>
                  </a:lnTo>
                  <a:lnTo>
                    <a:pt x="166416" y="182994"/>
                  </a:lnTo>
                  <a:lnTo>
                    <a:pt x="166838" y="177657"/>
                  </a:lnTo>
                  <a:lnTo>
                    <a:pt x="167088" y="172308"/>
                  </a:lnTo>
                  <a:lnTo>
                    <a:pt x="167167" y="166954"/>
                  </a:lnTo>
                  <a:lnTo>
                    <a:pt x="167074" y="161601"/>
                  </a:lnTo>
                  <a:lnTo>
                    <a:pt x="166810" y="156253"/>
                  </a:lnTo>
                  <a:lnTo>
                    <a:pt x="166375" y="150916"/>
                  </a:lnTo>
                  <a:lnTo>
                    <a:pt x="165769" y="145597"/>
                  </a:lnTo>
                  <a:lnTo>
                    <a:pt x="164994" y="140299"/>
                  </a:lnTo>
                  <a:lnTo>
                    <a:pt x="164048" y="135028"/>
                  </a:lnTo>
                  <a:lnTo>
                    <a:pt x="162935" y="129791"/>
                  </a:lnTo>
                  <a:lnTo>
                    <a:pt x="161655" y="124592"/>
                  </a:lnTo>
                  <a:lnTo>
                    <a:pt x="160208" y="119437"/>
                  </a:lnTo>
                  <a:lnTo>
                    <a:pt x="158597" y="114331"/>
                  </a:lnTo>
                  <a:lnTo>
                    <a:pt x="156824" y="109279"/>
                  </a:lnTo>
                  <a:lnTo>
                    <a:pt x="154890" y="104286"/>
                  </a:lnTo>
                  <a:lnTo>
                    <a:pt x="152796" y="99358"/>
                  </a:lnTo>
                  <a:lnTo>
                    <a:pt x="150546" y="94499"/>
                  </a:lnTo>
                  <a:lnTo>
                    <a:pt x="148142" y="89715"/>
                  </a:lnTo>
                  <a:lnTo>
                    <a:pt x="145585" y="85010"/>
                  </a:lnTo>
                  <a:lnTo>
                    <a:pt x="142880" y="80390"/>
                  </a:lnTo>
                  <a:lnTo>
                    <a:pt x="140027" y="75859"/>
                  </a:lnTo>
                  <a:lnTo>
                    <a:pt x="137031" y="71421"/>
                  </a:lnTo>
                  <a:lnTo>
                    <a:pt x="133895" y="67082"/>
                  </a:lnTo>
                  <a:lnTo>
                    <a:pt x="130621" y="62845"/>
                  </a:lnTo>
                  <a:lnTo>
                    <a:pt x="127213" y="58715"/>
                  </a:lnTo>
                  <a:lnTo>
                    <a:pt x="123674" y="54697"/>
                  </a:lnTo>
                  <a:lnTo>
                    <a:pt x="120009" y="50794"/>
                  </a:lnTo>
                  <a:lnTo>
                    <a:pt x="116220" y="47010"/>
                  </a:lnTo>
                  <a:lnTo>
                    <a:pt x="112312" y="43350"/>
                  </a:lnTo>
                  <a:lnTo>
                    <a:pt x="108290" y="39816"/>
                  </a:lnTo>
                  <a:lnTo>
                    <a:pt x="104155" y="36413"/>
                  </a:lnTo>
                  <a:lnTo>
                    <a:pt x="99915" y="33145"/>
                  </a:lnTo>
                  <a:lnTo>
                    <a:pt x="95571" y="30014"/>
                  </a:lnTo>
                  <a:lnTo>
                    <a:pt x="91130" y="27023"/>
                  </a:lnTo>
                  <a:lnTo>
                    <a:pt x="86595" y="24177"/>
                  </a:lnTo>
                  <a:lnTo>
                    <a:pt x="81971" y="21477"/>
                  </a:lnTo>
                  <a:lnTo>
                    <a:pt x="77263" y="18926"/>
                  </a:lnTo>
                  <a:lnTo>
                    <a:pt x="72476" y="16528"/>
                  </a:lnTo>
                  <a:lnTo>
                    <a:pt x="67615" y="14284"/>
                  </a:lnTo>
                  <a:lnTo>
                    <a:pt x="62684" y="12197"/>
                  </a:lnTo>
                  <a:lnTo>
                    <a:pt x="57689" y="10269"/>
                  </a:lnTo>
                  <a:lnTo>
                    <a:pt x="52634" y="8502"/>
                  </a:lnTo>
                  <a:lnTo>
                    <a:pt x="47526" y="6898"/>
                  </a:lnTo>
                  <a:lnTo>
                    <a:pt x="42369" y="5458"/>
                  </a:lnTo>
                  <a:lnTo>
                    <a:pt x="37168" y="4184"/>
                  </a:lnTo>
                  <a:lnTo>
                    <a:pt x="31929" y="3077"/>
                  </a:lnTo>
                  <a:lnTo>
                    <a:pt x="26658" y="2139"/>
                  </a:lnTo>
                  <a:lnTo>
                    <a:pt x="21359" y="1370"/>
                  </a:lnTo>
                  <a:lnTo>
                    <a:pt x="16038" y="771"/>
                  </a:lnTo>
                  <a:lnTo>
                    <a:pt x="10701" y="342"/>
                  </a:lnTo>
                  <a:lnTo>
                    <a:pt x="5353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410202" y="5269756"/>
              <a:ext cx="135056" cy="167167"/>
            </a:xfrm>
            <a:custGeom>
              <a:avLst/>
              <a:pathLst>
                <a:path w="135056" h="167167">
                  <a:moveTo>
                    <a:pt x="135056" y="0"/>
                  </a:moveTo>
                  <a:lnTo>
                    <a:pt x="129441" y="94"/>
                  </a:lnTo>
                  <a:lnTo>
                    <a:pt x="123833" y="377"/>
                  </a:lnTo>
                  <a:lnTo>
                    <a:pt x="118237" y="848"/>
                  </a:lnTo>
                  <a:lnTo>
                    <a:pt x="112661" y="1506"/>
                  </a:lnTo>
                  <a:lnTo>
                    <a:pt x="107109" y="2352"/>
                  </a:lnTo>
                  <a:lnTo>
                    <a:pt x="101590" y="3384"/>
                  </a:lnTo>
                  <a:lnTo>
                    <a:pt x="96108" y="4600"/>
                  </a:lnTo>
                  <a:lnTo>
                    <a:pt x="90670" y="6000"/>
                  </a:lnTo>
                  <a:lnTo>
                    <a:pt x="85282" y="7582"/>
                  </a:lnTo>
                  <a:lnTo>
                    <a:pt x="79950" y="9343"/>
                  </a:lnTo>
                  <a:lnTo>
                    <a:pt x="74680" y="11283"/>
                  </a:lnTo>
                  <a:lnTo>
                    <a:pt x="69479" y="13399"/>
                  </a:lnTo>
                  <a:lnTo>
                    <a:pt x="64351" y="15688"/>
                  </a:lnTo>
                  <a:lnTo>
                    <a:pt x="59303" y="18148"/>
                  </a:lnTo>
                  <a:lnTo>
                    <a:pt x="54341" y="20777"/>
                  </a:lnTo>
                  <a:lnTo>
                    <a:pt x="49470" y="23570"/>
                  </a:lnTo>
                  <a:lnTo>
                    <a:pt x="44695" y="26526"/>
                  </a:lnTo>
                  <a:lnTo>
                    <a:pt x="40023" y="29640"/>
                  </a:lnTo>
                  <a:lnTo>
                    <a:pt x="35457" y="32909"/>
                  </a:lnTo>
                  <a:lnTo>
                    <a:pt x="31004" y="36330"/>
                  </a:lnTo>
                  <a:lnTo>
                    <a:pt x="26669" y="39899"/>
                  </a:lnTo>
                  <a:lnTo>
                    <a:pt x="22455" y="43611"/>
                  </a:lnTo>
                  <a:lnTo>
                    <a:pt x="18369" y="47462"/>
                  </a:lnTo>
                  <a:lnTo>
                    <a:pt x="14414" y="51449"/>
                  </a:lnTo>
                  <a:lnTo>
                    <a:pt x="10596" y="55566"/>
                  </a:lnTo>
                  <a:lnTo>
                    <a:pt x="6918" y="59809"/>
                  </a:lnTo>
                  <a:lnTo>
                    <a:pt x="3384" y="64174"/>
                  </a:lnTo>
                  <a:lnTo>
                    <a:pt x="0" y="68654"/>
                  </a:lnTo>
                  <a:lnTo>
                    <a:pt x="13505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410202" y="5338410"/>
              <a:ext cx="135056" cy="98512"/>
            </a:xfrm>
            <a:custGeom>
              <a:avLst/>
              <a:pathLst>
                <a:path w="135056" h="98512">
                  <a:moveTo>
                    <a:pt x="0" y="0"/>
                  </a:moveTo>
                  <a:lnTo>
                    <a:pt x="135056" y="985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410202" y="5338410"/>
              <a:ext cx="135056" cy="98512"/>
            </a:xfrm>
            <a:custGeom>
              <a:avLst/>
              <a:pathLst>
                <a:path w="135056" h="98512">
                  <a:moveTo>
                    <a:pt x="0" y="0"/>
                  </a:moveTo>
                  <a:lnTo>
                    <a:pt x="135056" y="985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410202" y="5338410"/>
              <a:ext cx="135056" cy="98512"/>
            </a:xfrm>
            <a:custGeom>
              <a:avLst/>
              <a:pathLst>
                <a:path w="135056" h="98512">
                  <a:moveTo>
                    <a:pt x="0" y="0"/>
                  </a:moveTo>
                  <a:lnTo>
                    <a:pt x="135056" y="985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410202" y="5338410"/>
              <a:ext cx="135056" cy="98512"/>
            </a:xfrm>
            <a:custGeom>
              <a:avLst/>
              <a:pathLst>
                <a:path w="135056" h="98512">
                  <a:moveTo>
                    <a:pt x="0" y="0"/>
                  </a:moveTo>
                  <a:lnTo>
                    <a:pt x="135056" y="985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390200" y="5338410"/>
              <a:ext cx="155058" cy="98512"/>
            </a:xfrm>
            <a:custGeom>
              <a:avLst/>
              <a:pathLst>
                <a:path w="155058" h="98512">
                  <a:moveTo>
                    <a:pt x="20002" y="0"/>
                  </a:moveTo>
                  <a:lnTo>
                    <a:pt x="16058" y="5647"/>
                  </a:lnTo>
                  <a:lnTo>
                    <a:pt x="12350" y="11452"/>
                  </a:lnTo>
                  <a:lnTo>
                    <a:pt x="8885" y="17405"/>
                  </a:lnTo>
                  <a:lnTo>
                    <a:pt x="5668" y="23495"/>
                  </a:lnTo>
                  <a:lnTo>
                    <a:pt x="2704" y="29713"/>
                  </a:lnTo>
                  <a:lnTo>
                    <a:pt x="0" y="36048"/>
                  </a:lnTo>
                  <a:lnTo>
                    <a:pt x="155058" y="985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378091" y="5269756"/>
              <a:ext cx="334322" cy="334328"/>
            </a:xfrm>
            <a:custGeom>
              <a:avLst/>
              <a:pathLst>
                <a:path w="334322" h="334328">
                  <a:moveTo>
                    <a:pt x="12108" y="104702"/>
                  </a:moveTo>
                  <a:lnTo>
                    <a:pt x="10209" y="109640"/>
                  </a:lnTo>
                  <a:lnTo>
                    <a:pt x="8467" y="114635"/>
                  </a:lnTo>
                  <a:lnTo>
                    <a:pt x="6884" y="119683"/>
                  </a:lnTo>
                  <a:lnTo>
                    <a:pt x="5462" y="124779"/>
                  </a:lnTo>
                  <a:lnTo>
                    <a:pt x="4202" y="129917"/>
                  </a:lnTo>
                  <a:lnTo>
                    <a:pt x="3105" y="135092"/>
                  </a:lnTo>
                  <a:lnTo>
                    <a:pt x="2172" y="140300"/>
                  </a:lnTo>
                  <a:lnTo>
                    <a:pt x="1404" y="145534"/>
                  </a:lnTo>
                  <a:lnTo>
                    <a:pt x="803" y="150790"/>
                  </a:lnTo>
                  <a:lnTo>
                    <a:pt x="368" y="156062"/>
                  </a:lnTo>
                  <a:lnTo>
                    <a:pt x="100" y="161346"/>
                  </a:lnTo>
                  <a:lnTo>
                    <a:pt x="0" y="166635"/>
                  </a:lnTo>
                  <a:lnTo>
                    <a:pt x="66" y="171925"/>
                  </a:lnTo>
                  <a:lnTo>
                    <a:pt x="301" y="177210"/>
                  </a:lnTo>
                  <a:lnTo>
                    <a:pt x="702" y="182485"/>
                  </a:lnTo>
                  <a:lnTo>
                    <a:pt x="1270" y="187745"/>
                  </a:lnTo>
                  <a:lnTo>
                    <a:pt x="2004" y="192984"/>
                  </a:lnTo>
                  <a:lnTo>
                    <a:pt x="2904" y="198198"/>
                  </a:lnTo>
                  <a:lnTo>
                    <a:pt x="3968" y="203380"/>
                  </a:lnTo>
                  <a:lnTo>
                    <a:pt x="5196" y="208526"/>
                  </a:lnTo>
                  <a:lnTo>
                    <a:pt x="6586" y="213630"/>
                  </a:lnTo>
                  <a:lnTo>
                    <a:pt x="8136" y="218688"/>
                  </a:lnTo>
                  <a:lnTo>
                    <a:pt x="9846" y="223694"/>
                  </a:lnTo>
                  <a:lnTo>
                    <a:pt x="11714" y="228644"/>
                  </a:lnTo>
                  <a:lnTo>
                    <a:pt x="13737" y="233532"/>
                  </a:lnTo>
                  <a:lnTo>
                    <a:pt x="15914" y="238354"/>
                  </a:lnTo>
                  <a:lnTo>
                    <a:pt x="18242" y="243104"/>
                  </a:lnTo>
                  <a:lnTo>
                    <a:pt x="20719" y="247779"/>
                  </a:lnTo>
                  <a:lnTo>
                    <a:pt x="23343" y="252372"/>
                  </a:lnTo>
                  <a:lnTo>
                    <a:pt x="26112" y="256881"/>
                  </a:lnTo>
                  <a:lnTo>
                    <a:pt x="29021" y="261299"/>
                  </a:lnTo>
                  <a:lnTo>
                    <a:pt x="32069" y="265623"/>
                  </a:lnTo>
                  <a:lnTo>
                    <a:pt x="35252" y="269849"/>
                  </a:lnTo>
                  <a:lnTo>
                    <a:pt x="38567" y="273972"/>
                  </a:lnTo>
                  <a:lnTo>
                    <a:pt x="42011" y="277987"/>
                  </a:lnTo>
                  <a:lnTo>
                    <a:pt x="45580" y="281892"/>
                  </a:lnTo>
                  <a:lnTo>
                    <a:pt x="49272" y="285682"/>
                  </a:lnTo>
                  <a:lnTo>
                    <a:pt x="53081" y="289353"/>
                  </a:lnTo>
                  <a:lnTo>
                    <a:pt x="57004" y="292902"/>
                  </a:lnTo>
                  <a:lnTo>
                    <a:pt x="61038" y="296325"/>
                  </a:lnTo>
                  <a:lnTo>
                    <a:pt x="65178" y="299618"/>
                  </a:lnTo>
                  <a:lnTo>
                    <a:pt x="69420" y="302779"/>
                  </a:lnTo>
                  <a:lnTo>
                    <a:pt x="73760" y="305804"/>
                  </a:lnTo>
                  <a:lnTo>
                    <a:pt x="78194" y="308691"/>
                  </a:lnTo>
                  <a:lnTo>
                    <a:pt x="82717" y="311435"/>
                  </a:lnTo>
                  <a:lnTo>
                    <a:pt x="87324" y="314035"/>
                  </a:lnTo>
                  <a:lnTo>
                    <a:pt x="92011" y="316488"/>
                  </a:lnTo>
                  <a:lnTo>
                    <a:pt x="96774" y="318791"/>
                  </a:lnTo>
                  <a:lnTo>
                    <a:pt x="101607" y="320943"/>
                  </a:lnTo>
                  <a:lnTo>
                    <a:pt x="106506" y="322940"/>
                  </a:lnTo>
                  <a:lnTo>
                    <a:pt x="111465" y="324782"/>
                  </a:lnTo>
                  <a:lnTo>
                    <a:pt x="116480" y="326465"/>
                  </a:lnTo>
                  <a:lnTo>
                    <a:pt x="121547" y="327989"/>
                  </a:lnTo>
                  <a:lnTo>
                    <a:pt x="126658" y="329352"/>
                  </a:lnTo>
                  <a:lnTo>
                    <a:pt x="131811" y="330553"/>
                  </a:lnTo>
                  <a:lnTo>
                    <a:pt x="136998" y="331590"/>
                  </a:lnTo>
                  <a:lnTo>
                    <a:pt x="142216" y="332462"/>
                  </a:lnTo>
                  <a:lnTo>
                    <a:pt x="147459" y="333169"/>
                  </a:lnTo>
                  <a:lnTo>
                    <a:pt x="152722" y="333709"/>
                  </a:lnTo>
                  <a:lnTo>
                    <a:pt x="157999" y="334083"/>
                  </a:lnTo>
                  <a:lnTo>
                    <a:pt x="163285" y="334289"/>
                  </a:lnTo>
                  <a:lnTo>
                    <a:pt x="168575" y="334328"/>
                  </a:lnTo>
                  <a:lnTo>
                    <a:pt x="173864" y="334200"/>
                  </a:lnTo>
                  <a:lnTo>
                    <a:pt x="179146" y="333905"/>
                  </a:lnTo>
                  <a:lnTo>
                    <a:pt x="184416" y="333442"/>
                  </a:lnTo>
                  <a:lnTo>
                    <a:pt x="189669" y="332813"/>
                  </a:lnTo>
                  <a:lnTo>
                    <a:pt x="194899" y="332018"/>
                  </a:lnTo>
                  <a:lnTo>
                    <a:pt x="200102" y="331058"/>
                  </a:lnTo>
                  <a:lnTo>
                    <a:pt x="205271" y="329934"/>
                  </a:lnTo>
                  <a:lnTo>
                    <a:pt x="210402" y="328646"/>
                  </a:lnTo>
                  <a:lnTo>
                    <a:pt x="215490" y="327197"/>
                  </a:lnTo>
                  <a:lnTo>
                    <a:pt x="220530" y="325588"/>
                  </a:lnTo>
                  <a:lnTo>
                    <a:pt x="225516" y="323820"/>
                  </a:lnTo>
                  <a:lnTo>
                    <a:pt x="230444" y="321895"/>
                  </a:lnTo>
                  <a:lnTo>
                    <a:pt x="235308" y="319816"/>
                  </a:lnTo>
                  <a:lnTo>
                    <a:pt x="240104" y="317583"/>
                  </a:lnTo>
                  <a:lnTo>
                    <a:pt x="244827" y="315200"/>
                  </a:lnTo>
                  <a:lnTo>
                    <a:pt x="249473" y="312668"/>
                  </a:lnTo>
                  <a:lnTo>
                    <a:pt x="254036" y="309991"/>
                  </a:lnTo>
                  <a:lnTo>
                    <a:pt x="258511" y="307170"/>
                  </a:lnTo>
                  <a:lnTo>
                    <a:pt x="262896" y="304210"/>
                  </a:lnTo>
                  <a:lnTo>
                    <a:pt x="267184" y="301112"/>
                  </a:lnTo>
                  <a:lnTo>
                    <a:pt x="271373" y="297880"/>
                  </a:lnTo>
                  <a:lnTo>
                    <a:pt x="275457" y="294517"/>
                  </a:lnTo>
                  <a:lnTo>
                    <a:pt x="279432" y="291027"/>
                  </a:lnTo>
                  <a:lnTo>
                    <a:pt x="283295" y="287413"/>
                  </a:lnTo>
                  <a:lnTo>
                    <a:pt x="287042" y="283678"/>
                  </a:lnTo>
                  <a:lnTo>
                    <a:pt x="290669" y="279826"/>
                  </a:lnTo>
                  <a:lnTo>
                    <a:pt x="294172" y="275862"/>
                  </a:lnTo>
                  <a:lnTo>
                    <a:pt x="297547" y="271789"/>
                  </a:lnTo>
                  <a:lnTo>
                    <a:pt x="300793" y="267611"/>
                  </a:lnTo>
                  <a:lnTo>
                    <a:pt x="303904" y="263332"/>
                  </a:lnTo>
                  <a:lnTo>
                    <a:pt x="306878" y="258957"/>
                  </a:lnTo>
                  <a:lnTo>
                    <a:pt x="309713" y="254490"/>
                  </a:lnTo>
                  <a:lnTo>
                    <a:pt x="312405" y="249936"/>
                  </a:lnTo>
                  <a:lnTo>
                    <a:pt x="314951" y="245299"/>
                  </a:lnTo>
                  <a:lnTo>
                    <a:pt x="317349" y="240583"/>
                  </a:lnTo>
                  <a:lnTo>
                    <a:pt x="319597" y="235794"/>
                  </a:lnTo>
                  <a:lnTo>
                    <a:pt x="321692" y="230936"/>
                  </a:lnTo>
                  <a:lnTo>
                    <a:pt x="323633" y="226015"/>
                  </a:lnTo>
                  <a:lnTo>
                    <a:pt x="325417" y="221034"/>
                  </a:lnTo>
                  <a:lnTo>
                    <a:pt x="327042" y="216000"/>
                  </a:lnTo>
                  <a:lnTo>
                    <a:pt x="328507" y="210916"/>
                  </a:lnTo>
                  <a:lnTo>
                    <a:pt x="329811" y="205789"/>
                  </a:lnTo>
                  <a:lnTo>
                    <a:pt x="330951" y="200623"/>
                  </a:lnTo>
                  <a:lnTo>
                    <a:pt x="331928" y="195424"/>
                  </a:lnTo>
                  <a:lnTo>
                    <a:pt x="332740" y="190196"/>
                  </a:lnTo>
                  <a:lnTo>
                    <a:pt x="333385" y="184946"/>
                  </a:lnTo>
                  <a:lnTo>
                    <a:pt x="333865" y="179677"/>
                  </a:lnTo>
                  <a:lnTo>
                    <a:pt x="334177" y="174396"/>
                  </a:lnTo>
                  <a:lnTo>
                    <a:pt x="334322" y="169108"/>
                  </a:lnTo>
                  <a:lnTo>
                    <a:pt x="334300" y="163817"/>
                  </a:lnTo>
                  <a:lnTo>
                    <a:pt x="334110" y="158530"/>
                  </a:lnTo>
                  <a:lnTo>
                    <a:pt x="333753" y="153252"/>
                  </a:lnTo>
                  <a:lnTo>
                    <a:pt x="333230" y="147988"/>
                  </a:lnTo>
                  <a:lnTo>
                    <a:pt x="332540" y="142743"/>
                  </a:lnTo>
                  <a:lnTo>
                    <a:pt x="331684" y="137522"/>
                  </a:lnTo>
                  <a:lnTo>
                    <a:pt x="330664" y="132331"/>
                  </a:lnTo>
                  <a:lnTo>
                    <a:pt x="329479" y="127175"/>
                  </a:lnTo>
                  <a:lnTo>
                    <a:pt x="328133" y="122059"/>
                  </a:lnTo>
                  <a:lnTo>
                    <a:pt x="326625" y="116988"/>
                  </a:lnTo>
                  <a:lnTo>
                    <a:pt x="324957" y="111968"/>
                  </a:lnTo>
                  <a:lnTo>
                    <a:pt x="323131" y="107002"/>
                  </a:lnTo>
                  <a:lnTo>
                    <a:pt x="321149" y="102097"/>
                  </a:lnTo>
                  <a:lnTo>
                    <a:pt x="319013" y="97257"/>
                  </a:lnTo>
                  <a:lnTo>
                    <a:pt x="316725" y="92487"/>
                  </a:lnTo>
                  <a:lnTo>
                    <a:pt x="314287" y="87792"/>
                  </a:lnTo>
                  <a:lnTo>
                    <a:pt x="311702" y="83177"/>
                  </a:lnTo>
                  <a:lnTo>
                    <a:pt x="308972" y="78645"/>
                  </a:lnTo>
                  <a:lnTo>
                    <a:pt x="306100" y="74202"/>
                  </a:lnTo>
                  <a:lnTo>
                    <a:pt x="303089" y="69853"/>
                  </a:lnTo>
                  <a:lnTo>
                    <a:pt x="299941" y="65601"/>
                  </a:lnTo>
                  <a:lnTo>
                    <a:pt x="296661" y="61450"/>
                  </a:lnTo>
                  <a:lnTo>
                    <a:pt x="293251" y="57405"/>
                  </a:lnTo>
                  <a:lnTo>
                    <a:pt x="289715" y="53471"/>
                  </a:lnTo>
                  <a:lnTo>
                    <a:pt x="286055" y="49650"/>
                  </a:lnTo>
                  <a:lnTo>
                    <a:pt x="282277" y="45947"/>
                  </a:lnTo>
                  <a:lnTo>
                    <a:pt x="278384" y="42365"/>
                  </a:lnTo>
                  <a:lnTo>
                    <a:pt x="274379" y="38908"/>
                  </a:lnTo>
                  <a:lnTo>
                    <a:pt x="270267" y="35580"/>
                  </a:lnTo>
                  <a:lnTo>
                    <a:pt x="266052" y="32383"/>
                  </a:lnTo>
                  <a:lnTo>
                    <a:pt x="261737" y="29322"/>
                  </a:lnTo>
                  <a:lnTo>
                    <a:pt x="257328" y="26398"/>
                  </a:lnTo>
                  <a:lnTo>
                    <a:pt x="252829" y="23616"/>
                  </a:lnTo>
                  <a:lnTo>
                    <a:pt x="248243" y="20977"/>
                  </a:lnTo>
                  <a:lnTo>
                    <a:pt x="243577" y="18485"/>
                  </a:lnTo>
                  <a:lnTo>
                    <a:pt x="238834" y="16141"/>
                  </a:lnTo>
                  <a:lnTo>
                    <a:pt x="234019" y="13949"/>
                  </a:lnTo>
                  <a:lnTo>
                    <a:pt x="229137" y="11911"/>
                  </a:lnTo>
                  <a:lnTo>
                    <a:pt x="224194" y="10027"/>
                  </a:lnTo>
                  <a:lnTo>
                    <a:pt x="219193" y="8302"/>
                  </a:lnTo>
                  <a:lnTo>
                    <a:pt x="214140" y="6735"/>
                  </a:lnTo>
                  <a:lnTo>
                    <a:pt x="209040" y="5329"/>
                  </a:lnTo>
                  <a:lnTo>
                    <a:pt x="203898" y="4085"/>
                  </a:lnTo>
                  <a:lnTo>
                    <a:pt x="198719" y="3004"/>
                  </a:lnTo>
                  <a:lnTo>
                    <a:pt x="193509" y="2088"/>
                  </a:lnTo>
                  <a:lnTo>
                    <a:pt x="188272" y="1337"/>
                  </a:lnTo>
                  <a:lnTo>
                    <a:pt x="183014" y="752"/>
                  </a:lnTo>
                  <a:lnTo>
                    <a:pt x="177740" y="334"/>
                  </a:lnTo>
                  <a:lnTo>
                    <a:pt x="172456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5853879" y="5018213"/>
              <a:ext cx="167160" cy="206115"/>
            </a:xfrm>
            <a:custGeom>
              <a:avLst/>
              <a:pathLst>
                <a:path w="167160" h="206115">
                  <a:moveTo>
                    <a:pt x="167160" y="0"/>
                  </a:moveTo>
                  <a:lnTo>
                    <a:pt x="161769" y="86"/>
                  </a:lnTo>
                  <a:lnTo>
                    <a:pt x="156385" y="347"/>
                  </a:lnTo>
                  <a:lnTo>
                    <a:pt x="151012" y="781"/>
                  </a:lnTo>
                  <a:lnTo>
                    <a:pt x="145655" y="1388"/>
                  </a:lnTo>
                  <a:lnTo>
                    <a:pt x="140321" y="2168"/>
                  </a:lnTo>
                  <a:lnTo>
                    <a:pt x="135015" y="3119"/>
                  </a:lnTo>
                  <a:lnTo>
                    <a:pt x="129742" y="4241"/>
                  </a:lnTo>
                  <a:lnTo>
                    <a:pt x="124508" y="5532"/>
                  </a:lnTo>
                  <a:lnTo>
                    <a:pt x="119319" y="6991"/>
                  </a:lnTo>
                  <a:lnTo>
                    <a:pt x="114179" y="8617"/>
                  </a:lnTo>
                  <a:lnTo>
                    <a:pt x="109095" y="10408"/>
                  </a:lnTo>
                  <a:lnTo>
                    <a:pt x="104070" y="12362"/>
                  </a:lnTo>
                  <a:lnTo>
                    <a:pt x="99112" y="14476"/>
                  </a:lnTo>
                  <a:lnTo>
                    <a:pt x="94224" y="16750"/>
                  </a:lnTo>
                  <a:lnTo>
                    <a:pt x="89412" y="19180"/>
                  </a:lnTo>
                  <a:lnTo>
                    <a:pt x="84681" y="21763"/>
                  </a:lnTo>
                  <a:lnTo>
                    <a:pt x="80035" y="24498"/>
                  </a:lnTo>
                  <a:lnTo>
                    <a:pt x="75480" y="27382"/>
                  </a:lnTo>
                  <a:lnTo>
                    <a:pt x="71021" y="30411"/>
                  </a:lnTo>
                  <a:lnTo>
                    <a:pt x="66661" y="33582"/>
                  </a:lnTo>
                  <a:lnTo>
                    <a:pt x="62406" y="36891"/>
                  </a:lnTo>
                  <a:lnTo>
                    <a:pt x="58260" y="40337"/>
                  </a:lnTo>
                  <a:lnTo>
                    <a:pt x="54227" y="43914"/>
                  </a:lnTo>
                  <a:lnTo>
                    <a:pt x="50312" y="47619"/>
                  </a:lnTo>
                  <a:lnTo>
                    <a:pt x="46518" y="51449"/>
                  </a:lnTo>
                  <a:lnTo>
                    <a:pt x="42850" y="55399"/>
                  </a:lnTo>
                  <a:lnTo>
                    <a:pt x="39311" y="59465"/>
                  </a:lnTo>
                  <a:lnTo>
                    <a:pt x="35904" y="63644"/>
                  </a:lnTo>
                  <a:lnTo>
                    <a:pt x="32635" y="67930"/>
                  </a:lnTo>
                  <a:lnTo>
                    <a:pt x="29505" y="72319"/>
                  </a:lnTo>
                  <a:lnTo>
                    <a:pt x="26518" y="76807"/>
                  </a:lnTo>
                  <a:lnTo>
                    <a:pt x="23678" y="81388"/>
                  </a:lnTo>
                  <a:lnTo>
                    <a:pt x="20987" y="86059"/>
                  </a:lnTo>
                  <a:lnTo>
                    <a:pt x="18448" y="90815"/>
                  </a:lnTo>
                  <a:lnTo>
                    <a:pt x="16063" y="95649"/>
                  </a:lnTo>
                  <a:lnTo>
                    <a:pt x="13836" y="100558"/>
                  </a:lnTo>
                  <a:lnTo>
                    <a:pt x="11768" y="105537"/>
                  </a:lnTo>
                  <a:lnTo>
                    <a:pt x="9861" y="110579"/>
                  </a:lnTo>
                  <a:lnTo>
                    <a:pt x="8118" y="115680"/>
                  </a:lnTo>
                  <a:lnTo>
                    <a:pt x="6541" y="120835"/>
                  </a:lnTo>
                  <a:lnTo>
                    <a:pt x="5131" y="126038"/>
                  </a:lnTo>
                  <a:lnTo>
                    <a:pt x="3889" y="131284"/>
                  </a:lnTo>
                  <a:lnTo>
                    <a:pt x="2817" y="136567"/>
                  </a:lnTo>
                  <a:lnTo>
                    <a:pt x="1915" y="141882"/>
                  </a:lnTo>
                  <a:lnTo>
                    <a:pt x="1186" y="147223"/>
                  </a:lnTo>
                  <a:lnTo>
                    <a:pt x="629" y="152585"/>
                  </a:lnTo>
                  <a:lnTo>
                    <a:pt x="246" y="157962"/>
                  </a:lnTo>
                  <a:lnTo>
                    <a:pt x="36" y="163349"/>
                  </a:lnTo>
                  <a:lnTo>
                    <a:pt x="0" y="168739"/>
                  </a:lnTo>
                  <a:lnTo>
                    <a:pt x="137" y="174128"/>
                  </a:lnTo>
                  <a:lnTo>
                    <a:pt x="448" y="179510"/>
                  </a:lnTo>
                  <a:lnTo>
                    <a:pt x="933" y="184879"/>
                  </a:lnTo>
                  <a:lnTo>
                    <a:pt x="1591" y="190229"/>
                  </a:lnTo>
                  <a:lnTo>
                    <a:pt x="2420" y="195556"/>
                  </a:lnTo>
                  <a:lnTo>
                    <a:pt x="3421" y="200853"/>
                  </a:lnTo>
                  <a:lnTo>
                    <a:pt x="4593" y="206115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5858472" y="5185380"/>
              <a:ext cx="162566" cy="38948"/>
            </a:xfrm>
            <a:custGeom>
              <a:avLst/>
              <a:pathLst>
                <a:path w="162566" h="38948">
                  <a:moveTo>
                    <a:pt x="0" y="38948"/>
                  </a:moveTo>
                  <a:lnTo>
                    <a:pt x="16256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5858472" y="5185380"/>
              <a:ext cx="162566" cy="38948"/>
            </a:xfrm>
            <a:custGeom>
              <a:avLst/>
              <a:pathLst>
                <a:path w="162566" h="38948">
                  <a:moveTo>
                    <a:pt x="0" y="38948"/>
                  </a:moveTo>
                  <a:lnTo>
                    <a:pt x="16256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5858472" y="5185380"/>
              <a:ext cx="162566" cy="38948"/>
            </a:xfrm>
            <a:custGeom>
              <a:avLst/>
              <a:pathLst>
                <a:path w="162566" h="38948">
                  <a:moveTo>
                    <a:pt x="0" y="38948"/>
                  </a:moveTo>
                  <a:lnTo>
                    <a:pt x="16256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5858472" y="5185380"/>
              <a:ext cx="162566" cy="102461"/>
            </a:xfrm>
            <a:custGeom>
              <a:avLst/>
              <a:pathLst>
                <a:path w="162566" h="102461">
                  <a:moveTo>
                    <a:pt x="0" y="38948"/>
                  </a:moveTo>
                  <a:lnTo>
                    <a:pt x="1479" y="44674"/>
                  </a:lnTo>
                  <a:lnTo>
                    <a:pt x="3160" y="50345"/>
                  </a:lnTo>
                  <a:lnTo>
                    <a:pt x="5041" y="55953"/>
                  </a:lnTo>
                  <a:lnTo>
                    <a:pt x="7119" y="61491"/>
                  </a:lnTo>
                  <a:lnTo>
                    <a:pt x="9392" y="66951"/>
                  </a:lnTo>
                  <a:lnTo>
                    <a:pt x="11856" y="72328"/>
                  </a:lnTo>
                  <a:lnTo>
                    <a:pt x="14510" y="77615"/>
                  </a:lnTo>
                  <a:lnTo>
                    <a:pt x="17348" y="82804"/>
                  </a:lnTo>
                  <a:lnTo>
                    <a:pt x="20368" y="87889"/>
                  </a:lnTo>
                  <a:lnTo>
                    <a:pt x="23567" y="92865"/>
                  </a:lnTo>
                  <a:lnTo>
                    <a:pt x="26939" y="97724"/>
                  </a:lnTo>
                  <a:lnTo>
                    <a:pt x="30481" y="102461"/>
                  </a:lnTo>
                  <a:lnTo>
                    <a:pt x="16256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5888953" y="5018213"/>
              <a:ext cx="299248" cy="334317"/>
            </a:xfrm>
            <a:custGeom>
              <a:avLst/>
              <a:pathLst>
                <a:path w="299248" h="334317">
                  <a:moveTo>
                    <a:pt x="0" y="269629"/>
                  </a:moveTo>
                  <a:lnTo>
                    <a:pt x="3336" y="273791"/>
                  </a:lnTo>
                  <a:lnTo>
                    <a:pt x="6803" y="277844"/>
                  </a:lnTo>
                  <a:lnTo>
                    <a:pt x="10398" y="281785"/>
                  </a:lnTo>
                  <a:lnTo>
                    <a:pt x="14117" y="285609"/>
                  </a:lnTo>
                  <a:lnTo>
                    <a:pt x="17956" y="289312"/>
                  </a:lnTo>
                  <a:lnTo>
                    <a:pt x="21911" y="292892"/>
                  </a:lnTo>
                  <a:lnTo>
                    <a:pt x="25978" y="296343"/>
                  </a:lnTo>
                  <a:lnTo>
                    <a:pt x="30154" y="299662"/>
                  </a:lnTo>
                  <a:lnTo>
                    <a:pt x="34433" y="302847"/>
                  </a:lnTo>
                  <a:lnTo>
                    <a:pt x="38812" y="305893"/>
                  </a:lnTo>
                  <a:lnTo>
                    <a:pt x="43285" y="308799"/>
                  </a:lnTo>
                  <a:lnTo>
                    <a:pt x="47849" y="311560"/>
                  </a:lnTo>
                  <a:lnTo>
                    <a:pt x="52499" y="314174"/>
                  </a:lnTo>
                  <a:lnTo>
                    <a:pt x="57230" y="316638"/>
                  </a:lnTo>
                  <a:lnTo>
                    <a:pt x="62037" y="318950"/>
                  </a:lnTo>
                  <a:lnTo>
                    <a:pt x="66915" y="321108"/>
                  </a:lnTo>
                  <a:lnTo>
                    <a:pt x="71860" y="323109"/>
                  </a:lnTo>
                  <a:lnTo>
                    <a:pt x="76866" y="324951"/>
                  </a:lnTo>
                  <a:lnTo>
                    <a:pt x="81928" y="326632"/>
                  </a:lnTo>
                  <a:lnTo>
                    <a:pt x="87041" y="328151"/>
                  </a:lnTo>
                  <a:lnTo>
                    <a:pt x="92200" y="329507"/>
                  </a:lnTo>
                  <a:lnTo>
                    <a:pt x="97400" y="330696"/>
                  </a:lnTo>
                  <a:lnTo>
                    <a:pt x="102635" y="331720"/>
                  </a:lnTo>
                  <a:lnTo>
                    <a:pt x="107900" y="332576"/>
                  </a:lnTo>
                  <a:lnTo>
                    <a:pt x="113190" y="333263"/>
                  </a:lnTo>
                  <a:lnTo>
                    <a:pt x="118499" y="333781"/>
                  </a:lnTo>
                  <a:lnTo>
                    <a:pt x="123821" y="334130"/>
                  </a:lnTo>
                  <a:lnTo>
                    <a:pt x="129153" y="334309"/>
                  </a:lnTo>
                  <a:lnTo>
                    <a:pt x="134487" y="334317"/>
                  </a:lnTo>
                  <a:lnTo>
                    <a:pt x="139818" y="334155"/>
                  </a:lnTo>
                  <a:lnTo>
                    <a:pt x="145142" y="333824"/>
                  </a:lnTo>
                  <a:lnTo>
                    <a:pt x="150453" y="333322"/>
                  </a:lnTo>
                  <a:lnTo>
                    <a:pt x="155745" y="332652"/>
                  </a:lnTo>
                  <a:lnTo>
                    <a:pt x="161012" y="331812"/>
                  </a:lnTo>
                  <a:lnTo>
                    <a:pt x="166251" y="330806"/>
                  </a:lnTo>
                  <a:lnTo>
                    <a:pt x="171454" y="329632"/>
                  </a:lnTo>
                  <a:lnTo>
                    <a:pt x="176618" y="328294"/>
                  </a:lnTo>
                  <a:lnTo>
                    <a:pt x="181736" y="326791"/>
                  </a:lnTo>
                  <a:lnTo>
                    <a:pt x="186803" y="325125"/>
                  </a:lnTo>
                  <a:lnTo>
                    <a:pt x="191815" y="323299"/>
                  </a:lnTo>
                  <a:lnTo>
                    <a:pt x="196766" y="321314"/>
                  </a:lnTo>
                  <a:lnTo>
                    <a:pt x="201651" y="319172"/>
                  </a:lnTo>
                  <a:lnTo>
                    <a:pt x="206466" y="316875"/>
                  </a:lnTo>
                  <a:lnTo>
                    <a:pt x="211204" y="314426"/>
                  </a:lnTo>
                  <a:lnTo>
                    <a:pt x="215862" y="311826"/>
                  </a:lnTo>
                  <a:lnTo>
                    <a:pt x="220435" y="309080"/>
                  </a:lnTo>
                  <a:lnTo>
                    <a:pt x="224918" y="306189"/>
                  </a:lnTo>
                  <a:lnTo>
                    <a:pt x="229306" y="303156"/>
                  </a:lnTo>
                  <a:lnTo>
                    <a:pt x="233595" y="299985"/>
                  </a:lnTo>
                  <a:lnTo>
                    <a:pt x="237781" y="296679"/>
                  </a:lnTo>
                  <a:lnTo>
                    <a:pt x="241859" y="293241"/>
                  </a:lnTo>
                  <a:lnTo>
                    <a:pt x="245826" y="289674"/>
                  </a:lnTo>
                  <a:lnTo>
                    <a:pt x="249676" y="285983"/>
                  </a:lnTo>
                  <a:lnTo>
                    <a:pt x="253407" y="282171"/>
                  </a:lnTo>
                  <a:lnTo>
                    <a:pt x="257015" y="278241"/>
                  </a:lnTo>
                  <a:lnTo>
                    <a:pt x="260495" y="274199"/>
                  </a:lnTo>
                  <a:lnTo>
                    <a:pt x="263844" y="270047"/>
                  </a:lnTo>
                  <a:lnTo>
                    <a:pt x="267060" y="265791"/>
                  </a:lnTo>
                  <a:lnTo>
                    <a:pt x="270138" y="261435"/>
                  </a:lnTo>
                  <a:lnTo>
                    <a:pt x="273075" y="256982"/>
                  </a:lnTo>
                  <a:lnTo>
                    <a:pt x="275869" y="252438"/>
                  </a:lnTo>
                  <a:lnTo>
                    <a:pt x="278516" y="247807"/>
                  </a:lnTo>
                  <a:lnTo>
                    <a:pt x="281014" y="243094"/>
                  </a:lnTo>
                  <a:lnTo>
                    <a:pt x="283361" y="238304"/>
                  </a:lnTo>
                  <a:lnTo>
                    <a:pt x="285554" y="233441"/>
                  </a:lnTo>
                  <a:lnTo>
                    <a:pt x="287590" y="228511"/>
                  </a:lnTo>
                  <a:lnTo>
                    <a:pt x="289468" y="223518"/>
                  </a:lnTo>
                  <a:lnTo>
                    <a:pt x="291186" y="218468"/>
                  </a:lnTo>
                  <a:lnTo>
                    <a:pt x="292742" y="213366"/>
                  </a:lnTo>
                  <a:lnTo>
                    <a:pt x="294134" y="208217"/>
                  </a:lnTo>
                  <a:lnTo>
                    <a:pt x="295361" y="203026"/>
                  </a:lnTo>
                  <a:lnTo>
                    <a:pt x="296422" y="197798"/>
                  </a:lnTo>
                  <a:lnTo>
                    <a:pt x="297316" y="192539"/>
                  </a:lnTo>
                  <a:lnTo>
                    <a:pt x="298041" y="187255"/>
                  </a:lnTo>
                  <a:lnTo>
                    <a:pt x="298597" y="181950"/>
                  </a:lnTo>
                  <a:lnTo>
                    <a:pt x="298984" y="176630"/>
                  </a:lnTo>
                  <a:lnTo>
                    <a:pt x="299201" y="171300"/>
                  </a:lnTo>
                  <a:lnTo>
                    <a:pt x="299248" y="165966"/>
                  </a:lnTo>
                  <a:lnTo>
                    <a:pt x="299125" y="160633"/>
                  </a:lnTo>
                  <a:lnTo>
                    <a:pt x="298831" y="155307"/>
                  </a:lnTo>
                  <a:lnTo>
                    <a:pt x="298368" y="149993"/>
                  </a:lnTo>
                  <a:lnTo>
                    <a:pt x="297735" y="144697"/>
                  </a:lnTo>
                  <a:lnTo>
                    <a:pt x="296934" y="139423"/>
                  </a:lnTo>
                  <a:lnTo>
                    <a:pt x="295965" y="134178"/>
                  </a:lnTo>
                  <a:lnTo>
                    <a:pt x="294829" y="128966"/>
                  </a:lnTo>
                  <a:lnTo>
                    <a:pt x="293527" y="123793"/>
                  </a:lnTo>
                  <a:lnTo>
                    <a:pt x="292061" y="118664"/>
                  </a:lnTo>
                  <a:lnTo>
                    <a:pt x="290432" y="113585"/>
                  </a:lnTo>
                  <a:lnTo>
                    <a:pt x="288642" y="108560"/>
                  </a:lnTo>
                  <a:lnTo>
                    <a:pt x="286693" y="103595"/>
                  </a:lnTo>
                  <a:lnTo>
                    <a:pt x="284586" y="98694"/>
                  </a:lnTo>
                  <a:lnTo>
                    <a:pt x="282323" y="93864"/>
                  </a:lnTo>
                  <a:lnTo>
                    <a:pt x="279908" y="89108"/>
                  </a:lnTo>
                  <a:lnTo>
                    <a:pt x="277342" y="84431"/>
                  </a:lnTo>
                  <a:lnTo>
                    <a:pt x="274629" y="79839"/>
                  </a:lnTo>
                  <a:lnTo>
                    <a:pt x="271770" y="75335"/>
                  </a:lnTo>
                  <a:lnTo>
                    <a:pt x="268769" y="70926"/>
                  </a:lnTo>
                  <a:lnTo>
                    <a:pt x="265629" y="66614"/>
                  </a:lnTo>
                  <a:lnTo>
                    <a:pt x="262353" y="62404"/>
                  </a:lnTo>
                  <a:lnTo>
                    <a:pt x="258944" y="58301"/>
                  </a:lnTo>
                  <a:lnTo>
                    <a:pt x="255406" y="54309"/>
                  </a:lnTo>
                  <a:lnTo>
                    <a:pt x="251742" y="50432"/>
                  </a:lnTo>
                  <a:lnTo>
                    <a:pt x="247957" y="46674"/>
                  </a:lnTo>
                  <a:lnTo>
                    <a:pt x="244054" y="43038"/>
                  </a:lnTo>
                  <a:lnTo>
                    <a:pt x="240036" y="39529"/>
                  </a:lnTo>
                  <a:lnTo>
                    <a:pt x="235909" y="36150"/>
                  </a:lnTo>
                  <a:lnTo>
                    <a:pt x="231676" y="32904"/>
                  </a:lnTo>
                  <a:lnTo>
                    <a:pt x="227342" y="29795"/>
                  </a:lnTo>
                  <a:lnTo>
                    <a:pt x="222911" y="26826"/>
                  </a:lnTo>
                  <a:lnTo>
                    <a:pt x="218387" y="23999"/>
                  </a:lnTo>
                  <a:lnTo>
                    <a:pt x="213775" y="21319"/>
                  </a:lnTo>
                  <a:lnTo>
                    <a:pt x="209080" y="18787"/>
                  </a:lnTo>
                  <a:lnTo>
                    <a:pt x="204307" y="16406"/>
                  </a:lnTo>
                  <a:lnTo>
                    <a:pt x="199460" y="14178"/>
                  </a:lnTo>
                  <a:lnTo>
                    <a:pt x="194545" y="12107"/>
                  </a:lnTo>
                  <a:lnTo>
                    <a:pt x="189566" y="10193"/>
                  </a:lnTo>
                  <a:lnTo>
                    <a:pt x="184528" y="8439"/>
                  </a:lnTo>
                  <a:lnTo>
                    <a:pt x="179437" y="6846"/>
                  </a:lnTo>
                  <a:lnTo>
                    <a:pt x="174298" y="5417"/>
                  </a:lnTo>
                  <a:lnTo>
                    <a:pt x="169116" y="4153"/>
                  </a:lnTo>
                  <a:lnTo>
                    <a:pt x="163896" y="3054"/>
                  </a:lnTo>
                  <a:lnTo>
                    <a:pt x="158644" y="2123"/>
                  </a:lnTo>
                  <a:lnTo>
                    <a:pt x="153365" y="1359"/>
                  </a:lnTo>
                  <a:lnTo>
                    <a:pt x="148064" y="765"/>
                  </a:lnTo>
                  <a:lnTo>
                    <a:pt x="142746" y="340"/>
                  </a:lnTo>
                  <a:lnTo>
                    <a:pt x="137418" y="85"/>
                  </a:lnTo>
                  <a:lnTo>
                    <a:pt x="132085" y="0"/>
                  </a:lnTo>
                  <a:lnTo>
                    <a:pt x="13208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256072" y="4659281"/>
              <a:ext cx="167162" cy="330768"/>
            </a:xfrm>
            <a:custGeom>
              <a:avLst/>
              <a:pathLst>
                <a:path w="167162" h="330768">
                  <a:moveTo>
                    <a:pt x="167162" y="0"/>
                  </a:moveTo>
                  <a:lnTo>
                    <a:pt x="161830" y="85"/>
                  </a:lnTo>
                  <a:lnTo>
                    <a:pt x="156504" y="340"/>
                  </a:lnTo>
                  <a:lnTo>
                    <a:pt x="151189" y="764"/>
                  </a:lnTo>
                  <a:lnTo>
                    <a:pt x="145890" y="1358"/>
                  </a:lnTo>
                  <a:lnTo>
                    <a:pt x="140613" y="2121"/>
                  </a:lnTo>
                  <a:lnTo>
                    <a:pt x="135363" y="3052"/>
                  </a:lnTo>
                  <a:lnTo>
                    <a:pt x="130145" y="4150"/>
                  </a:lnTo>
                  <a:lnTo>
                    <a:pt x="124964" y="5413"/>
                  </a:lnTo>
                  <a:lnTo>
                    <a:pt x="119827" y="6841"/>
                  </a:lnTo>
                  <a:lnTo>
                    <a:pt x="114738" y="8432"/>
                  </a:lnTo>
                  <a:lnTo>
                    <a:pt x="109702" y="10185"/>
                  </a:lnTo>
                  <a:lnTo>
                    <a:pt x="104724" y="12098"/>
                  </a:lnTo>
                  <a:lnTo>
                    <a:pt x="99811" y="14168"/>
                  </a:lnTo>
                  <a:lnTo>
                    <a:pt x="94965" y="16394"/>
                  </a:lnTo>
                  <a:lnTo>
                    <a:pt x="90193" y="18773"/>
                  </a:lnTo>
                  <a:lnTo>
                    <a:pt x="85500" y="21303"/>
                  </a:lnTo>
                  <a:lnTo>
                    <a:pt x="80889" y="23982"/>
                  </a:lnTo>
                  <a:lnTo>
                    <a:pt x="76366" y="26806"/>
                  </a:lnTo>
                  <a:lnTo>
                    <a:pt x="71936" y="29773"/>
                  </a:lnTo>
                  <a:lnTo>
                    <a:pt x="67603" y="32880"/>
                  </a:lnTo>
                  <a:lnTo>
                    <a:pt x="63371" y="36124"/>
                  </a:lnTo>
                  <a:lnTo>
                    <a:pt x="59244" y="39501"/>
                  </a:lnTo>
                  <a:lnTo>
                    <a:pt x="55227" y="43007"/>
                  </a:lnTo>
                  <a:lnTo>
                    <a:pt x="51324" y="46641"/>
                  </a:lnTo>
                  <a:lnTo>
                    <a:pt x="47539" y="50396"/>
                  </a:lnTo>
                  <a:lnTo>
                    <a:pt x="43876" y="54271"/>
                  </a:lnTo>
                  <a:lnTo>
                    <a:pt x="40338" y="58260"/>
                  </a:lnTo>
                  <a:lnTo>
                    <a:pt x="36929" y="62360"/>
                  </a:lnTo>
                  <a:lnTo>
                    <a:pt x="33653" y="66567"/>
                  </a:lnTo>
                  <a:lnTo>
                    <a:pt x="30512" y="70877"/>
                  </a:lnTo>
                  <a:lnTo>
                    <a:pt x="27511" y="75284"/>
                  </a:lnTo>
                  <a:lnTo>
                    <a:pt x="24651" y="79784"/>
                  </a:lnTo>
                  <a:lnTo>
                    <a:pt x="21937" y="84374"/>
                  </a:lnTo>
                  <a:lnTo>
                    <a:pt x="19370" y="89048"/>
                  </a:lnTo>
                  <a:lnTo>
                    <a:pt x="16954" y="93801"/>
                  </a:lnTo>
                  <a:lnTo>
                    <a:pt x="14691" y="98629"/>
                  </a:lnTo>
                  <a:lnTo>
                    <a:pt x="12582" y="103526"/>
                  </a:lnTo>
                  <a:lnTo>
                    <a:pt x="10631" y="108489"/>
                  </a:lnTo>
                  <a:lnTo>
                    <a:pt x="8839" y="113511"/>
                  </a:lnTo>
                  <a:lnTo>
                    <a:pt x="7209" y="118588"/>
                  </a:lnTo>
                  <a:lnTo>
                    <a:pt x="5741" y="123714"/>
                  </a:lnTo>
                  <a:lnTo>
                    <a:pt x="4437" y="128884"/>
                  </a:lnTo>
                  <a:lnTo>
                    <a:pt x="3299" y="134093"/>
                  </a:lnTo>
                  <a:lnTo>
                    <a:pt x="2327" y="139336"/>
                  </a:lnTo>
                  <a:lnTo>
                    <a:pt x="1524" y="144608"/>
                  </a:lnTo>
                  <a:lnTo>
                    <a:pt x="888" y="149902"/>
                  </a:lnTo>
                  <a:lnTo>
                    <a:pt x="422" y="155213"/>
                  </a:lnTo>
                  <a:lnTo>
                    <a:pt x="126" y="160537"/>
                  </a:lnTo>
                  <a:lnTo>
                    <a:pt x="0" y="165868"/>
                  </a:lnTo>
                  <a:lnTo>
                    <a:pt x="43" y="171200"/>
                  </a:lnTo>
                  <a:lnTo>
                    <a:pt x="257" y="176528"/>
                  </a:lnTo>
                  <a:lnTo>
                    <a:pt x="640" y="181846"/>
                  </a:lnTo>
                  <a:lnTo>
                    <a:pt x="1193" y="187150"/>
                  </a:lnTo>
                  <a:lnTo>
                    <a:pt x="1915" y="192433"/>
                  </a:lnTo>
                  <a:lnTo>
                    <a:pt x="2805" y="197690"/>
                  </a:lnTo>
                  <a:lnTo>
                    <a:pt x="3862" y="202916"/>
                  </a:lnTo>
                  <a:lnTo>
                    <a:pt x="5085" y="208106"/>
                  </a:lnTo>
                  <a:lnTo>
                    <a:pt x="6473" y="213255"/>
                  </a:lnTo>
                  <a:lnTo>
                    <a:pt x="8025" y="218356"/>
                  </a:lnTo>
                  <a:lnTo>
                    <a:pt x="9738" y="223406"/>
                  </a:lnTo>
                  <a:lnTo>
                    <a:pt x="11612" y="228398"/>
                  </a:lnTo>
                  <a:lnTo>
                    <a:pt x="13644" y="233327"/>
                  </a:lnTo>
                  <a:lnTo>
                    <a:pt x="15832" y="238190"/>
                  </a:lnTo>
                  <a:lnTo>
                    <a:pt x="18174" y="242980"/>
                  </a:lnTo>
                  <a:lnTo>
                    <a:pt x="20668" y="247693"/>
                  </a:lnTo>
                  <a:lnTo>
                    <a:pt x="23311" y="252324"/>
                  </a:lnTo>
                  <a:lnTo>
                    <a:pt x="26100" y="256869"/>
                  </a:lnTo>
                  <a:lnTo>
                    <a:pt x="29033" y="261322"/>
                  </a:lnTo>
                  <a:lnTo>
                    <a:pt x="32106" y="265680"/>
                  </a:lnTo>
                  <a:lnTo>
                    <a:pt x="35316" y="269937"/>
                  </a:lnTo>
                  <a:lnTo>
                    <a:pt x="38661" y="274090"/>
                  </a:lnTo>
                  <a:lnTo>
                    <a:pt x="42136" y="278134"/>
                  </a:lnTo>
                  <a:lnTo>
                    <a:pt x="45739" y="282065"/>
                  </a:lnTo>
                  <a:lnTo>
                    <a:pt x="49465" y="285879"/>
                  </a:lnTo>
                  <a:lnTo>
                    <a:pt x="53311" y="289572"/>
                  </a:lnTo>
                  <a:lnTo>
                    <a:pt x="57273" y="293141"/>
                  </a:lnTo>
                  <a:lnTo>
                    <a:pt x="61347" y="296581"/>
                  </a:lnTo>
                  <a:lnTo>
                    <a:pt x="65528" y="299890"/>
                  </a:lnTo>
                  <a:lnTo>
                    <a:pt x="69813" y="303064"/>
                  </a:lnTo>
                  <a:lnTo>
                    <a:pt x="74196" y="306100"/>
                  </a:lnTo>
                  <a:lnTo>
                    <a:pt x="78675" y="308994"/>
                  </a:lnTo>
                  <a:lnTo>
                    <a:pt x="83243" y="311744"/>
                  </a:lnTo>
                  <a:lnTo>
                    <a:pt x="87897" y="314347"/>
                  </a:lnTo>
                  <a:lnTo>
                    <a:pt x="92631" y="316800"/>
                  </a:lnTo>
                  <a:lnTo>
                    <a:pt x="97441" y="319101"/>
                  </a:lnTo>
                  <a:lnTo>
                    <a:pt x="102322" y="321247"/>
                  </a:lnTo>
                  <a:lnTo>
                    <a:pt x="107269" y="323237"/>
                  </a:lnTo>
                  <a:lnTo>
                    <a:pt x="112277" y="325068"/>
                  </a:lnTo>
                  <a:lnTo>
                    <a:pt x="117341" y="326738"/>
                  </a:lnTo>
                  <a:lnTo>
                    <a:pt x="122456" y="328246"/>
                  </a:lnTo>
                  <a:lnTo>
                    <a:pt x="127616" y="329589"/>
                  </a:lnTo>
                  <a:lnTo>
                    <a:pt x="132816" y="330768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388889" y="4826449"/>
              <a:ext cx="34345" cy="163601"/>
            </a:xfrm>
            <a:custGeom>
              <a:avLst/>
              <a:pathLst>
                <a:path w="34345" h="163601">
                  <a:moveTo>
                    <a:pt x="0" y="163601"/>
                  </a:moveTo>
                  <a:lnTo>
                    <a:pt x="3434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388889" y="4826449"/>
              <a:ext cx="34345" cy="163601"/>
            </a:xfrm>
            <a:custGeom>
              <a:avLst/>
              <a:pathLst>
                <a:path w="34345" h="163601">
                  <a:moveTo>
                    <a:pt x="0" y="163601"/>
                  </a:moveTo>
                  <a:lnTo>
                    <a:pt x="3434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388889" y="4826449"/>
              <a:ext cx="66931" cy="167153"/>
            </a:xfrm>
            <a:custGeom>
              <a:avLst/>
              <a:pathLst>
                <a:path w="66931" h="167153">
                  <a:moveTo>
                    <a:pt x="0" y="163601"/>
                  </a:moveTo>
                  <a:lnTo>
                    <a:pt x="6017" y="164749"/>
                  </a:lnTo>
                  <a:lnTo>
                    <a:pt x="12072" y="165676"/>
                  </a:lnTo>
                  <a:lnTo>
                    <a:pt x="18157" y="166381"/>
                  </a:lnTo>
                  <a:lnTo>
                    <a:pt x="24264" y="166863"/>
                  </a:lnTo>
                  <a:lnTo>
                    <a:pt x="30384" y="167120"/>
                  </a:lnTo>
                  <a:lnTo>
                    <a:pt x="36510" y="167153"/>
                  </a:lnTo>
                  <a:lnTo>
                    <a:pt x="42633" y="166961"/>
                  </a:lnTo>
                  <a:lnTo>
                    <a:pt x="48744" y="166546"/>
                  </a:lnTo>
                  <a:lnTo>
                    <a:pt x="54837" y="165906"/>
                  </a:lnTo>
                  <a:lnTo>
                    <a:pt x="60901" y="165044"/>
                  </a:lnTo>
                  <a:lnTo>
                    <a:pt x="66931" y="163960"/>
                  </a:lnTo>
                  <a:lnTo>
                    <a:pt x="3434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167167" cy="331128"/>
            </a:xfrm>
            <a:custGeom>
              <a:avLst/>
              <a:pathLst>
                <a:path w="167167" h="331128">
                  <a:moveTo>
                    <a:pt x="32585" y="331128"/>
                  </a:moveTo>
                  <a:lnTo>
                    <a:pt x="37816" y="330001"/>
                  </a:lnTo>
                  <a:lnTo>
                    <a:pt x="43009" y="328707"/>
                  </a:lnTo>
                  <a:lnTo>
                    <a:pt x="48158" y="327247"/>
                  </a:lnTo>
                  <a:lnTo>
                    <a:pt x="53258" y="325624"/>
                  </a:lnTo>
                  <a:lnTo>
                    <a:pt x="58302" y="323838"/>
                  </a:lnTo>
                  <a:lnTo>
                    <a:pt x="63288" y="321891"/>
                  </a:lnTo>
                  <a:lnTo>
                    <a:pt x="68208" y="319786"/>
                  </a:lnTo>
                  <a:lnTo>
                    <a:pt x="73058" y="317524"/>
                  </a:lnTo>
                  <a:lnTo>
                    <a:pt x="77834" y="315109"/>
                  </a:lnTo>
                  <a:lnTo>
                    <a:pt x="82529" y="312542"/>
                  </a:lnTo>
                  <a:lnTo>
                    <a:pt x="87141" y="309825"/>
                  </a:lnTo>
                  <a:lnTo>
                    <a:pt x="91662" y="306963"/>
                  </a:lnTo>
                  <a:lnTo>
                    <a:pt x="96090" y="303957"/>
                  </a:lnTo>
                  <a:lnTo>
                    <a:pt x="100420" y="300811"/>
                  </a:lnTo>
                  <a:lnTo>
                    <a:pt x="104646" y="297528"/>
                  </a:lnTo>
                  <a:lnTo>
                    <a:pt x="108765" y="294112"/>
                  </a:lnTo>
                  <a:lnTo>
                    <a:pt x="112773" y="290565"/>
                  </a:lnTo>
                  <a:lnTo>
                    <a:pt x="116665" y="286892"/>
                  </a:lnTo>
                  <a:lnTo>
                    <a:pt x="120438" y="283096"/>
                  </a:lnTo>
                  <a:lnTo>
                    <a:pt x="124087" y="279181"/>
                  </a:lnTo>
                  <a:lnTo>
                    <a:pt x="127609" y="275152"/>
                  </a:lnTo>
                  <a:lnTo>
                    <a:pt x="131000" y="271012"/>
                  </a:lnTo>
                  <a:lnTo>
                    <a:pt x="134257" y="266765"/>
                  </a:lnTo>
                  <a:lnTo>
                    <a:pt x="137376" y="262417"/>
                  </a:lnTo>
                  <a:lnTo>
                    <a:pt x="140355" y="257971"/>
                  </a:lnTo>
                  <a:lnTo>
                    <a:pt x="143190" y="253431"/>
                  </a:lnTo>
                  <a:lnTo>
                    <a:pt x="145878" y="248804"/>
                  </a:lnTo>
                  <a:lnTo>
                    <a:pt x="148416" y="244092"/>
                  </a:lnTo>
                  <a:lnTo>
                    <a:pt x="150802" y="239302"/>
                  </a:lnTo>
                  <a:lnTo>
                    <a:pt x="153034" y="234438"/>
                  </a:lnTo>
                  <a:lnTo>
                    <a:pt x="155109" y="229505"/>
                  </a:lnTo>
                  <a:lnTo>
                    <a:pt x="157025" y="224508"/>
                  </a:lnTo>
                  <a:lnTo>
                    <a:pt x="158780" y="219452"/>
                  </a:lnTo>
                  <a:lnTo>
                    <a:pt x="160372" y="214343"/>
                  </a:lnTo>
                  <a:lnTo>
                    <a:pt x="161800" y="209185"/>
                  </a:lnTo>
                  <a:lnTo>
                    <a:pt x="163062" y="203984"/>
                  </a:lnTo>
                  <a:lnTo>
                    <a:pt x="164157" y="198746"/>
                  </a:lnTo>
                  <a:lnTo>
                    <a:pt x="165084" y="193475"/>
                  </a:lnTo>
                  <a:lnTo>
                    <a:pt x="165841" y="188177"/>
                  </a:lnTo>
                  <a:lnTo>
                    <a:pt x="166429" y="182858"/>
                  </a:lnTo>
                  <a:lnTo>
                    <a:pt x="166846" y="177522"/>
                  </a:lnTo>
                  <a:lnTo>
                    <a:pt x="167092" y="172176"/>
                  </a:lnTo>
                  <a:lnTo>
                    <a:pt x="167167" y="166825"/>
                  </a:lnTo>
                  <a:lnTo>
                    <a:pt x="167070" y="161474"/>
                  </a:lnTo>
                  <a:lnTo>
                    <a:pt x="166802" y="156129"/>
                  </a:lnTo>
                  <a:lnTo>
                    <a:pt x="166363" y="150796"/>
                  </a:lnTo>
                  <a:lnTo>
                    <a:pt x="165754" y="145479"/>
                  </a:lnTo>
                  <a:lnTo>
                    <a:pt x="164975" y="140184"/>
                  </a:lnTo>
                  <a:lnTo>
                    <a:pt x="164027" y="134917"/>
                  </a:lnTo>
                  <a:lnTo>
                    <a:pt x="162910" y="129683"/>
                  </a:lnTo>
                  <a:lnTo>
                    <a:pt x="161627" y="124488"/>
                  </a:lnTo>
                  <a:lnTo>
                    <a:pt x="160178" y="119336"/>
                  </a:lnTo>
                  <a:lnTo>
                    <a:pt x="158565" y="114233"/>
                  </a:lnTo>
                  <a:lnTo>
                    <a:pt x="156789" y="109184"/>
                  </a:lnTo>
                  <a:lnTo>
                    <a:pt x="154853" y="104195"/>
                  </a:lnTo>
                  <a:lnTo>
                    <a:pt x="152758" y="99271"/>
                  </a:lnTo>
                  <a:lnTo>
                    <a:pt x="150506" y="94416"/>
                  </a:lnTo>
                  <a:lnTo>
                    <a:pt x="148100" y="89635"/>
                  </a:lnTo>
                  <a:lnTo>
                    <a:pt x="145543" y="84934"/>
                  </a:lnTo>
                  <a:lnTo>
                    <a:pt x="142836" y="80318"/>
                  </a:lnTo>
                  <a:lnTo>
                    <a:pt x="139982" y="75790"/>
                  </a:lnTo>
                  <a:lnTo>
                    <a:pt x="136986" y="71356"/>
                  </a:lnTo>
                  <a:lnTo>
                    <a:pt x="133849" y="67020"/>
                  </a:lnTo>
                  <a:lnTo>
                    <a:pt x="130574" y="62787"/>
                  </a:lnTo>
                  <a:lnTo>
                    <a:pt x="127166" y="58661"/>
                  </a:lnTo>
                  <a:lnTo>
                    <a:pt x="123628" y="54646"/>
                  </a:lnTo>
                  <a:lnTo>
                    <a:pt x="119963" y="50746"/>
                  </a:lnTo>
                  <a:lnTo>
                    <a:pt x="116175" y="46966"/>
                  </a:lnTo>
                  <a:lnTo>
                    <a:pt x="112267" y="43309"/>
                  </a:lnTo>
                  <a:lnTo>
                    <a:pt x="108245" y="39779"/>
                  </a:lnTo>
                  <a:lnTo>
                    <a:pt x="104112" y="36379"/>
                  </a:lnTo>
                  <a:lnTo>
                    <a:pt x="99872" y="33113"/>
                  </a:lnTo>
                  <a:lnTo>
                    <a:pt x="95530" y="29985"/>
                  </a:lnTo>
                  <a:lnTo>
                    <a:pt x="91090" y="26997"/>
                  </a:lnTo>
                  <a:lnTo>
                    <a:pt x="86556" y="24153"/>
                  </a:lnTo>
                  <a:lnTo>
                    <a:pt x="81934" y="21456"/>
                  </a:lnTo>
                  <a:lnTo>
                    <a:pt x="77228" y="18908"/>
                  </a:lnTo>
                  <a:lnTo>
                    <a:pt x="72443" y="16512"/>
                  </a:lnTo>
                  <a:lnTo>
                    <a:pt x="67583" y="14270"/>
                  </a:lnTo>
                  <a:lnTo>
                    <a:pt x="62654" y="12185"/>
                  </a:lnTo>
                  <a:lnTo>
                    <a:pt x="57661" y="10259"/>
                  </a:lnTo>
                  <a:lnTo>
                    <a:pt x="52609" y="8494"/>
                  </a:lnTo>
                  <a:lnTo>
                    <a:pt x="47503" y="6891"/>
                  </a:lnTo>
                  <a:lnTo>
                    <a:pt x="42348" y="5453"/>
                  </a:lnTo>
                  <a:lnTo>
                    <a:pt x="37150" y="4180"/>
                  </a:lnTo>
                  <a:lnTo>
                    <a:pt x="31914" y="3074"/>
                  </a:lnTo>
                  <a:lnTo>
                    <a:pt x="26645" y="2137"/>
                  </a:lnTo>
                  <a:lnTo>
                    <a:pt x="21349" y="1368"/>
                  </a:lnTo>
                  <a:lnTo>
                    <a:pt x="16031" y="770"/>
                  </a:lnTo>
                  <a:lnTo>
                    <a:pt x="10696" y="342"/>
                  </a:lnTo>
                  <a:lnTo>
                    <a:pt x="5351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561323" y="4213821"/>
              <a:ext cx="223948" cy="334334"/>
            </a:xfrm>
            <a:custGeom>
              <a:avLst/>
              <a:pathLst>
                <a:path w="223948" h="334334">
                  <a:moveTo>
                    <a:pt x="167149" y="0"/>
                  </a:moveTo>
                  <a:lnTo>
                    <a:pt x="161848" y="84"/>
                  </a:lnTo>
                  <a:lnTo>
                    <a:pt x="156554" y="336"/>
                  </a:lnTo>
                  <a:lnTo>
                    <a:pt x="151269" y="755"/>
                  </a:lnTo>
                  <a:lnTo>
                    <a:pt x="146001" y="1343"/>
                  </a:lnTo>
                  <a:lnTo>
                    <a:pt x="140754" y="2096"/>
                  </a:lnTo>
                  <a:lnTo>
                    <a:pt x="135533" y="3016"/>
                  </a:lnTo>
                  <a:lnTo>
                    <a:pt x="130345" y="4101"/>
                  </a:lnTo>
                  <a:lnTo>
                    <a:pt x="125193" y="5350"/>
                  </a:lnTo>
                  <a:lnTo>
                    <a:pt x="120084" y="6762"/>
                  </a:lnTo>
                  <a:lnTo>
                    <a:pt x="115021" y="8335"/>
                  </a:lnTo>
                  <a:lnTo>
                    <a:pt x="110012" y="10067"/>
                  </a:lnTo>
                  <a:lnTo>
                    <a:pt x="105059" y="11958"/>
                  </a:lnTo>
                  <a:lnTo>
                    <a:pt x="100169" y="14005"/>
                  </a:lnTo>
                  <a:lnTo>
                    <a:pt x="95347" y="16205"/>
                  </a:lnTo>
                  <a:lnTo>
                    <a:pt x="90597" y="18558"/>
                  </a:lnTo>
                  <a:lnTo>
                    <a:pt x="85923" y="21060"/>
                  </a:lnTo>
                  <a:lnTo>
                    <a:pt x="81332" y="23708"/>
                  </a:lnTo>
                  <a:lnTo>
                    <a:pt x="76826" y="26501"/>
                  </a:lnTo>
                  <a:lnTo>
                    <a:pt x="72412" y="29436"/>
                  </a:lnTo>
                  <a:lnTo>
                    <a:pt x="68092" y="32509"/>
                  </a:lnTo>
                  <a:lnTo>
                    <a:pt x="63873" y="35717"/>
                  </a:lnTo>
                  <a:lnTo>
                    <a:pt x="59757" y="39058"/>
                  </a:lnTo>
                  <a:lnTo>
                    <a:pt x="55749" y="42527"/>
                  </a:lnTo>
                  <a:lnTo>
                    <a:pt x="51853" y="46122"/>
                  </a:lnTo>
                  <a:lnTo>
                    <a:pt x="48073" y="49839"/>
                  </a:lnTo>
                  <a:lnTo>
                    <a:pt x="44413" y="53673"/>
                  </a:lnTo>
                  <a:lnTo>
                    <a:pt x="40876" y="57621"/>
                  </a:lnTo>
                  <a:lnTo>
                    <a:pt x="37466" y="61680"/>
                  </a:lnTo>
                  <a:lnTo>
                    <a:pt x="34187" y="65845"/>
                  </a:lnTo>
                  <a:lnTo>
                    <a:pt x="31041" y="70112"/>
                  </a:lnTo>
                  <a:lnTo>
                    <a:pt x="28032" y="74476"/>
                  </a:lnTo>
                  <a:lnTo>
                    <a:pt x="25164" y="78933"/>
                  </a:lnTo>
                  <a:lnTo>
                    <a:pt x="22437" y="83479"/>
                  </a:lnTo>
                  <a:lnTo>
                    <a:pt x="19857" y="88110"/>
                  </a:lnTo>
                  <a:lnTo>
                    <a:pt x="17424" y="92820"/>
                  </a:lnTo>
                  <a:lnTo>
                    <a:pt x="15142" y="97604"/>
                  </a:lnTo>
                  <a:lnTo>
                    <a:pt x="13013" y="102459"/>
                  </a:lnTo>
                  <a:lnTo>
                    <a:pt x="11039" y="107378"/>
                  </a:lnTo>
                  <a:lnTo>
                    <a:pt x="9222" y="112358"/>
                  </a:lnTo>
                  <a:lnTo>
                    <a:pt x="7563" y="117393"/>
                  </a:lnTo>
                  <a:lnTo>
                    <a:pt x="6065" y="122478"/>
                  </a:lnTo>
                  <a:lnTo>
                    <a:pt x="4729" y="127608"/>
                  </a:lnTo>
                  <a:lnTo>
                    <a:pt x="3557" y="132777"/>
                  </a:lnTo>
                  <a:lnTo>
                    <a:pt x="2549" y="137981"/>
                  </a:lnTo>
                  <a:lnTo>
                    <a:pt x="1706" y="143215"/>
                  </a:lnTo>
                  <a:lnTo>
                    <a:pt x="1030" y="148472"/>
                  </a:lnTo>
                  <a:lnTo>
                    <a:pt x="521" y="153749"/>
                  </a:lnTo>
                  <a:lnTo>
                    <a:pt x="179" y="159039"/>
                  </a:lnTo>
                  <a:lnTo>
                    <a:pt x="5" y="164337"/>
                  </a:lnTo>
                  <a:lnTo>
                    <a:pt x="0" y="169638"/>
                  </a:lnTo>
                  <a:lnTo>
                    <a:pt x="162" y="174936"/>
                  </a:lnTo>
                  <a:lnTo>
                    <a:pt x="492" y="180227"/>
                  </a:lnTo>
                  <a:lnTo>
                    <a:pt x="990" y="185504"/>
                  </a:lnTo>
                  <a:lnTo>
                    <a:pt x="1655" y="190763"/>
                  </a:lnTo>
                  <a:lnTo>
                    <a:pt x="2486" y="195999"/>
                  </a:lnTo>
                  <a:lnTo>
                    <a:pt x="3483" y="201205"/>
                  </a:lnTo>
                  <a:lnTo>
                    <a:pt x="4645" y="206377"/>
                  </a:lnTo>
                  <a:lnTo>
                    <a:pt x="5970" y="211510"/>
                  </a:lnTo>
                  <a:lnTo>
                    <a:pt x="7457" y="216598"/>
                  </a:lnTo>
                  <a:lnTo>
                    <a:pt x="9104" y="221636"/>
                  </a:lnTo>
                  <a:lnTo>
                    <a:pt x="10911" y="226620"/>
                  </a:lnTo>
                  <a:lnTo>
                    <a:pt x="12874" y="231544"/>
                  </a:lnTo>
                  <a:lnTo>
                    <a:pt x="14993" y="236403"/>
                  </a:lnTo>
                  <a:lnTo>
                    <a:pt x="17265" y="241192"/>
                  </a:lnTo>
                  <a:lnTo>
                    <a:pt x="19687" y="245907"/>
                  </a:lnTo>
                  <a:lnTo>
                    <a:pt x="22258" y="250543"/>
                  </a:lnTo>
                  <a:lnTo>
                    <a:pt x="24974" y="255095"/>
                  </a:lnTo>
                  <a:lnTo>
                    <a:pt x="27834" y="259559"/>
                  </a:lnTo>
                  <a:lnTo>
                    <a:pt x="30833" y="263929"/>
                  </a:lnTo>
                  <a:lnTo>
                    <a:pt x="33969" y="268203"/>
                  </a:lnTo>
                  <a:lnTo>
                    <a:pt x="37240" y="272375"/>
                  </a:lnTo>
                  <a:lnTo>
                    <a:pt x="40641" y="276441"/>
                  </a:lnTo>
                  <a:lnTo>
                    <a:pt x="44169" y="280397"/>
                  </a:lnTo>
                  <a:lnTo>
                    <a:pt x="47821" y="284239"/>
                  </a:lnTo>
                  <a:lnTo>
                    <a:pt x="51593" y="287964"/>
                  </a:lnTo>
                  <a:lnTo>
                    <a:pt x="55481" y="291567"/>
                  </a:lnTo>
                  <a:lnTo>
                    <a:pt x="59482" y="295045"/>
                  </a:lnTo>
                  <a:lnTo>
                    <a:pt x="63590" y="298394"/>
                  </a:lnTo>
                  <a:lnTo>
                    <a:pt x="67803" y="301612"/>
                  </a:lnTo>
                  <a:lnTo>
                    <a:pt x="72116" y="304694"/>
                  </a:lnTo>
                  <a:lnTo>
                    <a:pt x="76524" y="307638"/>
                  </a:lnTo>
                  <a:lnTo>
                    <a:pt x="81023" y="310441"/>
                  </a:lnTo>
                  <a:lnTo>
                    <a:pt x="85609" y="313099"/>
                  </a:lnTo>
                  <a:lnTo>
                    <a:pt x="90277" y="315611"/>
                  </a:lnTo>
                  <a:lnTo>
                    <a:pt x="95022" y="317974"/>
                  </a:lnTo>
                  <a:lnTo>
                    <a:pt x="99840" y="320185"/>
                  </a:lnTo>
                  <a:lnTo>
                    <a:pt x="104726" y="322242"/>
                  </a:lnTo>
                  <a:lnTo>
                    <a:pt x="109674" y="324143"/>
                  </a:lnTo>
                  <a:lnTo>
                    <a:pt x="114680" y="325887"/>
                  </a:lnTo>
                  <a:lnTo>
                    <a:pt x="119739" y="327471"/>
                  </a:lnTo>
                  <a:lnTo>
                    <a:pt x="124845" y="328893"/>
                  </a:lnTo>
                  <a:lnTo>
                    <a:pt x="129994" y="330153"/>
                  </a:lnTo>
                  <a:lnTo>
                    <a:pt x="135181" y="331249"/>
                  </a:lnTo>
                  <a:lnTo>
                    <a:pt x="140399" y="332180"/>
                  </a:lnTo>
                  <a:lnTo>
                    <a:pt x="145644" y="332945"/>
                  </a:lnTo>
                  <a:lnTo>
                    <a:pt x="150912" y="333544"/>
                  </a:lnTo>
                  <a:lnTo>
                    <a:pt x="156195" y="333975"/>
                  </a:lnTo>
                  <a:lnTo>
                    <a:pt x="161489" y="334239"/>
                  </a:lnTo>
                  <a:lnTo>
                    <a:pt x="166789" y="334334"/>
                  </a:lnTo>
                  <a:lnTo>
                    <a:pt x="172090" y="334261"/>
                  </a:lnTo>
                  <a:lnTo>
                    <a:pt x="177385" y="334021"/>
                  </a:lnTo>
                  <a:lnTo>
                    <a:pt x="182670" y="333612"/>
                  </a:lnTo>
                  <a:lnTo>
                    <a:pt x="187940" y="333036"/>
                  </a:lnTo>
                  <a:lnTo>
                    <a:pt x="193188" y="332294"/>
                  </a:lnTo>
                  <a:lnTo>
                    <a:pt x="198411" y="331385"/>
                  </a:lnTo>
                  <a:lnTo>
                    <a:pt x="203602" y="330311"/>
                  </a:lnTo>
                  <a:lnTo>
                    <a:pt x="208756" y="329074"/>
                  </a:lnTo>
                  <a:lnTo>
                    <a:pt x="213869" y="327673"/>
                  </a:lnTo>
                  <a:lnTo>
                    <a:pt x="218934" y="326111"/>
                  </a:lnTo>
                  <a:lnTo>
                    <a:pt x="223948" y="324389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380988"/>
              <a:ext cx="56799" cy="157222"/>
            </a:xfrm>
            <a:custGeom>
              <a:avLst/>
              <a:pathLst>
                <a:path w="56799" h="157222">
                  <a:moveTo>
                    <a:pt x="56799" y="15722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380988"/>
              <a:ext cx="119075" cy="157222"/>
            </a:xfrm>
            <a:custGeom>
              <a:avLst/>
              <a:pathLst>
                <a:path w="119075" h="157222">
                  <a:moveTo>
                    <a:pt x="56799" y="157222"/>
                  </a:moveTo>
                  <a:lnTo>
                    <a:pt x="62159" y="155180"/>
                  </a:lnTo>
                  <a:lnTo>
                    <a:pt x="67447" y="152956"/>
                  </a:lnTo>
                  <a:lnTo>
                    <a:pt x="72655" y="150552"/>
                  </a:lnTo>
                  <a:lnTo>
                    <a:pt x="77778" y="147971"/>
                  </a:lnTo>
                  <a:lnTo>
                    <a:pt x="82809" y="145215"/>
                  </a:lnTo>
                  <a:lnTo>
                    <a:pt x="87742" y="142288"/>
                  </a:lnTo>
                  <a:lnTo>
                    <a:pt x="92573" y="139194"/>
                  </a:lnTo>
                  <a:lnTo>
                    <a:pt x="97294" y="135936"/>
                  </a:lnTo>
                  <a:lnTo>
                    <a:pt x="101900" y="132518"/>
                  </a:lnTo>
                  <a:lnTo>
                    <a:pt x="106387" y="128944"/>
                  </a:lnTo>
                  <a:lnTo>
                    <a:pt x="110749" y="125218"/>
                  </a:lnTo>
                  <a:lnTo>
                    <a:pt x="114979" y="121344"/>
                  </a:lnTo>
                  <a:lnTo>
                    <a:pt x="119075" y="1173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167164" cy="284495"/>
            </a:xfrm>
            <a:custGeom>
              <a:avLst/>
              <a:pathLst>
                <a:path w="167164" h="284495">
                  <a:moveTo>
                    <a:pt x="119075" y="284495"/>
                  </a:moveTo>
                  <a:lnTo>
                    <a:pt x="122788" y="280604"/>
                  </a:lnTo>
                  <a:lnTo>
                    <a:pt x="126374" y="276595"/>
                  </a:lnTo>
                  <a:lnTo>
                    <a:pt x="129828" y="272473"/>
                  </a:lnTo>
                  <a:lnTo>
                    <a:pt x="133149" y="268242"/>
                  </a:lnTo>
                  <a:lnTo>
                    <a:pt x="136332" y="263906"/>
                  </a:lnTo>
                  <a:lnTo>
                    <a:pt x="139373" y="259470"/>
                  </a:lnTo>
                  <a:lnTo>
                    <a:pt x="142270" y="254939"/>
                  </a:lnTo>
                  <a:lnTo>
                    <a:pt x="145020" y="250317"/>
                  </a:lnTo>
                  <a:lnTo>
                    <a:pt x="147620" y="245608"/>
                  </a:lnTo>
                  <a:lnTo>
                    <a:pt x="150067" y="240819"/>
                  </a:lnTo>
                  <a:lnTo>
                    <a:pt x="152359" y="235953"/>
                  </a:lnTo>
                  <a:lnTo>
                    <a:pt x="154493" y="231016"/>
                  </a:lnTo>
                  <a:lnTo>
                    <a:pt x="156467" y="226013"/>
                  </a:lnTo>
                  <a:lnTo>
                    <a:pt x="158279" y="220949"/>
                  </a:lnTo>
                  <a:lnTo>
                    <a:pt x="159927" y="215829"/>
                  </a:lnTo>
                  <a:lnTo>
                    <a:pt x="161410" y="210659"/>
                  </a:lnTo>
                  <a:lnTo>
                    <a:pt x="162726" y="205444"/>
                  </a:lnTo>
                  <a:lnTo>
                    <a:pt x="163873" y="200190"/>
                  </a:lnTo>
                  <a:lnTo>
                    <a:pt x="164850" y="194901"/>
                  </a:lnTo>
                  <a:lnTo>
                    <a:pt x="165657" y="189583"/>
                  </a:lnTo>
                  <a:lnTo>
                    <a:pt x="166293" y="184242"/>
                  </a:lnTo>
                  <a:lnTo>
                    <a:pt x="166756" y="178884"/>
                  </a:lnTo>
                  <a:lnTo>
                    <a:pt x="167046" y="173513"/>
                  </a:lnTo>
                  <a:lnTo>
                    <a:pt x="167164" y="168136"/>
                  </a:lnTo>
                  <a:lnTo>
                    <a:pt x="167109" y="162758"/>
                  </a:lnTo>
                  <a:lnTo>
                    <a:pt x="166880" y="157384"/>
                  </a:lnTo>
                  <a:lnTo>
                    <a:pt x="166479" y="152021"/>
                  </a:lnTo>
                  <a:lnTo>
                    <a:pt x="165906" y="146673"/>
                  </a:lnTo>
                  <a:lnTo>
                    <a:pt x="165161" y="141347"/>
                  </a:lnTo>
                  <a:lnTo>
                    <a:pt x="164245" y="136047"/>
                  </a:lnTo>
                  <a:lnTo>
                    <a:pt x="163159" y="130779"/>
                  </a:lnTo>
                  <a:lnTo>
                    <a:pt x="161904" y="125549"/>
                  </a:lnTo>
                  <a:lnTo>
                    <a:pt x="160481" y="120362"/>
                  </a:lnTo>
                  <a:lnTo>
                    <a:pt x="158892" y="115224"/>
                  </a:lnTo>
                  <a:lnTo>
                    <a:pt x="157139" y="110139"/>
                  </a:lnTo>
                  <a:lnTo>
                    <a:pt x="155223" y="105114"/>
                  </a:lnTo>
                  <a:lnTo>
                    <a:pt x="153146" y="100152"/>
                  </a:lnTo>
                  <a:lnTo>
                    <a:pt x="150911" y="95260"/>
                  </a:lnTo>
                  <a:lnTo>
                    <a:pt x="148520" y="90443"/>
                  </a:lnTo>
                  <a:lnTo>
                    <a:pt x="145975" y="85704"/>
                  </a:lnTo>
                  <a:lnTo>
                    <a:pt x="143279" y="81051"/>
                  </a:lnTo>
                  <a:lnTo>
                    <a:pt x="140434" y="76486"/>
                  </a:lnTo>
                  <a:lnTo>
                    <a:pt x="137444" y="72015"/>
                  </a:lnTo>
                  <a:lnTo>
                    <a:pt x="134312" y="67643"/>
                  </a:lnTo>
                  <a:lnTo>
                    <a:pt x="131041" y="63373"/>
                  </a:lnTo>
                  <a:lnTo>
                    <a:pt x="127634" y="59211"/>
                  </a:lnTo>
                  <a:lnTo>
                    <a:pt x="124095" y="55161"/>
                  </a:lnTo>
                  <a:lnTo>
                    <a:pt x="120428" y="51227"/>
                  </a:lnTo>
                  <a:lnTo>
                    <a:pt x="116636" y="47413"/>
                  </a:lnTo>
                  <a:lnTo>
                    <a:pt x="112723" y="43723"/>
                  </a:lnTo>
                  <a:lnTo>
                    <a:pt x="108693" y="40160"/>
                  </a:lnTo>
                  <a:lnTo>
                    <a:pt x="104551" y="36730"/>
                  </a:lnTo>
                  <a:lnTo>
                    <a:pt x="100301" y="33434"/>
                  </a:lnTo>
                  <a:lnTo>
                    <a:pt x="95947" y="30276"/>
                  </a:lnTo>
                  <a:lnTo>
                    <a:pt x="91493" y="27260"/>
                  </a:lnTo>
                  <a:lnTo>
                    <a:pt x="86945" y="24390"/>
                  </a:lnTo>
                  <a:lnTo>
                    <a:pt x="82307" y="21666"/>
                  </a:lnTo>
                  <a:lnTo>
                    <a:pt x="77584" y="19094"/>
                  </a:lnTo>
                  <a:lnTo>
                    <a:pt x="72780" y="16675"/>
                  </a:lnTo>
                  <a:lnTo>
                    <a:pt x="67901" y="14411"/>
                  </a:lnTo>
                  <a:lnTo>
                    <a:pt x="62952" y="12306"/>
                  </a:lnTo>
                  <a:lnTo>
                    <a:pt x="57937" y="10361"/>
                  </a:lnTo>
                  <a:lnTo>
                    <a:pt x="52863" y="8578"/>
                  </a:lnTo>
                  <a:lnTo>
                    <a:pt x="47734" y="6960"/>
                  </a:lnTo>
                  <a:lnTo>
                    <a:pt x="42555" y="5507"/>
                  </a:lnTo>
                  <a:lnTo>
                    <a:pt x="37333" y="4222"/>
                  </a:lnTo>
                  <a:lnTo>
                    <a:pt x="32071" y="3105"/>
                  </a:lnTo>
                  <a:lnTo>
                    <a:pt x="26777" y="2158"/>
                  </a:lnTo>
                  <a:lnTo>
                    <a:pt x="21455" y="1382"/>
                  </a:lnTo>
                  <a:lnTo>
                    <a:pt x="16110" y="778"/>
                  </a:lnTo>
                  <a:lnTo>
                    <a:pt x="10749" y="346"/>
                  </a:lnTo>
                  <a:lnTo>
                    <a:pt x="5377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751851" y="3707720"/>
              <a:ext cx="167160" cy="334305"/>
            </a:xfrm>
            <a:custGeom>
              <a:avLst/>
              <a:pathLst>
                <a:path w="167160" h="334305">
                  <a:moveTo>
                    <a:pt x="167160" y="0"/>
                  </a:moveTo>
                  <a:lnTo>
                    <a:pt x="161834" y="84"/>
                  </a:lnTo>
                  <a:lnTo>
                    <a:pt x="156513" y="339"/>
                  </a:lnTo>
                  <a:lnTo>
                    <a:pt x="151203" y="763"/>
                  </a:lnTo>
                  <a:lnTo>
                    <a:pt x="145910" y="1356"/>
                  </a:lnTo>
                  <a:lnTo>
                    <a:pt x="140638" y="2117"/>
                  </a:lnTo>
                  <a:lnTo>
                    <a:pt x="135393" y="3046"/>
                  </a:lnTo>
                  <a:lnTo>
                    <a:pt x="130180" y="4141"/>
                  </a:lnTo>
                  <a:lnTo>
                    <a:pt x="125005" y="5402"/>
                  </a:lnTo>
                  <a:lnTo>
                    <a:pt x="119873" y="6827"/>
                  </a:lnTo>
                  <a:lnTo>
                    <a:pt x="114788" y="8415"/>
                  </a:lnTo>
                  <a:lnTo>
                    <a:pt x="109757" y="10164"/>
                  </a:lnTo>
                  <a:lnTo>
                    <a:pt x="104784" y="12073"/>
                  </a:lnTo>
                  <a:lnTo>
                    <a:pt x="99875" y="14139"/>
                  </a:lnTo>
                  <a:lnTo>
                    <a:pt x="95033" y="16360"/>
                  </a:lnTo>
                  <a:lnTo>
                    <a:pt x="90265" y="18734"/>
                  </a:lnTo>
                  <a:lnTo>
                    <a:pt x="85575" y="21260"/>
                  </a:lnTo>
                  <a:lnTo>
                    <a:pt x="80968" y="23933"/>
                  </a:lnTo>
                  <a:lnTo>
                    <a:pt x="76449" y="26752"/>
                  </a:lnTo>
                  <a:lnTo>
                    <a:pt x="72021" y="29713"/>
                  </a:lnTo>
                  <a:lnTo>
                    <a:pt x="67690" y="32814"/>
                  </a:lnTo>
                  <a:lnTo>
                    <a:pt x="63460" y="36051"/>
                  </a:lnTo>
                  <a:lnTo>
                    <a:pt x="59335" y="39421"/>
                  </a:lnTo>
                  <a:lnTo>
                    <a:pt x="55320" y="42922"/>
                  </a:lnTo>
                  <a:lnTo>
                    <a:pt x="51419" y="46548"/>
                  </a:lnTo>
                  <a:lnTo>
                    <a:pt x="47634" y="50297"/>
                  </a:lnTo>
                  <a:lnTo>
                    <a:pt x="43972" y="54164"/>
                  </a:lnTo>
                  <a:lnTo>
                    <a:pt x="40434" y="58146"/>
                  </a:lnTo>
                  <a:lnTo>
                    <a:pt x="37025" y="62239"/>
                  </a:lnTo>
                  <a:lnTo>
                    <a:pt x="33748" y="66438"/>
                  </a:lnTo>
                  <a:lnTo>
                    <a:pt x="30606" y="70740"/>
                  </a:lnTo>
                  <a:lnTo>
                    <a:pt x="27604" y="75139"/>
                  </a:lnTo>
                  <a:lnTo>
                    <a:pt x="24743" y="79632"/>
                  </a:lnTo>
                  <a:lnTo>
                    <a:pt x="22026" y="84214"/>
                  </a:lnTo>
                  <a:lnTo>
                    <a:pt x="19457" y="88880"/>
                  </a:lnTo>
                  <a:lnTo>
                    <a:pt x="17038" y="93625"/>
                  </a:lnTo>
                  <a:lnTo>
                    <a:pt x="14771" y="98446"/>
                  </a:lnTo>
                  <a:lnTo>
                    <a:pt x="12659" y="103336"/>
                  </a:lnTo>
                  <a:lnTo>
                    <a:pt x="10703" y="108290"/>
                  </a:lnTo>
                  <a:lnTo>
                    <a:pt x="8907" y="113305"/>
                  </a:lnTo>
                  <a:lnTo>
                    <a:pt x="7271" y="118374"/>
                  </a:lnTo>
                  <a:lnTo>
                    <a:pt x="5798" y="123493"/>
                  </a:lnTo>
                  <a:lnTo>
                    <a:pt x="4489" y="128656"/>
                  </a:lnTo>
                  <a:lnTo>
                    <a:pt x="3344" y="133858"/>
                  </a:lnTo>
                  <a:lnTo>
                    <a:pt x="2366" y="139094"/>
                  </a:lnTo>
                  <a:lnTo>
                    <a:pt x="1555" y="144359"/>
                  </a:lnTo>
                  <a:lnTo>
                    <a:pt x="913" y="149646"/>
                  </a:lnTo>
                  <a:lnTo>
                    <a:pt x="439" y="154952"/>
                  </a:lnTo>
                  <a:lnTo>
                    <a:pt x="134" y="160270"/>
                  </a:lnTo>
                  <a:lnTo>
                    <a:pt x="0" y="165595"/>
                  </a:lnTo>
                  <a:lnTo>
                    <a:pt x="34" y="170921"/>
                  </a:lnTo>
                  <a:lnTo>
                    <a:pt x="239" y="176244"/>
                  </a:lnTo>
                  <a:lnTo>
                    <a:pt x="613" y="181557"/>
                  </a:lnTo>
                  <a:lnTo>
                    <a:pt x="1156" y="186856"/>
                  </a:lnTo>
                  <a:lnTo>
                    <a:pt x="1867" y="192135"/>
                  </a:lnTo>
                  <a:lnTo>
                    <a:pt x="2747" y="197388"/>
                  </a:lnTo>
                  <a:lnTo>
                    <a:pt x="3793" y="202611"/>
                  </a:lnTo>
                  <a:lnTo>
                    <a:pt x="5005" y="207798"/>
                  </a:lnTo>
                  <a:lnTo>
                    <a:pt x="6382" y="212944"/>
                  </a:lnTo>
                  <a:lnTo>
                    <a:pt x="7922" y="218043"/>
                  </a:lnTo>
                  <a:lnTo>
                    <a:pt x="9624" y="223090"/>
                  </a:lnTo>
                  <a:lnTo>
                    <a:pt x="11485" y="228081"/>
                  </a:lnTo>
                  <a:lnTo>
                    <a:pt x="13505" y="233010"/>
                  </a:lnTo>
                  <a:lnTo>
                    <a:pt x="15681" y="237872"/>
                  </a:lnTo>
                  <a:lnTo>
                    <a:pt x="18010" y="242662"/>
                  </a:lnTo>
                  <a:lnTo>
                    <a:pt x="20491" y="247375"/>
                  </a:lnTo>
                  <a:lnTo>
                    <a:pt x="23121" y="252007"/>
                  </a:lnTo>
                  <a:lnTo>
                    <a:pt x="25897" y="256553"/>
                  </a:lnTo>
                  <a:lnTo>
                    <a:pt x="28817" y="261008"/>
                  </a:lnTo>
                  <a:lnTo>
                    <a:pt x="31877" y="265368"/>
                  </a:lnTo>
                  <a:lnTo>
                    <a:pt x="35074" y="269629"/>
                  </a:lnTo>
                  <a:lnTo>
                    <a:pt x="38406" y="273785"/>
                  </a:lnTo>
                  <a:lnTo>
                    <a:pt x="41868" y="277833"/>
                  </a:lnTo>
                  <a:lnTo>
                    <a:pt x="45457" y="281768"/>
                  </a:lnTo>
                  <a:lnTo>
                    <a:pt x="49170" y="285588"/>
                  </a:lnTo>
                  <a:lnTo>
                    <a:pt x="53003" y="289287"/>
                  </a:lnTo>
                  <a:lnTo>
                    <a:pt x="56951" y="292862"/>
                  </a:lnTo>
                  <a:lnTo>
                    <a:pt x="61012" y="296309"/>
                  </a:lnTo>
                  <a:lnTo>
                    <a:pt x="65180" y="299625"/>
                  </a:lnTo>
                  <a:lnTo>
                    <a:pt x="69452" y="302807"/>
                  </a:lnTo>
                  <a:lnTo>
                    <a:pt x="73823" y="305851"/>
                  </a:lnTo>
                  <a:lnTo>
                    <a:pt x="78289" y="308754"/>
                  </a:lnTo>
                  <a:lnTo>
                    <a:pt x="82845" y="311514"/>
                  </a:lnTo>
                  <a:lnTo>
                    <a:pt x="87487" y="314127"/>
                  </a:lnTo>
                  <a:lnTo>
                    <a:pt x="92209" y="316591"/>
                  </a:lnTo>
                  <a:lnTo>
                    <a:pt x="97008" y="318903"/>
                  </a:lnTo>
                  <a:lnTo>
                    <a:pt x="101878" y="321061"/>
                  </a:lnTo>
                  <a:lnTo>
                    <a:pt x="106814" y="323062"/>
                  </a:lnTo>
                  <a:lnTo>
                    <a:pt x="111811" y="324906"/>
                  </a:lnTo>
                  <a:lnTo>
                    <a:pt x="116865" y="326589"/>
                  </a:lnTo>
                  <a:lnTo>
                    <a:pt x="121970" y="328110"/>
                  </a:lnTo>
                  <a:lnTo>
                    <a:pt x="127120" y="329469"/>
                  </a:lnTo>
                  <a:lnTo>
                    <a:pt x="132311" y="330662"/>
                  </a:lnTo>
                  <a:lnTo>
                    <a:pt x="137538" y="331689"/>
                  </a:lnTo>
                  <a:lnTo>
                    <a:pt x="142795" y="332549"/>
                  </a:lnTo>
                  <a:lnTo>
                    <a:pt x="148076" y="333242"/>
                  </a:lnTo>
                  <a:lnTo>
                    <a:pt x="153377" y="333765"/>
                  </a:lnTo>
                  <a:lnTo>
                    <a:pt x="158692" y="334120"/>
                  </a:lnTo>
                  <a:lnTo>
                    <a:pt x="164015" y="334305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5866" y="3717514"/>
              <a:ext cx="170302" cy="324527"/>
            </a:xfrm>
            <a:custGeom>
              <a:avLst/>
              <a:pathLst>
                <a:path w="170302" h="324527">
                  <a:moveTo>
                    <a:pt x="0" y="324512"/>
                  </a:moveTo>
                  <a:lnTo>
                    <a:pt x="5349" y="324527"/>
                  </a:lnTo>
                  <a:lnTo>
                    <a:pt x="10697" y="324370"/>
                  </a:lnTo>
                  <a:lnTo>
                    <a:pt x="16037" y="324043"/>
                  </a:lnTo>
                  <a:lnTo>
                    <a:pt x="21364" y="323545"/>
                  </a:lnTo>
                  <a:lnTo>
                    <a:pt x="26672" y="322877"/>
                  </a:lnTo>
                  <a:lnTo>
                    <a:pt x="31956" y="322040"/>
                  </a:lnTo>
                  <a:lnTo>
                    <a:pt x="37210" y="321033"/>
                  </a:lnTo>
                  <a:lnTo>
                    <a:pt x="42430" y="319859"/>
                  </a:lnTo>
                  <a:lnTo>
                    <a:pt x="47609" y="318519"/>
                  </a:lnTo>
                  <a:lnTo>
                    <a:pt x="52743" y="317014"/>
                  </a:lnTo>
                  <a:lnTo>
                    <a:pt x="57826" y="315345"/>
                  </a:lnTo>
                  <a:lnTo>
                    <a:pt x="62853" y="313514"/>
                  </a:lnTo>
                  <a:lnTo>
                    <a:pt x="67818" y="311524"/>
                  </a:lnTo>
                  <a:lnTo>
                    <a:pt x="72718" y="309375"/>
                  </a:lnTo>
                  <a:lnTo>
                    <a:pt x="77546" y="307071"/>
                  </a:lnTo>
                  <a:lnTo>
                    <a:pt x="82298" y="304614"/>
                  </a:lnTo>
                  <a:lnTo>
                    <a:pt x="86969" y="302005"/>
                  </a:lnTo>
                  <a:lnTo>
                    <a:pt x="91555" y="299249"/>
                  </a:lnTo>
                  <a:lnTo>
                    <a:pt x="96049" y="296347"/>
                  </a:lnTo>
                  <a:lnTo>
                    <a:pt x="100449" y="293303"/>
                  </a:lnTo>
                  <a:lnTo>
                    <a:pt x="104748" y="290120"/>
                  </a:lnTo>
                  <a:lnTo>
                    <a:pt x="108944" y="286801"/>
                  </a:lnTo>
                  <a:lnTo>
                    <a:pt x="113032" y="283349"/>
                  </a:lnTo>
                  <a:lnTo>
                    <a:pt x="117006" y="279768"/>
                  </a:lnTo>
                  <a:lnTo>
                    <a:pt x="120865" y="276062"/>
                  </a:lnTo>
                  <a:lnTo>
                    <a:pt x="124602" y="272234"/>
                  </a:lnTo>
                  <a:lnTo>
                    <a:pt x="128215" y="268289"/>
                  </a:lnTo>
                  <a:lnTo>
                    <a:pt x="131701" y="264230"/>
                  </a:lnTo>
                  <a:lnTo>
                    <a:pt x="135054" y="260061"/>
                  </a:lnTo>
                  <a:lnTo>
                    <a:pt x="138272" y="255788"/>
                  </a:lnTo>
                  <a:lnTo>
                    <a:pt x="141352" y="251413"/>
                  </a:lnTo>
                  <a:lnTo>
                    <a:pt x="144291" y="246942"/>
                  </a:lnTo>
                  <a:lnTo>
                    <a:pt x="147085" y="242380"/>
                  </a:lnTo>
                  <a:lnTo>
                    <a:pt x="149731" y="237730"/>
                  </a:lnTo>
                  <a:lnTo>
                    <a:pt x="152227" y="232999"/>
                  </a:lnTo>
                  <a:lnTo>
                    <a:pt x="154571" y="228189"/>
                  </a:lnTo>
                  <a:lnTo>
                    <a:pt x="156759" y="223307"/>
                  </a:lnTo>
                  <a:lnTo>
                    <a:pt x="158791" y="218358"/>
                  </a:lnTo>
                  <a:lnTo>
                    <a:pt x="160662" y="213346"/>
                  </a:lnTo>
                  <a:lnTo>
                    <a:pt x="162373" y="208277"/>
                  </a:lnTo>
                  <a:lnTo>
                    <a:pt x="163920" y="203156"/>
                  </a:lnTo>
                  <a:lnTo>
                    <a:pt x="165303" y="197988"/>
                  </a:lnTo>
                  <a:lnTo>
                    <a:pt x="166519" y="192778"/>
                  </a:lnTo>
                  <a:lnTo>
                    <a:pt x="167569" y="187532"/>
                  </a:lnTo>
                  <a:lnTo>
                    <a:pt x="168449" y="182255"/>
                  </a:lnTo>
                  <a:lnTo>
                    <a:pt x="169161" y="176953"/>
                  </a:lnTo>
                  <a:lnTo>
                    <a:pt x="169702" y="171630"/>
                  </a:lnTo>
                  <a:lnTo>
                    <a:pt x="170073" y="166293"/>
                  </a:lnTo>
                  <a:lnTo>
                    <a:pt x="170273" y="160947"/>
                  </a:lnTo>
                  <a:lnTo>
                    <a:pt x="170302" y="155597"/>
                  </a:lnTo>
                  <a:lnTo>
                    <a:pt x="170160" y="150249"/>
                  </a:lnTo>
                  <a:lnTo>
                    <a:pt x="169846" y="144908"/>
                  </a:lnTo>
                  <a:lnTo>
                    <a:pt x="169362" y="139580"/>
                  </a:lnTo>
                  <a:lnTo>
                    <a:pt x="168707" y="134271"/>
                  </a:lnTo>
                  <a:lnTo>
                    <a:pt x="167883" y="128985"/>
                  </a:lnTo>
                  <a:lnTo>
                    <a:pt x="166890" y="123728"/>
                  </a:lnTo>
                  <a:lnTo>
                    <a:pt x="165730" y="118505"/>
                  </a:lnTo>
                  <a:lnTo>
                    <a:pt x="164403" y="113322"/>
                  </a:lnTo>
                  <a:lnTo>
                    <a:pt x="162911" y="108185"/>
                  </a:lnTo>
                  <a:lnTo>
                    <a:pt x="161255" y="103098"/>
                  </a:lnTo>
                  <a:lnTo>
                    <a:pt x="159437" y="98066"/>
                  </a:lnTo>
                  <a:lnTo>
                    <a:pt x="157459" y="93095"/>
                  </a:lnTo>
                  <a:lnTo>
                    <a:pt x="155323" y="88190"/>
                  </a:lnTo>
                  <a:lnTo>
                    <a:pt x="153032" y="83356"/>
                  </a:lnTo>
                  <a:lnTo>
                    <a:pt x="150586" y="78597"/>
                  </a:lnTo>
                  <a:lnTo>
                    <a:pt x="147990" y="73920"/>
                  </a:lnTo>
                  <a:lnTo>
                    <a:pt x="145245" y="69327"/>
                  </a:lnTo>
                  <a:lnTo>
                    <a:pt x="142355" y="64825"/>
                  </a:lnTo>
                  <a:lnTo>
                    <a:pt x="139323" y="60418"/>
                  </a:lnTo>
                  <a:lnTo>
                    <a:pt x="136150" y="56110"/>
                  </a:lnTo>
                  <a:lnTo>
                    <a:pt x="132842" y="51906"/>
                  </a:lnTo>
                  <a:lnTo>
                    <a:pt x="129401" y="47810"/>
                  </a:lnTo>
                  <a:lnTo>
                    <a:pt x="125830" y="43826"/>
                  </a:lnTo>
                  <a:lnTo>
                    <a:pt x="122134" y="39958"/>
                  </a:lnTo>
                  <a:lnTo>
                    <a:pt x="118315" y="36211"/>
                  </a:lnTo>
                  <a:lnTo>
                    <a:pt x="114379" y="32587"/>
                  </a:lnTo>
                  <a:lnTo>
                    <a:pt x="110329" y="29092"/>
                  </a:lnTo>
                  <a:lnTo>
                    <a:pt x="106169" y="25728"/>
                  </a:lnTo>
                  <a:lnTo>
                    <a:pt x="101904" y="22498"/>
                  </a:lnTo>
                  <a:lnTo>
                    <a:pt x="97538" y="19407"/>
                  </a:lnTo>
                  <a:lnTo>
                    <a:pt x="93074" y="16457"/>
                  </a:lnTo>
                  <a:lnTo>
                    <a:pt x="88519" y="13652"/>
                  </a:lnTo>
                  <a:lnTo>
                    <a:pt x="83876" y="10993"/>
                  </a:lnTo>
                  <a:lnTo>
                    <a:pt x="79151" y="8485"/>
                  </a:lnTo>
                  <a:lnTo>
                    <a:pt x="74348" y="6129"/>
                  </a:lnTo>
                  <a:lnTo>
                    <a:pt x="69472" y="3928"/>
                  </a:lnTo>
                  <a:lnTo>
                    <a:pt x="64528" y="1884"/>
                  </a:lnTo>
                  <a:lnTo>
                    <a:pt x="59521" y="0"/>
                  </a:lnTo>
                  <a:lnTo>
                    <a:pt x="3144" y="1573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56376" cy="167167"/>
            </a:xfrm>
            <a:custGeom>
              <a:avLst/>
              <a:pathLst>
                <a:path w="56376" h="167167">
                  <a:moveTo>
                    <a:pt x="56376" y="9793"/>
                  </a:moveTo>
                  <a:lnTo>
                    <a:pt x="50321" y="7753"/>
                  </a:lnTo>
                  <a:lnTo>
                    <a:pt x="44193" y="5947"/>
                  </a:lnTo>
                  <a:lnTo>
                    <a:pt x="38000" y="4376"/>
                  </a:lnTo>
                  <a:lnTo>
                    <a:pt x="31752" y="3043"/>
                  </a:lnTo>
                  <a:lnTo>
                    <a:pt x="25457" y="1949"/>
                  </a:lnTo>
                  <a:lnTo>
                    <a:pt x="19125" y="1097"/>
                  </a:lnTo>
                  <a:lnTo>
                    <a:pt x="12766" y="488"/>
                  </a:lnTo>
                  <a:lnTo>
                    <a:pt x="6387" y="12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tx801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02" name="tx802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03" name="tx803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04" name="tx804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05" name="tx805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06" name="tx806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07" name="tx807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08" name="tx808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2025-06-05T16:21:36Z</dcterms:modified>
  <cp:category/>
</cp:coreProperties>
</file>