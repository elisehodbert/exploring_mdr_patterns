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3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64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3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9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9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261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213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46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9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0531" y="1227659"/>
              <a:ext cx="1647673" cy="290037"/>
            </a:xfrm>
            <a:custGeom>
              <a:avLst/>
              <a:pathLst>
                <a:path w="1647673" h="290037">
                  <a:moveTo>
                    <a:pt x="1647673" y="290037"/>
                  </a:moveTo>
                  <a:lnTo>
                    <a:pt x="0" y="0"/>
                  </a:lnTo>
                </a:path>
              </a:pathLst>
            </a:custGeom>
            <a:ln w="1665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68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71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96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14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19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40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457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7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45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50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318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19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199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26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070" y="3170392"/>
              <a:ext cx="2708" cy="167167"/>
            </a:xfrm>
            <a:custGeom>
              <a:avLst/>
              <a:pathLst>
                <a:path w="2708" h="167167">
                  <a:moveTo>
                    <a:pt x="2708" y="0"/>
                  </a:moveTo>
                  <a:lnTo>
                    <a:pt x="0" y="21"/>
                  </a:lnTo>
                  <a:lnTo>
                    <a:pt x="270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070" y="3170414"/>
              <a:ext cx="2708" cy="167145"/>
            </a:xfrm>
            <a:custGeom>
              <a:avLst/>
              <a:pathLst>
                <a:path w="2708" h="167145">
                  <a:moveTo>
                    <a:pt x="0" y="0"/>
                  </a:moveTo>
                  <a:lnTo>
                    <a:pt x="2708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1" y="3170414"/>
              <a:ext cx="334334" cy="334293"/>
            </a:xfrm>
            <a:custGeom>
              <a:avLst/>
              <a:pathLst>
                <a:path w="334334" h="334293">
                  <a:moveTo>
                    <a:pt x="164458" y="0"/>
                  </a:moveTo>
                  <a:lnTo>
                    <a:pt x="159158" y="170"/>
                  </a:lnTo>
                  <a:lnTo>
                    <a:pt x="153866" y="508"/>
                  </a:lnTo>
                  <a:lnTo>
                    <a:pt x="148587" y="1013"/>
                  </a:lnTo>
                  <a:lnTo>
                    <a:pt x="143327" y="1686"/>
                  </a:lnTo>
                  <a:lnTo>
                    <a:pt x="138091" y="2526"/>
                  </a:lnTo>
                  <a:lnTo>
                    <a:pt x="132884" y="3531"/>
                  </a:lnTo>
                  <a:lnTo>
                    <a:pt x="127712" y="4700"/>
                  </a:lnTo>
                  <a:lnTo>
                    <a:pt x="122579" y="6034"/>
                  </a:lnTo>
                  <a:lnTo>
                    <a:pt x="117491" y="7529"/>
                  </a:lnTo>
                  <a:lnTo>
                    <a:pt x="112454" y="9185"/>
                  </a:lnTo>
                  <a:lnTo>
                    <a:pt x="107471" y="11000"/>
                  </a:lnTo>
                  <a:lnTo>
                    <a:pt x="102548" y="12972"/>
                  </a:lnTo>
                  <a:lnTo>
                    <a:pt x="97691" y="15099"/>
                  </a:lnTo>
                  <a:lnTo>
                    <a:pt x="92903" y="17379"/>
                  </a:lnTo>
                  <a:lnTo>
                    <a:pt x="88190" y="19810"/>
                  </a:lnTo>
                  <a:lnTo>
                    <a:pt x="83557" y="22389"/>
                  </a:lnTo>
                  <a:lnTo>
                    <a:pt x="79007" y="25114"/>
                  </a:lnTo>
                  <a:lnTo>
                    <a:pt x="74547" y="27982"/>
                  </a:lnTo>
                  <a:lnTo>
                    <a:pt x="70179" y="30989"/>
                  </a:lnTo>
                  <a:lnTo>
                    <a:pt x="65909" y="34134"/>
                  </a:lnTo>
                  <a:lnTo>
                    <a:pt x="61741" y="37413"/>
                  </a:lnTo>
                  <a:lnTo>
                    <a:pt x="57680" y="40822"/>
                  </a:lnTo>
                  <a:lnTo>
                    <a:pt x="53728" y="44358"/>
                  </a:lnTo>
                  <a:lnTo>
                    <a:pt x="49890" y="48018"/>
                  </a:lnTo>
                  <a:lnTo>
                    <a:pt x="46171" y="51798"/>
                  </a:lnTo>
                  <a:lnTo>
                    <a:pt x="42573" y="55694"/>
                  </a:lnTo>
                  <a:lnTo>
                    <a:pt x="39101" y="59702"/>
                  </a:lnTo>
                  <a:lnTo>
                    <a:pt x="35757" y="63818"/>
                  </a:lnTo>
                  <a:lnTo>
                    <a:pt x="32546" y="68038"/>
                  </a:lnTo>
                  <a:lnTo>
                    <a:pt x="29470" y="72358"/>
                  </a:lnTo>
                  <a:lnTo>
                    <a:pt x="26533" y="76773"/>
                  </a:lnTo>
                  <a:lnTo>
                    <a:pt x="23737" y="81279"/>
                  </a:lnTo>
                  <a:lnTo>
                    <a:pt x="21086" y="85872"/>
                  </a:lnTo>
                  <a:lnTo>
                    <a:pt x="18582" y="90546"/>
                  </a:lnTo>
                  <a:lnTo>
                    <a:pt x="16227" y="95297"/>
                  </a:lnTo>
                  <a:lnTo>
                    <a:pt x="14024" y="100121"/>
                  </a:lnTo>
                  <a:lnTo>
                    <a:pt x="11975" y="105012"/>
                  </a:lnTo>
                  <a:lnTo>
                    <a:pt x="10083" y="109966"/>
                  </a:lnTo>
                  <a:lnTo>
                    <a:pt x="8348" y="114977"/>
                  </a:lnTo>
                  <a:lnTo>
                    <a:pt x="6773" y="120041"/>
                  </a:lnTo>
                  <a:lnTo>
                    <a:pt x="5360" y="125152"/>
                  </a:lnTo>
                  <a:lnTo>
                    <a:pt x="4109" y="130305"/>
                  </a:lnTo>
                  <a:lnTo>
                    <a:pt x="3023" y="135496"/>
                  </a:lnTo>
                  <a:lnTo>
                    <a:pt x="2102" y="140718"/>
                  </a:lnTo>
                  <a:lnTo>
                    <a:pt x="1346" y="145967"/>
                  </a:lnTo>
                  <a:lnTo>
                    <a:pt x="758" y="151237"/>
                  </a:lnTo>
                  <a:lnTo>
                    <a:pt x="337" y="156523"/>
                  </a:lnTo>
                  <a:lnTo>
                    <a:pt x="84" y="161820"/>
                  </a:lnTo>
                  <a:lnTo>
                    <a:pt x="0" y="167123"/>
                  </a:lnTo>
                  <a:lnTo>
                    <a:pt x="83" y="172425"/>
                  </a:lnTo>
                  <a:lnTo>
                    <a:pt x="334" y="177722"/>
                  </a:lnTo>
                  <a:lnTo>
                    <a:pt x="754" y="183008"/>
                  </a:lnTo>
                  <a:lnTo>
                    <a:pt x="1341" y="188279"/>
                  </a:lnTo>
                  <a:lnTo>
                    <a:pt x="2095" y="193528"/>
                  </a:lnTo>
                  <a:lnTo>
                    <a:pt x="3014" y="198750"/>
                  </a:lnTo>
                  <a:lnTo>
                    <a:pt x="4099" y="203941"/>
                  </a:lnTo>
                  <a:lnTo>
                    <a:pt x="5349" y="209095"/>
                  </a:lnTo>
                  <a:lnTo>
                    <a:pt x="6761" y="214206"/>
                  </a:lnTo>
                  <a:lnTo>
                    <a:pt x="8334" y="219270"/>
                  </a:lnTo>
                  <a:lnTo>
                    <a:pt x="10067" y="224282"/>
                  </a:lnTo>
                  <a:lnTo>
                    <a:pt x="11959" y="229236"/>
                  </a:lnTo>
                  <a:lnTo>
                    <a:pt x="14006" y="234128"/>
                  </a:lnTo>
                  <a:lnTo>
                    <a:pt x="16208" y="238952"/>
                  </a:lnTo>
                  <a:lnTo>
                    <a:pt x="18561" y="243704"/>
                  </a:lnTo>
                  <a:lnTo>
                    <a:pt x="21064" y="248379"/>
                  </a:lnTo>
                  <a:lnTo>
                    <a:pt x="23715" y="252972"/>
                  </a:lnTo>
                  <a:lnTo>
                    <a:pt x="26509" y="257479"/>
                  </a:lnTo>
                  <a:lnTo>
                    <a:pt x="29445" y="261895"/>
                  </a:lnTo>
                  <a:lnTo>
                    <a:pt x="32520" y="266216"/>
                  </a:lnTo>
                  <a:lnTo>
                    <a:pt x="35730" y="270437"/>
                  </a:lnTo>
                  <a:lnTo>
                    <a:pt x="39072" y="274554"/>
                  </a:lnTo>
                  <a:lnTo>
                    <a:pt x="42543" y="278563"/>
                  </a:lnTo>
                  <a:lnTo>
                    <a:pt x="46140" y="282460"/>
                  </a:lnTo>
                  <a:lnTo>
                    <a:pt x="49859" y="286240"/>
                  </a:lnTo>
                  <a:lnTo>
                    <a:pt x="53695" y="289901"/>
                  </a:lnTo>
                  <a:lnTo>
                    <a:pt x="57646" y="293439"/>
                  </a:lnTo>
                  <a:lnTo>
                    <a:pt x="61707" y="296849"/>
                  </a:lnTo>
                  <a:lnTo>
                    <a:pt x="65874" y="300129"/>
                  </a:lnTo>
                  <a:lnTo>
                    <a:pt x="70143" y="303275"/>
                  </a:lnTo>
                  <a:lnTo>
                    <a:pt x="74509" y="306284"/>
                  </a:lnTo>
                  <a:lnTo>
                    <a:pt x="78969" y="309152"/>
                  </a:lnTo>
                  <a:lnTo>
                    <a:pt x="83518" y="311879"/>
                  </a:lnTo>
                  <a:lnTo>
                    <a:pt x="88151" y="314459"/>
                  </a:lnTo>
                  <a:lnTo>
                    <a:pt x="92863" y="316891"/>
                  </a:lnTo>
                  <a:lnTo>
                    <a:pt x="97650" y="319172"/>
                  </a:lnTo>
                  <a:lnTo>
                    <a:pt x="102507" y="321301"/>
                  </a:lnTo>
                  <a:lnTo>
                    <a:pt x="107429" y="323274"/>
                  </a:lnTo>
                  <a:lnTo>
                    <a:pt x="112411" y="325091"/>
                  </a:lnTo>
                  <a:lnTo>
                    <a:pt x="117449" y="326748"/>
                  </a:lnTo>
                  <a:lnTo>
                    <a:pt x="122536" y="328244"/>
                  </a:lnTo>
                  <a:lnTo>
                    <a:pt x="127668" y="329579"/>
                  </a:lnTo>
                  <a:lnTo>
                    <a:pt x="132840" y="330750"/>
                  </a:lnTo>
                  <a:lnTo>
                    <a:pt x="138047" y="331757"/>
                  </a:lnTo>
                  <a:lnTo>
                    <a:pt x="143283" y="332597"/>
                  </a:lnTo>
                  <a:lnTo>
                    <a:pt x="148543" y="333272"/>
                  </a:lnTo>
                  <a:lnTo>
                    <a:pt x="153821" y="333779"/>
                  </a:lnTo>
                  <a:lnTo>
                    <a:pt x="159113" y="334118"/>
                  </a:lnTo>
                  <a:lnTo>
                    <a:pt x="164413" y="334290"/>
                  </a:lnTo>
                  <a:lnTo>
                    <a:pt x="169716" y="334293"/>
                  </a:lnTo>
                  <a:lnTo>
                    <a:pt x="175017" y="334128"/>
                  </a:lnTo>
                  <a:lnTo>
                    <a:pt x="180309" y="333795"/>
                  </a:lnTo>
                  <a:lnTo>
                    <a:pt x="185589" y="333294"/>
                  </a:lnTo>
                  <a:lnTo>
                    <a:pt x="190849" y="332626"/>
                  </a:lnTo>
                  <a:lnTo>
                    <a:pt x="196086" y="331792"/>
                  </a:lnTo>
                  <a:lnTo>
                    <a:pt x="201294" y="330792"/>
                  </a:lnTo>
                  <a:lnTo>
                    <a:pt x="206467" y="329627"/>
                  </a:lnTo>
                  <a:lnTo>
                    <a:pt x="211601" y="328299"/>
                  </a:lnTo>
                  <a:lnTo>
                    <a:pt x="216690" y="326808"/>
                  </a:lnTo>
                  <a:lnTo>
                    <a:pt x="221730" y="325157"/>
                  </a:lnTo>
                  <a:lnTo>
                    <a:pt x="226714" y="323347"/>
                  </a:lnTo>
                  <a:lnTo>
                    <a:pt x="231639" y="321380"/>
                  </a:lnTo>
                  <a:lnTo>
                    <a:pt x="236498" y="319257"/>
                  </a:lnTo>
                  <a:lnTo>
                    <a:pt x="241288" y="316982"/>
                  </a:lnTo>
                  <a:lnTo>
                    <a:pt x="246003" y="314555"/>
                  </a:lnTo>
                  <a:lnTo>
                    <a:pt x="250639" y="311980"/>
                  </a:lnTo>
                  <a:lnTo>
                    <a:pt x="255191" y="309260"/>
                  </a:lnTo>
                  <a:lnTo>
                    <a:pt x="259655" y="306397"/>
                  </a:lnTo>
                  <a:lnTo>
                    <a:pt x="264025" y="303393"/>
                  </a:lnTo>
                  <a:lnTo>
                    <a:pt x="268298" y="300252"/>
                  </a:lnTo>
                  <a:lnTo>
                    <a:pt x="272469" y="296977"/>
                  </a:lnTo>
                  <a:lnTo>
                    <a:pt x="276534" y="293572"/>
                  </a:lnTo>
                  <a:lnTo>
                    <a:pt x="280489" y="290040"/>
                  </a:lnTo>
                  <a:lnTo>
                    <a:pt x="284330" y="286383"/>
                  </a:lnTo>
                  <a:lnTo>
                    <a:pt x="288053" y="282607"/>
                  </a:lnTo>
                  <a:lnTo>
                    <a:pt x="291654" y="278715"/>
                  </a:lnTo>
                  <a:lnTo>
                    <a:pt x="295131" y="274710"/>
                  </a:lnTo>
                  <a:lnTo>
                    <a:pt x="298478" y="270597"/>
                  </a:lnTo>
                  <a:lnTo>
                    <a:pt x="301693" y="266380"/>
                  </a:lnTo>
                  <a:lnTo>
                    <a:pt x="304773" y="262063"/>
                  </a:lnTo>
                  <a:lnTo>
                    <a:pt x="307715" y="257651"/>
                  </a:lnTo>
                  <a:lnTo>
                    <a:pt x="310515" y="253147"/>
                  </a:lnTo>
                  <a:lnTo>
                    <a:pt x="313170" y="248557"/>
                  </a:lnTo>
                  <a:lnTo>
                    <a:pt x="315679" y="243885"/>
                  </a:lnTo>
                  <a:lnTo>
                    <a:pt x="318038" y="239136"/>
                  </a:lnTo>
                  <a:lnTo>
                    <a:pt x="320246" y="234315"/>
                  </a:lnTo>
                  <a:lnTo>
                    <a:pt x="322299" y="229426"/>
                  </a:lnTo>
                  <a:lnTo>
                    <a:pt x="324197" y="224474"/>
                  </a:lnTo>
                  <a:lnTo>
                    <a:pt x="325936" y="219464"/>
                  </a:lnTo>
                  <a:lnTo>
                    <a:pt x="327516" y="214402"/>
                  </a:lnTo>
                  <a:lnTo>
                    <a:pt x="328934" y="209292"/>
                  </a:lnTo>
                  <a:lnTo>
                    <a:pt x="330189" y="204140"/>
                  </a:lnTo>
                  <a:lnTo>
                    <a:pt x="331281" y="198950"/>
                  </a:lnTo>
                  <a:lnTo>
                    <a:pt x="332207" y="193729"/>
                  </a:lnTo>
                  <a:lnTo>
                    <a:pt x="332967" y="188481"/>
                  </a:lnTo>
                  <a:lnTo>
                    <a:pt x="333561" y="183211"/>
                  </a:lnTo>
                  <a:lnTo>
                    <a:pt x="333986" y="177925"/>
                  </a:lnTo>
                  <a:lnTo>
                    <a:pt x="334244" y="172629"/>
                  </a:lnTo>
                  <a:lnTo>
                    <a:pt x="334334" y="167327"/>
                  </a:lnTo>
                  <a:lnTo>
                    <a:pt x="334256" y="162024"/>
                  </a:lnTo>
                  <a:lnTo>
                    <a:pt x="334009" y="156727"/>
                  </a:lnTo>
                  <a:lnTo>
                    <a:pt x="333595" y="151440"/>
                  </a:lnTo>
                  <a:lnTo>
                    <a:pt x="333013" y="146169"/>
                  </a:lnTo>
                  <a:lnTo>
                    <a:pt x="332264" y="140920"/>
                  </a:lnTo>
                  <a:lnTo>
                    <a:pt x="331350" y="135696"/>
                  </a:lnTo>
                  <a:lnTo>
                    <a:pt x="330269" y="130504"/>
                  </a:lnTo>
                  <a:lnTo>
                    <a:pt x="329025" y="125350"/>
                  </a:lnTo>
                  <a:lnTo>
                    <a:pt x="327618" y="120237"/>
                  </a:lnTo>
                  <a:lnTo>
                    <a:pt x="326049" y="115171"/>
                  </a:lnTo>
                  <a:lnTo>
                    <a:pt x="324321" y="110158"/>
                  </a:lnTo>
                  <a:lnTo>
                    <a:pt x="322434" y="105202"/>
                  </a:lnTo>
                  <a:lnTo>
                    <a:pt x="320392" y="100308"/>
                  </a:lnTo>
                  <a:lnTo>
                    <a:pt x="318194" y="95482"/>
                  </a:lnTo>
                  <a:lnTo>
                    <a:pt x="315845" y="90727"/>
                  </a:lnTo>
                  <a:lnTo>
                    <a:pt x="313347" y="86050"/>
                  </a:lnTo>
                  <a:lnTo>
                    <a:pt x="310701" y="81454"/>
                  </a:lnTo>
                  <a:lnTo>
                    <a:pt x="307911" y="76945"/>
                  </a:lnTo>
                  <a:lnTo>
                    <a:pt x="304979" y="72526"/>
                  </a:lnTo>
                  <a:lnTo>
                    <a:pt x="301909" y="68202"/>
                  </a:lnTo>
                  <a:lnTo>
                    <a:pt x="298702" y="63978"/>
                  </a:lnTo>
                  <a:lnTo>
                    <a:pt x="295364" y="59858"/>
                  </a:lnTo>
                  <a:lnTo>
                    <a:pt x="291897" y="55846"/>
                  </a:lnTo>
                  <a:lnTo>
                    <a:pt x="288304" y="51946"/>
                  </a:lnTo>
                  <a:lnTo>
                    <a:pt x="284589" y="48161"/>
                  </a:lnTo>
                  <a:lnTo>
                    <a:pt x="280756" y="44497"/>
                  </a:lnTo>
                  <a:lnTo>
                    <a:pt x="276808" y="40956"/>
                  </a:lnTo>
                  <a:lnTo>
                    <a:pt x="272751" y="37542"/>
                  </a:lnTo>
                  <a:lnTo>
                    <a:pt x="268587" y="34258"/>
                  </a:lnTo>
                  <a:lnTo>
                    <a:pt x="264321" y="31108"/>
                  </a:lnTo>
                  <a:lnTo>
                    <a:pt x="259957" y="28095"/>
                  </a:lnTo>
                  <a:lnTo>
                    <a:pt x="255500" y="25222"/>
                  </a:lnTo>
                  <a:lnTo>
                    <a:pt x="250954" y="22491"/>
                  </a:lnTo>
                  <a:lnTo>
                    <a:pt x="246323" y="19906"/>
                  </a:lnTo>
                  <a:lnTo>
                    <a:pt x="241614" y="17470"/>
                  </a:lnTo>
                  <a:lnTo>
                    <a:pt x="236829" y="15184"/>
                  </a:lnTo>
                  <a:lnTo>
                    <a:pt x="231974" y="13051"/>
                  </a:lnTo>
                  <a:lnTo>
                    <a:pt x="227053" y="11073"/>
                  </a:lnTo>
                  <a:lnTo>
                    <a:pt x="222073" y="9252"/>
                  </a:lnTo>
                  <a:lnTo>
                    <a:pt x="217037" y="7590"/>
                  </a:lnTo>
                  <a:lnTo>
                    <a:pt x="211951" y="6088"/>
                  </a:lnTo>
                  <a:lnTo>
                    <a:pt x="206820" y="4749"/>
                  </a:lnTo>
                  <a:lnTo>
                    <a:pt x="201649" y="3573"/>
                  </a:lnTo>
                  <a:lnTo>
                    <a:pt x="196444" y="2561"/>
                  </a:lnTo>
                  <a:lnTo>
                    <a:pt x="191209" y="1715"/>
                  </a:lnTo>
                  <a:lnTo>
                    <a:pt x="185949" y="1036"/>
                  </a:lnTo>
                  <a:lnTo>
                    <a:pt x="180671" y="524"/>
                  </a:lnTo>
                  <a:lnTo>
                    <a:pt x="175380" y="179"/>
                  </a:lnTo>
                  <a:lnTo>
                    <a:pt x="170080" y="3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2912" cy="167167"/>
            </a:xfrm>
            <a:custGeom>
              <a:avLst/>
              <a:pathLst>
                <a:path w="2912" h="167167">
                  <a:moveTo>
                    <a:pt x="2912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561" y="2655501"/>
              <a:ext cx="32934" cy="167167"/>
            </a:xfrm>
            <a:custGeom>
              <a:avLst/>
              <a:pathLst>
                <a:path w="32934" h="167167">
                  <a:moveTo>
                    <a:pt x="32934" y="0"/>
                  </a:moveTo>
                  <a:lnTo>
                    <a:pt x="26305" y="131"/>
                  </a:lnTo>
                  <a:lnTo>
                    <a:pt x="19687" y="525"/>
                  </a:lnTo>
                  <a:lnTo>
                    <a:pt x="13090" y="1181"/>
                  </a:lnTo>
                  <a:lnTo>
                    <a:pt x="6524" y="2099"/>
                  </a:lnTo>
                  <a:lnTo>
                    <a:pt x="0" y="3276"/>
                  </a:lnTo>
                  <a:lnTo>
                    <a:pt x="329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0561" y="2658778"/>
              <a:ext cx="32934" cy="163891"/>
            </a:xfrm>
            <a:custGeom>
              <a:avLst/>
              <a:pathLst>
                <a:path w="32934" h="163891">
                  <a:moveTo>
                    <a:pt x="0" y="0"/>
                  </a:moveTo>
                  <a:lnTo>
                    <a:pt x="32934" y="1638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6333" y="2658778"/>
              <a:ext cx="334321" cy="331054"/>
            </a:xfrm>
            <a:custGeom>
              <a:avLst/>
              <a:pathLst>
                <a:path w="334321" h="331054">
                  <a:moveTo>
                    <a:pt x="134227" y="0"/>
                  </a:moveTo>
                  <a:lnTo>
                    <a:pt x="129046" y="1126"/>
                  </a:lnTo>
                  <a:lnTo>
                    <a:pt x="123902" y="2417"/>
                  </a:lnTo>
                  <a:lnTo>
                    <a:pt x="118803" y="3870"/>
                  </a:lnTo>
                  <a:lnTo>
                    <a:pt x="113752" y="5485"/>
                  </a:lnTo>
                  <a:lnTo>
                    <a:pt x="108755" y="7258"/>
                  </a:lnTo>
                  <a:lnTo>
                    <a:pt x="103817" y="9189"/>
                  </a:lnTo>
                  <a:lnTo>
                    <a:pt x="98942" y="11276"/>
                  </a:lnTo>
                  <a:lnTo>
                    <a:pt x="94136" y="13517"/>
                  </a:lnTo>
                  <a:lnTo>
                    <a:pt x="89404" y="15908"/>
                  </a:lnTo>
                  <a:lnTo>
                    <a:pt x="84749" y="18449"/>
                  </a:lnTo>
                  <a:lnTo>
                    <a:pt x="80178" y="21136"/>
                  </a:lnTo>
                  <a:lnTo>
                    <a:pt x="75694" y="23966"/>
                  </a:lnTo>
                  <a:lnTo>
                    <a:pt x="71302" y="26938"/>
                  </a:lnTo>
                  <a:lnTo>
                    <a:pt x="67007" y="30047"/>
                  </a:lnTo>
                  <a:lnTo>
                    <a:pt x="62812" y="33291"/>
                  </a:lnTo>
                  <a:lnTo>
                    <a:pt x="58723" y="36666"/>
                  </a:lnTo>
                  <a:lnTo>
                    <a:pt x="54742" y="40169"/>
                  </a:lnTo>
                  <a:lnTo>
                    <a:pt x="50875" y="43797"/>
                  </a:lnTo>
                  <a:lnTo>
                    <a:pt x="47124" y="47545"/>
                  </a:lnTo>
                  <a:lnTo>
                    <a:pt x="43495" y="51411"/>
                  </a:lnTo>
                  <a:lnTo>
                    <a:pt x="39990" y="55390"/>
                  </a:lnTo>
                  <a:lnTo>
                    <a:pt x="36612" y="59478"/>
                  </a:lnTo>
                  <a:lnTo>
                    <a:pt x="33367" y="63671"/>
                  </a:lnTo>
                  <a:lnTo>
                    <a:pt x="30255" y="67965"/>
                  </a:lnTo>
                  <a:lnTo>
                    <a:pt x="27282" y="72355"/>
                  </a:lnTo>
                  <a:lnTo>
                    <a:pt x="24449" y="76837"/>
                  </a:lnTo>
                  <a:lnTo>
                    <a:pt x="21760" y="81407"/>
                  </a:lnTo>
                  <a:lnTo>
                    <a:pt x="19217" y="86060"/>
                  </a:lnTo>
                  <a:lnTo>
                    <a:pt x="16823" y="90792"/>
                  </a:lnTo>
                  <a:lnTo>
                    <a:pt x="14580" y="95597"/>
                  </a:lnTo>
                  <a:lnTo>
                    <a:pt x="12491" y="100470"/>
                  </a:lnTo>
                  <a:lnTo>
                    <a:pt x="10557" y="105408"/>
                  </a:lnTo>
                  <a:lnTo>
                    <a:pt x="8781" y="110404"/>
                  </a:lnTo>
                  <a:lnTo>
                    <a:pt x="7165" y="115454"/>
                  </a:lnTo>
                  <a:lnTo>
                    <a:pt x="5709" y="120553"/>
                  </a:lnTo>
                  <a:lnTo>
                    <a:pt x="4416" y="125695"/>
                  </a:lnTo>
                  <a:lnTo>
                    <a:pt x="3286" y="130876"/>
                  </a:lnTo>
                  <a:lnTo>
                    <a:pt x="2321" y="136090"/>
                  </a:lnTo>
                  <a:lnTo>
                    <a:pt x="1523" y="141332"/>
                  </a:lnTo>
                  <a:lnTo>
                    <a:pt x="890" y="146597"/>
                  </a:lnTo>
                  <a:lnTo>
                    <a:pt x="426" y="151879"/>
                  </a:lnTo>
                  <a:lnTo>
                    <a:pt x="129" y="157173"/>
                  </a:lnTo>
                  <a:lnTo>
                    <a:pt x="0" y="162474"/>
                  </a:lnTo>
                  <a:lnTo>
                    <a:pt x="39" y="167776"/>
                  </a:lnTo>
                  <a:lnTo>
                    <a:pt x="246" y="173075"/>
                  </a:lnTo>
                  <a:lnTo>
                    <a:pt x="621" y="178364"/>
                  </a:lnTo>
                  <a:lnTo>
                    <a:pt x="1164" y="183639"/>
                  </a:lnTo>
                  <a:lnTo>
                    <a:pt x="1874" y="188894"/>
                  </a:lnTo>
                  <a:lnTo>
                    <a:pt x="2750" y="194123"/>
                  </a:lnTo>
                  <a:lnTo>
                    <a:pt x="3792" y="199322"/>
                  </a:lnTo>
                  <a:lnTo>
                    <a:pt x="4998" y="204486"/>
                  </a:lnTo>
                  <a:lnTo>
                    <a:pt x="6367" y="209609"/>
                  </a:lnTo>
                  <a:lnTo>
                    <a:pt x="7898" y="214685"/>
                  </a:lnTo>
                  <a:lnTo>
                    <a:pt x="9589" y="219711"/>
                  </a:lnTo>
                  <a:lnTo>
                    <a:pt x="11438" y="224681"/>
                  </a:lnTo>
                  <a:lnTo>
                    <a:pt x="13445" y="229589"/>
                  </a:lnTo>
                  <a:lnTo>
                    <a:pt x="15606" y="234431"/>
                  </a:lnTo>
                  <a:lnTo>
                    <a:pt x="17919" y="239202"/>
                  </a:lnTo>
                  <a:lnTo>
                    <a:pt x="20383" y="243898"/>
                  </a:lnTo>
                  <a:lnTo>
                    <a:pt x="22994" y="248513"/>
                  </a:lnTo>
                  <a:lnTo>
                    <a:pt x="25751" y="253042"/>
                  </a:lnTo>
                  <a:lnTo>
                    <a:pt x="28649" y="257483"/>
                  </a:lnTo>
                  <a:lnTo>
                    <a:pt x="31687" y="261829"/>
                  </a:lnTo>
                  <a:lnTo>
                    <a:pt x="34862" y="266076"/>
                  </a:lnTo>
                  <a:lnTo>
                    <a:pt x="38169" y="270220"/>
                  </a:lnTo>
                  <a:lnTo>
                    <a:pt x="41606" y="274258"/>
                  </a:lnTo>
                  <a:lnTo>
                    <a:pt x="45170" y="278185"/>
                  </a:lnTo>
                  <a:lnTo>
                    <a:pt x="48856" y="281996"/>
                  </a:lnTo>
                  <a:lnTo>
                    <a:pt x="52661" y="285689"/>
                  </a:lnTo>
                  <a:lnTo>
                    <a:pt x="56582" y="289259"/>
                  </a:lnTo>
                  <a:lnTo>
                    <a:pt x="60614" y="292703"/>
                  </a:lnTo>
                  <a:lnTo>
                    <a:pt x="64753" y="296018"/>
                  </a:lnTo>
                  <a:lnTo>
                    <a:pt x="68995" y="299199"/>
                  </a:lnTo>
                  <a:lnTo>
                    <a:pt x="73336" y="302244"/>
                  </a:lnTo>
                  <a:lnTo>
                    <a:pt x="77771" y="305151"/>
                  </a:lnTo>
                  <a:lnTo>
                    <a:pt x="82296" y="307915"/>
                  </a:lnTo>
                  <a:lnTo>
                    <a:pt x="86907" y="310534"/>
                  </a:lnTo>
                  <a:lnTo>
                    <a:pt x="91598" y="313005"/>
                  </a:lnTo>
                  <a:lnTo>
                    <a:pt x="96365" y="315327"/>
                  </a:lnTo>
                  <a:lnTo>
                    <a:pt x="101204" y="317496"/>
                  </a:lnTo>
                  <a:lnTo>
                    <a:pt x="106109" y="319511"/>
                  </a:lnTo>
                  <a:lnTo>
                    <a:pt x="111075" y="321369"/>
                  </a:lnTo>
                  <a:lnTo>
                    <a:pt x="116098" y="323068"/>
                  </a:lnTo>
                  <a:lnTo>
                    <a:pt x="121172" y="324608"/>
                  </a:lnTo>
                  <a:lnTo>
                    <a:pt x="126292" y="325985"/>
                  </a:lnTo>
                  <a:lnTo>
                    <a:pt x="131454" y="327200"/>
                  </a:lnTo>
                  <a:lnTo>
                    <a:pt x="136651" y="328250"/>
                  </a:lnTo>
                  <a:lnTo>
                    <a:pt x="141880" y="329135"/>
                  </a:lnTo>
                  <a:lnTo>
                    <a:pt x="147133" y="329854"/>
                  </a:lnTo>
                  <a:lnTo>
                    <a:pt x="152407" y="330406"/>
                  </a:lnTo>
                  <a:lnTo>
                    <a:pt x="157695" y="330790"/>
                  </a:lnTo>
                  <a:lnTo>
                    <a:pt x="162994" y="331006"/>
                  </a:lnTo>
                  <a:lnTo>
                    <a:pt x="168296" y="331054"/>
                  </a:lnTo>
                  <a:lnTo>
                    <a:pt x="173597" y="330934"/>
                  </a:lnTo>
                  <a:lnTo>
                    <a:pt x="178892" y="330646"/>
                  </a:lnTo>
                  <a:lnTo>
                    <a:pt x="184175" y="330190"/>
                  </a:lnTo>
                  <a:lnTo>
                    <a:pt x="189440" y="329567"/>
                  </a:lnTo>
                  <a:lnTo>
                    <a:pt x="194684" y="328777"/>
                  </a:lnTo>
                  <a:lnTo>
                    <a:pt x="199899" y="327821"/>
                  </a:lnTo>
                  <a:lnTo>
                    <a:pt x="205082" y="326700"/>
                  </a:lnTo>
                  <a:lnTo>
                    <a:pt x="210227" y="325416"/>
                  </a:lnTo>
                  <a:lnTo>
                    <a:pt x="215328" y="323968"/>
                  </a:lnTo>
                  <a:lnTo>
                    <a:pt x="220381" y="322360"/>
                  </a:lnTo>
                  <a:lnTo>
                    <a:pt x="225380" y="320593"/>
                  </a:lnTo>
                  <a:lnTo>
                    <a:pt x="230321" y="318667"/>
                  </a:lnTo>
                  <a:lnTo>
                    <a:pt x="235198" y="316586"/>
                  </a:lnTo>
                  <a:lnTo>
                    <a:pt x="240006" y="314352"/>
                  </a:lnTo>
                  <a:lnTo>
                    <a:pt x="244742" y="311966"/>
                  </a:lnTo>
                  <a:lnTo>
                    <a:pt x="249399" y="309430"/>
                  </a:lnTo>
                  <a:lnTo>
                    <a:pt x="253974" y="306749"/>
                  </a:lnTo>
                  <a:lnTo>
                    <a:pt x="258461" y="303924"/>
                  </a:lnTo>
                  <a:lnTo>
                    <a:pt x="262856" y="300958"/>
                  </a:lnTo>
                  <a:lnTo>
                    <a:pt x="267155" y="297854"/>
                  </a:lnTo>
                  <a:lnTo>
                    <a:pt x="271354" y="294615"/>
                  </a:lnTo>
                  <a:lnTo>
                    <a:pt x="275447" y="291245"/>
                  </a:lnTo>
                  <a:lnTo>
                    <a:pt x="279432" y="287746"/>
                  </a:lnTo>
                  <a:lnTo>
                    <a:pt x="283304" y="284123"/>
                  </a:lnTo>
                  <a:lnTo>
                    <a:pt x="287059" y="280379"/>
                  </a:lnTo>
                  <a:lnTo>
                    <a:pt x="290693" y="276518"/>
                  </a:lnTo>
                  <a:lnTo>
                    <a:pt x="294203" y="272543"/>
                  </a:lnTo>
                  <a:lnTo>
                    <a:pt x="297585" y="268459"/>
                  </a:lnTo>
                  <a:lnTo>
                    <a:pt x="300836" y="264270"/>
                  </a:lnTo>
                  <a:lnTo>
                    <a:pt x="303952" y="259980"/>
                  </a:lnTo>
                  <a:lnTo>
                    <a:pt x="306931" y="255593"/>
                  </a:lnTo>
                  <a:lnTo>
                    <a:pt x="309769" y="251114"/>
                  </a:lnTo>
                  <a:lnTo>
                    <a:pt x="312463" y="246547"/>
                  </a:lnTo>
                  <a:lnTo>
                    <a:pt x="315012" y="241897"/>
                  </a:lnTo>
                  <a:lnTo>
                    <a:pt x="317412" y="237169"/>
                  </a:lnTo>
                  <a:lnTo>
                    <a:pt x="319660" y="232367"/>
                  </a:lnTo>
                  <a:lnTo>
                    <a:pt x="321755" y="227496"/>
                  </a:lnTo>
                  <a:lnTo>
                    <a:pt x="323695" y="222560"/>
                  </a:lnTo>
                  <a:lnTo>
                    <a:pt x="325477" y="217566"/>
                  </a:lnTo>
                  <a:lnTo>
                    <a:pt x="327099" y="212518"/>
                  </a:lnTo>
                  <a:lnTo>
                    <a:pt x="328561" y="207421"/>
                  </a:lnTo>
                  <a:lnTo>
                    <a:pt x="329861" y="202280"/>
                  </a:lnTo>
                  <a:lnTo>
                    <a:pt x="330996" y="197101"/>
                  </a:lnTo>
                  <a:lnTo>
                    <a:pt x="331967" y="191888"/>
                  </a:lnTo>
                  <a:lnTo>
                    <a:pt x="332772" y="186647"/>
                  </a:lnTo>
                  <a:lnTo>
                    <a:pt x="333411" y="181383"/>
                  </a:lnTo>
                  <a:lnTo>
                    <a:pt x="333882" y="176101"/>
                  </a:lnTo>
                  <a:lnTo>
                    <a:pt x="334185" y="170808"/>
                  </a:lnTo>
                  <a:lnTo>
                    <a:pt x="334321" y="165507"/>
                  </a:lnTo>
                  <a:lnTo>
                    <a:pt x="334288" y="160204"/>
                  </a:lnTo>
                  <a:lnTo>
                    <a:pt x="334087" y="154906"/>
                  </a:lnTo>
                  <a:lnTo>
                    <a:pt x="333718" y="149616"/>
                  </a:lnTo>
                  <a:lnTo>
                    <a:pt x="333181" y="144341"/>
                  </a:lnTo>
                  <a:lnTo>
                    <a:pt x="332478" y="139085"/>
                  </a:lnTo>
                  <a:lnTo>
                    <a:pt x="331608" y="133854"/>
                  </a:lnTo>
                  <a:lnTo>
                    <a:pt x="330572" y="128654"/>
                  </a:lnTo>
                  <a:lnTo>
                    <a:pt x="329373" y="123489"/>
                  </a:lnTo>
                  <a:lnTo>
                    <a:pt x="328010" y="118364"/>
                  </a:lnTo>
                  <a:lnTo>
                    <a:pt x="326485" y="113286"/>
                  </a:lnTo>
                  <a:lnTo>
                    <a:pt x="324800" y="108258"/>
                  </a:lnTo>
                  <a:lnTo>
                    <a:pt x="322956" y="103287"/>
                  </a:lnTo>
                  <a:lnTo>
                    <a:pt x="320955" y="98376"/>
                  </a:lnTo>
                  <a:lnTo>
                    <a:pt x="318800" y="93531"/>
                  </a:lnTo>
                  <a:lnTo>
                    <a:pt x="316492" y="88757"/>
                  </a:lnTo>
                  <a:lnTo>
                    <a:pt x="314034" y="84059"/>
                  </a:lnTo>
                  <a:lnTo>
                    <a:pt x="311429" y="79441"/>
                  </a:lnTo>
                  <a:lnTo>
                    <a:pt x="308678" y="74908"/>
                  </a:lnTo>
                  <a:lnTo>
                    <a:pt x="305784" y="70464"/>
                  </a:lnTo>
                  <a:lnTo>
                    <a:pt x="302751" y="66114"/>
                  </a:lnTo>
                  <a:lnTo>
                    <a:pt x="299582" y="61863"/>
                  </a:lnTo>
                  <a:lnTo>
                    <a:pt x="296280" y="57715"/>
                  </a:lnTo>
                  <a:lnTo>
                    <a:pt x="292847" y="53673"/>
                  </a:lnTo>
                  <a:lnTo>
                    <a:pt x="289288" y="49742"/>
                  </a:lnTo>
                  <a:lnTo>
                    <a:pt x="285607" y="45926"/>
                  </a:lnTo>
                  <a:lnTo>
                    <a:pt x="281806" y="42229"/>
                  </a:lnTo>
                  <a:lnTo>
                    <a:pt x="277889" y="38654"/>
                  </a:lnTo>
                  <a:lnTo>
                    <a:pt x="273862" y="35205"/>
                  </a:lnTo>
                  <a:lnTo>
                    <a:pt x="269727" y="31886"/>
                  </a:lnTo>
                  <a:lnTo>
                    <a:pt x="265488" y="28699"/>
                  </a:lnTo>
                  <a:lnTo>
                    <a:pt x="261151" y="25649"/>
                  </a:lnTo>
                  <a:lnTo>
                    <a:pt x="256719" y="22737"/>
                  </a:lnTo>
                  <a:lnTo>
                    <a:pt x="252198" y="19968"/>
                  </a:lnTo>
                  <a:lnTo>
                    <a:pt x="247590" y="17343"/>
                  </a:lnTo>
                  <a:lnTo>
                    <a:pt x="242902" y="14866"/>
                  </a:lnTo>
                  <a:lnTo>
                    <a:pt x="238137" y="12539"/>
                  </a:lnTo>
                  <a:lnTo>
                    <a:pt x="233301" y="10364"/>
                  </a:lnTo>
                  <a:lnTo>
                    <a:pt x="228399" y="8344"/>
                  </a:lnTo>
                  <a:lnTo>
                    <a:pt x="223435" y="6480"/>
                  </a:lnTo>
                  <a:lnTo>
                    <a:pt x="218414" y="4774"/>
                  </a:lnTo>
                  <a:lnTo>
                    <a:pt x="213342" y="3229"/>
                  </a:lnTo>
                  <a:lnTo>
                    <a:pt x="208223" y="1845"/>
                  </a:lnTo>
                  <a:lnTo>
                    <a:pt x="203063" y="624"/>
                  </a:lnTo>
                  <a:lnTo>
                    <a:pt x="167161" y="1638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495" y="2655501"/>
              <a:ext cx="35901" cy="167167"/>
            </a:xfrm>
            <a:custGeom>
              <a:avLst/>
              <a:pathLst>
                <a:path w="35901" h="167167">
                  <a:moveTo>
                    <a:pt x="35901" y="3900"/>
                  </a:moveTo>
                  <a:lnTo>
                    <a:pt x="28802" y="2499"/>
                  </a:lnTo>
                  <a:lnTo>
                    <a:pt x="21649" y="1407"/>
                  </a:lnTo>
                  <a:lnTo>
                    <a:pt x="14455" y="626"/>
                  </a:lnTo>
                  <a:lnTo>
                    <a:pt x="7234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39271" y="2168369"/>
              <a:ext cx="6621" cy="167167"/>
            </a:xfrm>
            <a:custGeom>
              <a:avLst/>
              <a:pathLst>
                <a:path w="6621" h="167167">
                  <a:moveTo>
                    <a:pt x="6621" y="0"/>
                  </a:moveTo>
                  <a:lnTo>
                    <a:pt x="0" y="131"/>
                  </a:lnTo>
                  <a:lnTo>
                    <a:pt x="662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39271" y="2168500"/>
              <a:ext cx="6621" cy="167036"/>
            </a:xfrm>
            <a:custGeom>
              <a:avLst/>
              <a:pathLst>
                <a:path w="6621" h="167036">
                  <a:moveTo>
                    <a:pt x="0" y="0"/>
                  </a:moveTo>
                  <a:lnTo>
                    <a:pt x="6621" y="1670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578729" y="2168500"/>
              <a:ext cx="167163" cy="333964"/>
            </a:xfrm>
            <a:custGeom>
              <a:avLst/>
              <a:pathLst>
                <a:path w="167163" h="333964">
                  <a:moveTo>
                    <a:pt x="160541" y="0"/>
                  </a:moveTo>
                  <a:lnTo>
                    <a:pt x="155241" y="294"/>
                  </a:lnTo>
                  <a:lnTo>
                    <a:pt x="149953" y="757"/>
                  </a:lnTo>
                  <a:lnTo>
                    <a:pt x="144682" y="1387"/>
                  </a:lnTo>
                  <a:lnTo>
                    <a:pt x="139434" y="2184"/>
                  </a:lnTo>
                  <a:lnTo>
                    <a:pt x="134214" y="3148"/>
                  </a:lnTo>
                  <a:lnTo>
                    <a:pt x="129027" y="4276"/>
                  </a:lnTo>
                  <a:lnTo>
                    <a:pt x="123879" y="5569"/>
                  </a:lnTo>
                  <a:lnTo>
                    <a:pt x="118774" y="7025"/>
                  </a:lnTo>
                  <a:lnTo>
                    <a:pt x="113718" y="8642"/>
                  </a:lnTo>
                  <a:lnTo>
                    <a:pt x="108716" y="10419"/>
                  </a:lnTo>
                  <a:lnTo>
                    <a:pt x="103773" y="12353"/>
                  </a:lnTo>
                  <a:lnTo>
                    <a:pt x="98894" y="14444"/>
                  </a:lnTo>
                  <a:lnTo>
                    <a:pt x="94083" y="16688"/>
                  </a:lnTo>
                  <a:lnTo>
                    <a:pt x="89347" y="19084"/>
                  </a:lnTo>
                  <a:lnTo>
                    <a:pt x="84688" y="21630"/>
                  </a:lnTo>
                  <a:lnTo>
                    <a:pt x="80113" y="24322"/>
                  </a:lnTo>
                  <a:lnTo>
                    <a:pt x="75626" y="27157"/>
                  </a:lnTo>
                  <a:lnTo>
                    <a:pt x="71231" y="30134"/>
                  </a:lnTo>
                  <a:lnTo>
                    <a:pt x="66933" y="33249"/>
                  </a:lnTo>
                  <a:lnTo>
                    <a:pt x="62736" y="36499"/>
                  </a:lnTo>
                  <a:lnTo>
                    <a:pt x="58644" y="39880"/>
                  </a:lnTo>
                  <a:lnTo>
                    <a:pt x="54661" y="43390"/>
                  </a:lnTo>
                  <a:lnTo>
                    <a:pt x="50792" y="47024"/>
                  </a:lnTo>
                  <a:lnTo>
                    <a:pt x="47040" y="50779"/>
                  </a:lnTo>
                  <a:lnTo>
                    <a:pt x="43410" y="54652"/>
                  </a:lnTo>
                  <a:lnTo>
                    <a:pt x="39904" y="58638"/>
                  </a:lnTo>
                  <a:lnTo>
                    <a:pt x="36527" y="62733"/>
                  </a:lnTo>
                  <a:lnTo>
                    <a:pt x="33281" y="66933"/>
                  </a:lnTo>
                  <a:lnTo>
                    <a:pt x="30170" y="71234"/>
                  </a:lnTo>
                  <a:lnTo>
                    <a:pt x="27197" y="75632"/>
                  </a:lnTo>
                  <a:lnTo>
                    <a:pt x="24366" y="80122"/>
                  </a:lnTo>
                  <a:lnTo>
                    <a:pt x="21678" y="84700"/>
                  </a:lnTo>
                  <a:lnTo>
                    <a:pt x="19138" y="89361"/>
                  </a:lnTo>
                  <a:lnTo>
                    <a:pt x="16746" y="94100"/>
                  </a:lnTo>
                  <a:lnTo>
                    <a:pt x="14506" y="98912"/>
                  </a:lnTo>
                  <a:lnTo>
                    <a:pt x="12420" y="103793"/>
                  </a:lnTo>
                  <a:lnTo>
                    <a:pt x="10490" y="108738"/>
                  </a:lnTo>
                  <a:lnTo>
                    <a:pt x="8718" y="113742"/>
                  </a:lnTo>
                  <a:lnTo>
                    <a:pt x="7106" y="118800"/>
                  </a:lnTo>
                  <a:lnTo>
                    <a:pt x="5655" y="123906"/>
                  </a:lnTo>
                  <a:lnTo>
                    <a:pt x="4367" y="129055"/>
                  </a:lnTo>
                  <a:lnTo>
                    <a:pt x="3243" y="134243"/>
                  </a:lnTo>
                  <a:lnTo>
                    <a:pt x="2285" y="139464"/>
                  </a:lnTo>
                  <a:lnTo>
                    <a:pt x="1493" y="144713"/>
                  </a:lnTo>
                  <a:lnTo>
                    <a:pt x="867" y="149984"/>
                  </a:lnTo>
                  <a:lnTo>
                    <a:pt x="410" y="155273"/>
                  </a:lnTo>
                  <a:lnTo>
                    <a:pt x="120" y="160573"/>
                  </a:lnTo>
                  <a:lnTo>
                    <a:pt x="0" y="165880"/>
                  </a:lnTo>
                  <a:lnTo>
                    <a:pt x="47" y="171188"/>
                  </a:lnTo>
                  <a:lnTo>
                    <a:pt x="263" y="176492"/>
                  </a:lnTo>
                  <a:lnTo>
                    <a:pt x="648" y="181786"/>
                  </a:lnTo>
                  <a:lnTo>
                    <a:pt x="1200" y="187066"/>
                  </a:lnTo>
                  <a:lnTo>
                    <a:pt x="1919" y="192325"/>
                  </a:lnTo>
                  <a:lnTo>
                    <a:pt x="2806" y="197559"/>
                  </a:lnTo>
                  <a:lnTo>
                    <a:pt x="3858" y="202762"/>
                  </a:lnTo>
                  <a:lnTo>
                    <a:pt x="5074" y="207929"/>
                  </a:lnTo>
                  <a:lnTo>
                    <a:pt x="6454" y="213054"/>
                  </a:lnTo>
                  <a:lnTo>
                    <a:pt x="7997" y="218134"/>
                  </a:lnTo>
                  <a:lnTo>
                    <a:pt x="9699" y="223161"/>
                  </a:lnTo>
                  <a:lnTo>
                    <a:pt x="11560" y="228133"/>
                  </a:lnTo>
                  <a:lnTo>
                    <a:pt x="13579" y="233042"/>
                  </a:lnTo>
                  <a:lnTo>
                    <a:pt x="15752" y="237885"/>
                  </a:lnTo>
                  <a:lnTo>
                    <a:pt x="18078" y="242657"/>
                  </a:lnTo>
                  <a:lnTo>
                    <a:pt x="20554" y="247352"/>
                  </a:lnTo>
                  <a:lnTo>
                    <a:pt x="23178" y="251967"/>
                  </a:lnTo>
                  <a:lnTo>
                    <a:pt x="25947" y="256495"/>
                  </a:lnTo>
                  <a:lnTo>
                    <a:pt x="28859" y="260934"/>
                  </a:lnTo>
                  <a:lnTo>
                    <a:pt x="31910" y="265278"/>
                  </a:lnTo>
                  <a:lnTo>
                    <a:pt x="35097" y="269522"/>
                  </a:lnTo>
                  <a:lnTo>
                    <a:pt x="38417" y="273664"/>
                  </a:lnTo>
                  <a:lnTo>
                    <a:pt x="41868" y="277698"/>
                  </a:lnTo>
                  <a:lnTo>
                    <a:pt x="45445" y="281620"/>
                  </a:lnTo>
                  <a:lnTo>
                    <a:pt x="49144" y="285427"/>
                  </a:lnTo>
                  <a:lnTo>
                    <a:pt x="52962" y="289114"/>
                  </a:lnTo>
                  <a:lnTo>
                    <a:pt x="56896" y="292679"/>
                  </a:lnTo>
                  <a:lnTo>
                    <a:pt x="60941" y="296116"/>
                  </a:lnTo>
                  <a:lnTo>
                    <a:pt x="65093" y="299424"/>
                  </a:lnTo>
                  <a:lnTo>
                    <a:pt x="69347" y="302598"/>
                  </a:lnTo>
                  <a:lnTo>
                    <a:pt x="73701" y="305635"/>
                  </a:lnTo>
                  <a:lnTo>
                    <a:pt x="78148" y="308533"/>
                  </a:lnTo>
                  <a:lnTo>
                    <a:pt x="82686" y="311288"/>
                  </a:lnTo>
                  <a:lnTo>
                    <a:pt x="87309" y="313897"/>
                  </a:lnTo>
                  <a:lnTo>
                    <a:pt x="92012" y="316358"/>
                  </a:lnTo>
                  <a:lnTo>
                    <a:pt x="96791" y="318669"/>
                  </a:lnTo>
                  <a:lnTo>
                    <a:pt x="101640" y="320827"/>
                  </a:lnTo>
                  <a:lnTo>
                    <a:pt x="106556" y="322830"/>
                  </a:lnTo>
                  <a:lnTo>
                    <a:pt x="111533" y="324676"/>
                  </a:lnTo>
                  <a:lnTo>
                    <a:pt x="116566" y="326362"/>
                  </a:lnTo>
                  <a:lnTo>
                    <a:pt x="121651" y="327888"/>
                  </a:lnTo>
                  <a:lnTo>
                    <a:pt x="126781" y="329252"/>
                  </a:lnTo>
                  <a:lnTo>
                    <a:pt x="131951" y="330453"/>
                  </a:lnTo>
                  <a:lnTo>
                    <a:pt x="137158" y="331488"/>
                  </a:lnTo>
                  <a:lnTo>
                    <a:pt x="142394" y="332358"/>
                  </a:lnTo>
                  <a:lnTo>
                    <a:pt x="147656" y="333061"/>
                  </a:lnTo>
                  <a:lnTo>
                    <a:pt x="152937" y="333597"/>
                  </a:lnTo>
                  <a:lnTo>
                    <a:pt x="158232" y="333964"/>
                  </a:lnTo>
                  <a:lnTo>
                    <a:pt x="167163" y="167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36962" y="2168369"/>
              <a:ext cx="176095" cy="334325"/>
            </a:xfrm>
            <a:custGeom>
              <a:avLst/>
              <a:pathLst>
                <a:path w="176095" h="334325">
                  <a:moveTo>
                    <a:pt x="0" y="334096"/>
                  </a:moveTo>
                  <a:lnTo>
                    <a:pt x="5337" y="334296"/>
                  </a:lnTo>
                  <a:lnTo>
                    <a:pt x="10677" y="334325"/>
                  </a:lnTo>
                  <a:lnTo>
                    <a:pt x="16016" y="334184"/>
                  </a:lnTo>
                  <a:lnTo>
                    <a:pt x="21348" y="333873"/>
                  </a:lnTo>
                  <a:lnTo>
                    <a:pt x="26667" y="333391"/>
                  </a:lnTo>
                  <a:lnTo>
                    <a:pt x="31968" y="332739"/>
                  </a:lnTo>
                  <a:lnTo>
                    <a:pt x="37246" y="331919"/>
                  </a:lnTo>
                  <a:lnTo>
                    <a:pt x="42494" y="330930"/>
                  </a:lnTo>
                  <a:lnTo>
                    <a:pt x="47708" y="329774"/>
                  </a:lnTo>
                  <a:lnTo>
                    <a:pt x="52883" y="328453"/>
                  </a:lnTo>
                  <a:lnTo>
                    <a:pt x="58013" y="326966"/>
                  </a:lnTo>
                  <a:lnTo>
                    <a:pt x="63093" y="325317"/>
                  </a:lnTo>
                  <a:lnTo>
                    <a:pt x="68117" y="323506"/>
                  </a:lnTo>
                  <a:lnTo>
                    <a:pt x="73081" y="321535"/>
                  </a:lnTo>
                  <a:lnTo>
                    <a:pt x="77980" y="319407"/>
                  </a:lnTo>
                  <a:lnTo>
                    <a:pt x="82808" y="317124"/>
                  </a:lnTo>
                  <a:lnTo>
                    <a:pt x="87560" y="314687"/>
                  </a:lnTo>
                  <a:lnTo>
                    <a:pt x="92233" y="312100"/>
                  </a:lnTo>
                  <a:lnTo>
                    <a:pt x="96820" y="309365"/>
                  </a:lnTo>
                  <a:lnTo>
                    <a:pt x="101318" y="306485"/>
                  </a:lnTo>
                  <a:lnTo>
                    <a:pt x="105721" y="303462"/>
                  </a:lnTo>
                  <a:lnTo>
                    <a:pt x="110026" y="300301"/>
                  </a:lnTo>
                  <a:lnTo>
                    <a:pt x="114227" y="297003"/>
                  </a:lnTo>
                  <a:lnTo>
                    <a:pt x="118321" y="293573"/>
                  </a:lnTo>
                  <a:lnTo>
                    <a:pt x="122303" y="290014"/>
                  </a:lnTo>
                  <a:lnTo>
                    <a:pt x="126170" y="286330"/>
                  </a:lnTo>
                  <a:lnTo>
                    <a:pt x="129917" y="282524"/>
                  </a:lnTo>
                  <a:lnTo>
                    <a:pt x="133540" y="278600"/>
                  </a:lnTo>
                  <a:lnTo>
                    <a:pt x="137036" y="274563"/>
                  </a:lnTo>
                  <a:lnTo>
                    <a:pt x="140401" y="270416"/>
                  </a:lnTo>
                  <a:lnTo>
                    <a:pt x="143633" y="266163"/>
                  </a:lnTo>
                  <a:lnTo>
                    <a:pt x="146726" y="261809"/>
                  </a:lnTo>
                  <a:lnTo>
                    <a:pt x="149679" y="257359"/>
                  </a:lnTo>
                  <a:lnTo>
                    <a:pt x="152489" y="252817"/>
                  </a:lnTo>
                  <a:lnTo>
                    <a:pt x="155151" y="248187"/>
                  </a:lnTo>
                  <a:lnTo>
                    <a:pt x="157665" y="243475"/>
                  </a:lnTo>
                  <a:lnTo>
                    <a:pt x="160027" y="238685"/>
                  </a:lnTo>
                  <a:lnTo>
                    <a:pt x="162234" y="233821"/>
                  </a:lnTo>
                  <a:lnTo>
                    <a:pt x="164285" y="228890"/>
                  </a:lnTo>
                  <a:lnTo>
                    <a:pt x="166178" y="223896"/>
                  </a:lnTo>
                  <a:lnTo>
                    <a:pt x="167910" y="218843"/>
                  </a:lnTo>
                  <a:lnTo>
                    <a:pt x="169479" y="213738"/>
                  </a:lnTo>
                  <a:lnTo>
                    <a:pt x="170885" y="208586"/>
                  </a:lnTo>
                  <a:lnTo>
                    <a:pt x="172126" y="203391"/>
                  </a:lnTo>
                  <a:lnTo>
                    <a:pt x="173200" y="198159"/>
                  </a:lnTo>
                  <a:lnTo>
                    <a:pt x="174106" y="192896"/>
                  </a:lnTo>
                  <a:lnTo>
                    <a:pt x="174843" y="187606"/>
                  </a:lnTo>
                  <a:lnTo>
                    <a:pt x="175412" y="182296"/>
                  </a:lnTo>
                  <a:lnTo>
                    <a:pt x="175810" y="176970"/>
                  </a:lnTo>
                  <a:lnTo>
                    <a:pt x="176038" y="171634"/>
                  </a:lnTo>
                  <a:lnTo>
                    <a:pt x="176095" y="166293"/>
                  </a:lnTo>
                  <a:lnTo>
                    <a:pt x="175982" y="160954"/>
                  </a:lnTo>
                  <a:lnTo>
                    <a:pt x="175698" y="155620"/>
                  </a:lnTo>
                  <a:lnTo>
                    <a:pt x="175244" y="150299"/>
                  </a:lnTo>
                  <a:lnTo>
                    <a:pt x="174621" y="144995"/>
                  </a:lnTo>
                  <a:lnTo>
                    <a:pt x="173828" y="139713"/>
                  </a:lnTo>
                  <a:lnTo>
                    <a:pt x="172867" y="134459"/>
                  </a:lnTo>
                  <a:lnTo>
                    <a:pt x="171738" y="129239"/>
                  </a:lnTo>
                  <a:lnTo>
                    <a:pt x="170443" y="124057"/>
                  </a:lnTo>
                  <a:lnTo>
                    <a:pt x="168984" y="118920"/>
                  </a:lnTo>
                  <a:lnTo>
                    <a:pt x="167361" y="113832"/>
                  </a:lnTo>
                  <a:lnTo>
                    <a:pt x="165576" y="108798"/>
                  </a:lnTo>
                  <a:lnTo>
                    <a:pt x="163632" y="103824"/>
                  </a:lnTo>
                  <a:lnTo>
                    <a:pt x="161529" y="98914"/>
                  </a:lnTo>
                  <a:lnTo>
                    <a:pt x="159271" y="94074"/>
                  </a:lnTo>
                  <a:lnTo>
                    <a:pt x="156859" y="89309"/>
                  </a:lnTo>
                  <a:lnTo>
                    <a:pt x="154297" y="84623"/>
                  </a:lnTo>
                  <a:lnTo>
                    <a:pt x="151586" y="80021"/>
                  </a:lnTo>
                  <a:lnTo>
                    <a:pt x="148729" y="75509"/>
                  </a:lnTo>
                  <a:lnTo>
                    <a:pt x="145730" y="71089"/>
                  </a:lnTo>
                  <a:lnTo>
                    <a:pt x="142591" y="66768"/>
                  </a:lnTo>
                  <a:lnTo>
                    <a:pt x="139315" y="62550"/>
                  </a:lnTo>
                  <a:lnTo>
                    <a:pt x="135907" y="58438"/>
                  </a:lnTo>
                  <a:lnTo>
                    <a:pt x="132368" y="54437"/>
                  </a:lnTo>
                  <a:lnTo>
                    <a:pt x="128704" y="50552"/>
                  </a:lnTo>
                  <a:lnTo>
                    <a:pt x="124918" y="46785"/>
                  </a:lnTo>
                  <a:lnTo>
                    <a:pt x="121013" y="43141"/>
                  </a:lnTo>
                  <a:lnTo>
                    <a:pt x="116994" y="39624"/>
                  </a:lnTo>
                  <a:lnTo>
                    <a:pt x="112864" y="36237"/>
                  </a:lnTo>
                  <a:lnTo>
                    <a:pt x="108629" y="32984"/>
                  </a:lnTo>
                  <a:lnTo>
                    <a:pt x="104291" y="29867"/>
                  </a:lnTo>
                  <a:lnTo>
                    <a:pt x="99857" y="26891"/>
                  </a:lnTo>
                  <a:lnTo>
                    <a:pt x="95329" y="24058"/>
                  </a:lnTo>
                  <a:lnTo>
                    <a:pt x="90714" y="21371"/>
                  </a:lnTo>
                  <a:lnTo>
                    <a:pt x="86014" y="18833"/>
                  </a:lnTo>
                  <a:lnTo>
                    <a:pt x="81236" y="16446"/>
                  </a:lnTo>
                  <a:lnTo>
                    <a:pt x="76385" y="14213"/>
                  </a:lnTo>
                  <a:lnTo>
                    <a:pt x="71464" y="12136"/>
                  </a:lnTo>
                  <a:lnTo>
                    <a:pt x="66480" y="10218"/>
                  </a:lnTo>
                  <a:lnTo>
                    <a:pt x="61437" y="8460"/>
                  </a:lnTo>
                  <a:lnTo>
                    <a:pt x="56340" y="6863"/>
                  </a:lnTo>
                  <a:lnTo>
                    <a:pt x="51195" y="5431"/>
                  </a:lnTo>
                  <a:lnTo>
                    <a:pt x="46007" y="4163"/>
                  </a:lnTo>
                  <a:lnTo>
                    <a:pt x="40781" y="3062"/>
                  </a:lnTo>
                  <a:lnTo>
                    <a:pt x="35522" y="2128"/>
                  </a:lnTo>
                  <a:lnTo>
                    <a:pt x="30236" y="1363"/>
                  </a:lnTo>
                  <a:lnTo>
                    <a:pt x="24929" y="767"/>
                  </a:lnTo>
                  <a:lnTo>
                    <a:pt x="19605" y="341"/>
                  </a:lnTo>
                  <a:lnTo>
                    <a:pt x="14270" y="85"/>
                  </a:lnTo>
                  <a:lnTo>
                    <a:pt x="8930" y="0"/>
                  </a:lnTo>
                  <a:lnTo>
                    <a:pt x="89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3304" y="1735255"/>
              <a:ext cx="17242" cy="167167"/>
            </a:xfrm>
            <a:custGeom>
              <a:avLst/>
              <a:pathLst>
                <a:path w="17242" h="167167">
                  <a:moveTo>
                    <a:pt x="17242" y="0"/>
                  </a:moveTo>
                  <a:lnTo>
                    <a:pt x="8609" y="223"/>
                  </a:lnTo>
                  <a:lnTo>
                    <a:pt x="0" y="891"/>
                  </a:lnTo>
                  <a:lnTo>
                    <a:pt x="1724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43304" y="1736147"/>
              <a:ext cx="17242" cy="166275"/>
            </a:xfrm>
            <a:custGeom>
              <a:avLst/>
              <a:pathLst>
                <a:path w="17242" h="166275">
                  <a:moveTo>
                    <a:pt x="0" y="0"/>
                  </a:moveTo>
                  <a:lnTo>
                    <a:pt x="17242" y="166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293386" y="1736147"/>
              <a:ext cx="334315" cy="333441"/>
            </a:xfrm>
            <a:custGeom>
              <a:avLst/>
              <a:pathLst>
                <a:path w="334315" h="333441">
                  <a:moveTo>
                    <a:pt x="149918" y="0"/>
                  </a:moveTo>
                  <a:lnTo>
                    <a:pt x="144656" y="630"/>
                  </a:lnTo>
                  <a:lnTo>
                    <a:pt x="139417" y="1426"/>
                  </a:lnTo>
                  <a:lnTo>
                    <a:pt x="134206" y="2388"/>
                  </a:lnTo>
                  <a:lnTo>
                    <a:pt x="129028" y="3515"/>
                  </a:lnTo>
                  <a:lnTo>
                    <a:pt x="123888" y="4806"/>
                  </a:lnTo>
                  <a:lnTo>
                    <a:pt x="118792" y="6258"/>
                  </a:lnTo>
                  <a:lnTo>
                    <a:pt x="113744" y="7872"/>
                  </a:lnTo>
                  <a:lnTo>
                    <a:pt x="108750" y="9644"/>
                  </a:lnTo>
                  <a:lnTo>
                    <a:pt x="103815" y="11575"/>
                  </a:lnTo>
                  <a:lnTo>
                    <a:pt x="98943" y="13660"/>
                  </a:lnTo>
                  <a:lnTo>
                    <a:pt x="94140" y="15899"/>
                  </a:lnTo>
                  <a:lnTo>
                    <a:pt x="89410" y="18289"/>
                  </a:lnTo>
                  <a:lnTo>
                    <a:pt x="84759" y="20828"/>
                  </a:lnTo>
                  <a:lnTo>
                    <a:pt x="80190" y="23513"/>
                  </a:lnTo>
                  <a:lnTo>
                    <a:pt x="75709" y="26341"/>
                  </a:lnTo>
                  <a:lnTo>
                    <a:pt x="71319" y="29310"/>
                  </a:lnTo>
                  <a:lnTo>
                    <a:pt x="67026" y="32417"/>
                  </a:lnTo>
                  <a:lnTo>
                    <a:pt x="62833" y="35658"/>
                  </a:lnTo>
                  <a:lnTo>
                    <a:pt x="58746" y="39030"/>
                  </a:lnTo>
                  <a:lnTo>
                    <a:pt x="54767" y="42531"/>
                  </a:lnTo>
                  <a:lnTo>
                    <a:pt x="50901" y="46155"/>
                  </a:lnTo>
                  <a:lnTo>
                    <a:pt x="47152" y="49900"/>
                  </a:lnTo>
                  <a:lnTo>
                    <a:pt x="43524" y="53763"/>
                  </a:lnTo>
                  <a:lnTo>
                    <a:pt x="40020" y="57738"/>
                  </a:lnTo>
                  <a:lnTo>
                    <a:pt x="36643" y="61823"/>
                  </a:lnTo>
                  <a:lnTo>
                    <a:pt x="33398" y="66012"/>
                  </a:lnTo>
                  <a:lnTo>
                    <a:pt x="30287" y="70302"/>
                  </a:lnTo>
                  <a:lnTo>
                    <a:pt x="27314" y="74689"/>
                  </a:lnTo>
                  <a:lnTo>
                    <a:pt x="24481" y="79167"/>
                  </a:lnTo>
                  <a:lnTo>
                    <a:pt x="21792" y="83733"/>
                  </a:lnTo>
                  <a:lnTo>
                    <a:pt x="19249" y="88383"/>
                  </a:lnTo>
                  <a:lnTo>
                    <a:pt x="16854" y="93110"/>
                  </a:lnTo>
                  <a:lnTo>
                    <a:pt x="14611" y="97911"/>
                  </a:lnTo>
                  <a:lnTo>
                    <a:pt x="12520" y="102781"/>
                  </a:lnTo>
                  <a:lnTo>
                    <a:pt x="10586" y="107714"/>
                  </a:lnTo>
                  <a:lnTo>
                    <a:pt x="8808" y="112706"/>
                  </a:lnTo>
                  <a:lnTo>
                    <a:pt x="7190" y="117752"/>
                  </a:lnTo>
                  <a:lnTo>
                    <a:pt x="5732" y="122847"/>
                  </a:lnTo>
                  <a:lnTo>
                    <a:pt x="4437" y="127986"/>
                  </a:lnTo>
                  <a:lnTo>
                    <a:pt x="3305" y="133163"/>
                  </a:lnTo>
                  <a:lnTo>
                    <a:pt x="2338" y="138373"/>
                  </a:lnTo>
                  <a:lnTo>
                    <a:pt x="1536" y="143611"/>
                  </a:lnTo>
                  <a:lnTo>
                    <a:pt x="901" y="148872"/>
                  </a:lnTo>
                  <a:lnTo>
                    <a:pt x="433" y="154151"/>
                  </a:lnTo>
                  <a:lnTo>
                    <a:pt x="132" y="159442"/>
                  </a:lnTo>
                  <a:lnTo>
                    <a:pt x="0" y="164739"/>
                  </a:lnTo>
                  <a:lnTo>
                    <a:pt x="35" y="170038"/>
                  </a:lnTo>
                  <a:lnTo>
                    <a:pt x="238" y="175334"/>
                  </a:lnTo>
                  <a:lnTo>
                    <a:pt x="609" y="180620"/>
                  </a:lnTo>
                  <a:lnTo>
                    <a:pt x="1147" y="185892"/>
                  </a:lnTo>
                  <a:lnTo>
                    <a:pt x="1853" y="191144"/>
                  </a:lnTo>
                  <a:lnTo>
                    <a:pt x="2724" y="196371"/>
                  </a:lnTo>
                  <a:lnTo>
                    <a:pt x="3760" y="201568"/>
                  </a:lnTo>
                  <a:lnTo>
                    <a:pt x="4961" y="206730"/>
                  </a:lnTo>
                  <a:lnTo>
                    <a:pt x="6325" y="211850"/>
                  </a:lnTo>
                  <a:lnTo>
                    <a:pt x="7850" y="216925"/>
                  </a:lnTo>
                  <a:lnTo>
                    <a:pt x="9536" y="221949"/>
                  </a:lnTo>
                  <a:lnTo>
                    <a:pt x="11380" y="226918"/>
                  </a:lnTo>
                  <a:lnTo>
                    <a:pt x="13380" y="231825"/>
                  </a:lnTo>
                  <a:lnTo>
                    <a:pt x="15535" y="236666"/>
                  </a:lnTo>
                  <a:lnTo>
                    <a:pt x="17842" y="241437"/>
                  </a:lnTo>
                  <a:lnTo>
                    <a:pt x="20300" y="246132"/>
                  </a:lnTo>
                  <a:lnTo>
                    <a:pt x="22905" y="250747"/>
                  </a:lnTo>
                  <a:lnTo>
                    <a:pt x="25655" y="255277"/>
                  </a:lnTo>
                  <a:lnTo>
                    <a:pt x="28547" y="259717"/>
                  </a:lnTo>
                  <a:lnTo>
                    <a:pt x="31578" y="264064"/>
                  </a:lnTo>
                  <a:lnTo>
                    <a:pt x="34746" y="268312"/>
                  </a:lnTo>
                  <a:lnTo>
                    <a:pt x="38047" y="272458"/>
                  </a:lnTo>
                  <a:lnTo>
                    <a:pt x="41477" y="276497"/>
                  </a:lnTo>
                  <a:lnTo>
                    <a:pt x="45034" y="280425"/>
                  </a:lnTo>
                  <a:lnTo>
                    <a:pt x="48713" y="284239"/>
                  </a:lnTo>
                  <a:lnTo>
                    <a:pt x="52512" y="287934"/>
                  </a:lnTo>
                  <a:lnTo>
                    <a:pt x="56426" y="291507"/>
                  </a:lnTo>
                  <a:lnTo>
                    <a:pt x="60451" y="294954"/>
                  </a:lnTo>
                  <a:lnTo>
                    <a:pt x="64583" y="298271"/>
                  </a:lnTo>
                  <a:lnTo>
                    <a:pt x="68818" y="301456"/>
                  </a:lnTo>
                  <a:lnTo>
                    <a:pt x="73152" y="304505"/>
                  </a:lnTo>
                  <a:lnTo>
                    <a:pt x="77581" y="307416"/>
                  </a:lnTo>
                  <a:lnTo>
                    <a:pt x="82100" y="310184"/>
                  </a:lnTo>
                  <a:lnTo>
                    <a:pt x="86704" y="312808"/>
                  </a:lnTo>
                  <a:lnTo>
                    <a:pt x="91389" y="315284"/>
                  </a:lnTo>
                  <a:lnTo>
                    <a:pt x="96150" y="317611"/>
                  </a:lnTo>
                  <a:lnTo>
                    <a:pt x="100982" y="319786"/>
                  </a:lnTo>
                  <a:lnTo>
                    <a:pt x="105881" y="321806"/>
                  </a:lnTo>
                  <a:lnTo>
                    <a:pt x="110842" y="323671"/>
                  </a:lnTo>
                  <a:lnTo>
                    <a:pt x="115859" y="325377"/>
                  </a:lnTo>
                  <a:lnTo>
                    <a:pt x="120928" y="326923"/>
                  </a:lnTo>
                  <a:lnTo>
                    <a:pt x="126043" y="328307"/>
                  </a:lnTo>
                  <a:lnTo>
                    <a:pt x="131200" y="329529"/>
                  </a:lnTo>
                  <a:lnTo>
                    <a:pt x="136392" y="330587"/>
                  </a:lnTo>
                  <a:lnTo>
                    <a:pt x="141616" y="331480"/>
                  </a:lnTo>
                  <a:lnTo>
                    <a:pt x="146865" y="332206"/>
                  </a:lnTo>
                  <a:lnTo>
                    <a:pt x="152135" y="332766"/>
                  </a:lnTo>
                  <a:lnTo>
                    <a:pt x="157419" y="333159"/>
                  </a:lnTo>
                  <a:lnTo>
                    <a:pt x="162714" y="333384"/>
                  </a:lnTo>
                  <a:lnTo>
                    <a:pt x="168013" y="333441"/>
                  </a:lnTo>
                  <a:lnTo>
                    <a:pt x="173311" y="333330"/>
                  </a:lnTo>
                  <a:lnTo>
                    <a:pt x="178603" y="333051"/>
                  </a:lnTo>
                  <a:lnTo>
                    <a:pt x="183883" y="332604"/>
                  </a:lnTo>
                  <a:lnTo>
                    <a:pt x="189147" y="331991"/>
                  </a:lnTo>
                  <a:lnTo>
                    <a:pt x="194388" y="331210"/>
                  </a:lnTo>
                  <a:lnTo>
                    <a:pt x="199603" y="330264"/>
                  </a:lnTo>
                  <a:lnTo>
                    <a:pt x="204784" y="329154"/>
                  </a:lnTo>
                  <a:lnTo>
                    <a:pt x="209928" y="327879"/>
                  </a:lnTo>
                  <a:lnTo>
                    <a:pt x="215029" y="326443"/>
                  </a:lnTo>
                  <a:lnTo>
                    <a:pt x="220081" y="324845"/>
                  </a:lnTo>
                  <a:lnTo>
                    <a:pt x="225081" y="323088"/>
                  </a:lnTo>
                  <a:lnTo>
                    <a:pt x="230022" y="321173"/>
                  </a:lnTo>
                  <a:lnTo>
                    <a:pt x="234900" y="319103"/>
                  </a:lnTo>
                  <a:lnTo>
                    <a:pt x="239710" y="316879"/>
                  </a:lnTo>
                  <a:lnTo>
                    <a:pt x="244447" y="314504"/>
                  </a:lnTo>
                  <a:lnTo>
                    <a:pt x="249107" y="311979"/>
                  </a:lnTo>
                  <a:lnTo>
                    <a:pt x="253684" y="309309"/>
                  </a:lnTo>
                  <a:lnTo>
                    <a:pt x="258174" y="306494"/>
                  </a:lnTo>
                  <a:lnTo>
                    <a:pt x="262573" y="303539"/>
                  </a:lnTo>
                  <a:lnTo>
                    <a:pt x="266876" y="300446"/>
                  </a:lnTo>
                  <a:lnTo>
                    <a:pt x="271078" y="297218"/>
                  </a:lnTo>
                  <a:lnTo>
                    <a:pt x="275177" y="293858"/>
                  </a:lnTo>
                  <a:lnTo>
                    <a:pt x="279166" y="290370"/>
                  </a:lnTo>
                  <a:lnTo>
                    <a:pt x="283043" y="286758"/>
                  </a:lnTo>
                  <a:lnTo>
                    <a:pt x="286804" y="283024"/>
                  </a:lnTo>
                  <a:lnTo>
                    <a:pt x="290444" y="279173"/>
                  </a:lnTo>
                  <a:lnTo>
                    <a:pt x="293961" y="275209"/>
                  </a:lnTo>
                  <a:lnTo>
                    <a:pt x="297350" y="271135"/>
                  </a:lnTo>
                  <a:lnTo>
                    <a:pt x="300608" y="266956"/>
                  </a:lnTo>
                  <a:lnTo>
                    <a:pt x="303732" y="262675"/>
                  </a:lnTo>
                  <a:lnTo>
                    <a:pt x="306719" y="258298"/>
                  </a:lnTo>
                  <a:lnTo>
                    <a:pt x="309566" y="253828"/>
                  </a:lnTo>
                  <a:lnTo>
                    <a:pt x="312269" y="249270"/>
                  </a:lnTo>
                  <a:lnTo>
                    <a:pt x="314827" y="244629"/>
                  </a:lnTo>
                  <a:lnTo>
                    <a:pt x="317237" y="239909"/>
                  </a:lnTo>
                  <a:lnTo>
                    <a:pt x="319495" y="235115"/>
                  </a:lnTo>
                  <a:lnTo>
                    <a:pt x="321600" y="230252"/>
                  </a:lnTo>
                  <a:lnTo>
                    <a:pt x="323551" y="225325"/>
                  </a:lnTo>
                  <a:lnTo>
                    <a:pt x="325344" y="220338"/>
                  </a:lnTo>
                  <a:lnTo>
                    <a:pt x="326978" y="215297"/>
                  </a:lnTo>
                  <a:lnTo>
                    <a:pt x="328451" y="210207"/>
                  </a:lnTo>
                  <a:lnTo>
                    <a:pt x="329763" y="205072"/>
                  </a:lnTo>
                  <a:lnTo>
                    <a:pt x="330911" y="199899"/>
                  </a:lnTo>
                  <a:lnTo>
                    <a:pt x="331894" y="194692"/>
                  </a:lnTo>
                  <a:lnTo>
                    <a:pt x="332712" y="189456"/>
                  </a:lnTo>
                  <a:lnTo>
                    <a:pt x="333364" y="184197"/>
                  </a:lnTo>
                  <a:lnTo>
                    <a:pt x="333848" y="178920"/>
                  </a:lnTo>
                  <a:lnTo>
                    <a:pt x="334165" y="173630"/>
                  </a:lnTo>
                  <a:lnTo>
                    <a:pt x="334315" y="168333"/>
                  </a:lnTo>
                  <a:lnTo>
                    <a:pt x="334296" y="163034"/>
                  </a:lnTo>
                  <a:lnTo>
                    <a:pt x="334109" y="157738"/>
                  </a:lnTo>
                  <a:lnTo>
                    <a:pt x="333755" y="152450"/>
                  </a:lnTo>
                  <a:lnTo>
                    <a:pt x="333233" y="147177"/>
                  </a:lnTo>
                  <a:lnTo>
                    <a:pt x="332544" y="141922"/>
                  </a:lnTo>
                  <a:lnTo>
                    <a:pt x="331689" y="136693"/>
                  </a:lnTo>
                  <a:lnTo>
                    <a:pt x="330669" y="131493"/>
                  </a:lnTo>
                  <a:lnTo>
                    <a:pt x="329484" y="126327"/>
                  </a:lnTo>
                  <a:lnTo>
                    <a:pt x="328136" y="121202"/>
                  </a:lnTo>
                  <a:lnTo>
                    <a:pt x="326627" y="116123"/>
                  </a:lnTo>
                  <a:lnTo>
                    <a:pt x="324957" y="111093"/>
                  </a:lnTo>
                  <a:lnTo>
                    <a:pt x="323129" y="106119"/>
                  </a:lnTo>
                  <a:lnTo>
                    <a:pt x="321143" y="101206"/>
                  </a:lnTo>
                  <a:lnTo>
                    <a:pt x="319004" y="96358"/>
                  </a:lnTo>
                  <a:lnTo>
                    <a:pt x="316711" y="91580"/>
                  </a:lnTo>
                  <a:lnTo>
                    <a:pt x="314268" y="86877"/>
                  </a:lnTo>
                  <a:lnTo>
                    <a:pt x="311678" y="82255"/>
                  </a:lnTo>
                  <a:lnTo>
                    <a:pt x="308942" y="77716"/>
                  </a:lnTo>
                  <a:lnTo>
                    <a:pt x="306064" y="73267"/>
                  </a:lnTo>
                  <a:lnTo>
                    <a:pt x="303046" y="68911"/>
                  </a:lnTo>
                  <a:lnTo>
                    <a:pt x="299892" y="64652"/>
                  </a:lnTo>
                  <a:lnTo>
                    <a:pt x="296604" y="60496"/>
                  </a:lnTo>
                  <a:lnTo>
                    <a:pt x="293186" y="56447"/>
                  </a:lnTo>
                  <a:lnTo>
                    <a:pt x="289641" y="52507"/>
                  </a:lnTo>
                  <a:lnTo>
                    <a:pt x="285974" y="48682"/>
                  </a:lnTo>
                  <a:lnTo>
                    <a:pt x="282187" y="44975"/>
                  </a:lnTo>
                  <a:lnTo>
                    <a:pt x="278284" y="41390"/>
                  </a:lnTo>
                  <a:lnTo>
                    <a:pt x="274270" y="37931"/>
                  </a:lnTo>
                  <a:lnTo>
                    <a:pt x="270148" y="34600"/>
                  </a:lnTo>
                  <a:lnTo>
                    <a:pt x="265923" y="31402"/>
                  </a:lnTo>
                  <a:lnTo>
                    <a:pt x="261598" y="28339"/>
                  </a:lnTo>
                  <a:lnTo>
                    <a:pt x="257179" y="25415"/>
                  </a:lnTo>
                  <a:lnTo>
                    <a:pt x="252669" y="22633"/>
                  </a:lnTo>
                  <a:lnTo>
                    <a:pt x="248073" y="19995"/>
                  </a:lnTo>
                  <a:lnTo>
                    <a:pt x="243395" y="17503"/>
                  </a:lnTo>
                  <a:lnTo>
                    <a:pt x="238642" y="15162"/>
                  </a:lnTo>
                  <a:lnTo>
                    <a:pt x="233816" y="12972"/>
                  </a:lnTo>
                  <a:lnTo>
                    <a:pt x="228923" y="10936"/>
                  </a:lnTo>
                  <a:lnTo>
                    <a:pt x="223969" y="9057"/>
                  </a:lnTo>
                  <a:lnTo>
                    <a:pt x="218957" y="7335"/>
                  </a:lnTo>
                  <a:lnTo>
                    <a:pt x="213893" y="5773"/>
                  </a:lnTo>
                  <a:lnTo>
                    <a:pt x="208782" y="4372"/>
                  </a:lnTo>
                  <a:lnTo>
                    <a:pt x="203629" y="3135"/>
                  </a:lnTo>
                  <a:lnTo>
                    <a:pt x="198440" y="2061"/>
                  </a:lnTo>
                  <a:lnTo>
                    <a:pt x="193219" y="1152"/>
                  </a:lnTo>
                  <a:lnTo>
                    <a:pt x="187972" y="409"/>
                  </a:lnTo>
                  <a:lnTo>
                    <a:pt x="167160" y="166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60546" y="1735255"/>
              <a:ext cx="20812" cy="167167"/>
            </a:xfrm>
            <a:custGeom>
              <a:avLst/>
              <a:pathLst>
                <a:path w="20812" h="167167">
                  <a:moveTo>
                    <a:pt x="20812" y="1300"/>
                  </a:moveTo>
                  <a:lnTo>
                    <a:pt x="10426" y="3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5675" y="1379510"/>
              <a:ext cx="167164" cy="250339"/>
            </a:xfrm>
            <a:custGeom>
              <a:avLst/>
              <a:pathLst>
                <a:path w="167164" h="250339">
                  <a:moveTo>
                    <a:pt x="167164" y="0"/>
                  </a:moveTo>
                  <a:lnTo>
                    <a:pt x="161786" y="86"/>
                  </a:lnTo>
                  <a:lnTo>
                    <a:pt x="156413" y="346"/>
                  </a:lnTo>
                  <a:lnTo>
                    <a:pt x="151052" y="778"/>
                  </a:lnTo>
                  <a:lnTo>
                    <a:pt x="145707" y="1382"/>
                  </a:lnTo>
                  <a:lnTo>
                    <a:pt x="140385" y="2158"/>
                  </a:lnTo>
                  <a:lnTo>
                    <a:pt x="135090" y="3105"/>
                  </a:lnTo>
                  <a:lnTo>
                    <a:pt x="129828" y="4222"/>
                  </a:lnTo>
                  <a:lnTo>
                    <a:pt x="124605" y="5508"/>
                  </a:lnTo>
                  <a:lnTo>
                    <a:pt x="119426" y="6961"/>
                  </a:lnTo>
                  <a:lnTo>
                    <a:pt x="114297" y="8579"/>
                  </a:lnTo>
                  <a:lnTo>
                    <a:pt x="109222" y="10362"/>
                  </a:lnTo>
                  <a:lnTo>
                    <a:pt x="104207" y="12308"/>
                  </a:lnTo>
                  <a:lnTo>
                    <a:pt x="99258" y="14413"/>
                  </a:lnTo>
                  <a:lnTo>
                    <a:pt x="94378" y="16677"/>
                  </a:lnTo>
                  <a:lnTo>
                    <a:pt x="89575" y="19097"/>
                  </a:lnTo>
                  <a:lnTo>
                    <a:pt x="84851" y="21669"/>
                  </a:lnTo>
                  <a:lnTo>
                    <a:pt x="80213" y="24393"/>
                  </a:lnTo>
                  <a:lnTo>
                    <a:pt x="75664" y="27264"/>
                  </a:lnTo>
                  <a:lnTo>
                    <a:pt x="71211" y="30281"/>
                  </a:lnTo>
                  <a:lnTo>
                    <a:pt x="66856" y="33438"/>
                  </a:lnTo>
                  <a:lnTo>
                    <a:pt x="62606" y="36735"/>
                  </a:lnTo>
                  <a:lnTo>
                    <a:pt x="58464" y="40166"/>
                  </a:lnTo>
                  <a:lnTo>
                    <a:pt x="54434" y="43729"/>
                  </a:lnTo>
                  <a:lnTo>
                    <a:pt x="50521" y="47420"/>
                  </a:lnTo>
                  <a:lnTo>
                    <a:pt x="46729" y="51234"/>
                  </a:lnTo>
                  <a:lnTo>
                    <a:pt x="43062" y="55169"/>
                  </a:lnTo>
                  <a:lnTo>
                    <a:pt x="39523" y="59220"/>
                  </a:lnTo>
                  <a:lnTo>
                    <a:pt x="36116" y="63382"/>
                  </a:lnTo>
                  <a:lnTo>
                    <a:pt x="32845" y="67652"/>
                  </a:lnTo>
                  <a:lnTo>
                    <a:pt x="29713" y="72025"/>
                  </a:lnTo>
                  <a:lnTo>
                    <a:pt x="26723" y="76496"/>
                  </a:lnTo>
                  <a:lnTo>
                    <a:pt x="23878" y="81061"/>
                  </a:lnTo>
                  <a:lnTo>
                    <a:pt x="21182" y="85716"/>
                  </a:lnTo>
                  <a:lnTo>
                    <a:pt x="18637" y="90454"/>
                  </a:lnTo>
                  <a:lnTo>
                    <a:pt x="16246" y="95273"/>
                  </a:lnTo>
                  <a:lnTo>
                    <a:pt x="14011" y="100165"/>
                  </a:lnTo>
                  <a:lnTo>
                    <a:pt x="11935" y="105127"/>
                  </a:lnTo>
                  <a:lnTo>
                    <a:pt x="10020" y="110153"/>
                  </a:lnTo>
                  <a:lnTo>
                    <a:pt x="8267" y="115238"/>
                  </a:lnTo>
                  <a:lnTo>
                    <a:pt x="6678" y="120377"/>
                  </a:lnTo>
                  <a:lnTo>
                    <a:pt x="5256" y="125565"/>
                  </a:lnTo>
                  <a:lnTo>
                    <a:pt x="4001" y="130795"/>
                  </a:lnTo>
                  <a:lnTo>
                    <a:pt x="2916" y="136063"/>
                  </a:lnTo>
                  <a:lnTo>
                    <a:pt x="2000" y="141364"/>
                  </a:lnTo>
                  <a:lnTo>
                    <a:pt x="1255" y="146691"/>
                  </a:lnTo>
                  <a:lnTo>
                    <a:pt x="682" y="152039"/>
                  </a:lnTo>
                  <a:lnTo>
                    <a:pt x="282" y="157403"/>
                  </a:lnTo>
                  <a:lnTo>
                    <a:pt x="54" y="162777"/>
                  </a:lnTo>
                  <a:lnTo>
                    <a:pt x="0" y="168155"/>
                  </a:lnTo>
                  <a:lnTo>
                    <a:pt x="118" y="173533"/>
                  </a:lnTo>
                  <a:lnTo>
                    <a:pt x="409" y="178904"/>
                  </a:lnTo>
                  <a:lnTo>
                    <a:pt x="873" y="184263"/>
                  </a:lnTo>
                  <a:lnTo>
                    <a:pt x="1509" y="189604"/>
                  </a:lnTo>
                  <a:lnTo>
                    <a:pt x="2317" y="194922"/>
                  </a:lnTo>
                  <a:lnTo>
                    <a:pt x="3295" y="200211"/>
                  </a:lnTo>
                  <a:lnTo>
                    <a:pt x="4443" y="205466"/>
                  </a:lnTo>
                  <a:lnTo>
                    <a:pt x="5759" y="210681"/>
                  </a:lnTo>
                  <a:lnTo>
                    <a:pt x="7243" y="215851"/>
                  </a:lnTo>
                  <a:lnTo>
                    <a:pt x="8892" y="220971"/>
                  </a:lnTo>
                  <a:lnTo>
                    <a:pt x="10705" y="226035"/>
                  </a:lnTo>
                  <a:lnTo>
                    <a:pt x="12680" y="231038"/>
                  </a:lnTo>
                  <a:lnTo>
                    <a:pt x="14815" y="235975"/>
                  </a:lnTo>
                  <a:lnTo>
                    <a:pt x="17107" y="240841"/>
                  </a:lnTo>
                  <a:lnTo>
                    <a:pt x="19555" y="245631"/>
                  </a:lnTo>
                  <a:lnTo>
                    <a:pt x="22156" y="25033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37832" y="1546678"/>
              <a:ext cx="145008" cy="83172"/>
            </a:xfrm>
            <a:custGeom>
              <a:avLst/>
              <a:pathLst>
                <a:path w="145008" h="83172">
                  <a:moveTo>
                    <a:pt x="0" y="83172"/>
                  </a:moveTo>
                  <a:lnTo>
                    <a:pt x="1450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937832" y="1498676"/>
              <a:ext cx="312174" cy="215166"/>
            </a:xfrm>
            <a:custGeom>
              <a:avLst/>
              <a:pathLst>
                <a:path w="312174" h="215166">
                  <a:moveTo>
                    <a:pt x="0" y="131174"/>
                  </a:moveTo>
                  <a:lnTo>
                    <a:pt x="2735" y="135771"/>
                  </a:lnTo>
                  <a:lnTo>
                    <a:pt x="5616" y="140278"/>
                  </a:lnTo>
                  <a:lnTo>
                    <a:pt x="8640" y="144691"/>
                  </a:lnTo>
                  <a:lnTo>
                    <a:pt x="11803" y="149004"/>
                  </a:lnTo>
                  <a:lnTo>
                    <a:pt x="15103" y="153214"/>
                  </a:lnTo>
                  <a:lnTo>
                    <a:pt x="18536" y="157317"/>
                  </a:lnTo>
                  <a:lnTo>
                    <a:pt x="22098" y="161308"/>
                  </a:lnTo>
                  <a:lnTo>
                    <a:pt x="25786" y="165182"/>
                  </a:lnTo>
                  <a:lnTo>
                    <a:pt x="29597" y="168937"/>
                  </a:lnTo>
                  <a:lnTo>
                    <a:pt x="33525" y="172567"/>
                  </a:lnTo>
                  <a:lnTo>
                    <a:pt x="37568" y="176071"/>
                  </a:lnTo>
                  <a:lnTo>
                    <a:pt x="41720" y="179443"/>
                  </a:lnTo>
                  <a:lnTo>
                    <a:pt x="45979" y="182680"/>
                  </a:lnTo>
                  <a:lnTo>
                    <a:pt x="50339" y="185779"/>
                  </a:lnTo>
                  <a:lnTo>
                    <a:pt x="54795" y="188738"/>
                  </a:lnTo>
                  <a:lnTo>
                    <a:pt x="59344" y="191552"/>
                  </a:lnTo>
                  <a:lnTo>
                    <a:pt x="63981" y="194220"/>
                  </a:lnTo>
                  <a:lnTo>
                    <a:pt x="68701" y="196737"/>
                  </a:lnTo>
                  <a:lnTo>
                    <a:pt x="73499" y="199103"/>
                  </a:lnTo>
                  <a:lnTo>
                    <a:pt x="78370" y="201313"/>
                  </a:lnTo>
                  <a:lnTo>
                    <a:pt x="83309" y="203367"/>
                  </a:lnTo>
                  <a:lnTo>
                    <a:pt x="88312" y="205261"/>
                  </a:lnTo>
                  <a:lnTo>
                    <a:pt x="93373" y="206995"/>
                  </a:lnTo>
                  <a:lnTo>
                    <a:pt x="98486" y="208565"/>
                  </a:lnTo>
                  <a:lnTo>
                    <a:pt x="103647" y="209972"/>
                  </a:lnTo>
                  <a:lnTo>
                    <a:pt x="108851" y="211212"/>
                  </a:lnTo>
                  <a:lnTo>
                    <a:pt x="114091" y="212285"/>
                  </a:lnTo>
                  <a:lnTo>
                    <a:pt x="119363" y="213190"/>
                  </a:lnTo>
                  <a:lnTo>
                    <a:pt x="124662" y="213926"/>
                  </a:lnTo>
                  <a:lnTo>
                    <a:pt x="129981" y="214492"/>
                  </a:lnTo>
                  <a:lnTo>
                    <a:pt x="135316" y="214888"/>
                  </a:lnTo>
                  <a:lnTo>
                    <a:pt x="140660" y="215113"/>
                  </a:lnTo>
                  <a:lnTo>
                    <a:pt x="146009" y="215166"/>
                  </a:lnTo>
                  <a:lnTo>
                    <a:pt x="151357" y="215049"/>
                  </a:lnTo>
                  <a:lnTo>
                    <a:pt x="156699" y="214760"/>
                  </a:lnTo>
                  <a:lnTo>
                    <a:pt x="162028" y="214300"/>
                  </a:lnTo>
                  <a:lnTo>
                    <a:pt x="167340" y="213671"/>
                  </a:lnTo>
                  <a:lnTo>
                    <a:pt x="172630" y="212871"/>
                  </a:lnTo>
                  <a:lnTo>
                    <a:pt x="177891" y="211903"/>
                  </a:lnTo>
                  <a:lnTo>
                    <a:pt x="183118" y="210767"/>
                  </a:lnTo>
                  <a:lnTo>
                    <a:pt x="188306" y="209464"/>
                  </a:lnTo>
                  <a:lnTo>
                    <a:pt x="193450" y="207996"/>
                  </a:lnTo>
                  <a:lnTo>
                    <a:pt x="198544" y="206365"/>
                  </a:lnTo>
                  <a:lnTo>
                    <a:pt x="203584" y="204571"/>
                  </a:lnTo>
                  <a:lnTo>
                    <a:pt x="208563" y="202616"/>
                  </a:lnTo>
                  <a:lnTo>
                    <a:pt x="213478" y="200504"/>
                  </a:lnTo>
                  <a:lnTo>
                    <a:pt x="218322" y="198235"/>
                  </a:lnTo>
                  <a:lnTo>
                    <a:pt x="223091" y="195812"/>
                  </a:lnTo>
                  <a:lnTo>
                    <a:pt x="227781" y="193238"/>
                  </a:lnTo>
                  <a:lnTo>
                    <a:pt x="232385" y="190515"/>
                  </a:lnTo>
                  <a:lnTo>
                    <a:pt x="236900" y="187647"/>
                  </a:lnTo>
                  <a:lnTo>
                    <a:pt x="241321" y="184635"/>
                  </a:lnTo>
                  <a:lnTo>
                    <a:pt x="245643" y="181483"/>
                  </a:lnTo>
                  <a:lnTo>
                    <a:pt x="249863" y="178195"/>
                  </a:lnTo>
                  <a:lnTo>
                    <a:pt x="253975" y="174774"/>
                  </a:lnTo>
                  <a:lnTo>
                    <a:pt x="257975" y="171222"/>
                  </a:lnTo>
                  <a:lnTo>
                    <a:pt x="261860" y="167545"/>
                  </a:lnTo>
                  <a:lnTo>
                    <a:pt x="265625" y="163745"/>
                  </a:lnTo>
                  <a:lnTo>
                    <a:pt x="269266" y="159826"/>
                  </a:lnTo>
                  <a:lnTo>
                    <a:pt x="272780" y="155793"/>
                  </a:lnTo>
                  <a:lnTo>
                    <a:pt x="276164" y="151650"/>
                  </a:lnTo>
                  <a:lnTo>
                    <a:pt x="279413" y="147401"/>
                  </a:lnTo>
                  <a:lnTo>
                    <a:pt x="282525" y="143049"/>
                  </a:lnTo>
                  <a:lnTo>
                    <a:pt x="285495" y="138601"/>
                  </a:lnTo>
                  <a:lnTo>
                    <a:pt x="288322" y="134059"/>
                  </a:lnTo>
                  <a:lnTo>
                    <a:pt x="291002" y="129430"/>
                  </a:lnTo>
                  <a:lnTo>
                    <a:pt x="293533" y="124717"/>
                  </a:lnTo>
                  <a:lnTo>
                    <a:pt x="295911" y="119926"/>
                  </a:lnTo>
                  <a:lnTo>
                    <a:pt x="298135" y="115061"/>
                  </a:lnTo>
                  <a:lnTo>
                    <a:pt x="300202" y="110127"/>
                  </a:lnTo>
                  <a:lnTo>
                    <a:pt x="302111" y="105130"/>
                  </a:lnTo>
                  <a:lnTo>
                    <a:pt x="303858" y="100074"/>
                  </a:lnTo>
                  <a:lnTo>
                    <a:pt x="305443" y="94965"/>
                  </a:lnTo>
                  <a:lnTo>
                    <a:pt x="306863" y="89807"/>
                  </a:lnTo>
                  <a:lnTo>
                    <a:pt x="308118" y="84607"/>
                  </a:lnTo>
                  <a:lnTo>
                    <a:pt x="309206" y="79370"/>
                  </a:lnTo>
                  <a:lnTo>
                    <a:pt x="310125" y="74100"/>
                  </a:lnTo>
                  <a:lnTo>
                    <a:pt x="310876" y="68804"/>
                  </a:lnTo>
                  <a:lnTo>
                    <a:pt x="311456" y="63486"/>
                  </a:lnTo>
                  <a:lnTo>
                    <a:pt x="311867" y="58153"/>
                  </a:lnTo>
                  <a:lnTo>
                    <a:pt x="312106" y="52809"/>
                  </a:lnTo>
                  <a:lnTo>
                    <a:pt x="312174" y="47460"/>
                  </a:lnTo>
                  <a:lnTo>
                    <a:pt x="312071" y="42111"/>
                  </a:lnTo>
                  <a:lnTo>
                    <a:pt x="311797" y="36769"/>
                  </a:lnTo>
                  <a:lnTo>
                    <a:pt x="311353" y="31438"/>
                  </a:lnTo>
                  <a:lnTo>
                    <a:pt x="310737" y="26125"/>
                  </a:lnTo>
                  <a:lnTo>
                    <a:pt x="309953" y="20833"/>
                  </a:lnTo>
                  <a:lnTo>
                    <a:pt x="308999" y="15570"/>
                  </a:lnTo>
                  <a:lnTo>
                    <a:pt x="307877" y="10339"/>
                  </a:lnTo>
                  <a:lnTo>
                    <a:pt x="306589" y="5147"/>
                  </a:lnTo>
                  <a:lnTo>
                    <a:pt x="305135" y="0"/>
                  </a:lnTo>
                  <a:lnTo>
                    <a:pt x="145008" y="480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82840" y="1379510"/>
              <a:ext cx="160127" cy="167167"/>
            </a:xfrm>
            <a:custGeom>
              <a:avLst/>
              <a:pathLst>
                <a:path w="160127" h="167167">
                  <a:moveTo>
                    <a:pt x="160127" y="119165"/>
                  </a:moveTo>
                  <a:lnTo>
                    <a:pt x="158466" y="113938"/>
                  </a:lnTo>
                  <a:lnTo>
                    <a:pt x="156635" y="108768"/>
                  </a:lnTo>
                  <a:lnTo>
                    <a:pt x="154635" y="103662"/>
                  </a:lnTo>
                  <a:lnTo>
                    <a:pt x="152468" y="98623"/>
                  </a:lnTo>
                  <a:lnTo>
                    <a:pt x="150138" y="93659"/>
                  </a:lnTo>
                  <a:lnTo>
                    <a:pt x="147646" y="88773"/>
                  </a:lnTo>
                  <a:lnTo>
                    <a:pt x="144995" y="83972"/>
                  </a:lnTo>
                  <a:lnTo>
                    <a:pt x="142188" y="79261"/>
                  </a:lnTo>
                  <a:lnTo>
                    <a:pt x="139228" y="74644"/>
                  </a:lnTo>
                  <a:lnTo>
                    <a:pt x="136118" y="70127"/>
                  </a:lnTo>
                  <a:lnTo>
                    <a:pt x="132861" y="65714"/>
                  </a:lnTo>
                  <a:lnTo>
                    <a:pt x="129462" y="61410"/>
                  </a:lnTo>
                  <a:lnTo>
                    <a:pt x="125923" y="57220"/>
                  </a:lnTo>
                  <a:lnTo>
                    <a:pt x="122249" y="53149"/>
                  </a:lnTo>
                  <a:lnTo>
                    <a:pt x="118443" y="49200"/>
                  </a:lnTo>
                  <a:lnTo>
                    <a:pt x="114509" y="45378"/>
                  </a:lnTo>
                  <a:lnTo>
                    <a:pt x="110453" y="41688"/>
                  </a:lnTo>
                  <a:lnTo>
                    <a:pt x="106277" y="38132"/>
                  </a:lnTo>
                  <a:lnTo>
                    <a:pt x="101987" y="34715"/>
                  </a:lnTo>
                  <a:lnTo>
                    <a:pt x="97587" y="31441"/>
                  </a:lnTo>
                  <a:lnTo>
                    <a:pt x="93083" y="28313"/>
                  </a:lnTo>
                  <a:lnTo>
                    <a:pt x="88478" y="25334"/>
                  </a:lnTo>
                  <a:lnTo>
                    <a:pt x="83778" y="22508"/>
                  </a:lnTo>
                  <a:lnTo>
                    <a:pt x="78987" y="19838"/>
                  </a:lnTo>
                  <a:lnTo>
                    <a:pt x="74112" y="17326"/>
                  </a:lnTo>
                  <a:lnTo>
                    <a:pt x="69157" y="14976"/>
                  </a:lnTo>
                  <a:lnTo>
                    <a:pt x="64127" y="12789"/>
                  </a:lnTo>
                  <a:lnTo>
                    <a:pt x="59029" y="10768"/>
                  </a:lnTo>
                  <a:lnTo>
                    <a:pt x="53867" y="8916"/>
                  </a:lnTo>
                  <a:lnTo>
                    <a:pt x="48646" y="7234"/>
                  </a:lnTo>
                  <a:lnTo>
                    <a:pt x="43374" y="5725"/>
                  </a:lnTo>
                  <a:lnTo>
                    <a:pt x="38055" y="4389"/>
                  </a:lnTo>
                  <a:lnTo>
                    <a:pt x="32695" y="3228"/>
                  </a:lnTo>
                  <a:lnTo>
                    <a:pt x="27300" y="2244"/>
                  </a:lnTo>
                  <a:lnTo>
                    <a:pt x="21875" y="1437"/>
                  </a:lnTo>
                  <a:lnTo>
                    <a:pt x="16427" y="809"/>
                  </a:lnTo>
                  <a:lnTo>
                    <a:pt x="10961" y="359"/>
                  </a:lnTo>
                  <a:lnTo>
                    <a:pt x="548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65972" y="1120312"/>
              <a:ext cx="167163" cy="309110"/>
            </a:xfrm>
            <a:custGeom>
              <a:avLst/>
              <a:pathLst>
                <a:path w="167163" h="309110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0" y="1360"/>
                  </a:lnTo>
                  <a:lnTo>
                    <a:pt x="140600" y="2123"/>
                  </a:lnTo>
                  <a:lnTo>
                    <a:pt x="135348" y="3055"/>
                  </a:lnTo>
                  <a:lnTo>
                    <a:pt x="130127" y="4154"/>
                  </a:lnTo>
                  <a:lnTo>
                    <a:pt x="124944" y="5419"/>
                  </a:lnTo>
                  <a:lnTo>
                    <a:pt x="119804" y="6848"/>
                  </a:lnTo>
                  <a:lnTo>
                    <a:pt x="114713" y="8441"/>
                  </a:lnTo>
                  <a:lnTo>
                    <a:pt x="109675" y="10195"/>
                  </a:lnTo>
                  <a:lnTo>
                    <a:pt x="104695" y="12110"/>
                  </a:lnTo>
                  <a:lnTo>
                    <a:pt x="99779" y="14182"/>
                  </a:lnTo>
                  <a:lnTo>
                    <a:pt x="94932" y="16410"/>
                  </a:lnTo>
                  <a:lnTo>
                    <a:pt x="90158" y="18792"/>
                  </a:lnTo>
                  <a:lnTo>
                    <a:pt x="85463" y="21324"/>
                  </a:lnTo>
                  <a:lnTo>
                    <a:pt x="80851" y="24006"/>
                  </a:lnTo>
                  <a:lnTo>
                    <a:pt x="76326" y="26833"/>
                  </a:lnTo>
                  <a:lnTo>
                    <a:pt x="71895" y="29803"/>
                  </a:lnTo>
                  <a:lnTo>
                    <a:pt x="67560" y="32913"/>
                  </a:lnTo>
                  <a:lnTo>
                    <a:pt x="63327" y="36159"/>
                  </a:lnTo>
                  <a:lnTo>
                    <a:pt x="59199" y="39539"/>
                  </a:lnTo>
                  <a:lnTo>
                    <a:pt x="55182" y="43049"/>
                  </a:lnTo>
                  <a:lnTo>
                    <a:pt x="51278" y="46686"/>
                  </a:lnTo>
                  <a:lnTo>
                    <a:pt x="47493" y="50445"/>
                  </a:lnTo>
                  <a:lnTo>
                    <a:pt x="43829" y="54323"/>
                  </a:lnTo>
                  <a:lnTo>
                    <a:pt x="40291" y="58316"/>
                  </a:lnTo>
                  <a:lnTo>
                    <a:pt x="36883" y="62420"/>
                  </a:lnTo>
                  <a:lnTo>
                    <a:pt x="33606" y="66630"/>
                  </a:lnTo>
                  <a:lnTo>
                    <a:pt x="30466" y="70943"/>
                  </a:lnTo>
                  <a:lnTo>
                    <a:pt x="27466" y="75354"/>
                  </a:lnTo>
                  <a:lnTo>
                    <a:pt x="24607" y="79858"/>
                  </a:lnTo>
                  <a:lnTo>
                    <a:pt x="21894" y="84452"/>
                  </a:lnTo>
                  <a:lnTo>
                    <a:pt x="19328" y="89129"/>
                  </a:lnTo>
                  <a:lnTo>
                    <a:pt x="16913" y="93886"/>
                  </a:lnTo>
                  <a:lnTo>
                    <a:pt x="14652" y="98718"/>
                  </a:lnTo>
                  <a:lnTo>
                    <a:pt x="12545" y="103619"/>
                  </a:lnTo>
                  <a:lnTo>
                    <a:pt x="10596" y="108585"/>
                  </a:lnTo>
                  <a:lnTo>
                    <a:pt x="8807" y="113611"/>
                  </a:lnTo>
                  <a:lnTo>
                    <a:pt x="7178" y="118692"/>
                  </a:lnTo>
                  <a:lnTo>
                    <a:pt x="5713" y="123821"/>
                  </a:lnTo>
                  <a:lnTo>
                    <a:pt x="4412" y="128995"/>
                  </a:lnTo>
                  <a:lnTo>
                    <a:pt x="3277" y="134208"/>
                  </a:lnTo>
                  <a:lnTo>
                    <a:pt x="2309" y="139454"/>
                  </a:lnTo>
                  <a:lnTo>
                    <a:pt x="1508" y="144729"/>
                  </a:lnTo>
                  <a:lnTo>
                    <a:pt x="877" y="150026"/>
                  </a:lnTo>
                  <a:lnTo>
                    <a:pt x="414" y="155341"/>
                  </a:lnTo>
                  <a:lnTo>
                    <a:pt x="122" y="160668"/>
                  </a:lnTo>
                  <a:lnTo>
                    <a:pt x="0" y="166001"/>
                  </a:lnTo>
                  <a:lnTo>
                    <a:pt x="47" y="171336"/>
                  </a:lnTo>
                  <a:lnTo>
                    <a:pt x="266" y="176666"/>
                  </a:lnTo>
                  <a:lnTo>
                    <a:pt x="654" y="181987"/>
                  </a:lnTo>
                  <a:lnTo>
                    <a:pt x="1211" y="187293"/>
                  </a:lnTo>
                  <a:lnTo>
                    <a:pt x="1938" y="192578"/>
                  </a:lnTo>
                  <a:lnTo>
                    <a:pt x="2833" y="197837"/>
                  </a:lnTo>
                  <a:lnTo>
                    <a:pt x="3895" y="203065"/>
                  </a:lnTo>
                  <a:lnTo>
                    <a:pt x="5124" y="208256"/>
                  </a:lnTo>
                  <a:lnTo>
                    <a:pt x="6518" y="213406"/>
                  </a:lnTo>
                  <a:lnTo>
                    <a:pt x="8075" y="218509"/>
                  </a:lnTo>
                  <a:lnTo>
                    <a:pt x="9794" y="223559"/>
                  </a:lnTo>
                  <a:lnTo>
                    <a:pt x="11674" y="228552"/>
                  </a:lnTo>
                  <a:lnTo>
                    <a:pt x="13712" y="233482"/>
                  </a:lnTo>
                  <a:lnTo>
                    <a:pt x="15906" y="238345"/>
                  </a:lnTo>
                  <a:lnTo>
                    <a:pt x="18254" y="243135"/>
                  </a:lnTo>
                  <a:lnTo>
                    <a:pt x="20754" y="247848"/>
                  </a:lnTo>
                  <a:lnTo>
                    <a:pt x="23403" y="252479"/>
                  </a:lnTo>
                  <a:lnTo>
                    <a:pt x="26199" y="257022"/>
                  </a:lnTo>
                  <a:lnTo>
                    <a:pt x="29138" y="261475"/>
                  </a:lnTo>
                  <a:lnTo>
                    <a:pt x="32217" y="265831"/>
                  </a:lnTo>
                  <a:lnTo>
                    <a:pt x="35434" y="270087"/>
                  </a:lnTo>
                  <a:lnTo>
                    <a:pt x="38785" y="274238"/>
                  </a:lnTo>
                  <a:lnTo>
                    <a:pt x="42267" y="278280"/>
                  </a:lnTo>
                  <a:lnTo>
                    <a:pt x="45876" y="282208"/>
                  </a:lnTo>
                  <a:lnTo>
                    <a:pt x="49609" y="286020"/>
                  </a:lnTo>
                  <a:lnTo>
                    <a:pt x="53461" y="289711"/>
                  </a:lnTo>
                  <a:lnTo>
                    <a:pt x="57430" y="293276"/>
                  </a:lnTo>
                  <a:lnTo>
                    <a:pt x="61510" y="296714"/>
                  </a:lnTo>
                  <a:lnTo>
                    <a:pt x="65697" y="300019"/>
                  </a:lnTo>
                  <a:lnTo>
                    <a:pt x="69988" y="303189"/>
                  </a:lnTo>
                  <a:lnTo>
                    <a:pt x="74378" y="306220"/>
                  </a:lnTo>
                  <a:lnTo>
                    <a:pt x="78862" y="30911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4834" y="1287480"/>
              <a:ext cx="88300" cy="141943"/>
            </a:xfrm>
            <a:custGeom>
              <a:avLst/>
              <a:pathLst>
                <a:path w="88300" h="141943">
                  <a:moveTo>
                    <a:pt x="0" y="141943"/>
                  </a:moveTo>
                  <a:lnTo>
                    <a:pt x="883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4834" y="1122714"/>
              <a:ext cx="255467" cy="331912"/>
            </a:xfrm>
            <a:custGeom>
              <a:avLst/>
              <a:pathLst>
                <a:path w="255467" h="331912">
                  <a:moveTo>
                    <a:pt x="0" y="306709"/>
                  </a:moveTo>
                  <a:lnTo>
                    <a:pt x="4555" y="309444"/>
                  </a:lnTo>
                  <a:lnTo>
                    <a:pt x="9196" y="312032"/>
                  </a:lnTo>
                  <a:lnTo>
                    <a:pt x="13916" y="314472"/>
                  </a:lnTo>
                  <a:lnTo>
                    <a:pt x="18712" y="316760"/>
                  </a:lnTo>
                  <a:lnTo>
                    <a:pt x="23578" y="318895"/>
                  </a:lnTo>
                  <a:lnTo>
                    <a:pt x="28509" y="320874"/>
                  </a:lnTo>
                  <a:lnTo>
                    <a:pt x="33500" y="322696"/>
                  </a:lnTo>
                  <a:lnTo>
                    <a:pt x="38547" y="324358"/>
                  </a:lnTo>
                  <a:lnTo>
                    <a:pt x="43645" y="325858"/>
                  </a:lnTo>
                  <a:lnTo>
                    <a:pt x="48787" y="327196"/>
                  </a:lnTo>
                  <a:lnTo>
                    <a:pt x="53969" y="328370"/>
                  </a:lnTo>
                  <a:lnTo>
                    <a:pt x="59186" y="329378"/>
                  </a:lnTo>
                  <a:lnTo>
                    <a:pt x="64433" y="330220"/>
                  </a:lnTo>
                  <a:lnTo>
                    <a:pt x="69703" y="330895"/>
                  </a:lnTo>
                  <a:lnTo>
                    <a:pt x="74993" y="331402"/>
                  </a:lnTo>
                  <a:lnTo>
                    <a:pt x="80295" y="331741"/>
                  </a:lnTo>
                  <a:lnTo>
                    <a:pt x="85606" y="331911"/>
                  </a:lnTo>
                  <a:lnTo>
                    <a:pt x="90920" y="331912"/>
                  </a:lnTo>
                  <a:lnTo>
                    <a:pt x="96231" y="331745"/>
                  </a:lnTo>
                  <a:lnTo>
                    <a:pt x="101534" y="331408"/>
                  </a:lnTo>
                  <a:lnTo>
                    <a:pt x="106823" y="330904"/>
                  </a:lnTo>
                  <a:lnTo>
                    <a:pt x="112094" y="330231"/>
                  </a:lnTo>
                  <a:lnTo>
                    <a:pt x="117341" y="329391"/>
                  </a:lnTo>
                  <a:lnTo>
                    <a:pt x="122558" y="328385"/>
                  </a:lnTo>
                  <a:lnTo>
                    <a:pt x="127741" y="327214"/>
                  </a:lnTo>
                  <a:lnTo>
                    <a:pt x="132884" y="325878"/>
                  </a:lnTo>
                  <a:lnTo>
                    <a:pt x="137982" y="324380"/>
                  </a:lnTo>
                  <a:lnTo>
                    <a:pt x="143030" y="322720"/>
                  </a:lnTo>
                  <a:lnTo>
                    <a:pt x="148022" y="320901"/>
                  </a:lnTo>
                  <a:lnTo>
                    <a:pt x="152954" y="318924"/>
                  </a:lnTo>
                  <a:lnTo>
                    <a:pt x="157821" y="316791"/>
                  </a:lnTo>
                  <a:lnTo>
                    <a:pt x="162618" y="314505"/>
                  </a:lnTo>
                  <a:lnTo>
                    <a:pt x="167339" y="312067"/>
                  </a:lnTo>
                  <a:lnTo>
                    <a:pt x="171981" y="309481"/>
                  </a:lnTo>
                  <a:lnTo>
                    <a:pt x="176538" y="306748"/>
                  </a:lnTo>
                  <a:lnTo>
                    <a:pt x="181006" y="303872"/>
                  </a:lnTo>
                  <a:lnTo>
                    <a:pt x="185380" y="300855"/>
                  </a:lnTo>
                  <a:lnTo>
                    <a:pt x="189656" y="297701"/>
                  </a:lnTo>
                  <a:lnTo>
                    <a:pt x="193830" y="294413"/>
                  </a:lnTo>
                  <a:lnTo>
                    <a:pt x="197897" y="290993"/>
                  </a:lnTo>
                  <a:lnTo>
                    <a:pt x="201853" y="287446"/>
                  </a:lnTo>
                  <a:lnTo>
                    <a:pt x="205695" y="283776"/>
                  </a:lnTo>
                  <a:lnTo>
                    <a:pt x="209418" y="279984"/>
                  </a:lnTo>
                  <a:lnTo>
                    <a:pt x="213019" y="276077"/>
                  </a:lnTo>
                  <a:lnTo>
                    <a:pt x="216493" y="272057"/>
                  </a:lnTo>
                  <a:lnTo>
                    <a:pt x="219839" y="267928"/>
                  </a:lnTo>
                  <a:lnTo>
                    <a:pt x="223051" y="263696"/>
                  </a:lnTo>
                  <a:lnTo>
                    <a:pt x="226127" y="259363"/>
                  </a:lnTo>
                  <a:lnTo>
                    <a:pt x="229064" y="254935"/>
                  </a:lnTo>
                  <a:lnTo>
                    <a:pt x="231859" y="250416"/>
                  </a:lnTo>
                  <a:lnTo>
                    <a:pt x="234508" y="245810"/>
                  </a:lnTo>
                  <a:lnTo>
                    <a:pt x="237010" y="241122"/>
                  </a:lnTo>
                  <a:lnTo>
                    <a:pt x="239362" y="236357"/>
                  </a:lnTo>
                  <a:lnTo>
                    <a:pt x="241561" y="231520"/>
                  </a:lnTo>
                  <a:lnTo>
                    <a:pt x="243605" y="226615"/>
                  </a:lnTo>
                  <a:lnTo>
                    <a:pt x="245492" y="221648"/>
                  </a:lnTo>
                  <a:lnTo>
                    <a:pt x="247221" y="216624"/>
                  </a:lnTo>
                  <a:lnTo>
                    <a:pt x="248788" y="211547"/>
                  </a:lnTo>
                  <a:lnTo>
                    <a:pt x="250194" y="206422"/>
                  </a:lnTo>
                  <a:lnTo>
                    <a:pt x="251436" y="201256"/>
                  </a:lnTo>
                  <a:lnTo>
                    <a:pt x="252514" y="196053"/>
                  </a:lnTo>
                  <a:lnTo>
                    <a:pt x="253425" y="190818"/>
                  </a:lnTo>
                  <a:lnTo>
                    <a:pt x="254170" y="185557"/>
                  </a:lnTo>
                  <a:lnTo>
                    <a:pt x="254747" y="180275"/>
                  </a:lnTo>
                  <a:lnTo>
                    <a:pt x="255155" y="174977"/>
                  </a:lnTo>
                  <a:lnTo>
                    <a:pt x="255396" y="169669"/>
                  </a:lnTo>
                  <a:lnTo>
                    <a:pt x="255467" y="164356"/>
                  </a:lnTo>
                  <a:lnTo>
                    <a:pt x="255370" y="159043"/>
                  </a:lnTo>
                  <a:lnTo>
                    <a:pt x="255103" y="153736"/>
                  </a:lnTo>
                  <a:lnTo>
                    <a:pt x="254669" y="148440"/>
                  </a:lnTo>
                  <a:lnTo>
                    <a:pt x="254066" y="143161"/>
                  </a:lnTo>
                  <a:lnTo>
                    <a:pt x="253295" y="137904"/>
                  </a:lnTo>
                  <a:lnTo>
                    <a:pt x="252358" y="132673"/>
                  </a:lnTo>
                  <a:lnTo>
                    <a:pt x="251255" y="127476"/>
                  </a:lnTo>
                  <a:lnTo>
                    <a:pt x="249988" y="122315"/>
                  </a:lnTo>
                  <a:lnTo>
                    <a:pt x="248557" y="117198"/>
                  </a:lnTo>
                  <a:lnTo>
                    <a:pt x="246964" y="112129"/>
                  </a:lnTo>
                  <a:lnTo>
                    <a:pt x="245211" y="107113"/>
                  </a:lnTo>
                  <a:lnTo>
                    <a:pt x="243300" y="102155"/>
                  </a:lnTo>
                  <a:lnTo>
                    <a:pt x="241232" y="97260"/>
                  </a:lnTo>
                  <a:lnTo>
                    <a:pt x="239009" y="92434"/>
                  </a:lnTo>
                  <a:lnTo>
                    <a:pt x="236634" y="87681"/>
                  </a:lnTo>
                  <a:lnTo>
                    <a:pt x="234109" y="83005"/>
                  </a:lnTo>
                  <a:lnTo>
                    <a:pt x="231437" y="78413"/>
                  </a:lnTo>
                  <a:lnTo>
                    <a:pt x="228620" y="73907"/>
                  </a:lnTo>
                  <a:lnTo>
                    <a:pt x="225662" y="69493"/>
                  </a:lnTo>
                  <a:lnTo>
                    <a:pt x="222564" y="65176"/>
                  </a:lnTo>
                  <a:lnTo>
                    <a:pt x="219331" y="60959"/>
                  </a:lnTo>
                  <a:lnTo>
                    <a:pt x="215966" y="56847"/>
                  </a:lnTo>
                  <a:lnTo>
                    <a:pt x="212472" y="52844"/>
                  </a:lnTo>
                  <a:lnTo>
                    <a:pt x="208852" y="48954"/>
                  </a:lnTo>
                  <a:lnTo>
                    <a:pt x="205110" y="45181"/>
                  </a:lnTo>
                  <a:lnTo>
                    <a:pt x="201251" y="41529"/>
                  </a:lnTo>
                  <a:lnTo>
                    <a:pt x="197277" y="38002"/>
                  </a:lnTo>
                  <a:lnTo>
                    <a:pt x="193193" y="34602"/>
                  </a:lnTo>
                  <a:lnTo>
                    <a:pt x="189003" y="31334"/>
                  </a:lnTo>
                  <a:lnTo>
                    <a:pt x="184712" y="28201"/>
                  </a:lnTo>
                  <a:lnTo>
                    <a:pt x="180323" y="25206"/>
                  </a:lnTo>
                  <a:lnTo>
                    <a:pt x="175841" y="22352"/>
                  </a:lnTo>
                  <a:lnTo>
                    <a:pt x="171270" y="19642"/>
                  </a:lnTo>
                  <a:lnTo>
                    <a:pt x="166616" y="17078"/>
                  </a:lnTo>
                  <a:lnTo>
                    <a:pt x="161883" y="14664"/>
                  </a:lnTo>
                  <a:lnTo>
                    <a:pt x="157075" y="12401"/>
                  </a:lnTo>
                  <a:lnTo>
                    <a:pt x="152198" y="10292"/>
                  </a:lnTo>
                  <a:lnTo>
                    <a:pt x="147256" y="8339"/>
                  </a:lnTo>
                  <a:lnTo>
                    <a:pt x="142255" y="6545"/>
                  </a:lnTo>
                  <a:lnTo>
                    <a:pt x="137199" y="4910"/>
                  </a:lnTo>
                  <a:lnTo>
                    <a:pt x="132094" y="3436"/>
                  </a:lnTo>
                  <a:lnTo>
                    <a:pt x="126944" y="2126"/>
                  </a:lnTo>
                  <a:lnTo>
                    <a:pt x="121756" y="980"/>
                  </a:lnTo>
                  <a:lnTo>
                    <a:pt x="116533" y="0"/>
                  </a:lnTo>
                  <a:lnTo>
                    <a:pt x="88300" y="1647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633135" y="1120312"/>
              <a:ext cx="28233" cy="167167"/>
            </a:xfrm>
            <a:custGeom>
              <a:avLst/>
              <a:pathLst>
                <a:path w="28233" h="167167">
                  <a:moveTo>
                    <a:pt x="28233" y="2401"/>
                  </a:moveTo>
                  <a:lnTo>
                    <a:pt x="21219" y="1352"/>
                  </a:lnTo>
                  <a:lnTo>
                    <a:pt x="14167" y="601"/>
                  </a:lnTo>
                  <a:lnTo>
                    <a:pt x="7090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68511" y="971635"/>
              <a:ext cx="167164" cy="278558"/>
            </a:xfrm>
            <a:custGeom>
              <a:avLst/>
              <a:pathLst>
                <a:path w="167164" h="278558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1" y="1362"/>
                  </a:lnTo>
                  <a:lnTo>
                    <a:pt x="140576" y="2127"/>
                  </a:lnTo>
                  <a:lnTo>
                    <a:pt x="135319" y="3061"/>
                  </a:lnTo>
                  <a:lnTo>
                    <a:pt x="130093" y="4162"/>
                  </a:lnTo>
                  <a:lnTo>
                    <a:pt x="124906" y="5429"/>
                  </a:lnTo>
                  <a:lnTo>
                    <a:pt x="119761" y="6861"/>
                  </a:lnTo>
                  <a:lnTo>
                    <a:pt x="114665" y="8457"/>
                  </a:lnTo>
                  <a:lnTo>
                    <a:pt x="109623" y="10215"/>
                  </a:lnTo>
                  <a:lnTo>
                    <a:pt x="104639" y="12133"/>
                  </a:lnTo>
                  <a:lnTo>
                    <a:pt x="99719" y="14209"/>
                  </a:lnTo>
                  <a:lnTo>
                    <a:pt x="94868" y="16441"/>
                  </a:lnTo>
                  <a:lnTo>
                    <a:pt x="90091" y="18827"/>
                  </a:lnTo>
                  <a:lnTo>
                    <a:pt x="85392" y="21365"/>
                  </a:lnTo>
                  <a:lnTo>
                    <a:pt x="80777" y="24051"/>
                  </a:lnTo>
                  <a:lnTo>
                    <a:pt x="76250" y="26883"/>
                  </a:lnTo>
                  <a:lnTo>
                    <a:pt x="71815" y="29859"/>
                  </a:lnTo>
                  <a:lnTo>
                    <a:pt x="67478" y="32974"/>
                  </a:lnTo>
                  <a:lnTo>
                    <a:pt x="63243" y="36227"/>
                  </a:lnTo>
                  <a:lnTo>
                    <a:pt x="59114" y="39613"/>
                  </a:lnTo>
                  <a:lnTo>
                    <a:pt x="55095" y="43129"/>
                  </a:lnTo>
                  <a:lnTo>
                    <a:pt x="51190" y="46772"/>
                  </a:lnTo>
                  <a:lnTo>
                    <a:pt x="47404" y="50538"/>
                  </a:lnTo>
                  <a:lnTo>
                    <a:pt x="43740" y="54422"/>
                  </a:lnTo>
                  <a:lnTo>
                    <a:pt x="40202" y="58422"/>
                  </a:lnTo>
                  <a:lnTo>
                    <a:pt x="36793" y="62533"/>
                  </a:lnTo>
                  <a:lnTo>
                    <a:pt x="33518" y="66750"/>
                  </a:lnTo>
                  <a:lnTo>
                    <a:pt x="30379" y="71070"/>
                  </a:lnTo>
                  <a:lnTo>
                    <a:pt x="27379" y="75488"/>
                  </a:lnTo>
                  <a:lnTo>
                    <a:pt x="24522" y="80000"/>
                  </a:lnTo>
                  <a:lnTo>
                    <a:pt x="21811" y="84600"/>
                  </a:lnTo>
                  <a:lnTo>
                    <a:pt x="19248" y="89285"/>
                  </a:lnTo>
                  <a:lnTo>
                    <a:pt x="16836" y="94049"/>
                  </a:lnTo>
                  <a:lnTo>
                    <a:pt x="14577" y="98888"/>
                  </a:lnTo>
                  <a:lnTo>
                    <a:pt x="12474" y="103797"/>
                  </a:lnTo>
                  <a:lnTo>
                    <a:pt x="10529" y="108770"/>
                  </a:lnTo>
                  <a:lnTo>
                    <a:pt x="8743" y="113803"/>
                  </a:lnTo>
                  <a:lnTo>
                    <a:pt x="7120" y="118890"/>
                  </a:lnTo>
                  <a:lnTo>
                    <a:pt x="5660" y="124026"/>
                  </a:lnTo>
                  <a:lnTo>
                    <a:pt x="4364" y="129207"/>
                  </a:lnTo>
                  <a:lnTo>
                    <a:pt x="3235" y="134426"/>
                  </a:lnTo>
                  <a:lnTo>
                    <a:pt x="2272" y="139679"/>
                  </a:lnTo>
                  <a:lnTo>
                    <a:pt x="1479" y="144960"/>
                  </a:lnTo>
                  <a:lnTo>
                    <a:pt x="854" y="150263"/>
                  </a:lnTo>
                  <a:lnTo>
                    <a:pt x="399" y="155584"/>
                  </a:lnTo>
                  <a:lnTo>
                    <a:pt x="114" y="160916"/>
                  </a:lnTo>
                  <a:lnTo>
                    <a:pt x="0" y="166255"/>
                  </a:lnTo>
                  <a:lnTo>
                    <a:pt x="56" y="171595"/>
                  </a:lnTo>
                  <a:lnTo>
                    <a:pt x="282" y="176930"/>
                  </a:lnTo>
                  <a:lnTo>
                    <a:pt x="679" y="182255"/>
                  </a:lnTo>
                  <a:lnTo>
                    <a:pt x="1246" y="187565"/>
                  </a:lnTo>
                  <a:lnTo>
                    <a:pt x="1982" y="192854"/>
                  </a:lnTo>
                  <a:lnTo>
                    <a:pt x="2887" y="198117"/>
                  </a:lnTo>
                  <a:lnTo>
                    <a:pt x="3959" y="203348"/>
                  </a:lnTo>
                  <a:lnTo>
                    <a:pt x="5198" y="208543"/>
                  </a:lnTo>
                  <a:lnTo>
                    <a:pt x="6603" y="213695"/>
                  </a:lnTo>
                  <a:lnTo>
                    <a:pt x="8171" y="218799"/>
                  </a:lnTo>
                  <a:lnTo>
                    <a:pt x="9901" y="223851"/>
                  </a:lnTo>
                  <a:lnTo>
                    <a:pt x="11792" y="228845"/>
                  </a:lnTo>
                  <a:lnTo>
                    <a:pt x="13841" y="233777"/>
                  </a:lnTo>
                  <a:lnTo>
                    <a:pt x="16047" y="238640"/>
                  </a:lnTo>
                  <a:lnTo>
                    <a:pt x="18407" y="243430"/>
                  </a:lnTo>
                  <a:lnTo>
                    <a:pt x="20918" y="248143"/>
                  </a:lnTo>
                  <a:lnTo>
                    <a:pt x="23579" y="252772"/>
                  </a:lnTo>
                  <a:lnTo>
                    <a:pt x="26387" y="257315"/>
                  </a:lnTo>
                  <a:lnTo>
                    <a:pt x="29338" y="261765"/>
                  </a:lnTo>
                  <a:lnTo>
                    <a:pt x="32430" y="266119"/>
                  </a:lnTo>
                  <a:lnTo>
                    <a:pt x="35659" y="270372"/>
                  </a:lnTo>
                  <a:lnTo>
                    <a:pt x="39023" y="274520"/>
                  </a:lnTo>
                  <a:lnTo>
                    <a:pt x="42517" y="278558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11028" y="1138802"/>
              <a:ext cx="124647" cy="111391"/>
            </a:xfrm>
            <a:custGeom>
              <a:avLst/>
              <a:pathLst>
                <a:path w="124647" h="111391">
                  <a:moveTo>
                    <a:pt x="0" y="111391"/>
                  </a:moveTo>
                  <a:lnTo>
                    <a:pt x="1246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11028" y="1006348"/>
              <a:ext cx="291800" cy="299613"/>
            </a:xfrm>
            <a:custGeom>
              <a:avLst/>
              <a:pathLst>
                <a:path w="291800" h="299613">
                  <a:moveTo>
                    <a:pt x="0" y="243845"/>
                  </a:moveTo>
                  <a:lnTo>
                    <a:pt x="3626" y="247774"/>
                  </a:lnTo>
                  <a:lnTo>
                    <a:pt x="7376" y="251586"/>
                  </a:lnTo>
                  <a:lnTo>
                    <a:pt x="11247" y="255276"/>
                  </a:lnTo>
                  <a:lnTo>
                    <a:pt x="15233" y="258840"/>
                  </a:lnTo>
                  <a:lnTo>
                    <a:pt x="19332" y="262275"/>
                  </a:lnTo>
                  <a:lnTo>
                    <a:pt x="23538" y="265577"/>
                  </a:lnTo>
                  <a:lnTo>
                    <a:pt x="27847" y="268743"/>
                  </a:lnTo>
                  <a:lnTo>
                    <a:pt x="32256" y="271769"/>
                  </a:lnTo>
                  <a:lnTo>
                    <a:pt x="36759" y="274653"/>
                  </a:lnTo>
                  <a:lnTo>
                    <a:pt x="41352" y="277391"/>
                  </a:lnTo>
                  <a:lnTo>
                    <a:pt x="46031" y="279981"/>
                  </a:lnTo>
                  <a:lnTo>
                    <a:pt x="50789" y="282420"/>
                  </a:lnTo>
                  <a:lnTo>
                    <a:pt x="55624" y="284706"/>
                  </a:lnTo>
                  <a:lnTo>
                    <a:pt x="60529" y="286836"/>
                  </a:lnTo>
                  <a:lnTo>
                    <a:pt x="65499" y="288807"/>
                  </a:lnTo>
                  <a:lnTo>
                    <a:pt x="70531" y="290619"/>
                  </a:lnTo>
                  <a:lnTo>
                    <a:pt x="75617" y="292269"/>
                  </a:lnTo>
                  <a:lnTo>
                    <a:pt x="80754" y="293755"/>
                  </a:lnTo>
                  <a:lnTo>
                    <a:pt x="85935" y="295077"/>
                  </a:lnTo>
                  <a:lnTo>
                    <a:pt x="91157" y="296232"/>
                  </a:lnTo>
                  <a:lnTo>
                    <a:pt x="96412" y="297219"/>
                  </a:lnTo>
                  <a:lnTo>
                    <a:pt x="101696" y="298038"/>
                  </a:lnTo>
                  <a:lnTo>
                    <a:pt x="107004" y="298687"/>
                  </a:lnTo>
                  <a:lnTo>
                    <a:pt x="112330" y="299167"/>
                  </a:lnTo>
                  <a:lnTo>
                    <a:pt x="117669" y="299475"/>
                  </a:lnTo>
                  <a:lnTo>
                    <a:pt x="123014" y="299613"/>
                  </a:lnTo>
                  <a:lnTo>
                    <a:pt x="128362" y="299580"/>
                  </a:lnTo>
                  <a:lnTo>
                    <a:pt x="133705" y="299375"/>
                  </a:lnTo>
                  <a:lnTo>
                    <a:pt x="139039" y="299000"/>
                  </a:lnTo>
                  <a:lnTo>
                    <a:pt x="144359" y="298455"/>
                  </a:lnTo>
                  <a:lnTo>
                    <a:pt x="149658" y="297739"/>
                  </a:lnTo>
                  <a:lnTo>
                    <a:pt x="154932" y="296855"/>
                  </a:lnTo>
                  <a:lnTo>
                    <a:pt x="160175" y="295802"/>
                  </a:lnTo>
                  <a:lnTo>
                    <a:pt x="165381" y="294582"/>
                  </a:lnTo>
                  <a:lnTo>
                    <a:pt x="170546" y="293196"/>
                  </a:lnTo>
                  <a:lnTo>
                    <a:pt x="175664" y="291646"/>
                  </a:lnTo>
                  <a:lnTo>
                    <a:pt x="180729" y="289933"/>
                  </a:lnTo>
                  <a:lnTo>
                    <a:pt x="185737" y="288058"/>
                  </a:lnTo>
                  <a:lnTo>
                    <a:pt x="190683" y="286025"/>
                  </a:lnTo>
                  <a:lnTo>
                    <a:pt x="195561" y="283834"/>
                  </a:lnTo>
                  <a:lnTo>
                    <a:pt x="200367" y="281489"/>
                  </a:lnTo>
                  <a:lnTo>
                    <a:pt x="205095" y="278990"/>
                  </a:lnTo>
                  <a:lnTo>
                    <a:pt x="209740" y="276342"/>
                  </a:lnTo>
                  <a:lnTo>
                    <a:pt x="214299" y="273547"/>
                  </a:lnTo>
                  <a:lnTo>
                    <a:pt x="218766" y="270607"/>
                  </a:lnTo>
                  <a:lnTo>
                    <a:pt x="223137" y="267526"/>
                  </a:lnTo>
                  <a:lnTo>
                    <a:pt x="227406" y="264307"/>
                  </a:lnTo>
                  <a:lnTo>
                    <a:pt x="231571" y="260953"/>
                  </a:lnTo>
                  <a:lnTo>
                    <a:pt x="235626" y="257467"/>
                  </a:lnTo>
                  <a:lnTo>
                    <a:pt x="239568" y="253854"/>
                  </a:lnTo>
                  <a:lnTo>
                    <a:pt x="243392" y="250116"/>
                  </a:lnTo>
                  <a:lnTo>
                    <a:pt x="247095" y="246258"/>
                  </a:lnTo>
                  <a:lnTo>
                    <a:pt x="250672" y="242283"/>
                  </a:lnTo>
                  <a:lnTo>
                    <a:pt x="254121" y="238196"/>
                  </a:lnTo>
                  <a:lnTo>
                    <a:pt x="257436" y="234001"/>
                  </a:lnTo>
                  <a:lnTo>
                    <a:pt x="260616" y="229702"/>
                  </a:lnTo>
                  <a:lnTo>
                    <a:pt x="263657" y="225303"/>
                  </a:lnTo>
                  <a:lnTo>
                    <a:pt x="266556" y="220810"/>
                  </a:lnTo>
                  <a:lnTo>
                    <a:pt x="269309" y="216225"/>
                  </a:lnTo>
                  <a:lnTo>
                    <a:pt x="271915" y="211556"/>
                  </a:lnTo>
                  <a:lnTo>
                    <a:pt x="274369" y="206805"/>
                  </a:lnTo>
                  <a:lnTo>
                    <a:pt x="276671" y="201978"/>
                  </a:lnTo>
                  <a:lnTo>
                    <a:pt x="278817" y="197080"/>
                  </a:lnTo>
                  <a:lnTo>
                    <a:pt x="280805" y="192116"/>
                  </a:lnTo>
                  <a:lnTo>
                    <a:pt x="282633" y="187091"/>
                  </a:lnTo>
                  <a:lnTo>
                    <a:pt x="284300" y="182010"/>
                  </a:lnTo>
                  <a:lnTo>
                    <a:pt x="285803" y="176878"/>
                  </a:lnTo>
                  <a:lnTo>
                    <a:pt x="287142" y="171701"/>
                  </a:lnTo>
                  <a:lnTo>
                    <a:pt x="288314" y="166484"/>
                  </a:lnTo>
                  <a:lnTo>
                    <a:pt x="289319" y="161231"/>
                  </a:lnTo>
                  <a:lnTo>
                    <a:pt x="290155" y="155950"/>
                  </a:lnTo>
                  <a:lnTo>
                    <a:pt x="290822" y="150644"/>
                  </a:lnTo>
                  <a:lnTo>
                    <a:pt x="291318" y="145320"/>
                  </a:lnTo>
                  <a:lnTo>
                    <a:pt x="291645" y="139982"/>
                  </a:lnTo>
                  <a:lnTo>
                    <a:pt x="291800" y="134637"/>
                  </a:lnTo>
                  <a:lnTo>
                    <a:pt x="291784" y="129290"/>
                  </a:lnTo>
                  <a:lnTo>
                    <a:pt x="291598" y="123946"/>
                  </a:lnTo>
                  <a:lnTo>
                    <a:pt x="291240" y="118610"/>
                  </a:lnTo>
                  <a:lnTo>
                    <a:pt x="290712" y="113289"/>
                  </a:lnTo>
                  <a:lnTo>
                    <a:pt x="290014" y="107987"/>
                  </a:lnTo>
                  <a:lnTo>
                    <a:pt x="289147" y="102711"/>
                  </a:lnTo>
                  <a:lnTo>
                    <a:pt x="288112" y="97464"/>
                  </a:lnTo>
                  <a:lnTo>
                    <a:pt x="286909" y="92254"/>
                  </a:lnTo>
                  <a:lnTo>
                    <a:pt x="285540" y="87085"/>
                  </a:lnTo>
                  <a:lnTo>
                    <a:pt x="284007" y="81962"/>
                  </a:lnTo>
                  <a:lnTo>
                    <a:pt x="282310" y="76891"/>
                  </a:lnTo>
                  <a:lnTo>
                    <a:pt x="280452" y="71876"/>
                  </a:lnTo>
                  <a:lnTo>
                    <a:pt x="278435" y="66924"/>
                  </a:lnTo>
                  <a:lnTo>
                    <a:pt x="276261" y="62039"/>
                  </a:lnTo>
                  <a:lnTo>
                    <a:pt x="273931" y="57225"/>
                  </a:lnTo>
                  <a:lnTo>
                    <a:pt x="271448" y="52489"/>
                  </a:lnTo>
                  <a:lnTo>
                    <a:pt x="268816" y="47835"/>
                  </a:lnTo>
                  <a:lnTo>
                    <a:pt x="266035" y="43267"/>
                  </a:lnTo>
                  <a:lnTo>
                    <a:pt x="263111" y="38790"/>
                  </a:lnTo>
                  <a:lnTo>
                    <a:pt x="260044" y="34410"/>
                  </a:lnTo>
                  <a:lnTo>
                    <a:pt x="256839" y="30129"/>
                  </a:lnTo>
                  <a:lnTo>
                    <a:pt x="253498" y="25953"/>
                  </a:lnTo>
                  <a:lnTo>
                    <a:pt x="250026" y="21887"/>
                  </a:lnTo>
                  <a:lnTo>
                    <a:pt x="246426" y="17933"/>
                  </a:lnTo>
                  <a:lnTo>
                    <a:pt x="242700" y="14097"/>
                  </a:lnTo>
                  <a:lnTo>
                    <a:pt x="238854" y="10381"/>
                  </a:lnTo>
                  <a:lnTo>
                    <a:pt x="234892" y="6791"/>
                  </a:lnTo>
                  <a:lnTo>
                    <a:pt x="230816" y="3329"/>
                  </a:lnTo>
                  <a:lnTo>
                    <a:pt x="226632" y="0"/>
                  </a:lnTo>
                  <a:lnTo>
                    <a:pt x="124647" y="132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135676" y="971635"/>
              <a:ext cx="101984" cy="167167"/>
            </a:xfrm>
            <a:custGeom>
              <a:avLst/>
              <a:pathLst>
                <a:path w="101984" h="167167">
                  <a:moveTo>
                    <a:pt x="101984" y="34713"/>
                  </a:moveTo>
                  <a:lnTo>
                    <a:pt x="97350" y="31271"/>
                  </a:lnTo>
                  <a:lnTo>
                    <a:pt x="92600" y="27990"/>
                  </a:lnTo>
                  <a:lnTo>
                    <a:pt x="87739" y="24876"/>
                  </a:lnTo>
                  <a:lnTo>
                    <a:pt x="82774" y="21932"/>
                  </a:lnTo>
                  <a:lnTo>
                    <a:pt x="77710" y="19160"/>
                  </a:lnTo>
                  <a:lnTo>
                    <a:pt x="72553" y="16565"/>
                  </a:lnTo>
                  <a:lnTo>
                    <a:pt x="67310" y="14150"/>
                  </a:lnTo>
                  <a:lnTo>
                    <a:pt x="61987" y="11917"/>
                  </a:lnTo>
                  <a:lnTo>
                    <a:pt x="56589" y="9869"/>
                  </a:lnTo>
                  <a:lnTo>
                    <a:pt x="51124" y="8009"/>
                  </a:lnTo>
                  <a:lnTo>
                    <a:pt x="45599" y="6339"/>
                  </a:lnTo>
                  <a:lnTo>
                    <a:pt x="40018" y="4860"/>
                  </a:lnTo>
                  <a:lnTo>
                    <a:pt x="34390" y="3575"/>
                  </a:lnTo>
                  <a:lnTo>
                    <a:pt x="28722" y="2485"/>
                  </a:lnTo>
                  <a:lnTo>
                    <a:pt x="23018" y="1592"/>
                  </a:lnTo>
                  <a:lnTo>
                    <a:pt x="17288" y="896"/>
                  </a:lnTo>
                  <a:lnTo>
                    <a:pt x="11536" y="398"/>
                  </a:lnTo>
                  <a:lnTo>
                    <a:pt x="5771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2154" y="941493"/>
              <a:ext cx="75126" cy="167167"/>
            </a:xfrm>
            <a:custGeom>
              <a:avLst/>
              <a:pathLst>
                <a:path w="75126" h="167167">
                  <a:moveTo>
                    <a:pt x="75126" y="0"/>
                  </a:moveTo>
                  <a:lnTo>
                    <a:pt x="69133" y="107"/>
                  </a:lnTo>
                  <a:lnTo>
                    <a:pt x="63149" y="429"/>
                  </a:lnTo>
                  <a:lnTo>
                    <a:pt x="57180" y="966"/>
                  </a:lnTo>
                  <a:lnTo>
                    <a:pt x="51233" y="1716"/>
                  </a:lnTo>
                  <a:lnTo>
                    <a:pt x="45318" y="2679"/>
                  </a:lnTo>
                  <a:lnTo>
                    <a:pt x="39441" y="3853"/>
                  </a:lnTo>
                  <a:lnTo>
                    <a:pt x="33610" y="5237"/>
                  </a:lnTo>
                  <a:lnTo>
                    <a:pt x="27832" y="6829"/>
                  </a:lnTo>
                  <a:lnTo>
                    <a:pt x="22114" y="8627"/>
                  </a:lnTo>
                  <a:lnTo>
                    <a:pt x="16465" y="10630"/>
                  </a:lnTo>
                  <a:lnTo>
                    <a:pt x="10892" y="12833"/>
                  </a:lnTo>
                  <a:lnTo>
                    <a:pt x="5401" y="15235"/>
                  </a:lnTo>
                  <a:lnTo>
                    <a:pt x="0" y="17832"/>
                  </a:lnTo>
                  <a:lnTo>
                    <a:pt x="7512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542154" y="959325"/>
              <a:ext cx="75126" cy="149335"/>
            </a:xfrm>
            <a:custGeom>
              <a:avLst/>
              <a:pathLst>
                <a:path w="75126" h="149335">
                  <a:moveTo>
                    <a:pt x="0" y="0"/>
                  </a:moveTo>
                  <a:lnTo>
                    <a:pt x="75126" y="1493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50114" y="949129"/>
              <a:ext cx="334333" cy="326683"/>
            </a:xfrm>
            <a:custGeom>
              <a:avLst/>
              <a:pathLst>
                <a:path w="334333" h="326683">
                  <a:moveTo>
                    <a:pt x="92039" y="10196"/>
                  </a:moveTo>
                  <a:lnTo>
                    <a:pt x="87345" y="12651"/>
                  </a:lnTo>
                  <a:lnTo>
                    <a:pt x="82732" y="15254"/>
                  </a:lnTo>
                  <a:lnTo>
                    <a:pt x="78203" y="18001"/>
                  </a:lnTo>
                  <a:lnTo>
                    <a:pt x="73764" y="20891"/>
                  </a:lnTo>
                  <a:lnTo>
                    <a:pt x="69418" y="23920"/>
                  </a:lnTo>
                  <a:lnTo>
                    <a:pt x="65171" y="27085"/>
                  </a:lnTo>
                  <a:lnTo>
                    <a:pt x="61026" y="30382"/>
                  </a:lnTo>
                  <a:lnTo>
                    <a:pt x="56987" y="33810"/>
                  </a:lnTo>
                  <a:lnTo>
                    <a:pt x="53060" y="37364"/>
                  </a:lnTo>
                  <a:lnTo>
                    <a:pt x="49246" y="41040"/>
                  </a:lnTo>
                  <a:lnTo>
                    <a:pt x="45551" y="44836"/>
                  </a:lnTo>
                  <a:lnTo>
                    <a:pt x="41979" y="48746"/>
                  </a:lnTo>
                  <a:lnTo>
                    <a:pt x="38532" y="52768"/>
                  </a:lnTo>
                  <a:lnTo>
                    <a:pt x="35214" y="56897"/>
                  </a:lnTo>
                  <a:lnTo>
                    <a:pt x="32028" y="61129"/>
                  </a:lnTo>
                  <a:lnTo>
                    <a:pt x="28978" y="65460"/>
                  </a:lnTo>
                  <a:lnTo>
                    <a:pt x="26067" y="69886"/>
                  </a:lnTo>
                  <a:lnTo>
                    <a:pt x="23298" y="74401"/>
                  </a:lnTo>
                  <a:lnTo>
                    <a:pt x="20673" y="79002"/>
                  </a:lnTo>
                  <a:lnTo>
                    <a:pt x="18195" y="83683"/>
                  </a:lnTo>
                  <a:lnTo>
                    <a:pt x="15867" y="88441"/>
                  </a:lnTo>
                  <a:lnTo>
                    <a:pt x="13691" y="93270"/>
                  </a:lnTo>
                  <a:lnTo>
                    <a:pt x="11668" y="98166"/>
                  </a:lnTo>
                  <a:lnTo>
                    <a:pt x="9802" y="103123"/>
                  </a:lnTo>
                  <a:lnTo>
                    <a:pt x="8094" y="108137"/>
                  </a:lnTo>
                  <a:lnTo>
                    <a:pt x="6546" y="113203"/>
                  </a:lnTo>
                  <a:lnTo>
                    <a:pt x="5159" y="118315"/>
                  </a:lnTo>
                  <a:lnTo>
                    <a:pt x="3934" y="123468"/>
                  </a:lnTo>
                  <a:lnTo>
                    <a:pt x="2873" y="128658"/>
                  </a:lnTo>
                  <a:lnTo>
                    <a:pt x="1978" y="133879"/>
                  </a:lnTo>
                  <a:lnTo>
                    <a:pt x="1248" y="139125"/>
                  </a:lnTo>
                  <a:lnTo>
                    <a:pt x="685" y="144392"/>
                  </a:lnTo>
                  <a:lnTo>
                    <a:pt x="289" y="149674"/>
                  </a:lnTo>
                  <a:lnTo>
                    <a:pt x="60" y="154966"/>
                  </a:lnTo>
                  <a:lnTo>
                    <a:pt x="0" y="160263"/>
                  </a:lnTo>
                  <a:lnTo>
                    <a:pt x="107" y="165559"/>
                  </a:lnTo>
                  <a:lnTo>
                    <a:pt x="381" y="170848"/>
                  </a:lnTo>
                  <a:lnTo>
                    <a:pt x="824" y="176127"/>
                  </a:lnTo>
                  <a:lnTo>
                    <a:pt x="1433" y="181389"/>
                  </a:lnTo>
                  <a:lnTo>
                    <a:pt x="2209" y="186629"/>
                  </a:lnTo>
                  <a:lnTo>
                    <a:pt x="3150" y="191841"/>
                  </a:lnTo>
                  <a:lnTo>
                    <a:pt x="4256" y="197021"/>
                  </a:lnTo>
                  <a:lnTo>
                    <a:pt x="5526" y="202164"/>
                  </a:lnTo>
                  <a:lnTo>
                    <a:pt x="6957" y="207264"/>
                  </a:lnTo>
                  <a:lnTo>
                    <a:pt x="8550" y="212315"/>
                  </a:lnTo>
                  <a:lnTo>
                    <a:pt x="10302" y="217314"/>
                  </a:lnTo>
                  <a:lnTo>
                    <a:pt x="12212" y="222255"/>
                  </a:lnTo>
                  <a:lnTo>
                    <a:pt x="14277" y="227133"/>
                  </a:lnTo>
                  <a:lnTo>
                    <a:pt x="16495" y="231943"/>
                  </a:lnTo>
                  <a:lnTo>
                    <a:pt x="18865" y="236680"/>
                  </a:lnTo>
                  <a:lnTo>
                    <a:pt x="21384" y="241340"/>
                  </a:lnTo>
                  <a:lnTo>
                    <a:pt x="24049" y="245918"/>
                  </a:lnTo>
                  <a:lnTo>
                    <a:pt x="26858" y="250408"/>
                  </a:lnTo>
                  <a:lnTo>
                    <a:pt x="29807" y="254808"/>
                  </a:lnTo>
                  <a:lnTo>
                    <a:pt x="32895" y="259112"/>
                  </a:lnTo>
                  <a:lnTo>
                    <a:pt x="36117" y="263316"/>
                  </a:lnTo>
                  <a:lnTo>
                    <a:pt x="39471" y="267416"/>
                  </a:lnTo>
                  <a:lnTo>
                    <a:pt x="42953" y="271408"/>
                  </a:lnTo>
                  <a:lnTo>
                    <a:pt x="46560" y="275287"/>
                  </a:lnTo>
                  <a:lnTo>
                    <a:pt x="50288" y="279050"/>
                  </a:lnTo>
                  <a:lnTo>
                    <a:pt x="54133" y="282693"/>
                  </a:lnTo>
                  <a:lnTo>
                    <a:pt x="58092" y="286212"/>
                  </a:lnTo>
                  <a:lnTo>
                    <a:pt x="62161" y="289604"/>
                  </a:lnTo>
                  <a:lnTo>
                    <a:pt x="66334" y="292866"/>
                  </a:lnTo>
                  <a:lnTo>
                    <a:pt x="70609" y="295993"/>
                  </a:lnTo>
                  <a:lnTo>
                    <a:pt x="74981" y="298984"/>
                  </a:lnTo>
                  <a:lnTo>
                    <a:pt x="79446" y="301834"/>
                  </a:lnTo>
                  <a:lnTo>
                    <a:pt x="83998" y="304542"/>
                  </a:lnTo>
                  <a:lnTo>
                    <a:pt x="88634" y="307104"/>
                  </a:lnTo>
                  <a:lnTo>
                    <a:pt x="93349" y="309518"/>
                  </a:lnTo>
                  <a:lnTo>
                    <a:pt x="98138" y="311782"/>
                  </a:lnTo>
                  <a:lnTo>
                    <a:pt x="102997" y="313892"/>
                  </a:lnTo>
                  <a:lnTo>
                    <a:pt x="107919" y="315848"/>
                  </a:lnTo>
                  <a:lnTo>
                    <a:pt x="112902" y="317646"/>
                  </a:lnTo>
                  <a:lnTo>
                    <a:pt x="117938" y="319286"/>
                  </a:lnTo>
                  <a:lnTo>
                    <a:pt x="123024" y="320766"/>
                  </a:lnTo>
                  <a:lnTo>
                    <a:pt x="128155" y="322083"/>
                  </a:lnTo>
                  <a:lnTo>
                    <a:pt x="133325" y="323237"/>
                  </a:lnTo>
                  <a:lnTo>
                    <a:pt x="138528" y="324227"/>
                  </a:lnTo>
                  <a:lnTo>
                    <a:pt x="143760" y="325052"/>
                  </a:lnTo>
                  <a:lnTo>
                    <a:pt x="149016" y="325710"/>
                  </a:lnTo>
                  <a:lnTo>
                    <a:pt x="154290" y="326202"/>
                  </a:lnTo>
                  <a:lnTo>
                    <a:pt x="159577" y="326526"/>
                  </a:lnTo>
                  <a:lnTo>
                    <a:pt x="164872" y="326683"/>
                  </a:lnTo>
                  <a:lnTo>
                    <a:pt x="170169" y="326672"/>
                  </a:lnTo>
                  <a:lnTo>
                    <a:pt x="175463" y="326493"/>
                  </a:lnTo>
                  <a:lnTo>
                    <a:pt x="180748" y="326146"/>
                  </a:lnTo>
                  <a:lnTo>
                    <a:pt x="186020" y="325632"/>
                  </a:lnTo>
                  <a:lnTo>
                    <a:pt x="191273" y="324951"/>
                  </a:lnTo>
                  <a:lnTo>
                    <a:pt x="196502" y="324104"/>
                  </a:lnTo>
                  <a:lnTo>
                    <a:pt x="201702" y="323092"/>
                  </a:lnTo>
                  <a:lnTo>
                    <a:pt x="206866" y="321916"/>
                  </a:lnTo>
                  <a:lnTo>
                    <a:pt x="211991" y="320576"/>
                  </a:lnTo>
                  <a:lnTo>
                    <a:pt x="217071" y="319075"/>
                  </a:lnTo>
                  <a:lnTo>
                    <a:pt x="222101" y="317414"/>
                  </a:lnTo>
                  <a:lnTo>
                    <a:pt x="227075" y="315594"/>
                  </a:lnTo>
                  <a:lnTo>
                    <a:pt x="231990" y="313618"/>
                  </a:lnTo>
                  <a:lnTo>
                    <a:pt x="236839" y="311487"/>
                  </a:lnTo>
                  <a:lnTo>
                    <a:pt x="241618" y="309203"/>
                  </a:lnTo>
                  <a:lnTo>
                    <a:pt x="246323" y="306769"/>
                  </a:lnTo>
                  <a:lnTo>
                    <a:pt x="250948" y="304187"/>
                  </a:lnTo>
                  <a:lnTo>
                    <a:pt x="255489" y="301460"/>
                  </a:lnTo>
                  <a:lnTo>
                    <a:pt x="259941" y="298591"/>
                  </a:lnTo>
                  <a:lnTo>
                    <a:pt x="264300" y="295582"/>
                  </a:lnTo>
                  <a:lnTo>
                    <a:pt x="268562" y="292436"/>
                  </a:lnTo>
                  <a:lnTo>
                    <a:pt x="272722" y="289157"/>
                  </a:lnTo>
                  <a:lnTo>
                    <a:pt x="276776" y="285747"/>
                  </a:lnTo>
                  <a:lnTo>
                    <a:pt x="280720" y="282211"/>
                  </a:lnTo>
                  <a:lnTo>
                    <a:pt x="284549" y="278552"/>
                  </a:lnTo>
                  <a:lnTo>
                    <a:pt x="288261" y="274773"/>
                  </a:lnTo>
                  <a:lnTo>
                    <a:pt x="291852" y="270879"/>
                  </a:lnTo>
                  <a:lnTo>
                    <a:pt x="295317" y="266872"/>
                  </a:lnTo>
                  <a:lnTo>
                    <a:pt x="298653" y="262758"/>
                  </a:lnTo>
                  <a:lnTo>
                    <a:pt x="301858" y="258541"/>
                  </a:lnTo>
                  <a:lnTo>
                    <a:pt x="304927" y="254224"/>
                  </a:lnTo>
                  <a:lnTo>
                    <a:pt x="307858" y="249811"/>
                  </a:lnTo>
                  <a:lnTo>
                    <a:pt x="310648" y="245309"/>
                  </a:lnTo>
                  <a:lnTo>
                    <a:pt x="313293" y="240720"/>
                  </a:lnTo>
                  <a:lnTo>
                    <a:pt x="315792" y="236049"/>
                  </a:lnTo>
                  <a:lnTo>
                    <a:pt x="318142" y="231302"/>
                  </a:lnTo>
                  <a:lnTo>
                    <a:pt x="320340" y="226483"/>
                  </a:lnTo>
                  <a:lnTo>
                    <a:pt x="322384" y="221596"/>
                  </a:lnTo>
                  <a:lnTo>
                    <a:pt x="324273" y="216647"/>
                  </a:lnTo>
                  <a:lnTo>
                    <a:pt x="326003" y="211641"/>
                  </a:lnTo>
                  <a:lnTo>
                    <a:pt x="327575" y="206582"/>
                  </a:lnTo>
                  <a:lnTo>
                    <a:pt x="328985" y="201477"/>
                  </a:lnTo>
                  <a:lnTo>
                    <a:pt x="330232" y="196329"/>
                  </a:lnTo>
                  <a:lnTo>
                    <a:pt x="331316" y="191144"/>
                  </a:lnTo>
                  <a:lnTo>
                    <a:pt x="332236" y="185927"/>
                  </a:lnTo>
                  <a:lnTo>
                    <a:pt x="332989" y="180684"/>
                  </a:lnTo>
                  <a:lnTo>
                    <a:pt x="333576" y="175420"/>
                  </a:lnTo>
                  <a:lnTo>
                    <a:pt x="333996" y="170140"/>
                  </a:lnTo>
                  <a:lnTo>
                    <a:pt x="334248" y="164849"/>
                  </a:lnTo>
                  <a:lnTo>
                    <a:pt x="334333" y="159552"/>
                  </a:lnTo>
                  <a:lnTo>
                    <a:pt x="334250" y="154256"/>
                  </a:lnTo>
                  <a:lnTo>
                    <a:pt x="333999" y="148965"/>
                  </a:lnTo>
                  <a:lnTo>
                    <a:pt x="333580" y="143685"/>
                  </a:lnTo>
                  <a:lnTo>
                    <a:pt x="332994" y="138420"/>
                  </a:lnTo>
                  <a:lnTo>
                    <a:pt x="332242" y="133177"/>
                  </a:lnTo>
                  <a:lnTo>
                    <a:pt x="331324" y="127960"/>
                  </a:lnTo>
                  <a:lnTo>
                    <a:pt x="330242" y="122775"/>
                  </a:lnTo>
                  <a:lnTo>
                    <a:pt x="328995" y="117627"/>
                  </a:lnTo>
                  <a:lnTo>
                    <a:pt x="327587" y="112521"/>
                  </a:lnTo>
                  <a:lnTo>
                    <a:pt x="326017" y="107462"/>
                  </a:lnTo>
                  <a:lnTo>
                    <a:pt x="324287" y="102455"/>
                  </a:lnTo>
                  <a:lnTo>
                    <a:pt x="322400" y="97506"/>
                  </a:lnTo>
                  <a:lnTo>
                    <a:pt x="320357" y="92619"/>
                  </a:lnTo>
                  <a:lnTo>
                    <a:pt x="318160" y="87799"/>
                  </a:lnTo>
                  <a:lnTo>
                    <a:pt x="315812" y="83051"/>
                  </a:lnTo>
                  <a:lnTo>
                    <a:pt x="313314" y="78380"/>
                  </a:lnTo>
                  <a:lnTo>
                    <a:pt x="310670" y="73790"/>
                  </a:lnTo>
                  <a:lnTo>
                    <a:pt x="307881" y="69287"/>
                  </a:lnTo>
                  <a:lnTo>
                    <a:pt x="304951" y="64874"/>
                  </a:lnTo>
                  <a:lnTo>
                    <a:pt x="301883" y="60556"/>
                  </a:lnTo>
                  <a:lnTo>
                    <a:pt x="298680" y="56337"/>
                  </a:lnTo>
                  <a:lnTo>
                    <a:pt x="295344" y="52222"/>
                  </a:lnTo>
                  <a:lnTo>
                    <a:pt x="291880" y="48215"/>
                  </a:lnTo>
                  <a:lnTo>
                    <a:pt x="288291" y="44320"/>
                  </a:lnTo>
                  <a:lnTo>
                    <a:pt x="284580" y="40540"/>
                  </a:lnTo>
                  <a:lnTo>
                    <a:pt x="280751" y="36880"/>
                  </a:lnTo>
                  <a:lnTo>
                    <a:pt x="276808" y="33343"/>
                  </a:lnTo>
                  <a:lnTo>
                    <a:pt x="272755" y="29933"/>
                  </a:lnTo>
                  <a:lnTo>
                    <a:pt x="268596" y="26652"/>
                  </a:lnTo>
                  <a:lnTo>
                    <a:pt x="264335" y="23505"/>
                  </a:lnTo>
                  <a:lnTo>
                    <a:pt x="259977" y="20495"/>
                  </a:lnTo>
                  <a:lnTo>
                    <a:pt x="255525" y="17624"/>
                  </a:lnTo>
                  <a:lnTo>
                    <a:pt x="250985" y="14896"/>
                  </a:lnTo>
                  <a:lnTo>
                    <a:pt x="246360" y="12313"/>
                  </a:lnTo>
                  <a:lnTo>
                    <a:pt x="241656" y="9878"/>
                  </a:lnTo>
                  <a:lnTo>
                    <a:pt x="236877" y="7593"/>
                  </a:lnTo>
                  <a:lnTo>
                    <a:pt x="232029" y="5461"/>
                  </a:lnTo>
                  <a:lnTo>
                    <a:pt x="227115" y="3483"/>
                  </a:lnTo>
                  <a:lnTo>
                    <a:pt x="222141" y="1662"/>
                  </a:lnTo>
                  <a:lnTo>
                    <a:pt x="217111" y="0"/>
                  </a:lnTo>
                  <a:lnTo>
                    <a:pt x="167165" y="1595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617280" y="941493"/>
              <a:ext cx="49946" cy="167167"/>
            </a:xfrm>
            <a:custGeom>
              <a:avLst/>
              <a:pathLst>
                <a:path w="49946" h="167167">
                  <a:moveTo>
                    <a:pt x="49946" y="7635"/>
                  </a:moveTo>
                  <a:lnTo>
                    <a:pt x="43861" y="5856"/>
                  </a:lnTo>
                  <a:lnTo>
                    <a:pt x="37713" y="4309"/>
                  </a:lnTo>
                  <a:lnTo>
                    <a:pt x="31510" y="2996"/>
                  </a:lnTo>
                  <a:lnTo>
                    <a:pt x="25263" y="1919"/>
                  </a:lnTo>
                  <a:lnTo>
                    <a:pt x="18979" y="1080"/>
                  </a:lnTo>
                  <a:lnTo>
                    <a:pt x="12668" y="480"/>
                  </a:lnTo>
                  <a:lnTo>
                    <a:pt x="6338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39096" y="1031511"/>
              <a:ext cx="166798" cy="167167"/>
            </a:xfrm>
            <a:custGeom>
              <a:avLst/>
              <a:pathLst>
                <a:path w="166798" h="167167">
                  <a:moveTo>
                    <a:pt x="166798" y="0"/>
                  </a:moveTo>
                  <a:lnTo>
                    <a:pt x="161332" y="89"/>
                  </a:lnTo>
                  <a:lnTo>
                    <a:pt x="155872" y="357"/>
                  </a:lnTo>
                  <a:lnTo>
                    <a:pt x="150424" y="803"/>
                  </a:lnTo>
                  <a:lnTo>
                    <a:pt x="144993" y="1428"/>
                  </a:lnTo>
                  <a:lnTo>
                    <a:pt x="139585" y="2229"/>
                  </a:lnTo>
                  <a:lnTo>
                    <a:pt x="134207" y="3207"/>
                  </a:lnTo>
                  <a:lnTo>
                    <a:pt x="128863" y="4361"/>
                  </a:lnTo>
                  <a:lnTo>
                    <a:pt x="123560" y="5688"/>
                  </a:lnTo>
                  <a:lnTo>
                    <a:pt x="118303" y="7188"/>
                  </a:lnTo>
                  <a:lnTo>
                    <a:pt x="113098" y="8859"/>
                  </a:lnTo>
                  <a:lnTo>
                    <a:pt x="107951" y="10700"/>
                  </a:lnTo>
                  <a:lnTo>
                    <a:pt x="102866" y="12708"/>
                  </a:lnTo>
                  <a:lnTo>
                    <a:pt x="97850" y="14881"/>
                  </a:lnTo>
                  <a:lnTo>
                    <a:pt x="92908" y="17216"/>
                  </a:lnTo>
                  <a:lnTo>
                    <a:pt x="88044" y="19713"/>
                  </a:lnTo>
                  <a:lnTo>
                    <a:pt x="83265" y="22366"/>
                  </a:lnTo>
                  <a:lnTo>
                    <a:pt x="78575" y="25175"/>
                  </a:lnTo>
                  <a:lnTo>
                    <a:pt x="73979" y="28136"/>
                  </a:lnTo>
                  <a:lnTo>
                    <a:pt x="69483" y="31245"/>
                  </a:lnTo>
                  <a:lnTo>
                    <a:pt x="65091" y="34500"/>
                  </a:lnTo>
                  <a:lnTo>
                    <a:pt x="60807" y="37896"/>
                  </a:lnTo>
                  <a:lnTo>
                    <a:pt x="56637" y="41431"/>
                  </a:lnTo>
                  <a:lnTo>
                    <a:pt x="52585" y="45100"/>
                  </a:lnTo>
                  <a:lnTo>
                    <a:pt x="48655" y="48900"/>
                  </a:lnTo>
                  <a:lnTo>
                    <a:pt x="44851" y="52826"/>
                  </a:lnTo>
                  <a:lnTo>
                    <a:pt x="41177" y="56874"/>
                  </a:lnTo>
                  <a:lnTo>
                    <a:pt x="37638" y="61041"/>
                  </a:lnTo>
                  <a:lnTo>
                    <a:pt x="34237" y="65321"/>
                  </a:lnTo>
                  <a:lnTo>
                    <a:pt x="30978" y="69710"/>
                  </a:lnTo>
                  <a:lnTo>
                    <a:pt x="27864" y="74203"/>
                  </a:lnTo>
                  <a:lnTo>
                    <a:pt x="24899" y="78795"/>
                  </a:lnTo>
                  <a:lnTo>
                    <a:pt x="22085" y="83482"/>
                  </a:lnTo>
                  <a:lnTo>
                    <a:pt x="19426" y="88259"/>
                  </a:lnTo>
                  <a:lnTo>
                    <a:pt x="16925" y="93119"/>
                  </a:lnTo>
                  <a:lnTo>
                    <a:pt x="14584" y="98059"/>
                  </a:lnTo>
                  <a:lnTo>
                    <a:pt x="12406" y="103073"/>
                  </a:lnTo>
                  <a:lnTo>
                    <a:pt x="10393" y="108156"/>
                  </a:lnTo>
                  <a:lnTo>
                    <a:pt x="8547" y="113301"/>
                  </a:lnTo>
                  <a:lnTo>
                    <a:pt x="6870" y="118505"/>
                  </a:lnTo>
                  <a:lnTo>
                    <a:pt x="5364" y="123760"/>
                  </a:lnTo>
                  <a:lnTo>
                    <a:pt x="4031" y="129061"/>
                  </a:lnTo>
                  <a:lnTo>
                    <a:pt x="2873" y="134404"/>
                  </a:lnTo>
                  <a:lnTo>
                    <a:pt x="1889" y="139781"/>
                  </a:lnTo>
                  <a:lnTo>
                    <a:pt x="1082" y="145188"/>
                  </a:lnTo>
                  <a:lnTo>
                    <a:pt x="452" y="150618"/>
                  </a:lnTo>
                  <a:lnTo>
                    <a:pt x="0" y="156066"/>
                  </a:lnTo>
                  <a:lnTo>
                    <a:pt x="16679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9096" y="1187578"/>
              <a:ext cx="166798" cy="11100"/>
            </a:xfrm>
            <a:custGeom>
              <a:avLst/>
              <a:pathLst>
                <a:path w="166798" h="11100">
                  <a:moveTo>
                    <a:pt x="0" y="0"/>
                  </a:moveTo>
                  <a:lnTo>
                    <a:pt x="166798" y="11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38727" y="1187578"/>
              <a:ext cx="176277" cy="178259"/>
            </a:xfrm>
            <a:custGeom>
              <a:avLst/>
              <a:pathLst>
                <a:path w="176277" h="178259">
                  <a:moveTo>
                    <a:pt x="368" y="0"/>
                  </a:moveTo>
                  <a:lnTo>
                    <a:pt x="96" y="5431"/>
                  </a:lnTo>
                  <a:lnTo>
                    <a:pt x="0" y="10869"/>
                  </a:lnTo>
                  <a:lnTo>
                    <a:pt x="80" y="16306"/>
                  </a:lnTo>
                  <a:lnTo>
                    <a:pt x="338" y="21739"/>
                  </a:lnTo>
                  <a:lnTo>
                    <a:pt x="773" y="27160"/>
                  </a:lnTo>
                  <a:lnTo>
                    <a:pt x="1383" y="32564"/>
                  </a:lnTo>
                  <a:lnTo>
                    <a:pt x="2169" y="37945"/>
                  </a:lnTo>
                  <a:lnTo>
                    <a:pt x="3129" y="43298"/>
                  </a:lnTo>
                  <a:lnTo>
                    <a:pt x="4264" y="48617"/>
                  </a:lnTo>
                  <a:lnTo>
                    <a:pt x="5570" y="53896"/>
                  </a:lnTo>
                  <a:lnTo>
                    <a:pt x="7048" y="59130"/>
                  </a:lnTo>
                  <a:lnTo>
                    <a:pt x="8695" y="64313"/>
                  </a:lnTo>
                  <a:lnTo>
                    <a:pt x="10510" y="69440"/>
                  </a:lnTo>
                  <a:lnTo>
                    <a:pt x="12490" y="74505"/>
                  </a:lnTo>
                  <a:lnTo>
                    <a:pt x="14634" y="79502"/>
                  </a:lnTo>
                  <a:lnTo>
                    <a:pt x="16940" y="84428"/>
                  </a:lnTo>
                  <a:lnTo>
                    <a:pt x="19405" y="89276"/>
                  </a:lnTo>
                  <a:lnTo>
                    <a:pt x="22026" y="94041"/>
                  </a:lnTo>
                  <a:lnTo>
                    <a:pt x="24801" y="98718"/>
                  </a:lnTo>
                  <a:lnTo>
                    <a:pt x="27726" y="103303"/>
                  </a:lnTo>
                  <a:lnTo>
                    <a:pt x="30799" y="107790"/>
                  </a:lnTo>
                  <a:lnTo>
                    <a:pt x="34016" y="112174"/>
                  </a:lnTo>
                  <a:lnTo>
                    <a:pt x="37375" y="116452"/>
                  </a:lnTo>
                  <a:lnTo>
                    <a:pt x="40870" y="120618"/>
                  </a:lnTo>
                  <a:lnTo>
                    <a:pt x="44500" y="124668"/>
                  </a:lnTo>
                  <a:lnTo>
                    <a:pt x="48259" y="128598"/>
                  </a:lnTo>
                  <a:lnTo>
                    <a:pt x="52144" y="132404"/>
                  </a:lnTo>
                  <a:lnTo>
                    <a:pt x="56150" y="136082"/>
                  </a:lnTo>
                  <a:lnTo>
                    <a:pt x="60274" y="139627"/>
                  </a:lnTo>
                  <a:lnTo>
                    <a:pt x="64512" y="143036"/>
                  </a:lnTo>
                  <a:lnTo>
                    <a:pt x="68858" y="146305"/>
                  </a:lnTo>
                  <a:lnTo>
                    <a:pt x="73308" y="149431"/>
                  </a:lnTo>
                  <a:lnTo>
                    <a:pt x="77857" y="152411"/>
                  </a:lnTo>
                  <a:lnTo>
                    <a:pt x="82501" y="155241"/>
                  </a:lnTo>
                  <a:lnTo>
                    <a:pt x="87234" y="157919"/>
                  </a:lnTo>
                  <a:lnTo>
                    <a:pt x="92053" y="160442"/>
                  </a:lnTo>
                  <a:lnTo>
                    <a:pt x="96950" y="162806"/>
                  </a:lnTo>
                  <a:lnTo>
                    <a:pt x="101922" y="165010"/>
                  </a:lnTo>
                  <a:lnTo>
                    <a:pt x="106963" y="167051"/>
                  </a:lnTo>
                  <a:lnTo>
                    <a:pt x="112068" y="168926"/>
                  </a:lnTo>
                  <a:lnTo>
                    <a:pt x="117231" y="170635"/>
                  </a:lnTo>
                  <a:lnTo>
                    <a:pt x="122447" y="172175"/>
                  </a:lnTo>
                  <a:lnTo>
                    <a:pt x="127710" y="173544"/>
                  </a:lnTo>
                  <a:lnTo>
                    <a:pt x="133015" y="174742"/>
                  </a:lnTo>
                  <a:lnTo>
                    <a:pt x="138356" y="175766"/>
                  </a:lnTo>
                  <a:lnTo>
                    <a:pt x="143727" y="176616"/>
                  </a:lnTo>
                  <a:lnTo>
                    <a:pt x="149124" y="177291"/>
                  </a:lnTo>
                  <a:lnTo>
                    <a:pt x="154539" y="177790"/>
                  </a:lnTo>
                  <a:lnTo>
                    <a:pt x="159968" y="178113"/>
                  </a:lnTo>
                  <a:lnTo>
                    <a:pt x="165404" y="178259"/>
                  </a:lnTo>
                  <a:lnTo>
                    <a:pt x="170843" y="178227"/>
                  </a:lnTo>
                  <a:lnTo>
                    <a:pt x="176277" y="178019"/>
                  </a:lnTo>
                  <a:lnTo>
                    <a:pt x="167167" y="11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105894" y="1031511"/>
              <a:ext cx="167156" cy="334086"/>
            </a:xfrm>
            <a:custGeom>
              <a:avLst/>
              <a:pathLst>
                <a:path w="167156" h="334086">
                  <a:moveTo>
                    <a:pt x="9110" y="334086"/>
                  </a:moveTo>
                  <a:lnTo>
                    <a:pt x="14417" y="333712"/>
                  </a:lnTo>
                  <a:lnTo>
                    <a:pt x="19709" y="333168"/>
                  </a:lnTo>
                  <a:lnTo>
                    <a:pt x="24981" y="332457"/>
                  </a:lnTo>
                  <a:lnTo>
                    <a:pt x="30228" y="331579"/>
                  </a:lnTo>
                  <a:lnTo>
                    <a:pt x="35444" y="330533"/>
                  </a:lnTo>
                  <a:lnTo>
                    <a:pt x="40625" y="329323"/>
                  </a:lnTo>
                  <a:lnTo>
                    <a:pt x="45764" y="327948"/>
                  </a:lnTo>
                  <a:lnTo>
                    <a:pt x="50857" y="326410"/>
                  </a:lnTo>
                  <a:lnTo>
                    <a:pt x="55898" y="324712"/>
                  </a:lnTo>
                  <a:lnTo>
                    <a:pt x="60883" y="322853"/>
                  </a:lnTo>
                  <a:lnTo>
                    <a:pt x="65806" y="320837"/>
                  </a:lnTo>
                  <a:lnTo>
                    <a:pt x="70662" y="318665"/>
                  </a:lnTo>
                  <a:lnTo>
                    <a:pt x="75447" y="316340"/>
                  </a:lnTo>
                  <a:lnTo>
                    <a:pt x="80156" y="313864"/>
                  </a:lnTo>
                  <a:lnTo>
                    <a:pt x="84783" y="311239"/>
                  </a:lnTo>
                  <a:lnTo>
                    <a:pt x="89325" y="308468"/>
                  </a:lnTo>
                  <a:lnTo>
                    <a:pt x="93776" y="305554"/>
                  </a:lnTo>
                  <a:lnTo>
                    <a:pt x="98132" y="302500"/>
                  </a:lnTo>
                  <a:lnTo>
                    <a:pt x="102388" y="299309"/>
                  </a:lnTo>
                  <a:lnTo>
                    <a:pt x="106541" y="295984"/>
                  </a:lnTo>
                  <a:lnTo>
                    <a:pt x="110586" y="292529"/>
                  </a:lnTo>
                  <a:lnTo>
                    <a:pt x="114519" y="288946"/>
                  </a:lnTo>
                  <a:lnTo>
                    <a:pt x="118336" y="285241"/>
                  </a:lnTo>
                  <a:lnTo>
                    <a:pt x="122033" y="281415"/>
                  </a:lnTo>
                  <a:lnTo>
                    <a:pt x="125607" y="277474"/>
                  </a:lnTo>
                  <a:lnTo>
                    <a:pt x="129053" y="273422"/>
                  </a:lnTo>
                  <a:lnTo>
                    <a:pt x="132369" y="269261"/>
                  </a:lnTo>
                  <a:lnTo>
                    <a:pt x="135551" y="264998"/>
                  </a:lnTo>
                  <a:lnTo>
                    <a:pt x="138595" y="260635"/>
                  </a:lnTo>
                  <a:lnTo>
                    <a:pt x="141499" y="256177"/>
                  </a:lnTo>
                  <a:lnTo>
                    <a:pt x="144260" y="251630"/>
                  </a:lnTo>
                  <a:lnTo>
                    <a:pt x="146874" y="246997"/>
                  </a:lnTo>
                  <a:lnTo>
                    <a:pt x="149340" y="242283"/>
                  </a:lnTo>
                  <a:lnTo>
                    <a:pt x="151655" y="237493"/>
                  </a:lnTo>
                  <a:lnTo>
                    <a:pt x="153816" y="232631"/>
                  </a:lnTo>
                  <a:lnTo>
                    <a:pt x="155821" y="227704"/>
                  </a:lnTo>
                  <a:lnTo>
                    <a:pt x="157668" y="222715"/>
                  </a:lnTo>
                  <a:lnTo>
                    <a:pt x="159356" y="217670"/>
                  </a:lnTo>
                  <a:lnTo>
                    <a:pt x="160882" y="212573"/>
                  </a:lnTo>
                  <a:lnTo>
                    <a:pt x="162245" y="207431"/>
                  </a:lnTo>
                  <a:lnTo>
                    <a:pt x="163445" y="202248"/>
                  </a:lnTo>
                  <a:lnTo>
                    <a:pt x="164478" y="197029"/>
                  </a:lnTo>
                  <a:lnTo>
                    <a:pt x="165345" y="191781"/>
                  </a:lnTo>
                  <a:lnTo>
                    <a:pt x="166044" y="186507"/>
                  </a:lnTo>
                  <a:lnTo>
                    <a:pt x="166576" y="181214"/>
                  </a:lnTo>
                  <a:lnTo>
                    <a:pt x="166938" y="175906"/>
                  </a:lnTo>
                  <a:lnTo>
                    <a:pt x="167132" y="170590"/>
                  </a:lnTo>
                  <a:lnTo>
                    <a:pt x="167156" y="165270"/>
                  </a:lnTo>
                  <a:lnTo>
                    <a:pt x="167011" y="159952"/>
                  </a:lnTo>
                  <a:lnTo>
                    <a:pt x="166697" y="154641"/>
                  </a:lnTo>
                  <a:lnTo>
                    <a:pt x="166214" y="149343"/>
                  </a:lnTo>
                  <a:lnTo>
                    <a:pt x="165563" y="144063"/>
                  </a:lnTo>
                  <a:lnTo>
                    <a:pt x="164744" y="138807"/>
                  </a:lnTo>
                  <a:lnTo>
                    <a:pt x="163758" y="133579"/>
                  </a:lnTo>
                  <a:lnTo>
                    <a:pt x="162606" y="128385"/>
                  </a:lnTo>
                  <a:lnTo>
                    <a:pt x="161290" y="123230"/>
                  </a:lnTo>
                  <a:lnTo>
                    <a:pt x="159810" y="118120"/>
                  </a:lnTo>
                  <a:lnTo>
                    <a:pt x="158168" y="113060"/>
                  </a:lnTo>
                  <a:lnTo>
                    <a:pt x="156367" y="108055"/>
                  </a:lnTo>
                  <a:lnTo>
                    <a:pt x="154406" y="103109"/>
                  </a:lnTo>
                  <a:lnTo>
                    <a:pt x="152290" y="98228"/>
                  </a:lnTo>
                  <a:lnTo>
                    <a:pt x="150019" y="93417"/>
                  </a:lnTo>
                  <a:lnTo>
                    <a:pt x="147596" y="88681"/>
                  </a:lnTo>
                  <a:lnTo>
                    <a:pt x="145024" y="84024"/>
                  </a:lnTo>
                  <a:lnTo>
                    <a:pt x="142305" y="79451"/>
                  </a:lnTo>
                  <a:lnTo>
                    <a:pt x="139442" y="74968"/>
                  </a:lnTo>
                  <a:lnTo>
                    <a:pt x="136438" y="70577"/>
                  </a:lnTo>
                  <a:lnTo>
                    <a:pt x="133295" y="66285"/>
                  </a:lnTo>
                  <a:lnTo>
                    <a:pt x="130018" y="62094"/>
                  </a:lnTo>
                  <a:lnTo>
                    <a:pt x="126608" y="58010"/>
                  </a:lnTo>
                  <a:lnTo>
                    <a:pt x="123071" y="54037"/>
                  </a:lnTo>
                  <a:lnTo>
                    <a:pt x="119409" y="50178"/>
                  </a:lnTo>
                  <a:lnTo>
                    <a:pt x="115626" y="46438"/>
                  </a:lnTo>
                  <a:lnTo>
                    <a:pt x="111725" y="42820"/>
                  </a:lnTo>
                  <a:lnTo>
                    <a:pt x="107712" y="39327"/>
                  </a:lnTo>
                  <a:lnTo>
                    <a:pt x="103590" y="35965"/>
                  </a:lnTo>
                  <a:lnTo>
                    <a:pt x="99362" y="32735"/>
                  </a:lnTo>
                  <a:lnTo>
                    <a:pt x="95034" y="29641"/>
                  </a:lnTo>
                  <a:lnTo>
                    <a:pt x="90610" y="26687"/>
                  </a:lnTo>
                  <a:lnTo>
                    <a:pt x="86094" y="23875"/>
                  </a:lnTo>
                  <a:lnTo>
                    <a:pt x="81491" y="21208"/>
                  </a:lnTo>
                  <a:lnTo>
                    <a:pt x="76805" y="18689"/>
                  </a:lnTo>
                  <a:lnTo>
                    <a:pt x="72042" y="16320"/>
                  </a:lnTo>
                  <a:lnTo>
                    <a:pt x="67205" y="14104"/>
                  </a:lnTo>
                  <a:lnTo>
                    <a:pt x="62301" y="12043"/>
                  </a:lnTo>
                  <a:lnTo>
                    <a:pt x="57333" y="10139"/>
                  </a:lnTo>
                  <a:lnTo>
                    <a:pt x="52308" y="8394"/>
                  </a:lnTo>
                  <a:lnTo>
                    <a:pt x="47229" y="6810"/>
                  </a:lnTo>
                  <a:lnTo>
                    <a:pt x="42103" y="5388"/>
                  </a:lnTo>
                  <a:lnTo>
                    <a:pt x="36933" y="4131"/>
                  </a:lnTo>
                  <a:lnTo>
                    <a:pt x="31727" y="3038"/>
                  </a:lnTo>
                  <a:lnTo>
                    <a:pt x="26488" y="2111"/>
                  </a:lnTo>
                  <a:lnTo>
                    <a:pt x="21223" y="1352"/>
                  </a:lnTo>
                  <a:lnTo>
                    <a:pt x="15936" y="761"/>
                  </a:lnTo>
                  <a:lnTo>
                    <a:pt x="10633" y="338"/>
                  </a:lnTo>
                  <a:lnTo>
                    <a:pt x="531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2677" y="1236837"/>
              <a:ext cx="166411" cy="167167"/>
            </a:xfrm>
            <a:custGeom>
              <a:avLst/>
              <a:pathLst>
                <a:path w="166411" h="167167">
                  <a:moveTo>
                    <a:pt x="166411" y="0"/>
                  </a:moveTo>
                  <a:lnTo>
                    <a:pt x="160930" y="89"/>
                  </a:lnTo>
                  <a:lnTo>
                    <a:pt x="155455" y="359"/>
                  </a:lnTo>
                  <a:lnTo>
                    <a:pt x="149992" y="808"/>
                  </a:lnTo>
                  <a:lnTo>
                    <a:pt x="144546" y="1435"/>
                  </a:lnTo>
                  <a:lnTo>
                    <a:pt x="139125" y="2241"/>
                  </a:lnTo>
                  <a:lnTo>
                    <a:pt x="133732" y="3225"/>
                  </a:lnTo>
                  <a:lnTo>
                    <a:pt x="128375" y="4384"/>
                  </a:lnTo>
                  <a:lnTo>
                    <a:pt x="123058" y="5719"/>
                  </a:lnTo>
                  <a:lnTo>
                    <a:pt x="117788" y="7227"/>
                  </a:lnTo>
                  <a:lnTo>
                    <a:pt x="112571" y="8907"/>
                  </a:lnTo>
                  <a:lnTo>
                    <a:pt x="107411" y="10757"/>
                  </a:lnTo>
                  <a:lnTo>
                    <a:pt x="102314" y="12776"/>
                  </a:lnTo>
                  <a:lnTo>
                    <a:pt x="97287" y="14960"/>
                  </a:lnTo>
                  <a:lnTo>
                    <a:pt x="92334" y="17308"/>
                  </a:lnTo>
                  <a:lnTo>
                    <a:pt x="87461" y="19818"/>
                  </a:lnTo>
                  <a:lnTo>
                    <a:pt x="82672" y="22485"/>
                  </a:lnTo>
                  <a:lnTo>
                    <a:pt x="77973" y="25308"/>
                  </a:lnTo>
                  <a:lnTo>
                    <a:pt x="73370" y="28284"/>
                  </a:lnTo>
                  <a:lnTo>
                    <a:pt x="68867" y="31409"/>
                  </a:lnTo>
                  <a:lnTo>
                    <a:pt x="64468" y="34680"/>
                  </a:lnTo>
                  <a:lnTo>
                    <a:pt x="60179" y="38094"/>
                  </a:lnTo>
                  <a:lnTo>
                    <a:pt x="56005" y="41646"/>
                  </a:lnTo>
                  <a:lnTo>
                    <a:pt x="51949" y="45333"/>
                  </a:lnTo>
                  <a:lnTo>
                    <a:pt x="48016" y="49152"/>
                  </a:lnTo>
                  <a:lnTo>
                    <a:pt x="44210" y="53097"/>
                  </a:lnTo>
                  <a:lnTo>
                    <a:pt x="40536" y="57164"/>
                  </a:lnTo>
                  <a:lnTo>
                    <a:pt x="36997" y="61350"/>
                  </a:lnTo>
                  <a:lnTo>
                    <a:pt x="33597" y="65650"/>
                  </a:lnTo>
                  <a:lnTo>
                    <a:pt x="30341" y="70059"/>
                  </a:lnTo>
                  <a:lnTo>
                    <a:pt x="27230" y="74573"/>
                  </a:lnTo>
                  <a:lnTo>
                    <a:pt x="24269" y="79186"/>
                  </a:lnTo>
                  <a:lnTo>
                    <a:pt x="21461" y="83893"/>
                  </a:lnTo>
                  <a:lnTo>
                    <a:pt x="18809" y="88690"/>
                  </a:lnTo>
                  <a:lnTo>
                    <a:pt x="16315" y="93572"/>
                  </a:lnTo>
                  <a:lnTo>
                    <a:pt x="13983" y="98532"/>
                  </a:lnTo>
                  <a:lnTo>
                    <a:pt x="11814" y="103567"/>
                  </a:lnTo>
                  <a:lnTo>
                    <a:pt x="9812" y="108669"/>
                  </a:lnTo>
                  <a:lnTo>
                    <a:pt x="7979" y="113835"/>
                  </a:lnTo>
                  <a:lnTo>
                    <a:pt x="6315" y="119058"/>
                  </a:lnTo>
                  <a:lnTo>
                    <a:pt x="4824" y="124333"/>
                  </a:lnTo>
                  <a:lnTo>
                    <a:pt x="3507" y="129654"/>
                  </a:lnTo>
                  <a:lnTo>
                    <a:pt x="2364" y="135015"/>
                  </a:lnTo>
                  <a:lnTo>
                    <a:pt x="1398" y="140410"/>
                  </a:lnTo>
                  <a:lnTo>
                    <a:pt x="610" y="145835"/>
                  </a:lnTo>
                  <a:lnTo>
                    <a:pt x="0" y="151282"/>
                  </a:lnTo>
                  <a:lnTo>
                    <a:pt x="16641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2677" y="1388120"/>
              <a:ext cx="166411" cy="15884"/>
            </a:xfrm>
            <a:custGeom>
              <a:avLst/>
              <a:pathLst>
                <a:path w="166411" h="15884">
                  <a:moveTo>
                    <a:pt x="0" y="0"/>
                  </a:moveTo>
                  <a:lnTo>
                    <a:pt x="166411" y="158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61921" y="1236955"/>
              <a:ext cx="334330" cy="334204"/>
            </a:xfrm>
            <a:custGeom>
              <a:avLst/>
              <a:pathLst>
                <a:path w="334330" h="334204">
                  <a:moveTo>
                    <a:pt x="756" y="151164"/>
                  </a:moveTo>
                  <a:lnTo>
                    <a:pt x="335" y="156463"/>
                  </a:lnTo>
                  <a:lnTo>
                    <a:pt x="83" y="161773"/>
                  </a:lnTo>
                  <a:lnTo>
                    <a:pt x="0" y="167088"/>
                  </a:lnTo>
                  <a:lnTo>
                    <a:pt x="85" y="172403"/>
                  </a:lnTo>
                  <a:lnTo>
                    <a:pt x="340" y="177713"/>
                  </a:lnTo>
                  <a:lnTo>
                    <a:pt x="763" y="183012"/>
                  </a:lnTo>
                  <a:lnTo>
                    <a:pt x="1355" y="188294"/>
                  </a:lnTo>
                  <a:lnTo>
                    <a:pt x="2114" y="193556"/>
                  </a:lnTo>
                  <a:lnTo>
                    <a:pt x="3041" y="198790"/>
                  </a:lnTo>
                  <a:lnTo>
                    <a:pt x="4133" y="203992"/>
                  </a:lnTo>
                  <a:lnTo>
                    <a:pt x="5390" y="209157"/>
                  </a:lnTo>
                  <a:lnTo>
                    <a:pt x="6810" y="214280"/>
                  </a:lnTo>
                  <a:lnTo>
                    <a:pt x="8393" y="219354"/>
                  </a:lnTo>
                  <a:lnTo>
                    <a:pt x="10136" y="224376"/>
                  </a:lnTo>
                  <a:lnTo>
                    <a:pt x="12038" y="229340"/>
                  </a:lnTo>
                  <a:lnTo>
                    <a:pt x="14097" y="234241"/>
                  </a:lnTo>
                  <a:lnTo>
                    <a:pt x="16311" y="239073"/>
                  </a:lnTo>
                  <a:lnTo>
                    <a:pt x="18677" y="243833"/>
                  </a:lnTo>
                  <a:lnTo>
                    <a:pt x="21194" y="248516"/>
                  </a:lnTo>
                  <a:lnTo>
                    <a:pt x="23858" y="253116"/>
                  </a:lnTo>
                  <a:lnTo>
                    <a:pt x="26667" y="257629"/>
                  </a:lnTo>
                  <a:lnTo>
                    <a:pt x="29618" y="262050"/>
                  </a:lnTo>
                  <a:lnTo>
                    <a:pt x="32708" y="266375"/>
                  </a:lnTo>
                  <a:lnTo>
                    <a:pt x="35934" y="270600"/>
                  </a:lnTo>
                  <a:lnTo>
                    <a:pt x="39293" y="274720"/>
                  </a:lnTo>
                  <a:lnTo>
                    <a:pt x="42781" y="278732"/>
                  </a:lnTo>
                  <a:lnTo>
                    <a:pt x="46394" y="282630"/>
                  </a:lnTo>
                  <a:lnTo>
                    <a:pt x="50130" y="286412"/>
                  </a:lnTo>
                  <a:lnTo>
                    <a:pt x="53985" y="290072"/>
                  </a:lnTo>
                  <a:lnTo>
                    <a:pt x="57953" y="293609"/>
                  </a:lnTo>
                  <a:lnTo>
                    <a:pt x="62032" y="297017"/>
                  </a:lnTo>
                  <a:lnTo>
                    <a:pt x="66218" y="300294"/>
                  </a:lnTo>
                  <a:lnTo>
                    <a:pt x="70505" y="303437"/>
                  </a:lnTo>
                  <a:lnTo>
                    <a:pt x="74891" y="306441"/>
                  </a:lnTo>
                  <a:lnTo>
                    <a:pt x="79369" y="309304"/>
                  </a:lnTo>
                  <a:lnTo>
                    <a:pt x="83937" y="312024"/>
                  </a:lnTo>
                  <a:lnTo>
                    <a:pt x="88588" y="314597"/>
                  </a:lnTo>
                  <a:lnTo>
                    <a:pt x="93319" y="317021"/>
                  </a:lnTo>
                  <a:lnTo>
                    <a:pt x="98125" y="319293"/>
                  </a:lnTo>
                  <a:lnTo>
                    <a:pt x="103000" y="321411"/>
                  </a:lnTo>
                  <a:lnTo>
                    <a:pt x="107941" y="323373"/>
                  </a:lnTo>
                  <a:lnTo>
                    <a:pt x="112941" y="325177"/>
                  </a:lnTo>
                  <a:lnTo>
                    <a:pt x="117996" y="326821"/>
                  </a:lnTo>
                  <a:lnTo>
                    <a:pt x="123101" y="328304"/>
                  </a:lnTo>
                  <a:lnTo>
                    <a:pt x="128250" y="329624"/>
                  </a:lnTo>
                  <a:lnTo>
                    <a:pt x="133439" y="330779"/>
                  </a:lnTo>
                  <a:lnTo>
                    <a:pt x="138661" y="331768"/>
                  </a:lnTo>
                  <a:lnTo>
                    <a:pt x="143913" y="332591"/>
                  </a:lnTo>
                  <a:lnTo>
                    <a:pt x="149188" y="333247"/>
                  </a:lnTo>
                  <a:lnTo>
                    <a:pt x="154481" y="333735"/>
                  </a:lnTo>
                  <a:lnTo>
                    <a:pt x="159788" y="334054"/>
                  </a:lnTo>
                  <a:lnTo>
                    <a:pt x="165101" y="334204"/>
                  </a:lnTo>
                  <a:lnTo>
                    <a:pt x="170417" y="334185"/>
                  </a:lnTo>
                  <a:lnTo>
                    <a:pt x="175729" y="333997"/>
                  </a:lnTo>
                  <a:lnTo>
                    <a:pt x="181033" y="333641"/>
                  </a:lnTo>
                  <a:lnTo>
                    <a:pt x="186323" y="333115"/>
                  </a:lnTo>
                  <a:lnTo>
                    <a:pt x="191593" y="332422"/>
                  </a:lnTo>
                  <a:lnTo>
                    <a:pt x="196839" y="331562"/>
                  </a:lnTo>
                  <a:lnTo>
                    <a:pt x="202054" y="330536"/>
                  </a:lnTo>
                  <a:lnTo>
                    <a:pt x="207235" y="329344"/>
                  </a:lnTo>
                  <a:lnTo>
                    <a:pt x="212375" y="327988"/>
                  </a:lnTo>
                  <a:lnTo>
                    <a:pt x="217469" y="326469"/>
                  </a:lnTo>
                  <a:lnTo>
                    <a:pt x="222512" y="324789"/>
                  </a:lnTo>
                  <a:lnTo>
                    <a:pt x="227499" y="322950"/>
                  </a:lnTo>
                  <a:lnTo>
                    <a:pt x="232426" y="320953"/>
                  </a:lnTo>
                  <a:lnTo>
                    <a:pt x="237286" y="318800"/>
                  </a:lnTo>
                  <a:lnTo>
                    <a:pt x="242075" y="316494"/>
                  </a:lnTo>
                  <a:lnTo>
                    <a:pt x="246789" y="314036"/>
                  </a:lnTo>
                  <a:lnTo>
                    <a:pt x="251422" y="311431"/>
                  </a:lnTo>
                  <a:lnTo>
                    <a:pt x="255970" y="308679"/>
                  </a:lnTo>
                  <a:lnTo>
                    <a:pt x="260428" y="305784"/>
                  </a:lnTo>
                  <a:lnTo>
                    <a:pt x="264792" y="302748"/>
                  </a:lnTo>
                  <a:lnTo>
                    <a:pt x="269057" y="299576"/>
                  </a:lnTo>
                  <a:lnTo>
                    <a:pt x="273220" y="296269"/>
                  </a:lnTo>
                  <a:lnTo>
                    <a:pt x="277274" y="292832"/>
                  </a:lnTo>
                  <a:lnTo>
                    <a:pt x="281218" y="289267"/>
                  </a:lnTo>
                  <a:lnTo>
                    <a:pt x="285046" y="285579"/>
                  </a:lnTo>
                  <a:lnTo>
                    <a:pt x="288755" y="281772"/>
                  </a:lnTo>
                  <a:lnTo>
                    <a:pt x="292341" y="277848"/>
                  </a:lnTo>
                  <a:lnTo>
                    <a:pt x="295801" y="273812"/>
                  </a:lnTo>
                  <a:lnTo>
                    <a:pt x="299130" y="269668"/>
                  </a:lnTo>
                  <a:lnTo>
                    <a:pt x="302326" y="265420"/>
                  </a:lnTo>
                  <a:lnTo>
                    <a:pt x="305386" y="261073"/>
                  </a:lnTo>
                  <a:lnTo>
                    <a:pt x="308305" y="256631"/>
                  </a:lnTo>
                  <a:lnTo>
                    <a:pt x="311082" y="252098"/>
                  </a:lnTo>
                  <a:lnTo>
                    <a:pt x="313714" y="247480"/>
                  </a:lnTo>
                  <a:lnTo>
                    <a:pt x="316197" y="242779"/>
                  </a:lnTo>
                  <a:lnTo>
                    <a:pt x="318529" y="238003"/>
                  </a:lnTo>
                  <a:lnTo>
                    <a:pt x="320709" y="233154"/>
                  </a:lnTo>
                  <a:lnTo>
                    <a:pt x="322733" y="228239"/>
                  </a:lnTo>
                  <a:lnTo>
                    <a:pt x="324600" y="223262"/>
                  </a:lnTo>
                  <a:lnTo>
                    <a:pt x="326307" y="218228"/>
                  </a:lnTo>
                  <a:lnTo>
                    <a:pt x="327854" y="213142"/>
                  </a:lnTo>
                  <a:lnTo>
                    <a:pt x="329238" y="208010"/>
                  </a:lnTo>
                  <a:lnTo>
                    <a:pt x="330459" y="202836"/>
                  </a:lnTo>
                  <a:lnTo>
                    <a:pt x="331514" y="197626"/>
                  </a:lnTo>
                  <a:lnTo>
                    <a:pt x="332403" y="192386"/>
                  </a:lnTo>
                  <a:lnTo>
                    <a:pt x="333125" y="187119"/>
                  </a:lnTo>
                  <a:lnTo>
                    <a:pt x="333679" y="181832"/>
                  </a:lnTo>
                  <a:lnTo>
                    <a:pt x="334065" y="176531"/>
                  </a:lnTo>
                  <a:lnTo>
                    <a:pt x="334282" y="171219"/>
                  </a:lnTo>
                  <a:lnTo>
                    <a:pt x="334330" y="165904"/>
                  </a:lnTo>
                  <a:lnTo>
                    <a:pt x="334210" y="160590"/>
                  </a:lnTo>
                  <a:lnTo>
                    <a:pt x="333920" y="155282"/>
                  </a:lnTo>
                  <a:lnTo>
                    <a:pt x="333461" y="149986"/>
                  </a:lnTo>
                  <a:lnTo>
                    <a:pt x="332835" y="144707"/>
                  </a:lnTo>
                  <a:lnTo>
                    <a:pt x="332041" y="139451"/>
                  </a:lnTo>
                  <a:lnTo>
                    <a:pt x="331080" y="134223"/>
                  </a:lnTo>
                  <a:lnTo>
                    <a:pt x="329953" y="129028"/>
                  </a:lnTo>
                  <a:lnTo>
                    <a:pt x="328662" y="123871"/>
                  </a:lnTo>
                  <a:lnTo>
                    <a:pt x="327207" y="118759"/>
                  </a:lnTo>
                  <a:lnTo>
                    <a:pt x="325591" y="113695"/>
                  </a:lnTo>
                  <a:lnTo>
                    <a:pt x="323815" y="108685"/>
                  </a:lnTo>
                  <a:lnTo>
                    <a:pt x="321880" y="103733"/>
                  </a:lnTo>
                  <a:lnTo>
                    <a:pt x="319788" y="98846"/>
                  </a:lnTo>
                  <a:lnTo>
                    <a:pt x="317543" y="94028"/>
                  </a:lnTo>
                  <a:lnTo>
                    <a:pt x="315145" y="89284"/>
                  </a:lnTo>
                  <a:lnTo>
                    <a:pt x="312598" y="84618"/>
                  </a:lnTo>
                  <a:lnTo>
                    <a:pt x="309903" y="80036"/>
                  </a:lnTo>
                  <a:lnTo>
                    <a:pt x="307065" y="75542"/>
                  </a:lnTo>
                  <a:lnTo>
                    <a:pt x="304085" y="71140"/>
                  </a:lnTo>
                  <a:lnTo>
                    <a:pt x="300966" y="66835"/>
                  </a:lnTo>
                  <a:lnTo>
                    <a:pt x="297712" y="62632"/>
                  </a:lnTo>
                  <a:lnTo>
                    <a:pt x="294326" y="58534"/>
                  </a:lnTo>
                  <a:lnTo>
                    <a:pt x="290812" y="54546"/>
                  </a:lnTo>
                  <a:lnTo>
                    <a:pt x="287172" y="50672"/>
                  </a:lnTo>
                  <a:lnTo>
                    <a:pt x="283411" y="46915"/>
                  </a:lnTo>
                  <a:lnTo>
                    <a:pt x="279533" y="43280"/>
                  </a:lnTo>
                  <a:lnTo>
                    <a:pt x="275541" y="39770"/>
                  </a:lnTo>
                  <a:lnTo>
                    <a:pt x="271439" y="36388"/>
                  </a:lnTo>
                  <a:lnTo>
                    <a:pt x="267232" y="33139"/>
                  </a:lnTo>
                  <a:lnTo>
                    <a:pt x="262924" y="30025"/>
                  </a:lnTo>
                  <a:lnTo>
                    <a:pt x="258519" y="27050"/>
                  </a:lnTo>
                  <a:lnTo>
                    <a:pt x="254021" y="24216"/>
                  </a:lnTo>
                  <a:lnTo>
                    <a:pt x="249436" y="21527"/>
                  </a:lnTo>
                  <a:lnTo>
                    <a:pt x="244768" y="18985"/>
                  </a:lnTo>
                  <a:lnTo>
                    <a:pt x="240021" y="16592"/>
                  </a:lnTo>
                  <a:lnTo>
                    <a:pt x="235200" y="14352"/>
                  </a:lnTo>
                  <a:lnTo>
                    <a:pt x="230311" y="12266"/>
                  </a:lnTo>
                  <a:lnTo>
                    <a:pt x="225358" y="10337"/>
                  </a:lnTo>
                  <a:lnTo>
                    <a:pt x="220346" y="8566"/>
                  </a:lnTo>
                  <a:lnTo>
                    <a:pt x="215280" y="6955"/>
                  </a:lnTo>
                  <a:lnTo>
                    <a:pt x="210165" y="5506"/>
                  </a:lnTo>
                  <a:lnTo>
                    <a:pt x="205007" y="4221"/>
                  </a:lnTo>
                  <a:lnTo>
                    <a:pt x="199811" y="3100"/>
                  </a:lnTo>
                  <a:lnTo>
                    <a:pt x="194582" y="2145"/>
                  </a:lnTo>
                  <a:lnTo>
                    <a:pt x="189325" y="1357"/>
                  </a:lnTo>
                  <a:lnTo>
                    <a:pt x="184046" y="736"/>
                  </a:lnTo>
                  <a:lnTo>
                    <a:pt x="178749" y="283"/>
                  </a:lnTo>
                  <a:lnTo>
                    <a:pt x="173441" y="0"/>
                  </a:lnTo>
                  <a:lnTo>
                    <a:pt x="167167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629088" y="1236837"/>
              <a:ext cx="6274" cy="167167"/>
            </a:xfrm>
            <a:custGeom>
              <a:avLst/>
              <a:pathLst>
                <a:path w="6274" h="167167">
                  <a:moveTo>
                    <a:pt x="6274" y="1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3455" y="1546402"/>
              <a:ext cx="39111" cy="167167"/>
            </a:xfrm>
            <a:custGeom>
              <a:avLst/>
              <a:pathLst>
                <a:path w="39111" h="167167">
                  <a:moveTo>
                    <a:pt x="39111" y="0"/>
                  </a:moveTo>
                  <a:lnTo>
                    <a:pt x="32533" y="129"/>
                  </a:lnTo>
                  <a:lnTo>
                    <a:pt x="25965" y="517"/>
                  </a:lnTo>
                  <a:lnTo>
                    <a:pt x="19418" y="1163"/>
                  </a:lnTo>
                  <a:lnTo>
                    <a:pt x="12901" y="2067"/>
                  </a:lnTo>
                  <a:lnTo>
                    <a:pt x="6425" y="3226"/>
                  </a:lnTo>
                  <a:lnTo>
                    <a:pt x="0" y="4639"/>
                  </a:lnTo>
                  <a:lnTo>
                    <a:pt x="3911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173455" y="1551042"/>
              <a:ext cx="39111" cy="162527"/>
            </a:xfrm>
            <a:custGeom>
              <a:avLst/>
              <a:pathLst>
                <a:path w="39111" h="162527">
                  <a:moveTo>
                    <a:pt x="0" y="0"/>
                  </a:moveTo>
                  <a:lnTo>
                    <a:pt x="39111" y="162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45402" y="1551042"/>
              <a:ext cx="334311" cy="329693"/>
            </a:xfrm>
            <a:custGeom>
              <a:avLst/>
              <a:pathLst>
                <a:path w="334311" h="329693">
                  <a:moveTo>
                    <a:pt x="128052" y="0"/>
                  </a:moveTo>
                  <a:lnTo>
                    <a:pt x="122931" y="1318"/>
                  </a:lnTo>
                  <a:lnTo>
                    <a:pt x="117855" y="2798"/>
                  </a:lnTo>
                  <a:lnTo>
                    <a:pt x="112827" y="4437"/>
                  </a:lnTo>
                  <a:lnTo>
                    <a:pt x="107854" y="6235"/>
                  </a:lnTo>
                  <a:lnTo>
                    <a:pt x="102940" y="8189"/>
                  </a:lnTo>
                  <a:lnTo>
                    <a:pt x="98091" y="10297"/>
                  </a:lnTo>
                  <a:lnTo>
                    <a:pt x="93311" y="12558"/>
                  </a:lnTo>
                  <a:lnTo>
                    <a:pt x="88604" y="14969"/>
                  </a:lnTo>
                  <a:lnTo>
                    <a:pt x="83976" y="17528"/>
                  </a:lnTo>
                  <a:lnTo>
                    <a:pt x="79432" y="20232"/>
                  </a:lnTo>
                  <a:lnTo>
                    <a:pt x="74975" y="23078"/>
                  </a:lnTo>
                  <a:lnTo>
                    <a:pt x="70610" y="26063"/>
                  </a:lnTo>
                  <a:lnTo>
                    <a:pt x="66343" y="29185"/>
                  </a:lnTo>
                  <a:lnTo>
                    <a:pt x="62176" y="32441"/>
                  </a:lnTo>
                  <a:lnTo>
                    <a:pt x="58114" y="35827"/>
                  </a:lnTo>
                  <a:lnTo>
                    <a:pt x="54161" y="39339"/>
                  </a:lnTo>
                  <a:lnTo>
                    <a:pt x="50321" y="42975"/>
                  </a:lnTo>
                  <a:lnTo>
                    <a:pt x="46598" y="46731"/>
                  </a:lnTo>
                  <a:lnTo>
                    <a:pt x="42996" y="50602"/>
                  </a:lnTo>
                  <a:lnTo>
                    <a:pt x="39518" y="54585"/>
                  </a:lnTo>
                  <a:lnTo>
                    <a:pt x="36168" y="58677"/>
                  </a:lnTo>
                  <a:lnTo>
                    <a:pt x="32948" y="62872"/>
                  </a:lnTo>
                  <a:lnTo>
                    <a:pt x="29864" y="67167"/>
                  </a:lnTo>
                  <a:lnTo>
                    <a:pt x="26916" y="71557"/>
                  </a:lnTo>
                  <a:lnTo>
                    <a:pt x="24109" y="76039"/>
                  </a:lnTo>
                  <a:lnTo>
                    <a:pt x="21445" y="80607"/>
                  </a:lnTo>
                  <a:lnTo>
                    <a:pt x="18927" y="85257"/>
                  </a:lnTo>
                  <a:lnTo>
                    <a:pt x="16557" y="89984"/>
                  </a:lnTo>
                  <a:lnTo>
                    <a:pt x="14338" y="94784"/>
                  </a:lnTo>
                  <a:lnTo>
                    <a:pt x="12272" y="99651"/>
                  </a:lnTo>
                  <a:lnTo>
                    <a:pt x="10361" y="104582"/>
                  </a:lnTo>
                  <a:lnTo>
                    <a:pt x="8606" y="109570"/>
                  </a:lnTo>
                  <a:lnTo>
                    <a:pt x="7011" y="114612"/>
                  </a:lnTo>
                  <a:lnTo>
                    <a:pt x="5575" y="119701"/>
                  </a:lnTo>
                  <a:lnTo>
                    <a:pt x="4302" y="124834"/>
                  </a:lnTo>
                  <a:lnTo>
                    <a:pt x="3191" y="130004"/>
                  </a:lnTo>
                  <a:lnTo>
                    <a:pt x="2244" y="135206"/>
                  </a:lnTo>
                  <a:lnTo>
                    <a:pt x="1463" y="140436"/>
                  </a:lnTo>
                  <a:lnTo>
                    <a:pt x="847" y="145688"/>
                  </a:lnTo>
                  <a:lnTo>
                    <a:pt x="397" y="150957"/>
                  </a:lnTo>
                  <a:lnTo>
                    <a:pt x="115" y="156238"/>
                  </a:lnTo>
                  <a:lnTo>
                    <a:pt x="0" y="161524"/>
                  </a:lnTo>
                  <a:lnTo>
                    <a:pt x="51" y="166812"/>
                  </a:lnTo>
                  <a:lnTo>
                    <a:pt x="271" y="172096"/>
                  </a:lnTo>
                  <a:lnTo>
                    <a:pt x="657" y="177370"/>
                  </a:lnTo>
                  <a:lnTo>
                    <a:pt x="1209" y="182629"/>
                  </a:lnTo>
                  <a:lnTo>
                    <a:pt x="1928" y="187868"/>
                  </a:lnTo>
                  <a:lnTo>
                    <a:pt x="2812" y="193081"/>
                  </a:lnTo>
                  <a:lnTo>
                    <a:pt x="3861" y="198264"/>
                  </a:lnTo>
                  <a:lnTo>
                    <a:pt x="5073" y="203411"/>
                  </a:lnTo>
                  <a:lnTo>
                    <a:pt x="6447" y="208518"/>
                  </a:lnTo>
                  <a:lnTo>
                    <a:pt x="7982" y="213578"/>
                  </a:lnTo>
                  <a:lnTo>
                    <a:pt x="9677" y="218587"/>
                  </a:lnTo>
                  <a:lnTo>
                    <a:pt x="11529" y="223540"/>
                  </a:lnTo>
                  <a:lnTo>
                    <a:pt x="13536" y="228432"/>
                  </a:lnTo>
                  <a:lnTo>
                    <a:pt x="15698" y="233259"/>
                  </a:lnTo>
                  <a:lnTo>
                    <a:pt x="18011" y="238014"/>
                  </a:lnTo>
                  <a:lnTo>
                    <a:pt x="20473" y="242694"/>
                  </a:lnTo>
                  <a:lnTo>
                    <a:pt x="23082" y="247293"/>
                  </a:lnTo>
                  <a:lnTo>
                    <a:pt x="25835" y="251808"/>
                  </a:lnTo>
                  <a:lnTo>
                    <a:pt x="28730" y="256234"/>
                  </a:lnTo>
                  <a:lnTo>
                    <a:pt x="31763" y="260565"/>
                  </a:lnTo>
                  <a:lnTo>
                    <a:pt x="34931" y="264799"/>
                  </a:lnTo>
                  <a:lnTo>
                    <a:pt x="38232" y="268930"/>
                  </a:lnTo>
                  <a:lnTo>
                    <a:pt x="41662" y="272955"/>
                  </a:lnTo>
                  <a:lnTo>
                    <a:pt x="45218" y="276869"/>
                  </a:lnTo>
                  <a:lnTo>
                    <a:pt x="48895" y="280669"/>
                  </a:lnTo>
                  <a:lnTo>
                    <a:pt x="52691" y="284350"/>
                  </a:lnTo>
                  <a:lnTo>
                    <a:pt x="56602" y="287910"/>
                  </a:lnTo>
                  <a:lnTo>
                    <a:pt x="60623" y="291344"/>
                  </a:lnTo>
                  <a:lnTo>
                    <a:pt x="64750" y="294650"/>
                  </a:lnTo>
                  <a:lnTo>
                    <a:pt x="68980" y="297823"/>
                  </a:lnTo>
                  <a:lnTo>
                    <a:pt x="73309" y="300861"/>
                  </a:lnTo>
                  <a:lnTo>
                    <a:pt x="77731" y="303760"/>
                  </a:lnTo>
                  <a:lnTo>
                    <a:pt x="82243" y="306518"/>
                  </a:lnTo>
                  <a:lnTo>
                    <a:pt x="86840" y="309132"/>
                  </a:lnTo>
                  <a:lnTo>
                    <a:pt x="91517" y="311599"/>
                  </a:lnTo>
                  <a:lnTo>
                    <a:pt x="96270" y="313917"/>
                  </a:lnTo>
                  <a:lnTo>
                    <a:pt x="101094" y="316084"/>
                  </a:lnTo>
                  <a:lnTo>
                    <a:pt x="105983" y="318097"/>
                  </a:lnTo>
                  <a:lnTo>
                    <a:pt x="110935" y="319954"/>
                  </a:lnTo>
                  <a:lnTo>
                    <a:pt x="115942" y="321654"/>
                  </a:lnTo>
                  <a:lnTo>
                    <a:pt x="121001" y="323194"/>
                  </a:lnTo>
                  <a:lnTo>
                    <a:pt x="126106" y="324574"/>
                  </a:lnTo>
                  <a:lnTo>
                    <a:pt x="131251" y="325792"/>
                  </a:lnTo>
                  <a:lnTo>
                    <a:pt x="136433" y="326846"/>
                  </a:lnTo>
                  <a:lnTo>
                    <a:pt x="141646" y="327735"/>
                  </a:lnTo>
                  <a:lnTo>
                    <a:pt x="146884" y="328460"/>
                  </a:lnTo>
                  <a:lnTo>
                    <a:pt x="152143" y="329018"/>
                  </a:lnTo>
                  <a:lnTo>
                    <a:pt x="157416" y="329410"/>
                  </a:lnTo>
                  <a:lnTo>
                    <a:pt x="162699" y="329635"/>
                  </a:lnTo>
                  <a:lnTo>
                    <a:pt x="167987" y="329693"/>
                  </a:lnTo>
                  <a:lnTo>
                    <a:pt x="173274" y="329583"/>
                  </a:lnTo>
                  <a:lnTo>
                    <a:pt x="178555" y="329306"/>
                  </a:lnTo>
                  <a:lnTo>
                    <a:pt x="183824" y="328862"/>
                  </a:lnTo>
                  <a:lnTo>
                    <a:pt x="189077" y="328252"/>
                  </a:lnTo>
                  <a:lnTo>
                    <a:pt x="194307" y="327476"/>
                  </a:lnTo>
                  <a:lnTo>
                    <a:pt x="199511" y="326535"/>
                  </a:lnTo>
                  <a:lnTo>
                    <a:pt x="204682" y="325430"/>
                  </a:lnTo>
                  <a:lnTo>
                    <a:pt x="209816" y="324162"/>
                  </a:lnTo>
                  <a:lnTo>
                    <a:pt x="214907" y="322732"/>
                  </a:lnTo>
                  <a:lnTo>
                    <a:pt x="219950" y="321142"/>
                  </a:lnTo>
                  <a:lnTo>
                    <a:pt x="224941" y="319393"/>
                  </a:lnTo>
                  <a:lnTo>
                    <a:pt x="229873" y="317487"/>
                  </a:lnTo>
                  <a:lnTo>
                    <a:pt x="234743" y="315426"/>
                  </a:lnTo>
                  <a:lnTo>
                    <a:pt x="239545" y="313212"/>
                  </a:lnTo>
                  <a:lnTo>
                    <a:pt x="244275" y="310847"/>
                  </a:lnTo>
                  <a:lnTo>
                    <a:pt x="248928" y="308334"/>
                  </a:lnTo>
                  <a:lnTo>
                    <a:pt x="253499" y="305675"/>
                  </a:lnTo>
                  <a:lnTo>
                    <a:pt x="257983" y="302873"/>
                  </a:lnTo>
                  <a:lnTo>
                    <a:pt x="262377" y="299930"/>
                  </a:lnTo>
                  <a:lnTo>
                    <a:pt x="266675" y="296850"/>
                  </a:lnTo>
                  <a:lnTo>
                    <a:pt x="270874" y="293635"/>
                  </a:lnTo>
                  <a:lnTo>
                    <a:pt x="274969" y="290289"/>
                  </a:lnTo>
                  <a:lnTo>
                    <a:pt x="278956" y="286815"/>
                  </a:lnTo>
                  <a:lnTo>
                    <a:pt x="282831" y="283217"/>
                  </a:lnTo>
                  <a:lnTo>
                    <a:pt x="286590" y="279499"/>
                  </a:lnTo>
                  <a:lnTo>
                    <a:pt x="290230" y="275663"/>
                  </a:lnTo>
                  <a:lnTo>
                    <a:pt x="293747" y="271714"/>
                  </a:lnTo>
                  <a:lnTo>
                    <a:pt x="297137" y="267655"/>
                  </a:lnTo>
                  <a:lnTo>
                    <a:pt x="300397" y="263492"/>
                  </a:lnTo>
                  <a:lnTo>
                    <a:pt x="303524" y="259227"/>
                  </a:lnTo>
                  <a:lnTo>
                    <a:pt x="306514" y="254866"/>
                  </a:lnTo>
                  <a:lnTo>
                    <a:pt x="309365" y="250412"/>
                  </a:lnTo>
                  <a:lnTo>
                    <a:pt x="312074" y="245871"/>
                  </a:lnTo>
                  <a:lnTo>
                    <a:pt x="314637" y="241245"/>
                  </a:lnTo>
                  <a:lnTo>
                    <a:pt x="317053" y="236542"/>
                  </a:lnTo>
                  <a:lnTo>
                    <a:pt x="319319" y="231764"/>
                  </a:lnTo>
                  <a:lnTo>
                    <a:pt x="321433" y="226917"/>
                  </a:lnTo>
                  <a:lnTo>
                    <a:pt x="323392" y="222005"/>
                  </a:lnTo>
                  <a:lnTo>
                    <a:pt x="325196" y="217034"/>
                  </a:lnTo>
                  <a:lnTo>
                    <a:pt x="326840" y="212008"/>
                  </a:lnTo>
                  <a:lnTo>
                    <a:pt x="328326" y="206933"/>
                  </a:lnTo>
                  <a:lnTo>
                    <a:pt x="329649" y="201813"/>
                  </a:lnTo>
                  <a:lnTo>
                    <a:pt x="330811" y="196654"/>
                  </a:lnTo>
                  <a:lnTo>
                    <a:pt x="331808" y="191461"/>
                  </a:lnTo>
                  <a:lnTo>
                    <a:pt x="332641" y="186239"/>
                  </a:lnTo>
                  <a:lnTo>
                    <a:pt x="333308" y="180994"/>
                  </a:lnTo>
                  <a:lnTo>
                    <a:pt x="333809" y="175729"/>
                  </a:lnTo>
                  <a:lnTo>
                    <a:pt x="334143" y="170452"/>
                  </a:lnTo>
                  <a:lnTo>
                    <a:pt x="334311" y="165167"/>
                  </a:lnTo>
                  <a:lnTo>
                    <a:pt x="334310" y="159879"/>
                  </a:lnTo>
                  <a:lnTo>
                    <a:pt x="334143" y="154593"/>
                  </a:lnTo>
                  <a:lnTo>
                    <a:pt x="333809" y="149316"/>
                  </a:lnTo>
                  <a:lnTo>
                    <a:pt x="333307" y="144052"/>
                  </a:lnTo>
                  <a:lnTo>
                    <a:pt x="332640" y="138806"/>
                  </a:lnTo>
                  <a:lnTo>
                    <a:pt x="331807" y="133584"/>
                  </a:lnTo>
                  <a:lnTo>
                    <a:pt x="330809" y="128391"/>
                  </a:lnTo>
                  <a:lnTo>
                    <a:pt x="329647" y="123232"/>
                  </a:lnTo>
                  <a:lnTo>
                    <a:pt x="328323" y="118112"/>
                  </a:lnTo>
                  <a:lnTo>
                    <a:pt x="326838" y="113037"/>
                  </a:lnTo>
                  <a:lnTo>
                    <a:pt x="325192" y="108012"/>
                  </a:lnTo>
                  <a:lnTo>
                    <a:pt x="323389" y="103041"/>
                  </a:lnTo>
                  <a:lnTo>
                    <a:pt x="321429" y="98129"/>
                  </a:lnTo>
                  <a:lnTo>
                    <a:pt x="319315" y="93282"/>
                  </a:lnTo>
                  <a:lnTo>
                    <a:pt x="317049" y="88504"/>
                  </a:lnTo>
                  <a:lnTo>
                    <a:pt x="314633" y="83801"/>
                  </a:lnTo>
                  <a:lnTo>
                    <a:pt x="312069" y="79176"/>
                  </a:lnTo>
                  <a:lnTo>
                    <a:pt x="309360" y="74634"/>
                  </a:lnTo>
                  <a:lnTo>
                    <a:pt x="306509" y="70181"/>
                  </a:lnTo>
                  <a:lnTo>
                    <a:pt x="303519" y="65820"/>
                  </a:lnTo>
                  <a:lnTo>
                    <a:pt x="300392" y="61555"/>
                  </a:lnTo>
                  <a:lnTo>
                    <a:pt x="297131" y="57392"/>
                  </a:lnTo>
                  <a:lnTo>
                    <a:pt x="293741" y="53334"/>
                  </a:lnTo>
                  <a:lnTo>
                    <a:pt x="290224" y="49385"/>
                  </a:lnTo>
                  <a:lnTo>
                    <a:pt x="286584" y="45549"/>
                  </a:lnTo>
                  <a:lnTo>
                    <a:pt x="282824" y="41831"/>
                  </a:lnTo>
                  <a:lnTo>
                    <a:pt x="278949" y="38233"/>
                  </a:lnTo>
                  <a:lnTo>
                    <a:pt x="274961" y="34759"/>
                  </a:lnTo>
                  <a:lnTo>
                    <a:pt x="270866" y="31414"/>
                  </a:lnTo>
                  <a:lnTo>
                    <a:pt x="266667" y="28199"/>
                  </a:lnTo>
                  <a:lnTo>
                    <a:pt x="262369" y="25119"/>
                  </a:lnTo>
                  <a:lnTo>
                    <a:pt x="257975" y="22177"/>
                  </a:lnTo>
                  <a:lnTo>
                    <a:pt x="253491" y="19375"/>
                  </a:lnTo>
                  <a:lnTo>
                    <a:pt x="248920" y="16716"/>
                  </a:lnTo>
                  <a:lnTo>
                    <a:pt x="244267" y="14203"/>
                  </a:lnTo>
                  <a:lnTo>
                    <a:pt x="239537" y="11838"/>
                  </a:lnTo>
                  <a:lnTo>
                    <a:pt x="234735" y="9625"/>
                  </a:lnTo>
                  <a:lnTo>
                    <a:pt x="229865" y="7564"/>
                  </a:lnTo>
                  <a:lnTo>
                    <a:pt x="224932" y="5658"/>
                  </a:lnTo>
                  <a:lnTo>
                    <a:pt x="219941" y="3910"/>
                  </a:lnTo>
                  <a:lnTo>
                    <a:pt x="214898" y="2320"/>
                  </a:lnTo>
                  <a:lnTo>
                    <a:pt x="167164" y="1625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212566" y="1546402"/>
              <a:ext cx="47734" cy="167167"/>
            </a:xfrm>
            <a:custGeom>
              <a:avLst/>
              <a:pathLst>
                <a:path w="47734" h="167167">
                  <a:moveTo>
                    <a:pt x="47734" y="6960"/>
                  </a:moveTo>
                  <a:lnTo>
                    <a:pt x="41905" y="5337"/>
                  </a:lnTo>
                  <a:lnTo>
                    <a:pt x="36021" y="3927"/>
                  </a:lnTo>
                  <a:lnTo>
                    <a:pt x="30090" y="2730"/>
                  </a:lnTo>
                  <a:lnTo>
                    <a:pt x="24119" y="1749"/>
                  </a:lnTo>
                  <a:lnTo>
                    <a:pt x="18117" y="984"/>
                  </a:lnTo>
                  <a:lnTo>
                    <a:pt x="12091" y="437"/>
                  </a:lnTo>
                  <a:lnTo>
                    <a:pt x="604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44985" y="1943516"/>
              <a:ext cx="33798" cy="167167"/>
            </a:xfrm>
            <a:custGeom>
              <a:avLst/>
              <a:pathLst>
                <a:path w="33798" h="167167">
                  <a:moveTo>
                    <a:pt x="33798" y="0"/>
                  </a:moveTo>
                  <a:lnTo>
                    <a:pt x="26993" y="138"/>
                  </a:lnTo>
                  <a:lnTo>
                    <a:pt x="20200" y="553"/>
                  </a:lnTo>
                  <a:lnTo>
                    <a:pt x="13429" y="1245"/>
                  </a:lnTo>
                  <a:lnTo>
                    <a:pt x="6692" y="2212"/>
                  </a:lnTo>
                  <a:lnTo>
                    <a:pt x="0" y="3452"/>
                  </a:lnTo>
                  <a:lnTo>
                    <a:pt x="337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844985" y="1946969"/>
              <a:ext cx="33798" cy="163715"/>
            </a:xfrm>
            <a:custGeom>
              <a:avLst/>
              <a:pathLst>
                <a:path w="33798" h="163715">
                  <a:moveTo>
                    <a:pt x="0" y="0"/>
                  </a:moveTo>
                  <a:lnTo>
                    <a:pt x="33798" y="163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5981" y="1946969"/>
              <a:ext cx="92802" cy="163715"/>
            </a:xfrm>
            <a:custGeom>
              <a:avLst/>
              <a:pathLst>
                <a:path w="92802" h="163715">
                  <a:moveTo>
                    <a:pt x="59004" y="0"/>
                  </a:moveTo>
                  <a:lnTo>
                    <a:pt x="53296" y="1282"/>
                  </a:lnTo>
                  <a:lnTo>
                    <a:pt x="47637" y="2764"/>
                  </a:lnTo>
                  <a:lnTo>
                    <a:pt x="42033" y="4443"/>
                  </a:lnTo>
                  <a:lnTo>
                    <a:pt x="36492" y="6317"/>
                  </a:lnTo>
                  <a:lnTo>
                    <a:pt x="31019" y="8383"/>
                  </a:lnTo>
                  <a:lnTo>
                    <a:pt x="25622" y="10640"/>
                  </a:lnTo>
                  <a:lnTo>
                    <a:pt x="20307" y="13084"/>
                  </a:lnTo>
                  <a:lnTo>
                    <a:pt x="15081" y="15713"/>
                  </a:lnTo>
                  <a:lnTo>
                    <a:pt x="9951" y="18523"/>
                  </a:lnTo>
                  <a:lnTo>
                    <a:pt x="4921" y="21511"/>
                  </a:lnTo>
                  <a:lnTo>
                    <a:pt x="0" y="24673"/>
                  </a:lnTo>
                  <a:lnTo>
                    <a:pt x="92802" y="1637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11616" y="1943516"/>
              <a:ext cx="334324" cy="334327"/>
            </a:xfrm>
            <a:custGeom>
              <a:avLst/>
              <a:pathLst>
                <a:path w="334324" h="334327">
                  <a:moveTo>
                    <a:pt x="74364" y="28125"/>
                  </a:moveTo>
                  <a:lnTo>
                    <a:pt x="70013" y="31130"/>
                  </a:lnTo>
                  <a:lnTo>
                    <a:pt x="65758" y="34271"/>
                  </a:lnTo>
                  <a:lnTo>
                    <a:pt x="61605" y="37546"/>
                  </a:lnTo>
                  <a:lnTo>
                    <a:pt x="57558" y="40950"/>
                  </a:lnTo>
                  <a:lnTo>
                    <a:pt x="53620" y="44480"/>
                  </a:lnTo>
                  <a:lnTo>
                    <a:pt x="49796" y="48133"/>
                  </a:lnTo>
                  <a:lnTo>
                    <a:pt x="46090" y="51905"/>
                  </a:lnTo>
                  <a:lnTo>
                    <a:pt x="42504" y="55793"/>
                  </a:lnTo>
                  <a:lnTo>
                    <a:pt x="39044" y="59792"/>
                  </a:lnTo>
                  <a:lnTo>
                    <a:pt x="35711" y="63898"/>
                  </a:lnTo>
                  <a:lnTo>
                    <a:pt x="32511" y="68108"/>
                  </a:lnTo>
                  <a:lnTo>
                    <a:pt x="29445" y="72417"/>
                  </a:lnTo>
                  <a:lnTo>
                    <a:pt x="26516" y="76821"/>
                  </a:lnTo>
                  <a:lnTo>
                    <a:pt x="23729" y="81315"/>
                  </a:lnTo>
                  <a:lnTo>
                    <a:pt x="21085" y="85895"/>
                  </a:lnTo>
                  <a:lnTo>
                    <a:pt x="18588" y="90556"/>
                  </a:lnTo>
                  <a:lnTo>
                    <a:pt x="16239" y="95295"/>
                  </a:lnTo>
                  <a:lnTo>
                    <a:pt x="14041" y="100105"/>
                  </a:lnTo>
                  <a:lnTo>
                    <a:pt x="11996" y="104982"/>
                  </a:lnTo>
                  <a:lnTo>
                    <a:pt x="10107" y="109921"/>
                  </a:lnTo>
                  <a:lnTo>
                    <a:pt x="8374" y="114918"/>
                  </a:lnTo>
                  <a:lnTo>
                    <a:pt x="6801" y="119967"/>
                  </a:lnTo>
                  <a:lnTo>
                    <a:pt x="5388" y="125063"/>
                  </a:lnTo>
                  <a:lnTo>
                    <a:pt x="4138" y="130202"/>
                  </a:lnTo>
                  <a:lnTo>
                    <a:pt x="3050" y="135377"/>
                  </a:lnTo>
                  <a:lnTo>
                    <a:pt x="2126" y="140584"/>
                  </a:lnTo>
                  <a:lnTo>
                    <a:pt x="1368" y="145818"/>
                  </a:lnTo>
                  <a:lnTo>
                    <a:pt x="776" y="151073"/>
                  </a:lnTo>
                  <a:lnTo>
                    <a:pt x="350" y="156344"/>
                  </a:lnTo>
                  <a:lnTo>
                    <a:pt x="91" y="161627"/>
                  </a:lnTo>
                  <a:lnTo>
                    <a:pt x="0" y="166914"/>
                  </a:lnTo>
                  <a:lnTo>
                    <a:pt x="75" y="172202"/>
                  </a:lnTo>
                  <a:lnTo>
                    <a:pt x="318" y="177485"/>
                  </a:lnTo>
                  <a:lnTo>
                    <a:pt x="728" y="182758"/>
                  </a:lnTo>
                  <a:lnTo>
                    <a:pt x="1304" y="188014"/>
                  </a:lnTo>
                  <a:lnTo>
                    <a:pt x="2047" y="193251"/>
                  </a:lnTo>
                  <a:lnTo>
                    <a:pt x="2954" y="198460"/>
                  </a:lnTo>
                  <a:lnTo>
                    <a:pt x="4027" y="203639"/>
                  </a:lnTo>
                  <a:lnTo>
                    <a:pt x="5262" y="208781"/>
                  </a:lnTo>
                  <a:lnTo>
                    <a:pt x="6659" y="213882"/>
                  </a:lnTo>
                  <a:lnTo>
                    <a:pt x="8217" y="218935"/>
                  </a:lnTo>
                  <a:lnTo>
                    <a:pt x="9934" y="223937"/>
                  </a:lnTo>
                  <a:lnTo>
                    <a:pt x="11809" y="228883"/>
                  </a:lnTo>
                  <a:lnTo>
                    <a:pt x="13839" y="233766"/>
                  </a:lnTo>
                  <a:lnTo>
                    <a:pt x="16022" y="238583"/>
                  </a:lnTo>
                  <a:lnTo>
                    <a:pt x="18357" y="243328"/>
                  </a:lnTo>
                  <a:lnTo>
                    <a:pt x="20840" y="247997"/>
                  </a:lnTo>
                  <a:lnTo>
                    <a:pt x="23470" y="252585"/>
                  </a:lnTo>
                  <a:lnTo>
                    <a:pt x="26244" y="257088"/>
                  </a:lnTo>
                  <a:lnTo>
                    <a:pt x="29159" y="261500"/>
                  </a:lnTo>
                  <a:lnTo>
                    <a:pt x="32212" y="265818"/>
                  </a:lnTo>
                  <a:lnTo>
                    <a:pt x="35400" y="270038"/>
                  </a:lnTo>
                  <a:lnTo>
                    <a:pt x="38720" y="274154"/>
                  </a:lnTo>
                  <a:lnTo>
                    <a:pt x="42168" y="278164"/>
                  </a:lnTo>
                  <a:lnTo>
                    <a:pt x="45742" y="282062"/>
                  </a:lnTo>
                  <a:lnTo>
                    <a:pt x="49437" y="285846"/>
                  </a:lnTo>
                  <a:lnTo>
                    <a:pt x="53250" y="289510"/>
                  </a:lnTo>
                  <a:lnTo>
                    <a:pt x="57177" y="293052"/>
                  </a:lnTo>
                  <a:lnTo>
                    <a:pt x="61214" y="296469"/>
                  </a:lnTo>
                  <a:lnTo>
                    <a:pt x="65357" y="299755"/>
                  </a:lnTo>
                  <a:lnTo>
                    <a:pt x="69602" y="302909"/>
                  </a:lnTo>
                  <a:lnTo>
                    <a:pt x="73944" y="305928"/>
                  </a:lnTo>
                  <a:lnTo>
                    <a:pt x="78380" y="308807"/>
                  </a:lnTo>
                  <a:lnTo>
                    <a:pt x="82905" y="311545"/>
                  </a:lnTo>
                  <a:lnTo>
                    <a:pt x="87514" y="314138"/>
                  </a:lnTo>
                  <a:lnTo>
                    <a:pt x="92203" y="316584"/>
                  </a:lnTo>
                  <a:lnTo>
                    <a:pt x="96966" y="318880"/>
                  </a:lnTo>
                  <a:lnTo>
                    <a:pt x="101801" y="321025"/>
                  </a:lnTo>
                  <a:lnTo>
                    <a:pt x="106700" y="323015"/>
                  </a:lnTo>
                  <a:lnTo>
                    <a:pt x="111660" y="324850"/>
                  </a:lnTo>
                  <a:lnTo>
                    <a:pt x="116676" y="326527"/>
                  </a:lnTo>
                  <a:lnTo>
                    <a:pt x="121742" y="328044"/>
                  </a:lnTo>
                  <a:lnTo>
                    <a:pt x="126853" y="329401"/>
                  </a:lnTo>
                  <a:lnTo>
                    <a:pt x="132005" y="330595"/>
                  </a:lnTo>
                  <a:lnTo>
                    <a:pt x="137192" y="331625"/>
                  </a:lnTo>
                  <a:lnTo>
                    <a:pt x="142409" y="332491"/>
                  </a:lnTo>
                  <a:lnTo>
                    <a:pt x="147651" y="333191"/>
                  </a:lnTo>
                  <a:lnTo>
                    <a:pt x="152912" y="333726"/>
                  </a:lnTo>
                  <a:lnTo>
                    <a:pt x="158188" y="334093"/>
                  </a:lnTo>
                  <a:lnTo>
                    <a:pt x="163473" y="334294"/>
                  </a:lnTo>
                  <a:lnTo>
                    <a:pt x="168761" y="334327"/>
                  </a:lnTo>
                  <a:lnTo>
                    <a:pt x="174048" y="334193"/>
                  </a:lnTo>
                  <a:lnTo>
                    <a:pt x="179328" y="333891"/>
                  </a:lnTo>
                  <a:lnTo>
                    <a:pt x="184595" y="333423"/>
                  </a:lnTo>
                  <a:lnTo>
                    <a:pt x="189846" y="332789"/>
                  </a:lnTo>
                  <a:lnTo>
                    <a:pt x="195073" y="331989"/>
                  </a:lnTo>
                  <a:lnTo>
                    <a:pt x="200273" y="331023"/>
                  </a:lnTo>
                  <a:lnTo>
                    <a:pt x="205439" y="329894"/>
                  </a:lnTo>
                  <a:lnTo>
                    <a:pt x="210567" y="328602"/>
                  </a:lnTo>
                  <a:lnTo>
                    <a:pt x="215652" y="327149"/>
                  </a:lnTo>
                  <a:lnTo>
                    <a:pt x="220688" y="325535"/>
                  </a:lnTo>
                  <a:lnTo>
                    <a:pt x="225671" y="323763"/>
                  </a:lnTo>
                  <a:lnTo>
                    <a:pt x="230595" y="321834"/>
                  </a:lnTo>
                  <a:lnTo>
                    <a:pt x="235456" y="319750"/>
                  </a:lnTo>
                  <a:lnTo>
                    <a:pt x="240248" y="317513"/>
                  </a:lnTo>
                  <a:lnTo>
                    <a:pt x="244967" y="315127"/>
                  </a:lnTo>
                  <a:lnTo>
                    <a:pt x="249608" y="312592"/>
                  </a:lnTo>
                  <a:lnTo>
                    <a:pt x="254167" y="309911"/>
                  </a:lnTo>
                  <a:lnTo>
                    <a:pt x="258639" y="307088"/>
                  </a:lnTo>
                  <a:lnTo>
                    <a:pt x="263019" y="304124"/>
                  </a:lnTo>
                  <a:lnTo>
                    <a:pt x="267303" y="301024"/>
                  </a:lnTo>
                  <a:lnTo>
                    <a:pt x="271487" y="297789"/>
                  </a:lnTo>
                  <a:lnTo>
                    <a:pt x="275567" y="294424"/>
                  </a:lnTo>
                  <a:lnTo>
                    <a:pt x="279538" y="290931"/>
                  </a:lnTo>
                  <a:lnTo>
                    <a:pt x="283397" y="287315"/>
                  </a:lnTo>
                  <a:lnTo>
                    <a:pt x="287139" y="283578"/>
                  </a:lnTo>
                  <a:lnTo>
                    <a:pt x="290761" y="279725"/>
                  </a:lnTo>
                  <a:lnTo>
                    <a:pt x="294260" y="275759"/>
                  </a:lnTo>
                  <a:lnTo>
                    <a:pt x="297631" y="271685"/>
                  </a:lnTo>
                  <a:lnTo>
                    <a:pt x="300872" y="267506"/>
                  </a:lnTo>
                  <a:lnTo>
                    <a:pt x="303979" y="263226"/>
                  </a:lnTo>
                  <a:lnTo>
                    <a:pt x="306949" y="258851"/>
                  </a:lnTo>
                  <a:lnTo>
                    <a:pt x="309779" y="254383"/>
                  </a:lnTo>
                  <a:lnTo>
                    <a:pt x="312467" y="249828"/>
                  </a:lnTo>
                  <a:lnTo>
                    <a:pt x="315009" y="245191"/>
                  </a:lnTo>
                  <a:lnTo>
                    <a:pt x="317403" y="240475"/>
                  </a:lnTo>
                  <a:lnTo>
                    <a:pt x="319646" y="235687"/>
                  </a:lnTo>
                  <a:lnTo>
                    <a:pt x="321737" y="230829"/>
                  </a:lnTo>
                  <a:lnTo>
                    <a:pt x="323674" y="225908"/>
                  </a:lnTo>
                  <a:lnTo>
                    <a:pt x="325454" y="220928"/>
                  </a:lnTo>
                  <a:lnTo>
                    <a:pt x="327075" y="215894"/>
                  </a:lnTo>
                  <a:lnTo>
                    <a:pt x="328536" y="210812"/>
                  </a:lnTo>
                  <a:lnTo>
                    <a:pt x="329836" y="205685"/>
                  </a:lnTo>
                  <a:lnTo>
                    <a:pt x="330973" y="200521"/>
                  </a:lnTo>
                  <a:lnTo>
                    <a:pt x="331946" y="195323"/>
                  </a:lnTo>
                  <a:lnTo>
                    <a:pt x="332754" y="190096"/>
                  </a:lnTo>
                  <a:lnTo>
                    <a:pt x="333397" y="184847"/>
                  </a:lnTo>
                  <a:lnTo>
                    <a:pt x="333873" y="179580"/>
                  </a:lnTo>
                  <a:lnTo>
                    <a:pt x="334182" y="174301"/>
                  </a:lnTo>
                  <a:lnTo>
                    <a:pt x="334324" y="169014"/>
                  </a:lnTo>
                  <a:lnTo>
                    <a:pt x="334299" y="163726"/>
                  </a:lnTo>
                  <a:lnTo>
                    <a:pt x="334106" y="158441"/>
                  </a:lnTo>
                  <a:lnTo>
                    <a:pt x="333747" y="153165"/>
                  </a:lnTo>
                  <a:lnTo>
                    <a:pt x="333220" y="147902"/>
                  </a:lnTo>
                  <a:lnTo>
                    <a:pt x="332528" y="142659"/>
                  </a:lnTo>
                  <a:lnTo>
                    <a:pt x="331670" y="137441"/>
                  </a:lnTo>
                  <a:lnTo>
                    <a:pt x="330647" y="132252"/>
                  </a:lnTo>
                  <a:lnTo>
                    <a:pt x="329461" y="127099"/>
                  </a:lnTo>
                  <a:lnTo>
                    <a:pt x="328113" y="121985"/>
                  </a:lnTo>
                  <a:lnTo>
                    <a:pt x="326603" y="116917"/>
                  </a:lnTo>
                  <a:lnTo>
                    <a:pt x="324934" y="111899"/>
                  </a:lnTo>
                  <a:lnTo>
                    <a:pt x="323106" y="106936"/>
                  </a:lnTo>
                  <a:lnTo>
                    <a:pt x="321123" y="102033"/>
                  </a:lnTo>
                  <a:lnTo>
                    <a:pt x="318986" y="97196"/>
                  </a:lnTo>
                  <a:lnTo>
                    <a:pt x="316697" y="92429"/>
                  </a:lnTo>
                  <a:lnTo>
                    <a:pt x="314258" y="87736"/>
                  </a:lnTo>
                  <a:lnTo>
                    <a:pt x="311672" y="83123"/>
                  </a:lnTo>
                  <a:lnTo>
                    <a:pt x="308941" y="78595"/>
                  </a:lnTo>
                  <a:lnTo>
                    <a:pt x="306068" y="74154"/>
                  </a:lnTo>
                  <a:lnTo>
                    <a:pt x="303057" y="69807"/>
                  </a:lnTo>
                  <a:lnTo>
                    <a:pt x="299909" y="65557"/>
                  </a:lnTo>
                  <a:lnTo>
                    <a:pt x="296628" y="61409"/>
                  </a:lnTo>
                  <a:lnTo>
                    <a:pt x="293218" y="57367"/>
                  </a:lnTo>
                  <a:lnTo>
                    <a:pt x="289682" y="53435"/>
                  </a:lnTo>
                  <a:lnTo>
                    <a:pt x="286023" y="49617"/>
                  </a:lnTo>
                  <a:lnTo>
                    <a:pt x="282245" y="45916"/>
                  </a:lnTo>
                  <a:lnTo>
                    <a:pt x="278352" y="42336"/>
                  </a:lnTo>
                  <a:lnTo>
                    <a:pt x="274348" y="38882"/>
                  </a:lnTo>
                  <a:lnTo>
                    <a:pt x="270237" y="35556"/>
                  </a:lnTo>
                  <a:lnTo>
                    <a:pt x="266022" y="32361"/>
                  </a:lnTo>
                  <a:lnTo>
                    <a:pt x="261708" y="29302"/>
                  </a:lnTo>
                  <a:lnTo>
                    <a:pt x="257300" y="26380"/>
                  </a:lnTo>
                  <a:lnTo>
                    <a:pt x="252802" y="23600"/>
                  </a:lnTo>
                  <a:lnTo>
                    <a:pt x="248218" y="20963"/>
                  </a:lnTo>
                  <a:lnTo>
                    <a:pt x="243553" y="18472"/>
                  </a:lnTo>
                  <a:lnTo>
                    <a:pt x="238811" y="16130"/>
                  </a:lnTo>
                  <a:lnTo>
                    <a:pt x="233997" y="13940"/>
                  </a:lnTo>
                  <a:lnTo>
                    <a:pt x="229117" y="11902"/>
                  </a:lnTo>
                  <a:lnTo>
                    <a:pt x="224175" y="10020"/>
                  </a:lnTo>
                  <a:lnTo>
                    <a:pt x="219176" y="8296"/>
                  </a:lnTo>
                  <a:lnTo>
                    <a:pt x="214124" y="6730"/>
                  </a:lnTo>
                  <a:lnTo>
                    <a:pt x="209026" y="5325"/>
                  </a:lnTo>
                  <a:lnTo>
                    <a:pt x="203886" y="4082"/>
                  </a:lnTo>
                  <a:lnTo>
                    <a:pt x="198709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879" y="2406772"/>
              <a:ext cx="19853" cy="167167"/>
            </a:xfrm>
            <a:custGeom>
              <a:avLst/>
              <a:pathLst>
                <a:path w="19853" h="167167">
                  <a:moveTo>
                    <a:pt x="19853" y="0"/>
                  </a:moveTo>
                  <a:lnTo>
                    <a:pt x="9909" y="296"/>
                  </a:lnTo>
                  <a:lnTo>
                    <a:pt x="0" y="1183"/>
                  </a:lnTo>
                  <a:lnTo>
                    <a:pt x="1985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25879" y="2407955"/>
              <a:ext cx="19853" cy="165984"/>
            </a:xfrm>
            <a:custGeom>
              <a:avLst/>
              <a:pathLst>
                <a:path w="19853" h="165984">
                  <a:moveTo>
                    <a:pt x="0" y="0"/>
                  </a:moveTo>
                  <a:lnTo>
                    <a:pt x="19853" y="1659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78567" y="2407955"/>
              <a:ext cx="334331" cy="333132"/>
            </a:xfrm>
            <a:custGeom>
              <a:avLst/>
              <a:pathLst>
                <a:path w="334331" h="333132">
                  <a:moveTo>
                    <a:pt x="147312" y="0"/>
                  </a:moveTo>
                  <a:lnTo>
                    <a:pt x="142071" y="711"/>
                  </a:lnTo>
                  <a:lnTo>
                    <a:pt x="136855" y="1587"/>
                  </a:lnTo>
                  <a:lnTo>
                    <a:pt x="131669" y="2629"/>
                  </a:lnTo>
                  <a:lnTo>
                    <a:pt x="126518" y="3833"/>
                  </a:lnTo>
                  <a:lnTo>
                    <a:pt x="121409" y="5201"/>
                  </a:lnTo>
                  <a:lnTo>
                    <a:pt x="116345" y="6729"/>
                  </a:lnTo>
                  <a:lnTo>
                    <a:pt x="111332" y="8416"/>
                  </a:lnTo>
                  <a:lnTo>
                    <a:pt x="106375" y="10261"/>
                  </a:lnTo>
                  <a:lnTo>
                    <a:pt x="101479" y="12263"/>
                  </a:lnTo>
                  <a:lnTo>
                    <a:pt x="96649" y="14418"/>
                  </a:lnTo>
                  <a:lnTo>
                    <a:pt x="91889" y="16724"/>
                  </a:lnTo>
                  <a:lnTo>
                    <a:pt x="87204" y="19181"/>
                  </a:lnTo>
                  <a:lnTo>
                    <a:pt x="82600" y="21784"/>
                  </a:lnTo>
                  <a:lnTo>
                    <a:pt x="78080" y="24532"/>
                  </a:lnTo>
                  <a:lnTo>
                    <a:pt x="73650" y="27421"/>
                  </a:lnTo>
                  <a:lnTo>
                    <a:pt x="69313" y="30449"/>
                  </a:lnTo>
                  <a:lnTo>
                    <a:pt x="65074" y="33612"/>
                  </a:lnTo>
                  <a:lnTo>
                    <a:pt x="60937" y="36908"/>
                  </a:lnTo>
                  <a:lnTo>
                    <a:pt x="56907" y="40334"/>
                  </a:lnTo>
                  <a:lnTo>
                    <a:pt x="52987" y="43885"/>
                  </a:lnTo>
                  <a:lnTo>
                    <a:pt x="49181" y="47558"/>
                  </a:lnTo>
                  <a:lnTo>
                    <a:pt x="45494" y="51350"/>
                  </a:lnTo>
                  <a:lnTo>
                    <a:pt x="41928" y="55257"/>
                  </a:lnTo>
                  <a:lnTo>
                    <a:pt x="38488" y="59274"/>
                  </a:lnTo>
                  <a:lnTo>
                    <a:pt x="35176" y="63399"/>
                  </a:lnTo>
                  <a:lnTo>
                    <a:pt x="31997" y="67626"/>
                  </a:lnTo>
                  <a:lnTo>
                    <a:pt x="28953" y="71951"/>
                  </a:lnTo>
                  <a:lnTo>
                    <a:pt x="26047" y="76371"/>
                  </a:lnTo>
                  <a:lnTo>
                    <a:pt x="23282" y="80881"/>
                  </a:lnTo>
                  <a:lnTo>
                    <a:pt x="20662" y="85475"/>
                  </a:lnTo>
                  <a:lnTo>
                    <a:pt x="18188" y="90150"/>
                  </a:lnTo>
                  <a:lnTo>
                    <a:pt x="15864" y="94902"/>
                  </a:lnTo>
                  <a:lnTo>
                    <a:pt x="13691" y="99724"/>
                  </a:lnTo>
                  <a:lnTo>
                    <a:pt x="11671" y="104613"/>
                  </a:lnTo>
                  <a:lnTo>
                    <a:pt x="9808" y="109563"/>
                  </a:lnTo>
                  <a:lnTo>
                    <a:pt x="8101" y="114569"/>
                  </a:lnTo>
                  <a:lnTo>
                    <a:pt x="6554" y="119627"/>
                  </a:lnTo>
                  <a:lnTo>
                    <a:pt x="5168" y="124732"/>
                  </a:lnTo>
                  <a:lnTo>
                    <a:pt x="3944" y="129877"/>
                  </a:lnTo>
                  <a:lnTo>
                    <a:pt x="2884" y="135059"/>
                  </a:lnTo>
                  <a:lnTo>
                    <a:pt x="1987" y="140272"/>
                  </a:lnTo>
                  <a:lnTo>
                    <a:pt x="1257" y="145511"/>
                  </a:lnTo>
                  <a:lnTo>
                    <a:pt x="692" y="150770"/>
                  </a:lnTo>
                  <a:lnTo>
                    <a:pt x="294" y="156044"/>
                  </a:lnTo>
                  <a:lnTo>
                    <a:pt x="63" y="161329"/>
                  </a:lnTo>
                  <a:lnTo>
                    <a:pt x="0" y="166617"/>
                  </a:lnTo>
                  <a:lnTo>
                    <a:pt x="103" y="171906"/>
                  </a:lnTo>
                  <a:lnTo>
                    <a:pt x="374" y="177188"/>
                  </a:lnTo>
                  <a:lnTo>
                    <a:pt x="812" y="182459"/>
                  </a:lnTo>
                  <a:lnTo>
                    <a:pt x="1417" y="187714"/>
                  </a:lnTo>
                  <a:lnTo>
                    <a:pt x="2187" y="192947"/>
                  </a:lnTo>
                  <a:lnTo>
                    <a:pt x="3123" y="198153"/>
                  </a:lnTo>
                  <a:lnTo>
                    <a:pt x="4223" y="203326"/>
                  </a:lnTo>
                  <a:lnTo>
                    <a:pt x="5486" y="208463"/>
                  </a:lnTo>
                  <a:lnTo>
                    <a:pt x="6910" y="213557"/>
                  </a:lnTo>
                  <a:lnTo>
                    <a:pt x="8496" y="218603"/>
                  </a:lnTo>
                  <a:lnTo>
                    <a:pt x="10240" y="223596"/>
                  </a:lnTo>
                  <a:lnTo>
                    <a:pt x="12141" y="228532"/>
                  </a:lnTo>
                  <a:lnTo>
                    <a:pt x="14197" y="233405"/>
                  </a:lnTo>
                  <a:lnTo>
                    <a:pt x="16407" y="238211"/>
                  </a:lnTo>
                  <a:lnTo>
                    <a:pt x="18768" y="242944"/>
                  </a:lnTo>
                  <a:lnTo>
                    <a:pt x="21277" y="247601"/>
                  </a:lnTo>
                  <a:lnTo>
                    <a:pt x="23932" y="252175"/>
                  </a:lnTo>
                  <a:lnTo>
                    <a:pt x="26730" y="256664"/>
                  </a:lnTo>
                  <a:lnTo>
                    <a:pt x="29669" y="261061"/>
                  </a:lnTo>
                  <a:lnTo>
                    <a:pt x="32746" y="265364"/>
                  </a:lnTo>
                  <a:lnTo>
                    <a:pt x="35958" y="269566"/>
                  </a:lnTo>
                  <a:lnTo>
                    <a:pt x="39300" y="273666"/>
                  </a:lnTo>
                  <a:lnTo>
                    <a:pt x="42771" y="277657"/>
                  </a:lnTo>
                  <a:lnTo>
                    <a:pt x="46366" y="281537"/>
                  </a:lnTo>
                  <a:lnTo>
                    <a:pt x="50082" y="285300"/>
                  </a:lnTo>
                  <a:lnTo>
                    <a:pt x="53916" y="288945"/>
                  </a:lnTo>
                  <a:lnTo>
                    <a:pt x="57863" y="292466"/>
                  </a:lnTo>
                  <a:lnTo>
                    <a:pt x="61919" y="295861"/>
                  </a:lnTo>
                  <a:lnTo>
                    <a:pt x="66080" y="299126"/>
                  </a:lnTo>
                  <a:lnTo>
                    <a:pt x="70343" y="302257"/>
                  </a:lnTo>
                  <a:lnTo>
                    <a:pt x="74703" y="305252"/>
                  </a:lnTo>
                  <a:lnTo>
                    <a:pt x="79155" y="308107"/>
                  </a:lnTo>
                  <a:lnTo>
                    <a:pt x="83696" y="310821"/>
                  </a:lnTo>
                  <a:lnTo>
                    <a:pt x="88320" y="313389"/>
                  </a:lnTo>
                  <a:lnTo>
                    <a:pt x="93023" y="315809"/>
                  </a:lnTo>
                  <a:lnTo>
                    <a:pt x="97800" y="318080"/>
                  </a:lnTo>
                  <a:lnTo>
                    <a:pt x="102646" y="320199"/>
                  </a:lnTo>
                  <a:lnTo>
                    <a:pt x="107557" y="322163"/>
                  </a:lnTo>
                  <a:lnTo>
                    <a:pt x="112528" y="323970"/>
                  </a:lnTo>
                  <a:lnTo>
                    <a:pt x="117554" y="325620"/>
                  </a:lnTo>
                  <a:lnTo>
                    <a:pt x="122629" y="327109"/>
                  </a:lnTo>
                  <a:lnTo>
                    <a:pt x="127749" y="328438"/>
                  </a:lnTo>
                  <a:lnTo>
                    <a:pt x="132908" y="329603"/>
                  </a:lnTo>
                  <a:lnTo>
                    <a:pt x="138102" y="330605"/>
                  </a:lnTo>
                  <a:lnTo>
                    <a:pt x="143324" y="331442"/>
                  </a:lnTo>
                  <a:lnTo>
                    <a:pt x="148571" y="332114"/>
                  </a:lnTo>
                  <a:lnTo>
                    <a:pt x="153836" y="332619"/>
                  </a:lnTo>
                  <a:lnTo>
                    <a:pt x="159115" y="332957"/>
                  </a:lnTo>
                  <a:lnTo>
                    <a:pt x="164401" y="333128"/>
                  </a:lnTo>
                  <a:lnTo>
                    <a:pt x="169690" y="333132"/>
                  </a:lnTo>
                  <a:lnTo>
                    <a:pt x="174977" y="332969"/>
                  </a:lnTo>
                  <a:lnTo>
                    <a:pt x="180256" y="332638"/>
                  </a:lnTo>
                  <a:lnTo>
                    <a:pt x="185522" y="332140"/>
                  </a:lnTo>
                  <a:lnTo>
                    <a:pt x="190770" y="331476"/>
                  </a:lnTo>
                  <a:lnTo>
                    <a:pt x="195993" y="330647"/>
                  </a:lnTo>
                  <a:lnTo>
                    <a:pt x="201188" y="329652"/>
                  </a:lnTo>
                  <a:lnTo>
                    <a:pt x="206349" y="328494"/>
                  </a:lnTo>
                  <a:lnTo>
                    <a:pt x="211471" y="327173"/>
                  </a:lnTo>
                  <a:lnTo>
                    <a:pt x="216548" y="325691"/>
                  </a:lnTo>
                  <a:lnTo>
                    <a:pt x="221576" y="324048"/>
                  </a:lnTo>
                  <a:lnTo>
                    <a:pt x="226550" y="322248"/>
                  </a:lnTo>
                  <a:lnTo>
                    <a:pt x="231464" y="320291"/>
                  </a:lnTo>
                  <a:lnTo>
                    <a:pt x="236313" y="318180"/>
                  </a:lnTo>
                  <a:lnTo>
                    <a:pt x="241094" y="315916"/>
                  </a:lnTo>
                  <a:lnTo>
                    <a:pt x="245800" y="313502"/>
                  </a:lnTo>
                  <a:lnTo>
                    <a:pt x="250428" y="310940"/>
                  </a:lnTo>
                  <a:lnTo>
                    <a:pt x="254972" y="308234"/>
                  </a:lnTo>
                  <a:lnTo>
                    <a:pt x="259428" y="305384"/>
                  </a:lnTo>
                  <a:lnTo>
                    <a:pt x="263792" y="302396"/>
                  </a:lnTo>
                  <a:lnTo>
                    <a:pt x="268060" y="299271"/>
                  </a:lnTo>
                  <a:lnTo>
                    <a:pt x="272226" y="296012"/>
                  </a:lnTo>
                  <a:lnTo>
                    <a:pt x="276287" y="292623"/>
                  </a:lnTo>
                  <a:lnTo>
                    <a:pt x="280239" y="289107"/>
                  </a:lnTo>
                  <a:lnTo>
                    <a:pt x="284078" y="285468"/>
                  </a:lnTo>
                  <a:lnTo>
                    <a:pt x="287799" y="281710"/>
                  </a:lnTo>
                  <a:lnTo>
                    <a:pt x="291400" y="277835"/>
                  </a:lnTo>
                  <a:lnTo>
                    <a:pt x="294877" y="273849"/>
                  </a:lnTo>
                  <a:lnTo>
                    <a:pt x="298225" y="269755"/>
                  </a:lnTo>
                  <a:lnTo>
                    <a:pt x="301442" y="265556"/>
                  </a:lnTo>
                  <a:lnTo>
                    <a:pt x="304525" y="261258"/>
                  </a:lnTo>
                  <a:lnTo>
                    <a:pt x="307471" y="256865"/>
                  </a:lnTo>
                  <a:lnTo>
                    <a:pt x="310276" y="252381"/>
                  </a:lnTo>
                  <a:lnTo>
                    <a:pt x="312938" y="247810"/>
                  </a:lnTo>
                  <a:lnTo>
                    <a:pt x="315453" y="243157"/>
                  </a:lnTo>
                  <a:lnTo>
                    <a:pt x="317821" y="238427"/>
                  </a:lnTo>
                  <a:lnTo>
                    <a:pt x="320037" y="233625"/>
                  </a:lnTo>
                  <a:lnTo>
                    <a:pt x="322101" y="228755"/>
                  </a:lnTo>
                  <a:lnTo>
                    <a:pt x="324009" y="223821"/>
                  </a:lnTo>
                  <a:lnTo>
                    <a:pt x="325760" y="218831"/>
                  </a:lnTo>
                  <a:lnTo>
                    <a:pt x="327353" y="213787"/>
                  </a:lnTo>
                  <a:lnTo>
                    <a:pt x="328785" y="208695"/>
                  </a:lnTo>
                  <a:lnTo>
                    <a:pt x="330055" y="203560"/>
                  </a:lnTo>
                  <a:lnTo>
                    <a:pt x="331162" y="198388"/>
                  </a:lnTo>
                  <a:lnTo>
                    <a:pt x="332105" y="193184"/>
                  </a:lnTo>
                  <a:lnTo>
                    <a:pt x="332883" y="187952"/>
                  </a:lnTo>
                  <a:lnTo>
                    <a:pt x="333495" y="182698"/>
                  </a:lnTo>
                  <a:lnTo>
                    <a:pt x="333941" y="177428"/>
                  </a:lnTo>
                  <a:lnTo>
                    <a:pt x="334220" y="172146"/>
                  </a:lnTo>
                  <a:lnTo>
                    <a:pt x="334331" y="166857"/>
                  </a:lnTo>
                  <a:lnTo>
                    <a:pt x="334275" y="161568"/>
                  </a:lnTo>
                  <a:lnTo>
                    <a:pt x="334052" y="156284"/>
                  </a:lnTo>
                  <a:lnTo>
                    <a:pt x="333661" y="151009"/>
                  </a:lnTo>
                  <a:lnTo>
                    <a:pt x="333104" y="145749"/>
                  </a:lnTo>
                  <a:lnTo>
                    <a:pt x="332381" y="140509"/>
                  </a:lnTo>
                  <a:lnTo>
                    <a:pt x="331492" y="135295"/>
                  </a:lnTo>
                  <a:lnTo>
                    <a:pt x="330439" y="130112"/>
                  </a:lnTo>
                  <a:lnTo>
                    <a:pt x="329222" y="124964"/>
                  </a:lnTo>
                  <a:lnTo>
                    <a:pt x="327844" y="119858"/>
                  </a:lnTo>
                  <a:lnTo>
                    <a:pt x="326304" y="114798"/>
                  </a:lnTo>
                  <a:lnTo>
                    <a:pt x="324605" y="109789"/>
                  </a:lnTo>
                  <a:lnTo>
                    <a:pt x="322748" y="104836"/>
                  </a:lnTo>
                  <a:lnTo>
                    <a:pt x="320736" y="99944"/>
                  </a:lnTo>
                  <a:lnTo>
                    <a:pt x="318570" y="95119"/>
                  </a:lnTo>
                  <a:lnTo>
                    <a:pt x="316252" y="90364"/>
                  </a:lnTo>
                  <a:lnTo>
                    <a:pt x="313785" y="85686"/>
                  </a:lnTo>
                  <a:lnTo>
                    <a:pt x="311171" y="81087"/>
                  </a:lnTo>
                  <a:lnTo>
                    <a:pt x="308413" y="76574"/>
                  </a:lnTo>
                  <a:lnTo>
                    <a:pt x="305514" y="72150"/>
                  </a:lnTo>
                  <a:lnTo>
                    <a:pt x="302476" y="67820"/>
                  </a:lnTo>
                  <a:lnTo>
                    <a:pt x="299303" y="63588"/>
                  </a:lnTo>
                  <a:lnTo>
                    <a:pt x="295997" y="59459"/>
                  </a:lnTo>
                  <a:lnTo>
                    <a:pt x="292562" y="55437"/>
                  </a:lnTo>
                  <a:lnTo>
                    <a:pt x="289002" y="51525"/>
                  </a:lnTo>
                  <a:lnTo>
                    <a:pt x="285320" y="47728"/>
                  </a:lnTo>
                  <a:lnTo>
                    <a:pt x="281520" y="44049"/>
                  </a:lnTo>
                  <a:lnTo>
                    <a:pt x="277605" y="40492"/>
                  </a:lnTo>
                  <a:lnTo>
                    <a:pt x="273579" y="37061"/>
                  </a:lnTo>
                  <a:lnTo>
                    <a:pt x="269447" y="33759"/>
                  </a:lnTo>
                  <a:lnTo>
                    <a:pt x="265213" y="30589"/>
                  </a:lnTo>
                  <a:lnTo>
                    <a:pt x="260880" y="27555"/>
                  </a:lnTo>
                  <a:lnTo>
                    <a:pt x="256454" y="24660"/>
                  </a:lnTo>
                  <a:lnTo>
                    <a:pt x="251938" y="21905"/>
                  </a:lnTo>
                  <a:lnTo>
                    <a:pt x="247338" y="19296"/>
                  </a:lnTo>
                  <a:lnTo>
                    <a:pt x="242657" y="16833"/>
                  </a:lnTo>
                  <a:lnTo>
                    <a:pt x="237900" y="14519"/>
                  </a:lnTo>
                  <a:lnTo>
                    <a:pt x="233073" y="12357"/>
                  </a:lnTo>
                  <a:lnTo>
                    <a:pt x="228180" y="10349"/>
                  </a:lnTo>
                  <a:lnTo>
                    <a:pt x="223225" y="8496"/>
                  </a:lnTo>
                  <a:lnTo>
                    <a:pt x="218215" y="6802"/>
                  </a:lnTo>
                  <a:lnTo>
                    <a:pt x="213153" y="5266"/>
                  </a:lnTo>
                  <a:lnTo>
                    <a:pt x="208046" y="3892"/>
                  </a:lnTo>
                  <a:lnTo>
                    <a:pt x="202897" y="2680"/>
                  </a:lnTo>
                  <a:lnTo>
                    <a:pt x="197713" y="1631"/>
                  </a:lnTo>
                  <a:lnTo>
                    <a:pt x="192498" y="747"/>
                  </a:lnTo>
                  <a:lnTo>
                    <a:pt x="187258" y="28"/>
                  </a:lnTo>
                  <a:lnTo>
                    <a:pt x="167166" y="1659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45733" y="2406772"/>
              <a:ext cx="20092" cy="167167"/>
            </a:xfrm>
            <a:custGeom>
              <a:avLst/>
              <a:pathLst>
                <a:path w="20092" h="167167">
                  <a:moveTo>
                    <a:pt x="20092" y="1211"/>
                  </a:moveTo>
                  <a:lnTo>
                    <a:pt x="10064" y="3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702" y="2911194"/>
              <a:ext cx="3278" cy="167167"/>
            </a:xfrm>
            <a:custGeom>
              <a:avLst/>
              <a:pathLst>
                <a:path w="3278" h="167167">
                  <a:moveTo>
                    <a:pt x="3278" y="0"/>
                  </a:moveTo>
                  <a:lnTo>
                    <a:pt x="0" y="32"/>
                  </a:lnTo>
                  <a:lnTo>
                    <a:pt x="32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2702" y="2911226"/>
              <a:ext cx="3278" cy="167135"/>
            </a:xfrm>
            <a:custGeom>
              <a:avLst/>
              <a:pathLst>
                <a:path w="3278" h="167135">
                  <a:moveTo>
                    <a:pt x="0" y="0"/>
                  </a:moveTo>
                  <a:lnTo>
                    <a:pt x="3278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358813" y="2911226"/>
              <a:ext cx="334314" cy="334298"/>
            </a:xfrm>
            <a:custGeom>
              <a:avLst/>
              <a:pathLst>
                <a:path w="334314" h="334298">
                  <a:moveTo>
                    <a:pt x="163888" y="0"/>
                  </a:moveTo>
                  <a:lnTo>
                    <a:pt x="158608" y="187"/>
                  </a:lnTo>
                  <a:lnTo>
                    <a:pt x="153337" y="540"/>
                  </a:lnTo>
                  <a:lnTo>
                    <a:pt x="148080" y="1060"/>
                  </a:lnTo>
                  <a:lnTo>
                    <a:pt x="142842" y="1746"/>
                  </a:lnTo>
                  <a:lnTo>
                    <a:pt x="137629" y="2598"/>
                  </a:lnTo>
                  <a:lnTo>
                    <a:pt x="132444" y="3613"/>
                  </a:lnTo>
                  <a:lnTo>
                    <a:pt x="127295" y="4792"/>
                  </a:lnTo>
                  <a:lnTo>
                    <a:pt x="122185" y="6133"/>
                  </a:lnTo>
                  <a:lnTo>
                    <a:pt x="117120" y="7634"/>
                  </a:lnTo>
                  <a:lnTo>
                    <a:pt x="112105" y="9295"/>
                  </a:lnTo>
                  <a:lnTo>
                    <a:pt x="107146" y="11114"/>
                  </a:lnTo>
                  <a:lnTo>
                    <a:pt x="102246" y="13088"/>
                  </a:lnTo>
                  <a:lnTo>
                    <a:pt x="97411" y="15217"/>
                  </a:lnTo>
                  <a:lnTo>
                    <a:pt x="92645" y="17497"/>
                  </a:lnTo>
                  <a:lnTo>
                    <a:pt x="87954" y="19926"/>
                  </a:lnTo>
                  <a:lnTo>
                    <a:pt x="83342" y="22503"/>
                  </a:lnTo>
                  <a:lnTo>
                    <a:pt x="78814" y="25223"/>
                  </a:lnTo>
                  <a:lnTo>
                    <a:pt x="74374" y="28086"/>
                  </a:lnTo>
                  <a:lnTo>
                    <a:pt x="70027" y="31087"/>
                  </a:lnTo>
                  <a:lnTo>
                    <a:pt x="65777" y="34225"/>
                  </a:lnTo>
                  <a:lnTo>
                    <a:pt x="61628" y="37495"/>
                  </a:lnTo>
                  <a:lnTo>
                    <a:pt x="57584" y="40894"/>
                  </a:lnTo>
                  <a:lnTo>
                    <a:pt x="53650" y="44420"/>
                  </a:lnTo>
                  <a:lnTo>
                    <a:pt x="49829" y="48068"/>
                  </a:lnTo>
                  <a:lnTo>
                    <a:pt x="46125" y="51835"/>
                  </a:lnTo>
                  <a:lnTo>
                    <a:pt x="42543" y="55717"/>
                  </a:lnTo>
                  <a:lnTo>
                    <a:pt x="39084" y="59711"/>
                  </a:lnTo>
                  <a:lnTo>
                    <a:pt x="35754" y="63811"/>
                  </a:lnTo>
                  <a:lnTo>
                    <a:pt x="32555" y="68015"/>
                  </a:lnTo>
                  <a:lnTo>
                    <a:pt x="29490" y="72318"/>
                  </a:lnTo>
                  <a:lnTo>
                    <a:pt x="26563" y="76716"/>
                  </a:lnTo>
                  <a:lnTo>
                    <a:pt x="23776" y="81203"/>
                  </a:lnTo>
                  <a:lnTo>
                    <a:pt x="21132" y="85777"/>
                  </a:lnTo>
                  <a:lnTo>
                    <a:pt x="18635" y="90432"/>
                  </a:lnTo>
                  <a:lnTo>
                    <a:pt x="16285" y="95164"/>
                  </a:lnTo>
                  <a:lnTo>
                    <a:pt x="14086" y="99967"/>
                  </a:lnTo>
                  <a:lnTo>
                    <a:pt x="12041" y="104838"/>
                  </a:lnTo>
                  <a:lnTo>
                    <a:pt x="10150" y="109770"/>
                  </a:lnTo>
                  <a:lnTo>
                    <a:pt x="8415" y="114760"/>
                  </a:lnTo>
                  <a:lnTo>
                    <a:pt x="6840" y="119803"/>
                  </a:lnTo>
                  <a:lnTo>
                    <a:pt x="5424" y="124892"/>
                  </a:lnTo>
                  <a:lnTo>
                    <a:pt x="4170" y="130024"/>
                  </a:lnTo>
                  <a:lnTo>
                    <a:pt x="3079" y="135193"/>
                  </a:lnTo>
                  <a:lnTo>
                    <a:pt x="2152" y="140393"/>
                  </a:lnTo>
                  <a:lnTo>
                    <a:pt x="1389" y="145621"/>
                  </a:lnTo>
                  <a:lnTo>
                    <a:pt x="792" y="150870"/>
                  </a:lnTo>
                  <a:lnTo>
                    <a:pt x="361" y="156135"/>
                  </a:lnTo>
                  <a:lnTo>
                    <a:pt x="97" y="161411"/>
                  </a:lnTo>
                  <a:lnTo>
                    <a:pt x="0" y="166693"/>
                  </a:lnTo>
                  <a:lnTo>
                    <a:pt x="69" y="171975"/>
                  </a:lnTo>
                  <a:lnTo>
                    <a:pt x="305" y="177253"/>
                  </a:lnTo>
                  <a:lnTo>
                    <a:pt x="708" y="182520"/>
                  </a:lnTo>
                  <a:lnTo>
                    <a:pt x="1278" y="187772"/>
                  </a:lnTo>
                  <a:lnTo>
                    <a:pt x="2013" y="193003"/>
                  </a:lnTo>
                  <a:lnTo>
                    <a:pt x="2912" y="198209"/>
                  </a:lnTo>
                  <a:lnTo>
                    <a:pt x="3976" y="203383"/>
                  </a:lnTo>
                  <a:lnTo>
                    <a:pt x="5203" y="208522"/>
                  </a:lnTo>
                  <a:lnTo>
                    <a:pt x="6592" y="213619"/>
                  </a:lnTo>
                  <a:lnTo>
                    <a:pt x="8141" y="218669"/>
                  </a:lnTo>
                  <a:lnTo>
                    <a:pt x="9848" y="223668"/>
                  </a:lnTo>
                  <a:lnTo>
                    <a:pt x="11713" y="228611"/>
                  </a:lnTo>
                  <a:lnTo>
                    <a:pt x="13733" y="233492"/>
                  </a:lnTo>
                  <a:lnTo>
                    <a:pt x="15907" y="238307"/>
                  </a:lnTo>
                  <a:lnTo>
                    <a:pt x="18231" y="243051"/>
                  </a:lnTo>
                  <a:lnTo>
                    <a:pt x="20704" y="247719"/>
                  </a:lnTo>
                  <a:lnTo>
                    <a:pt x="23324" y="252307"/>
                  </a:lnTo>
                  <a:lnTo>
                    <a:pt x="26087" y="256809"/>
                  </a:lnTo>
                  <a:lnTo>
                    <a:pt x="28991" y="261222"/>
                  </a:lnTo>
                  <a:lnTo>
                    <a:pt x="32033" y="265541"/>
                  </a:lnTo>
                  <a:lnTo>
                    <a:pt x="35210" y="269762"/>
                  </a:lnTo>
                  <a:lnTo>
                    <a:pt x="38518" y="273880"/>
                  </a:lnTo>
                  <a:lnTo>
                    <a:pt x="41955" y="277892"/>
                  </a:lnTo>
                  <a:lnTo>
                    <a:pt x="45518" y="281793"/>
                  </a:lnTo>
                  <a:lnTo>
                    <a:pt x="49201" y="285580"/>
                  </a:lnTo>
                  <a:lnTo>
                    <a:pt x="53003" y="289248"/>
                  </a:lnTo>
                  <a:lnTo>
                    <a:pt x="56918" y="292794"/>
                  </a:lnTo>
                  <a:lnTo>
                    <a:pt x="60944" y="296215"/>
                  </a:lnTo>
                  <a:lnTo>
                    <a:pt x="65075" y="299507"/>
                  </a:lnTo>
                  <a:lnTo>
                    <a:pt x="69309" y="302667"/>
                  </a:lnTo>
                  <a:lnTo>
                    <a:pt x="73640" y="305691"/>
                  </a:lnTo>
                  <a:lnTo>
                    <a:pt x="78065" y="308577"/>
                  </a:lnTo>
                  <a:lnTo>
                    <a:pt x="82579" y="311322"/>
                  </a:lnTo>
                  <a:lnTo>
                    <a:pt x="87177" y="313923"/>
                  </a:lnTo>
                  <a:lnTo>
                    <a:pt x="91855" y="316377"/>
                  </a:lnTo>
                  <a:lnTo>
                    <a:pt x="96608" y="318682"/>
                  </a:lnTo>
                  <a:lnTo>
                    <a:pt x="101432" y="320836"/>
                  </a:lnTo>
                  <a:lnTo>
                    <a:pt x="106322" y="322836"/>
                  </a:lnTo>
                  <a:lnTo>
                    <a:pt x="111272" y="324681"/>
                  </a:lnTo>
                  <a:lnTo>
                    <a:pt x="116278" y="326368"/>
                  </a:lnTo>
                  <a:lnTo>
                    <a:pt x="121334" y="327897"/>
                  </a:lnTo>
                  <a:lnTo>
                    <a:pt x="126437" y="329265"/>
                  </a:lnTo>
                  <a:lnTo>
                    <a:pt x="131580" y="330471"/>
                  </a:lnTo>
                  <a:lnTo>
                    <a:pt x="136759" y="331513"/>
                  </a:lnTo>
                  <a:lnTo>
                    <a:pt x="141968" y="332392"/>
                  </a:lnTo>
                  <a:lnTo>
                    <a:pt x="147203" y="333106"/>
                  </a:lnTo>
                  <a:lnTo>
                    <a:pt x="152457" y="333654"/>
                  </a:lnTo>
                  <a:lnTo>
                    <a:pt x="157726" y="334035"/>
                  </a:lnTo>
                  <a:lnTo>
                    <a:pt x="163004" y="334250"/>
                  </a:lnTo>
                  <a:lnTo>
                    <a:pt x="168287" y="334298"/>
                  </a:lnTo>
                  <a:lnTo>
                    <a:pt x="173568" y="334180"/>
                  </a:lnTo>
                  <a:lnTo>
                    <a:pt x="178843" y="333894"/>
                  </a:lnTo>
                  <a:lnTo>
                    <a:pt x="184106" y="333442"/>
                  </a:lnTo>
                  <a:lnTo>
                    <a:pt x="189353" y="332823"/>
                  </a:lnTo>
                  <a:lnTo>
                    <a:pt x="194577" y="332040"/>
                  </a:lnTo>
                  <a:lnTo>
                    <a:pt x="199774" y="331091"/>
                  </a:lnTo>
                  <a:lnTo>
                    <a:pt x="204938" y="329979"/>
                  </a:lnTo>
                  <a:lnTo>
                    <a:pt x="210065" y="328704"/>
                  </a:lnTo>
                  <a:lnTo>
                    <a:pt x="215149" y="327268"/>
                  </a:lnTo>
                  <a:lnTo>
                    <a:pt x="220185" y="325672"/>
                  </a:lnTo>
                  <a:lnTo>
                    <a:pt x="225168" y="323917"/>
                  </a:lnTo>
                  <a:lnTo>
                    <a:pt x="230093" y="322007"/>
                  </a:lnTo>
                  <a:lnTo>
                    <a:pt x="234955" y="319941"/>
                  </a:lnTo>
                  <a:lnTo>
                    <a:pt x="239749" y="317723"/>
                  </a:lnTo>
                  <a:lnTo>
                    <a:pt x="244471" y="315354"/>
                  </a:lnTo>
                  <a:lnTo>
                    <a:pt x="249116" y="312837"/>
                  </a:lnTo>
                  <a:lnTo>
                    <a:pt x="253679" y="310175"/>
                  </a:lnTo>
                  <a:lnTo>
                    <a:pt x="258155" y="307370"/>
                  </a:lnTo>
                  <a:lnTo>
                    <a:pt x="262541" y="304425"/>
                  </a:lnTo>
                  <a:lnTo>
                    <a:pt x="266831" y="301343"/>
                  </a:lnTo>
                  <a:lnTo>
                    <a:pt x="271022" y="298127"/>
                  </a:lnTo>
                  <a:lnTo>
                    <a:pt x="275109" y="294780"/>
                  </a:lnTo>
                  <a:lnTo>
                    <a:pt x="279089" y="291305"/>
                  </a:lnTo>
                  <a:lnTo>
                    <a:pt x="282956" y="287707"/>
                  </a:lnTo>
                  <a:lnTo>
                    <a:pt x="286708" y="283988"/>
                  </a:lnTo>
                  <a:lnTo>
                    <a:pt x="290341" y="280152"/>
                  </a:lnTo>
                  <a:lnTo>
                    <a:pt x="293851" y="276204"/>
                  </a:lnTo>
                  <a:lnTo>
                    <a:pt x="297234" y="272146"/>
                  </a:lnTo>
                  <a:lnTo>
                    <a:pt x="300487" y="267984"/>
                  </a:lnTo>
                  <a:lnTo>
                    <a:pt x="303607" y="263721"/>
                  </a:lnTo>
                  <a:lnTo>
                    <a:pt x="306591" y="259362"/>
                  </a:lnTo>
                  <a:lnTo>
                    <a:pt x="309435" y="254910"/>
                  </a:lnTo>
                  <a:lnTo>
                    <a:pt x="312138" y="250371"/>
                  </a:lnTo>
                  <a:lnTo>
                    <a:pt x="314695" y="245749"/>
                  </a:lnTo>
                  <a:lnTo>
                    <a:pt x="317106" y="241048"/>
                  </a:lnTo>
                  <a:lnTo>
                    <a:pt x="319366" y="236273"/>
                  </a:lnTo>
                  <a:lnTo>
                    <a:pt x="321475" y="231430"/>
                  </a:lnTo>
                  <a:lnTo>
                    <a:pt x="323429" y="226522"/>
                  </a:lnTo>
                  <a:lnTo>
                    <a:pt x="325228" y="221555"/>
                  </a:lnTo>
                  <a:lnTo>
                    <a:pt x="326868" y="216533"/>
                  </a:lnTo>
                  <a:lnTo>
                    <a:pt x="328350" y="211462"/>
                  </a:lnTo>
                  <a:lnTo>
                    <a:pt x="329670" y="206347"/>
                  </a:lnTo>
                  <a:lnTo>
                    <a:pt x="330828" y="201193"/>
                  </a:lnTo>
                  <a:lnTo>
                    <a:pt x="331822" y="196005"/>
                  </a:lnTo>
                  <a:lnTo>
                    <a:pt x="332652" y="190787"/>
                  </a:lnTo>
                  <a:lnTo>
                    <a:pt x="333317" y="185547"/>
                  </a:lnTo>
                  <a:lnTo>
                    <a:pt x="333816" y="180288"/>
                  </a:lnTo>
                  <a:lnTo>
                    <a:pt x="334148" y="175015"/>
                  </a:lnTo>
                  <a:lnTo>
                    <a:pt x="334314" y="169735"/>
                  </a:lnTo>
                  <a:lnTo>
                    <a:pt x="334312" y="164452"/>
                  </a:lnTo>
                  <a:lnTo>
                    <a:pt x="334144" y="159172"/>
                  </a:lnTo>
                  <a:lnTo>
                    <a:pt x="333809" y="153900"/>
                  </a:lnTo>
                  <a:lnTo>
                    <a:pt x="333308" y="148641"/>
                  </a:lnTo>
                  <a:lnTo>
                    <a:pt x="332640" y="143401"/>
                  </a:lnTo>
                  <a:lnTo>
                    <a:pt x="331808" y="138184"/>
                  </a:lnTo>
                  <a:lnTo>
                    <a:pt x="330811" y="132996"/>
                  </a:lnTo>
                  <a:lnTo>
                    <a:pt x="329650" y="127843"/>
                  </a:lnTo>
                  <a:lnTo>
                    <a:pt x="328328" y="122728"/>
                  </a:lnTo>
                  <a:lnTo>
                    <a:pt x="326844" y="117658"/>
                  </a:lnTo>
                  <a:lnTo>
                    <a:pt x="325201" y="112637"/>
                  </a:lnTo>
                  <a:lnTo>
                    <a:pt x="323400" y="107671"/>
                  </a:lnTo>
                  <a:lnTo>
                    <a:pt x="321443" y="102764"/>
                  </a:lnTo>
                  <a:lnTo>
                    <a:pt x="319332" y="97921"/>
                  </a:lnTo>
                  <a:lnTo>
                    <a:pt x="317069" y="93148"/>
                  </a:lnTo>
                  <a:lnTo>
                    <a:pt x="314657" y="88448"/>
                  </a:lnTo>
                  <a:lnTo>
                    <a:pt x="312097" y="83827"/>
                  </a:lnTo>
                  <a:lnTo>
                    <a:pt x="309392" y="79289"/>
                  </a:lnTo>
                  <a:lnTo>
                    <a:pt x="306545" y="74839"/>
                  </a:lnTo>
                  <a:lnTo>
                    <a:pt x="303559" y="70481"/>
                  </a:lnTo>
                  <a:lnTo>
                    <a:pt x="300437" y="66220"/>
                  </a:lnTo>
                  <a:lnTo>
                    <a:pt x="297182" y="62059"/>
                  </a:lnTo>
                  <a:lnTo>
                    <a:pt x="293797" y="58004"/>
                  </a:lnTo>
                  <a:lnTo>
                    <a:pt x="290285" y="54057"/>
                  </a:lnTo>
                  <a:lnTo>
                    <a:pt x="286651" y="50223"/>
                  </a:lnTo>
                  <a:lnTo>
                    <a:pt x="282897" y="46506"/>
                  </a:lnTo>
                  <a:lnTo>
                    <a:pt x="279028" y="42909"/>
                  </a:lnTo>
                  <a:lnTo>
                    <a:pt x="275047" y="39437"/>
                  </a:lnTo>
                  <a:lnTo>
                    <a:pt x="270958" y="36092"/>
                  </a:lnTo>
                  <a:lnTo>
                    <a:pt x="266766" y="32878"/>
                  </a:lnTo>
                  <a:lnTo>
                    <a:pt x="262474" y="29798"/>
                  </a:lnTo>
                  <a:lnTo>
                    <a:pt x="258086" y="26855"/>
                  </a:lnTo>
                  <a:lnTo>
                    <a:pt x="253609" y="24052"/>
                  </a:lnTo>
                  <a:lnTo>
                    <a:pt x="249044" y="21392"/>
                  </a:lnTo>
                  <a:lnTo>
                    <a:pt x="244398" y="18878"/>
                  </a:lnTo>
                  <a:lnTo>
                    <a:pt x="239675" y="16511"/>
                  </a:lnTo>
                  <a:lnTo>
                    <a:pt x="234880" y="14295"/>
                  </a:lnTo>
                  <a:lnTo>
                    <a:pt x="230017" y="12232"/>
                  </a:lnTo>
                  <a:lnTo>
                    <a:pt x="225091" y="10324"/>
                  </a:lnTo>
                  <a:lnTo>
                    <a:pt x="220107" y="8572"/>
                  </a:lnTo>
                  <a:lnTo>
                    <a:pt x="215070" y="6978"/>
                  </a:lnTo>
                  <a:lnTo>
                    <a:pt x="167166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2911194"/>
              <a:ext cx="47903" cy="167167"/>
            </a:xfrm>
            <a:custGeom>
              <a:avLst/>
              <a:pathLst>
                <a:path w="47903" h="167167">
                  <a:moveTo>
                    <a:pt x="47903" y="7010"/>
                  </a:moveTo>
                  <a:lnTo>
                    <a:pt x="42055" y="5376"/>
                  </a:lnTo>
                  <a:lnTo>
                    <a:pt x="36150" y="3955"/>
                  </a:lnTo>
                  <a:lnTo>
                    <a:pt x="30198" y="2750"/>
                  </a:lnTo>
                  <a:lnTo>
                    <a:pt x="24207" y="1761"/>
                  </a:lnTo>
                  <a:lnTo>
                    <a:pt x="18183" y="991"/>
                  </a:lnTo>
                  <a:lnTo>
                    <a:pt x="12135" y="441"/>
                  </a:lnTo>
                  <a:lnTo>
                    <a:pt x="6071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8404" y="3429590"/>
              <a:ext cx="17576" cy="167167"/>
            </a:xfrm>
            <a:custGeom>
              <a:avLst/>
              <a:pathLst>
                <a:path w="17576" h="167167">
                  <a:moveTo>
                    <a:pt x="17576" y="0"/>
                  </a:moveTo>
                  <a:lnTo>
                    <a:pt x="8775" y="231"/>
                  </a:lnTo>
                  <a:lnTo>
                    <a:pt x="0" y="926"/>
                  </a:lnTo>
                  <a:lnTo>
                    <a:pt x="1757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08404" y="3430517"/>
              <a:ext cx="17576" cy="166240"/>
            </a:xfrm>
            <a:custGeom>
              <a:avLst/>
              <a:pathLst>
                <a:path w="17576" h="166240">
                  <a:moveTo>
                    <a:pt x="0" y="0"/>
                  </a:moveTo>
                  <a:lnTo>
                    <a:pt x="17576" y="166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358818" y="3430517"/>
              <a:ext cx="334319" cy="333404"/>
            </a:xfrm>
            <a:custGeom>
              <a:avLst/>
              <a:pathLst>
                <a:path w="334319" h="333404">
                  <a:moveTo>
                    <a:pt x="149586" y="0"/>
                  </a:moveTo>
                  <a:lnTo>
                    <a:pt x="144327" y="640"/>
                  </a:lnTo>
                  <a:lnTo>
                    <a:pt x="139091" y="1447"/>
                  </a:lnTo>
                  <a:lnTo>
                    <a:pt x="133883" y="2419"/>
                  </a:lnTo>
                  <a:lnTo>
                    <a:pt x="128708" y="3556"/>
                  </a:lnTo>
                  <a:lnTo>
                    <a:pt x="123572" y="4856"/>
                  </a:lnTo>
                  <a:lnTo>
                    <a:pt x="118480" y="6318"/>
                  </a:lnTo>
                  <a:lnTo>
                    <a:pt x="113437" y="7941"/>
                  </a:lnTo>
                  <a:lnTo>
                    <a:pt x="108448" y="9723"/>
                  </a:lnTo>
                  <a:lnTo>
                    <a:pt x="103518" y="11662"/>
                  </a:lnTo>
                  <a:lnTo>
                    <a:pt x="98651" y="13757"/>
                  </a:lnTo>
                  <a:lnTo>
                    <a:pt x="93854" y="16004"/>
                  </a:lnTo>
                  <a:lnTo>
                    <a:pt x="89130" y="18403"/>
                  </a:lnTo>
                  <a:lnTo>
                    <a:pt x="84485" y="20950"/>
                  </a:lnTo>
                  <a:lnTo>
                    <a:pt x="79922" y="23643"/>
                  </a:lnTo>
                  <a:lnTo>
                    <a:pt x="75447" y="26479"/>
                  </a:lnTo>
                  <a:lnTo>
                    <a:pt x="71065" y="29455"/>
                  </a:lnTo>
                  <a:lnTo>
                    <a:pt x="66778" y="32569"/>
                  </a:lnTo>
                  <a:lnTo>
                    <a:pt x="62593" y="35817"/>
                  </a:lnTo>
                  <a:lnTo>
                    <a:pt x="58513" y="39196"/>
                  </a:lnTo>
                  <a:lnTo>
                    <a:pt x="54541" y="42703"/>
                  </a:lnTo>
                  <a:lnTo>
                    <a:pt x="50683" y="46334"/>
                  </a:lnTo>
                  <a:lnTo>
                    <a:pt x="46942" y="50085"/>
                  </a:lnTo>
                  <a:lnTo>
                    <a:pt x="43322" y="53953"/>
                  </a:lnTo>
                  <a:lnTo>
                    <a:pt x="39826" y="57933"/>
                  </a:lnTo>
                  <a:lnTo>
                    <a:pt x="36458" y="62023"/>
                  </a:lnTo>
                  <a:lnTo>
                    <a:pt x="33221" y="66217"/>
                  </a:lnTo>
                  <a:lnTo>
                    <a:pt x="30119" y="70511"/>
                  </a:lnTo>
                  <a:lnTo>
                    <a:pt x="27154" y="74902"/>
                  </a:lnTo>
                  <a:lnTo>
                    <a:pt x="24330" y="79385"/>
                  </a:lnTo>
                  <a:lnTo>
                    <a:pt x="21649" y="83954"/>
                  </a:lnTo>
                  <a:lnTo>
                    <a:pt x="19115" y="88607"/>
                  </a:lnTo>
                  <a:lnTo>
                    <a:pt x="16729" y="93337"/>
                  </a:lnTo>
                  <a:lnTo>
                    <a:pt x="14495" y="98141"/>
                  </a:lnTo>
                  <a:lnTo>
                    <a:pt x="12413" y="103012"/>
                  </a:lnTo>
                  <a:lnTo>
                    <a:pt x="10488" y="107948"/>
                  </a:lnTo>
                  <a:lnTo>
                    <a:pt x="8719" y="112942"/>
                  </a:lnTo>
                  <a:lnTo>
                    <a:pt x="7110" y="117989"/>
                  </a:lnTo>
                  <a:lnTo>
                    <a:pt x="5661" y="123085"/>
                  </a:lnTo>
                  <a:lnTo>
                    <a:pt x="4375" y="128225"/>
                  </a:lnTo>
                  <a:lnTo>
                    <a:pt x="3252" y="133402"/>
                  </a:lnTo>
                  <a:lnTo>
                    <a:pt x="2294" y="138613"/>
                  </a:lnTo>
                  <a:lnTo>
                    <a:pt x="1501" y="143851"/>
                  </a:lnTo>
                  <a:lnTo>
                    <a:pt x="875" y="149112"/>
                  </a:lnTo>
                  <a:lnTo>
                    <a:pt x="415" y="154390"/>
                  </a:lnTo>
                  <a:lnTo>
                    <a:pt x="124" y="159680"/>
                  </a:lnTo>
                  <a:lnTo>
                    <a:pt x="0" y="164976"/>
                  </a:lnTo>
                  <a:lnTo>
                    <a:pt x="43" y="170274"/>
                  </a:lnTo>
                  <a:lnTo>
                    <a:pt x="255" y="175567"/>
                  </a:lnTo>
                  <a:lnTo>
                    <a:pt x="634" y="180852"/>
                  </a:lnTo>
                  <a:lnTo>
                    <a:pt x="1181" y="186121"/>
                  </a:lnTo>
                  <a:lnTo>
                    <a:pt x="1894" y="191371"/>
                  </a:lnTo>
                  <a:lnTo>
                    <a:pt x="2774" y="196595"/>
                  </a:lnTo>
                  <a:lnTo>
                    <a:pt x="3818" y="201789"/>
                  </a:lnTo>
                  <a:lnTo>
                    <a:pt x="5027" y="206947"/>
                  </a:lnTo>
                  <a:lnTo>
                    <a:pt x="6398" y="212065"/>
                  </a:lnTo>
                  <a:lnTo>
                    <a:pt x="7931" y="217136"/>
                  </a:lnTo>
                  <a:lnTo>
                    <a:pt x="9624" y="222156"/>
                  </a:lnTo>
                  <a:lnTo>
                    <a:pt x="11475" y="227120"/>
                  </a:lnTo>
                  <a:lnTo>
                    <a:pt x="13482" y="232023"/>
                  </a:lnTo>
                  <a:lnTo>
                    <a:pt x="15644" y="236860"/>
                  </a:lnTo>
                  <a:lnTo>
                    <a:pt x="17958" y="241626"/>
                  </a:lnTo>
                  <a:lnTo>
                    <a:pt x="20421" y="246316"/>
                  </a:lnTo>
                  <a:lnTo>
                    <a:pt x="23032" y="250926"/>
                  </a:lnTo>
                  <a:lnTo>
                    <a:pt x="25788" y="255450"/>
                  </a:lnTo>
                  <a:lnTo>
                    <a:pt x="28686" y="259885"/>
                  </a:lnTo>
                  <a:lnTo>
                    <a:pt x="31723" y="264226"/>
                  </a:lnTo>
                  <a:lnTo>
                    <a:pt x="34896" y="268469"/>
                  </a:lnTo>
                  <a:lnTo>
                    <a:pt x="38202" y="272609"/>
                  </a:lnTo>
                  <a:lnTo>
                    <a:pt x="41637" y="276642"/>
                  </a:lnTo>
                  <a:lnTo>
                    <a:pt x="45199" y="280564"/>
                  </a:lnTo>
                  <a:lnTo>
                    <a:pt x="48883" y="284371"/>
                  </a:lnTo>
                  <a:lnTo>
                    <a:pt x="52686" y="288060"/>
                  </a:lnTo>
                  <a:lnTo>
                    <a:pt x="56603" y="291627"/>
                  </a:lnTo>
                  <a:lnTo>
                    <a:pt x="60632" y="295067"/>
                  </a:lnTo>
                  <a:lnTo>
                    <a:pt x="64768" y="298378"/>
                  </a:lnTo>
                  <a:lnTo>
                    <a:pt x="69006" y="301556"/>
                  </a:lnTo>
                  <a:lnTo>
                    <a:pt x="73344" y="304599"/>
                  </a:lnTo>
                  <a:lnTo>
                    <a:pt x="77775" y="307502"/>
                  </a:lnTo>
                  <a:lnTo>
                    <a:pt x="82296" y="310264"/>
                  </a:lnTo>
                  <a:lnTo>
                    <a:pt x="86903" y="312881"/>
                  </a:lnTo>
                  <a:lnTo>
                    <a:pt x="91590" y="315350"/>
                  </a:lnTo>
                  <a:lnTo>
                    <a:pt x="96353" y="317670"/>
                  </a:lnTo>
                  <a:lnTo>
                    <a:pt x="101187" y="319838"/>
                  </a:lnTo>
                  <a:lnTo>
                    <a:pt x="106087" y="321851"/>
                  </a:lnTo>
                  <a:lnTo>
                    <a:pt x="111049" y="323709"/>
                  </a:lnTo>
                  <a:lnTo>
                    <a:pt x="116067" y="325408"/>
                  </a:lnTo>
                  <a:lnTo>
                    <a:pt x="121136" y="326947"/>
                  </a:lnTo>
                  <a:lnTo>
                    <a:pt x="126252" y="328325"/>
                  </a:lnTo>
                  <a:lnTo>
                    <a:pt x="131408" y="329540"/>
                  </a:lnTo>
                  <a:lnTo>
                    <a:pt x="136601" y="330591"/>
                  </a:lnTo>
                  <a:lnTo>
                    <a:pt x="141824" y="331476"/>
                  </a:lnTo>
                  <a:lnTo>
                    <a:pt x="147073" y="332196"/>
                  </a:lnTo>
                  <a:lnTo>
                    <a:pt x="152342" y="332750"/>
                  </a:lnTo>
                  <a:lnTo>
                    <a:pt x="157626" y="333136"/>
                  </a:lnTo>
                  <a:lnTo>
                    <a:pt x="162919" y="333354"/>
                  </a:lnTo>
                  <a:lnTo>
                    <a:pt x="168217" y="333404"/>
                  </a:lnTo>
                  <a:lnTo>
                    <a:pt x="173513" y="333287"/>
                  </a:lnTo>
                  <a:lnTo>
                    <a:pt x="178804" y="333002"/>
                  </a:lnTo>
                  <a:lnTo>
                    <a:pt x="184082" y="332549"/>
                  </a:lnTo>
                  <a:lnTo>
                    <a:pt x="189344" y="331930"/>
                  </a:lnTo>
                  <a:lnTo>
                    <a:pt x="194583" y="331144"/>
                  </a:lnTo>
                  <a:lnTo>
                    <a:pt x="199795" y="330192"/>
                  </a:lnTo>
                  <a:lnTo>
                    <a:pt x="204974" y="329075"/>
                  </a:lnTo>
                  <a:lnTo>
                    <a:pt x="210114" y="327795"/>
                  </a:lnTo>
                  <a:lnTo>
                    <a:pt x="215212" y="326353"/>
                  </a:lnTo>
                  <a:lnTo>
                    <a:pt x="220262" y="324750"/>
                  </a:lnTo>
                  <a:lnTo>
                    <a:pt x="225258" y="322988"/>
                  </a:lnTo>
                  <a:lnTo>
                    <a:pt x="230196" y="321068"/>
                  </a:lnTo>
                  <a:lnTo>
                    <a:pt x="235070" y="318993"/>
                  </a:lnTo>
                  <a:lnTo>
                    <a:pt x="239877" y="316765"/>
                  </a:lnTo>
                  <a:lnTo>
                    <a:pt x="244610" y="314385"/>
                  </a:lnTo>
                  <a:lnTo>
                    <a:pt x="249266" y="311856"/>
                  </a:lnTo>
                  <a:lnTo>
                    <a:pt x="253839" y="309181"/>
                  </a:lnTo>
                  <a:lnTo>
                    <a:pt x="258325" y="306363"/>
                  </a:lnTo>
                  <a:lnTo>
                    <a:pt x="262719" y="303404"/>
                  </a:lnTo>
                  <a:lnTo>
                    <a:pt x="267018" y="300307"/>
                  </a:lnTo>
                  <a:lnTo>
                    <a:pt x="271216" y="297075"/>
                  </a:lnTo>
                  <a:lnTo>
                    <a:pt x="275309" y="293712"/>
                  </a:lnTo>
                  <a:lnTo>
                    <a:pt x="279294" y="290221"/>
                  </a:lnTo>
                  <a:lnTo>
                    <a:pt x="283167" y="286606"/>
                  </a:lnTo>
                  <a:lnTo>
                    <a:pt x="286923" y="282870"/>
                  </a:lnTo>
                  <a:lnTo>
                    <a:pt x="290558" y="279016"/>
                  </a:lnTo>
                  <a:lnTo>
                    <a:pt x="294070" y="275049"/>
                  </a:lnTo>
                  <a:lnTo>
                    <a:pt x="297454" y="270973"/>
                  </a:lnTo>
                  <a:lnTo>
                    <a:pt x="300708" y="266792"/>
                  </a:lnTo>
                  <a:lnTo>
                    <a:pt x="303827" y="262509"/>
                  </a:lnTo>
                  <a:lnTo>
                    <a:pt x="306809" y="258131"/>
                  </a:lnTo>
                  <a:lnTo>
                    <a:pt x="309650" y="253659"/>
                  </a:lnTo>
                  <a:lnTo>
                    <a:pt x="312349" y="249100"/>
                  </a:lnTo>
                  <a:lnTo>
                    <a:pt x="314902" y="244458"/>
                  </a:lnTo>
                  <a:lnTo>
                    <a:pt x="317306" y="239737"/>
                  </a:lnTo>
                  <a:lnTo>
                    <a:pt x="319560" y="234942"/>
                  </a:lnTo>
                  <a:lnTo>
                    <a:pt x="321660" y="230079"/>
                  </a:lnTo>
                  <a:lnTo>
                    <a:pt x="323605" y="225151"/>
                  </a:lnTo>
                  <a:lnTo>
                    <a:pt x="325394" y="220164"/>
                  </a:lnTo>
                  <a:lnTo>
                    <a:pt x="327023" y="215123"/>
                  </a:lnTo>
                  <a:lnTo>
                    <a:pt x="328492" y="210032"/>
                  </a:lnTo>
                  <a:lnTo>
                    <a:pt x="329798" y="204898"/>
                  </a:lnTo>
                  <a:lnTo>
                    <a:pt x="330942" y="199725"/>
                  </a:lnTo>
                  <a:lnTo>
                    <a:pt x="331920" y="194519"/>
                  </a:lnTo>
                  <a:lnTo>
                    <a:pt x="332734" y="189283"/>
                  </a:lnTo>
                  <a:lnTo>
                    <a:pt x="333381" y="184025"/>
                  </a:lnTo>
                  <a:lnTo>
                    <a:pt x="333861" y="178749"/>
                  </a:lnTo>
                  <a:lnTo>
                    <a:pt x="334174" y="173461"/>
                  </a:lnTo>
                  <a:lnTo>
                    <a:pt x="334319" y="168165"/>
                  </a:lnTo>
                  <a:lnTo>
                    <a:pt x="334296" y="162867"/>
                  </a:lnTo>
                  <a:lnTo>
                    <a:pt x="334105" y="157572"/>
                  </a:lnTo>
                  <a:lnTo>
                    <a:pt x="333746" y="152287"/>
                  </a:lnTo>
                  <a:lnTo>
                    <a:pt x="333220" y="147015"/>
                  </a:lnTo>
                  <a:lnTo>
                    <a:pt x="332528" y="141762"/>
                  </a:lnTo>
                  <a:lnTo>
                    <a:pt x="331669" y="136535"/>
                  </a:lnTo>
                  <a:lnTo>
                    <a:pt x="330645" y="131337"/>
                  </a:lnTo>
                  <a:lnTo>
                    <a:pt x="329457" y="126174"/>
                  </a:lnTo>
                  <a:lnTo>
                    <a:pt x="328106" y="121051"/>
                  </a:lnTo>
                  <a:lnTo>
                    <a:pt x="326593" y="115974"/>
                  </a:lnTo>
                  <a:lnTo>
                    <a:pt x="324920" y="110947"/>
                  </a:lnTo>
                  <a:lnTo>
                    <a:pt x="323089" y="105976"/>
                  </a:lnTo>
                  <a:lnTo>
                    <a:pt x="321101" y="101065"/>
                  </a:lnTo>
                  <a:lnTo>
                    <a:pt x="318958" y="96220"/>
                  </a:lnTo>
                  <a:lnTo>
                    <a:pt x="316663" y="91445"/>
                  </a:lnTo>
                  <a:lnTo>
                    <a:pt x="314218" y="86745"/>
                  </a:lnTo>
                  <a:lnTo>
                    <a:pt x="311625" y="82125"/>
                  </a:lnTo>
                  <a:lnTo>
                    <a:pt x="308887" y="77589"/>
                  </a:lnTo>
                  <a:lnTo>
                    <a:pt x="306007" y="73143"/>
                  </a:lnTo>
                  <a:lnTo>
                    <a:pt x="302987" y="68790"/>
                  </a:lnTo>
                  <a:lnTo>
                    <a:pt x="299831" y="64535"/>
                  </a:lnTo>
                  <a:lnTo>
                    <a:pt x="296541" y="60382"/>
                  </a:lnTo>
                  <a:lnTo>
                    <a:pt x="293122" y="56335"/>
                  </a:lnTo>
                  <a:lnTo>
                    <a:pt x="289576" y="52399"/>
                  </a:lnTo>
                  <a:lnTo>
                    <a:pt x="285907" y="48577"/>
                  </a:lnTo>
                  <a:lnTo>
                    <a:pt x="282119" y="44873"/>
                  </a:lnTo>
                  <a:lnTo>
                    <a:pt x="278215" y="41292"/>
                  </a:lnTo>
                  <a:lnTo>
                    <a:pt x="274200" y="37835"/>
                  </a:lnTo>
                  <a:lnTo>
                    <a:pt x="270077" y="34508"/>
                  </a:lnTo>
                  <a:lnTo>
                    <a:pt x="265851" y="31313"/>
                  </a:lnTo>
                  <a:lnTo>
                    <a:pt x="261526" y="28253"/>
                  </a:lnTo>
                  <a:lnTo>
                    <a:pt x="257106" y="25333"/>
                  </a:lnTo>
                  <a:lnTo>
                    <a:pt x="252596" y="22553"/>
                  </a:lnTo>
                  <a:lnTo>
                    <a:pt x="248000" y="19918"/>
                  </a:lnTo>
                  <a:lnTo>
                    <a:pt x="243323" y="17430"/>
                  </a:lnTo>
                  <a:lnTo>
                    <a:pt x="238569" y="15091"/>
                  </a:lnTo>
                  <a:lnTo>
                    <a:pt x="233743" y="12904"/>
                  </a:lnTo>
                  <a:lnTo>
                    <a:pt x="228851" y="10872"/>
                  </a:lnTo>
                  <a:lnTo>
                    <a:pt x="223897" y="8995"/>
                  </a:lnTo>
                  <a:lnTo>
                    <a:pt x="167162" y="166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429590"/>
              <a:ext cx="56734" cy="167167"/>
            </a:xfrm>
            <a:custGeom>
              <a:avLst/>
              <a:pathLst>
                <a:path w="56734" h="167167">
                  <a:moveTo>
                    <a:pt x="56734" y="9921"/>
                  </a:moveTo>
                  <a:lnTo>
                    <a:pt x="51256" y="8052"/>
                  </a:lnTo>
                  <a:lnTo>
                    <a:pt x="45717" y="6372"/>
                  </a:lnTo>
                  <a:lnTo>
                    <a:pt x="40123" y="4886"/>
                  </a:lnTo>
                  <a:lnTo>
                    <a:pt x="34481" y="3594"/>
                  </a:lnTo>
                  <a:lnTo>
                    <a:pt x="28797" y="2499"/>
                  </a:lnTo>
                  <a:lnTo>
                    <a:pt x="23079" y="1600"/>
                  </a:lnTo>
                  <a:lnTo>
                    <a:pt x="17334" y="901"/>
                  </a:lnTo>
                  <a:lnTo>
                    <a:pt x="11567" y="400"/>
                  </a:lnTo>
                  <a:lnTo>
                    <a:pt x="578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251" y="3934012"/>
              <a:ext cx="3482" cy="167167"/>
            </a:xfrm>
            <a:custGeom>
              <a:avLst/>
              <a:pathLst>
                <a:path w="3482" h="167167">
                  <a:moveTo>
                    <a:pt x="3482" y="0"/>
                  </a:moveTo>
                  <a:lnTo>
                    <a:pt x="0" y="36"/>
                  </a:lnTo>
                  <a:lnTo>
                    <a:pt x="348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2251" y="3934049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478566" y="3934012"/>
              <a:ext cx="334325" cy="334325"/>
            </a:xfrm>
            <a:custGeom>
              <a:avLst/>
              <a:pathLst>
                <a:path w="334325" h="334325">
                  <a:moveTo>
                    <a:pt x="163684" y="36"/>
                  </a:moveTo>
                  <a:lnTo>
                    <a:pt x="158401" y="229"/>
                  </a:lnTo>
                  <a:lnTo>
                    <a:pt x="153126" y="590"/>
                  </a:lnTo>
                  <a:lnTo>
                    <a:pt x="147866" y="1117"/>
                  </a:lnTo>
                  <a:lnTo>
                    <a:pt x="142625" y="1811"/>
                  </a:lnTo>
                  <a:lnTo>
                    <a:pt x="137408" y="2670"/>
                  </a:lnTo>
                  <a:lnTo>
                    <a:pt x="132221" y="3693"/>
                  </a:lnTo>
                  <a:lnTo>
                    <a:pt x="127069" y="4880"/>
                  </a:lnTo>
                  <a:lnTo>
                    <a:pt x="121957" y="6229"/>
                  </a:lnTo>
                  <a:lnTo>
                    <a:pt x="116890" y="7739"/>
                  </a:lnTo>
                  <a:lnTo>
                    <a:pt x="111874" y="9409"/>
                  </a:lnTo>
                  <a:lnTo>
                    <a:pt x="106913" y="11236"/>
                  </a:lnTo>
                  <a:lnTo>
                    <a:pt x="102012" y="13220"/>
                  </a:lnTo>
                  <a:lnTo>
                    <a:pt x="97176" y="15357"/>
                  </a:lnTo>
                  <a:lnTo>
                    <a:pt x="92411" y="17646"/>
                  </a:lnTo>
                  <a:lnTo>
                    <a:pt x="87720" y="20085"/>
                  </a:lnTo>
                  <a:lnTo>
                    <a:pt x="83108" y="22671"/>
                  </a:lnTo>
                  <a:lnTo>
                    <a:pt x="78581" y="25401"/>
                  </a:lnTo>
                  <a:lnTo>
                    <a:pt x="74142" y="28273"/>
                  </a:lnTo>
                  <a:lnTo>
                    <a:pt x="69797" y="31285"/>
                  </a:lnTo>
                  <a:lnTo>
                    <a:pt x="65549" y="34432"/>
                  </a:lnTo>
                  <a:lnTo>
                    <a:pt x="61402" y="37712"/>
                  </a:lnTo>
                  <a:lnTo>
                    <a:pt x="57361" y="41121"/>
                  </a:lnTo>
                  <a:lnTo>
                    <a:pt x="53430" y="44656"/>
                  </a:lnTo>
                  <a:lnTo>
                    <a:pt x="49613" y="48314"/>
                  </a:lnTo>
                  <a:lnTo>
                    <a:pt x="45913" y="52091"/>
                  </a:lnTo>
                  <a:lnTo>
                    <a:pt x="42335" y="55983"/>
                  </a:lnTo>
                  <a:lnTo>
                    <a:pt x="38881" y="59986"/>
                  </a:lnTo>
                  <a:lnTo>
                    <a:pt x="35556" y="64096"/>
                  </a:lnTo>
                  <a:lnTo>
                    <a:pt x="32363" y="68310"/>
                  </a:lnTo>
                  <a:lnTo>
                    <a:pt x="29304" y="72622"/>
                  </a:lnTo>
                  <a:lnTo>
                    <a:pt x="26383" y="77029"/>
                  </a:lnTo>
                  <a:lnTo>
                    <a:pt x="23603" y="81526"/>
                  </a:lnTo>
                  <a:lnTo>
                    <a:pt x="20967" y="86109"/>
                  </a:lnTo>
                  <a:lnTo>
                    <a:pt x="18477" y="90773"/>
                  </a:lnTo>
                  <a:lnTo>
                    <a:pt x="16135" y="95513"/>
                  </a:lnTo>
                  <a:lnTo>
                    <a:pt x="13945" y="100325"/>
                  </a:lnTo>
                  <a:lnTo>
                    <a:pt x="11908" y="105203"/>
                  </a:lnTo>
                  <a:lnTo>
                    <a:pt x="10026" y="110144"/>
                  </a:lnTo>
                  <a:lnTo>
                    <a:pt x="8301" y="115142"/>
                  </a:lnTo>
                  <a:lnTo>
                    <a:pt x="6735" y="120192"/>
                  </a:lnTo>
                  <a:lnTo>
                    <a:pt x="5330" y="125288"/>
                  </a:lnTo>
                  <a:lnTo>
                    <a:pt x="4087" y="130427"/>
                  </a:lnTo>
                  <a:lnTo>
                    <a:pt x="3007" y="135602"/>
                  </a:lnTo>
                  <a:lnTo>
                    <a:pt x="2091" y="140809"/>
                  </a:lnTo>
                  <a:lnTo>
                    <a:pt x="1340" y="146043"/>
                  </a:lnTo>
                  <a:lnTo>
                    <a:pt x="754" y="151297"/>
                  </a:lnTo>
                  <a:lnTo>
                    <a:pt x="336" y="156567"/>
                  </a:lnTo>
                  <a:lnTo>
                    <a:pt x="84" y="161848"/>
                  </a:lnTo>
                  <a:lnTo>
                    <a:pt x="0" y="167135"/>
                  </a:lnTo>
                  <a:lnTo>
                    <a:pt x="82" y="172421"/>
                  </a:lnTo>
                  <a:lnTo>
                    <a:pt x="332" y="177702"/>
                  </a:lnTo>
                  <a:lnTo>
                    <a:pt x="748" y="182973"/>
                  </a:lnTo>
                  <a:lnTo>
                    <a:pt x="1331" y="188227"/>
                  </a:lnTo>
                  <a:lnTo>
                    <a:pt x="2080" y="193461"/>
                  </a:lnTo>
                  <a:lnTo>
                    <a:pt x="2994" y="198668"/>
                  </a:lnTo>
                  <a:lnTo>
                    <a:pt x="4073" y="203844"/>
                  </a:lnTo>
                  <a:lnTo>
                    <a:pt x="5314" y="208983"/>
                  </a:lnTo>
                  <a:lnTo>
                    <a:pt x="6717" y="214080"/>
                  </a:lnTo>
                  <a:lnTo>
                    <a:pt x="8281" y="219131"/>
                  </a:lnTo>
                  <a:lnTo>
                    <a:pt x="10004" y="224129"/>
                  </a:lnTo>
                  <a:lnTo>
                    <a:pt x="11884" y="229071"/>
                  </a:lnTo>
                  <a:lnTo>
                    <a:pt x="13919" y="233950"/>
                  </a:lnTo>
                  <a:lnTo>
                    <a:pt x="16107" y="238763"/>
                  </a:lnTo>
                  <a:lnTo>
                    <a:pt x="18447" y="243504"/>
                  </a:lnTo>
                  <a:lnTo>
                    <a:pt x="20935" y="248169"/>
                  </a:lnTo>
                  <a:lnTo>
                    <a:pt x="23570" y="252752"/>
                  </a:lnTo>
                  <a:lnTo>
                    <a:pt x="26348" y="257251"/>
                  </a:lnTo>
                  <a:lnTo>
                    <a:pt x="29267" y="261659"/>
                  </a:lnTo>
                  <a:lnTo>
                    <a:pt x="32324" y="265972"/>
                  </a:lnTo>
                  <a:lnTo>
                    <a:pt x="35516" y="270187"/>
                  </a:lnTo>
                  <a:lnTo>
                    <a:pt x="38840" y="274298"/>
                  </a:lnTo>
                  <a:lnTo>
                    <a:pt x="42292" y="278303"/>
                  </a:lnTo>
                  <a:lnTo>
                    <a:pt x="45869" y="282196"/>
                  </a:lnTo>
                  <a:lnTo>
                    <a:pt x="49567" y="285974"/>
                  </a:lnTo>
                  <a:lnTo>
                    <a:pt x="53383" y="289634"/>
                  </a:lnTo>
                  <a:lnTo>
                    <a:pt x="57312" y="293171"/>
                  </a:lnTo>
                  <a:lnTo>
                    <a:pt x="61352" y="296582"/>
                  </a:lnTo>
                  <a:lnTo>
                    <a:pt x="65497" y="299863"/>
                  </a:lnTo>
                  <a:lnTo>
                    <a:pt x="69744" y="303012"/>
                  </a:lnTo>
                  <a:lnTo>
                    <a:pt x="74089" y="306025"/>
                  </a:lnTo>
                  <a:lnTo>
                    <a:pt x="78526" y="308898"/>
                  </a:lnTo>
                  <a:lnTo>
                    <a:pt x="83053" y="311631"/>
                  </a:lnTo>
                  <a:lnTo>
                    <a:pt x="87663" y="314218"/>
                  </a:lnTo>
                  <a:lnTo>
                    <a:pt x="92353" y="316659"/>
                  </a:lnTo>
                  <a:lnTo>
                    <a:pt x="97118" y="318950"/>
                  </a:lnTo>
                  <a:lnTo>
                    <a:pt x="101953" y="321089"/>
                  </a:lnTo>
                  <a:lnTo>
                    <a:pt x="106853" y="323074"/>
                  </a:lnTo>
                  <a:lnTo>
                    <a:pt x="111813" y="324904"/>
                  </a:lnTo>
                  <a:lnTo>
                    <a:pt x="116829" y="326575"/>
                  </a:lnTo>
                  <a:lnTo>
                    <a:pt x="121895" y="328087"/>
                  </a:lnTo>
                  <a:lnTo>
                    <a:pt x="127006" y="329439"/>
                  </a:lnTo>
                  <a:lnTo>
                    <a:pt x="132158" y="330627"/>
                  </a:lnTo>
                  <a:lnTo>
                    <a:pt x="137344" y="331653"/>
                  </a:lnTo>
                  <a:lnTo>
                    <a:pt x="142561" y="332514"/>
                  </a:lnTo>
                  <a:lnTo>
                    <a:pt x="147802" y="333209"/>
                  </a:lnTo>
                  <a:lnTo>
                    <a:pt x="153062" y="333738"/>
                  </a:lnTo>
                  <a:lnTo>
                    <a:pt x="158337" y="334101"/>
                  </a:lnTo>
                  <a:lnTo>
                    <a:pt x="163620" y="334297"/>
                  </a:lnTo>
                  <a:lnTo>
                    <a:pt x="168907" y="334325"/>
                  </a:lnTo>
                  <a:lnTo>
                    <a:pt x="174192" y="334187"/>
                  </a:lnTo>
                  <a:lnTo>
                    <a:pt x="179470" y="333881"/>
                  </a:lnTo>
                  <a:lnTo>
                    <a:pt x="184736" y="333409"/>
                  </a:lnTo>
                  <a:lnTo>
                    <a:pt x="189984" y="332770"/>
                  </a:lnTo>
                  <a:lnTo>
                    <a:pt x="195209" y="331966"/>
                  </a:lnTo>
                  <a:lnTo>
                    <a:pt x="200407" y="330996"/>
                  </a:lnTo>
                  <a:lnTo>
                    <a:pt x="205571" y="329863"/>
                  </a:lnTo>
                  <a:lnTo>
                    <a:pt x="210697" y="328567"/>
                  </a:lnTo>
                  <a:lnTo>
                    <a:pt x="215779" y="327110"/>
                  </a:lnTo>
                  <a:lnTo>
                    <a:pt x="220812" y="325493"/>
                  </a:lnTo>
                  <a:lnTo>
                    <a:pt x="225792" y="323717"/>
                  </a:lnTo>
                  <a:lnTo>
                    <a:pt x="230713" y="321785"/>
                  </a:lnTo>
                  <a:lnTo>
                    <a:pt x="235571" y="319698"/>
                  </a:lnTo>
                  <a:lnTo>
                    <a:pt x="240360" y="317459"/>
                  </a:lnTo>
                  <a:lnTo>
                    <a:pt x="245076" y="315069"/>
                  </a:lnTo>
                  <a:lnTo>
                    <a:pt x="249714" y="312532"/>
                  </a:lnTo>
                  <a:lnTo>
                    <a:pt x="254270" y="309849"/>
                  </a:lnTo>
                  <a:lnTo>
                    <a:pt x="258738" y="307023"/>
                  </a:lnTo>
                  <a:lnTo>
                    <a:pt x="263115" y="304057"/>
                  </a:lnTo>
                  <a:lnTo>
                    <a:pt x="267396" y="300954"/>
                  </a:lnTo>
                  <a:lnTo>
                    <a:pt x="271577" y="297718"/>
                  </a:lnTo>
                  <a:lnTo>
                    <a:pt x="275653" y="294351"/>
                  </a:lnTo>
                  <a:lnTo>
                    <a:pt x="279620" y="290857"/>
                  </a:lnTo>
                  <a:lnTo>
                    <a:pt x="283476" y="287239"/>
                  </a:lnTo>
                  <a:lnTo>
                    <a:pt x="287214" y="283501"/>
                  </a:lnTo>
                  <a:lnTo>
                    <a:pt x="290833" y="279646"/>
                  </a:lnTo>
                  <a:lnTo>
                    <a:pt x="294328" y="275680"/>
                  </a:lnTo>
                  <a:lnTo>
                    <a:pt x="297696" y="271604"/>
                  </a:lnTo>
                  <a:lnTo>
                    <a:pt x="300933" y="267424"/>
                  </a:lnTo>
                  <a:lnTo>
                    <a:pt x="304037" y="263144"/>
                  </a:lnTo>
                  <a:lnTo>
                    <a:pt x="307003" y="258768"/>
                  </a:lnTo>
                  <a:lnTo>
                    <a:pt x="309830" y="254300"/>
                  </a:lnTo>
                  <a:lnTo>
                    <a:pt x="312514" y="249745"/>
                  </a:lnTo>
                  <a:lnTo>
                    <a:pt x="315053" y="245107"/>
                  </a:lnTo>
                  <a:lnTo>
                    <a:pt x="317444" y="240392"/>
                  </a:lnTo>
                  <a:lnTo>
                    <a:pt x="319684" y="235603"/>
                  </a:lnTo>
                  <a:lnTo>
                    <a:pt x="321772" y="230746"/>
                  </a:lnTo>
                  <a:lnTo>
                    <a:pt x="323705" y="225825"/>
                  </a:lnTo>
                  <a:lnTo>
                    <a:pt x="325482" y="220846"/>
                  </a:lnTo>
                  <a:lnTo>
                    <a:pt x="327100" y="215812"/>
                  </a:lnTo>
                  <a:lnTo>
                    <a:pt x="328558" y="210731"/>
                  </a:lnTo>
                  <a:lnTo>
                    <a:pt x="329855" y="205605"/>
                  </a:lnTo>
                  <a:lnTo>
                    <a:pt x="330989" y="200441"/>
                  </a:lnTo>
                  <a:lnTo>
                    <a:pt x="331960" y="195244"/>
                  </a:lnTo>
                  <a:lnTo>
                    <a:pt x="332765" y="190019"/>
                  </a:lnTo>
                  <a:lnTo>
                    <a:pt x="333405" y="184771"/>
                  </a:lnTo>
                  <a:lnTo>
                    <a:pt x="333878" y="179505"/>
                  </a:lnTo>
                  <a:lnTo>
                    <a:pt x="334185" y="174227"/>
                  </a:lnTo>
                  <a:lnTo>
                    <a:pt x="334325" y="168942"/>
                  </a:lnTo>
                  <a:lnTo>
                    <a:pt x="334297" y="163655"/>
                  </a:lnTo>
                  <a:lnTo>
                    <a:pt x="334103" y="158372"/>
                  </a:lnTo>
                  <a:lnTo>
                    <a:pt x="333741" y="153097"/>
                  </a:lnTo>
                  <a:lnTo>
                    <a:pt x="333213" y="147837"/>
                  </a:lnTo>
                  <a:lnTo>
                    <a:pt x="332519" y="142596"/>
                  </a:lnTo>
                  <a:lnTo>
                    <a:pt x="331659" y="137379"/>
                  </a:lnTo>
                  <a:lnTo>
                    <a:pt x="330635" y="132192"/>
                  </a:lnTo>
                  <a:lnTo>
                    <a:pt x="329447" y="127040"/>
                  </a:lnTo>
                  <a:lnTo>
                    <a:pt x="328097" y="121929"/>
                  </a:lnTo>
                  <a:lnTo>
                    <a:pt x="326586" y="116862"/>
                  </a:lnTo>
                  <a:lnTo>
                    <a:pt x="324915" y="111846"/>
                  </a:lnTo>
                  <a:lnTo>
                    <a:pt x="323087" y="106886"/>
                  </a:lnTo>
                  <a:lnTo>
                    <a:pt x="321103" y="101985"/>
                  </a:lnTo>
                  <a:lnTo>
                    <a:pt x="318965" y="97150"/>
                  </a:lnTo>
                  <a:lnTo>
                    <a:pt x="316675" y="92385"/>
                  </a:lnTo>
                  <a:lnTo>
                    <a:pt x="314235" y="87694"/>
                  </a:lnTo>
                  <a:lnTo>
                    <a:pt x="311648" y="83083"/>
                  </a:lnTo>
                  <a:lnTo>
                    <a:pt x="308917" y="78556"/>
                  </a:lnTo>
                  <a:lnTo>
                    <a:pt x="306044" y="74118"/>
                  </a:lnTo>
                  <a:lnTo>
                    <a:pt x="303032" y="69773"/>
                  </a:lnTo>
                  <a:lnTo>
                    <a:pt x="299884" y="65525"/>
                  </a:lnTo>
                  <a:lnTo>
                    <a:pt x="296604" y="61379"/>
                  </a:lnTo>
                  <a:lnTo>
                    <a:pt x="293194" y="57339"/>
                  </a:lnTo>
                  <a:lnTo>
                    <a:pt x="289658" y="53409"/>
                  </a:lnTo>
                  <a:lnTo>
                    <a:pt x="285999" y="49592"/>
                  </a:lnTo>
                  <a:lnTo>
                    <a:pt x="282222" y="45893"/>
                  </a:lnTo>
                  <a:lnTo>
                    <a:pt x="278329" y="42315"/>
                  </a:lnTo>
                  <a:lnTo>
                    <a:pt x="274325" y="38863"/>
                  </a:lnTo>
                  <a:lnTo>
                    <a:pt x="270214" y="35538"/>
                  </a:lnTo>
                  <a:lnTo>
                    <a:pt x="266001" y="32345"/>
                  </a:lnTo>
                  <a:lnTo>
                    <a:pt x="261688" y="29287"/>
                  </a:lnTo>
                  <a:lnTo>
                    <a:pt x="257280" y="26367"/>
                  </a:lnTo>
                  <a:lnTo>
                    <a:pt x="252783" y="23588"/>
                  </a:lnTo>
                  <a:lnTo>
                    <a:pt x="248200" y="20952"/>
                  </a:lnTo>
                  <a:lnTo>
                    <a:pt x="243535" y="18463"/>
                  </a:lnTo>
                  <a:lnTo>
                    <a:pt x="238795" y="16123"/>
                  </a:lnTo>
                  <a:lnTo>
                    <a:pt x="233982" y="13933"/>
                  </a:lnTo>
                  <a:lnTo>
                    <a:pt x="229103" y="11897"/>
                  </a:lnTo>
                  <a:lnTo>
                    <a:pt x="224162" y="10016"/>
                  </a:lnTo>
                  <a:lnTo>
                    <a:pt x="219164" y="8292"/>
                  </a:lnTo>
                  <a:lnTo>
                    <a:pt x="214114" y="6727"/>
                  </a:lnTo>
                  <a:lnTo>
                    <a:pt x="209017" y="5323"/>
                  </a:lnTo>
                  <a:lnTo>
                    <a:pt x="203878" y="4080"/>
                  </a:lnTo>
                  <a:lnTo>
                    <a:pt x="198703" y="3001"/>
                  </a:lnTo>
                  <a:lnTo>
                    <a:pt x="193496" y="2086"/>
                  </a:lnTo>
                  <a:lnTo>
                    <a:pt x="188262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6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301" y="4397268"/>
              <a:ext cx="3482" cy="167167"/>
            </a:xfrm>
            <a:custGeom>
              <a:avLst/>
              <a:pathLst>
                <a:path w="3482" h="167167">
                  <a:moveTo>
                    <a:pt x="3482" y="0"/>
                  </a:moveTo>
                  <a:lnTo>
                    <a:pt x="0" y="36"/>
                  </a:lnTo>
                  <a:lnTo>
                    <a:pt x="348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875301" y="4397304"/>
              <a:ext cx="3482" cy="167131"/>
            </a:xfrm>
            <a:custGeom>
              <a:avLst/>
              <a:pathLst>
                <a:path w="3482" h="167131">
                  <a:moveTo>
                    <a:pt x="0" y="0"/>
                  </a:moveTo>
                  <a:lnTo>
                    <a:pt x="3482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11616" y="4397268"/>
              <a:ext cx="334325" cy="334325"/>
            </a:xfrm>
            <a:custGeom>
              <a:avLst/>
              <a:pathLst>
                <a:path w="334325" h="334325">
                  <a:moveTo>
                    <a:pt x="163684" y="36"/>
                  </a:moveTo>
                  <a:lnTo>
                    <a:pt x="158401" y="229"/>
                  </a:lnTo>
                  <a:lnTo>
                    <a:pt x="153126" y="590"/>
                  </a:lnTo>
                  <a:lnTo>
                    <a:pt x="147866" y="1117"/>
                  </a:lnTo>
                  <a:lnTo>
                    <a:pt x="142625" y="1811"/>
                  </a:lnTo>
                  <a:lnTo>
                    <a:pt x="137408" y="2670"/>
                  </a:lnTo>
                  <a:lnTo>
                    <a:pt x="132221" y="3693"/>
                  </a:lnTo>
                  <a:lnTo>
                    <a:pt x="127069" y="4880"/>
                  </a:lnTo>
                  <a:lnTo>
                    <a:pt x="121957" y="6229"/>
                  </a:lnTo>
                  <a:lnTo>
                    <a:pt x="116890" y="7739"/>
                  </a:lnTo>
                  <a:lnTo>
                    <a:pt x="111874" y="9409"/>
                  </a:lnTo>
                  <a:lnTo>
                    <a:pt x="106913" y="11236"/>
                  </a:lnTo>
                  <a:lnTo>
                    <a:pt x="102012" y="13220"/>
                  </a:lnTo>
                  <a:lnTo>
                    <a:pt x="97176" y="15357"/>
                  </a:lnTo>
                  <a:lnTo>
                    <a:pt x="92411" y="17646"/>
                  </a:lnTo>
                  <a:lnTo>
                    <a:pt x="87720" y="20085"/>
                  </a:lnTo>
                  <a:lnTo>
                    <a:pt x="83108" y="22671"/>
                  </a:lnTo>
                  <a:lnTo>
                    <a:pt x="78581" y="25401"/>
                  </a:lnTo>
                  <a:lnTo>
                    <a:pt x="74142" y="28273"/>
                  </a:lnTo>
                  <a:lnTo>
                    <a:pt x="69797" y="31285"/>
                  </a:lnTo>
                  <a:lnTo>
                    <a:pt x="65549" y="34432"/>
                  </a:lnTo>
                  <a:lnTo>
                    <a:pt x="61402" y="37712"/>
                  </a:lnTo>
                  <a:lnTo>
                    <a:pt x="57361" y="41121"/>
                  </a:lnTo>
                  <a:lnTo>
                    <a:pt x="53430" y="44656"/>
                  </a:lnTo>
                  <a:lnTo>
                    <a:pt x="49613" y="48314"/>
                  </a:lnTo>
                  <a:lnTo>
                    <a:pt x="45913" y="52091"/>
                  </a:lnTo>
                  <a:lnTo>
                    <a:pt x="42335" y="55983"/>
                  </a:lnTo>
                  <a:lnTo>
                    <a:pt x="38881" y="59986"/>
                  </a:lnTo>
                  <a:lnTo>
                    <a:pt x="35556" y="64096"/>
                  </a:lnTo>
                  <a:lnTo>
                    <a:pt x="32363" y="68310"/>
                  </a:lnTo>
                  <a:lnTo>
                    <a:pt x="29304" y="72622"/>
                  </a:lnTo>
                  <a:lnTo>
                    <a:pt x="26383" y="77029"/>
                  </a:lnTo>
                  <a:lnTo>
                    <a:pt x="23603" y="81526"/>
                  </a:lnTo>
                  <a:lnTo>
                    <a:pt x="20967" y="86109"/>
                  </a:lnTo>
                  <a:lnTo>
                    <a:pt x="18477" y="90773"/>
                  </a:lnTo>
                  <a:lnTo>
                    <a:pt x="16135" y="95513"/>
                  </a:lnTo>
                  <a:lnTo>
                    <a:pt x="13945" y="100325"/>
                  </a:lnTo>
                  <a:lnTo>
                    <a:pt x="11908" y="105203"/>
                  </a:lnTo>
                  <a:lnTo>
                    <a:pt x="10026" y="110144"/>
                  </a:lnTo>
                  <a:lnTo>
                    <a:pt x="8301" y="115142"/>
                  </a:lnTo>
                  <a:lnTo>
                    <a:pt x="6735" y="120192"/>
                  </a:lnTo>
                  <a:lnTo>
                    <a:pt x="5330" y="125288"/>
                  </a:lnTo>
                  <a:lnTo>
                    <a:pt x="4087" y="130427"/>
                  </a:lnTo>
                  <a:lnTo>
                    <a:pt x="3007" y="135602"/>
                  </a:lnTo>
                  <a:lnTo>
                    <a:pt x="2091" y="140809"/>
                  </a:lnTo>
                  <a:lnTo>
                    <a:pt x="1340" y="146043"/>
                  </a:lnTo>
                  <a:lnTo>
                    <a:pt x="754" y="151297"/>
                  </a:lnTo>
                  <a:lnTo>
                    <a:pt x="336" y="156567"/>
                  </a:lnTo>
                  <a:lnTo>
                    <a:pt x="84" y="161848"/>
                  </a:lnTo>
                  <a:lnTo>
                    <a:pt x="0" y="167135"/>
                  </a:lnTo>
                  <a:lnTo>
                    <a:pt x="82" y="172421"/>
                  </a:lnTo>
                  <a:lnTo>
                    <a:pt x="332" y="177702"/>
                  </a:lnTo>
                  <a:lnTo>
                    <a:pt x="748" y="182973"/>
                  </a:lnTo>
                  <a:lnTo>
                    <a:pt x="1331" y="188227"/>
                  </a:lnTo>
                  <a:lnTo>
                    <a:pt x="2080" y="193461"/>
                  </a:lnTo>
                  <a:lnTo>
                    <a:pt x="2994" y="198668"/>
                  </a:lnTo>
                  <a:lnTo>
                    <a:pt x="4073" y="203844"/>
                  </a:lnTo>
                  <a:lnTo>
                    <a:pt x="5314" y="208983"/>
                  </a:lnTo>
                  <a:lnTo>
                    <a:pt x="6717" y="214080"/>
                  </a:lnTo>
                  <a:lnTo>
                    <a:pt x="8281" y="219131"/>
                  </a:lnTo>
                  <a:lnTo>
                    <a:pt x="10004" y="224129"/>
                  </a:lnTo>
                  <a:lnTo>
                    <a:pt x="11884" y="229071"/>
                  </a:lnTo>
                  <a:lnTo>
                    <a:pt x="13919" y="233950"/>
                  </a:lnTo>
                  <a:lnTo>
                    <a:pt x="16107" y="238763"/>
                  </a:lnTo>
                  <a:lnTo>
                    <a:pt x="18447" y="243504"/>
                  </a:lnTo>
                  <a:lnTo>
                    <a:pt x="20935" y="248169"/>
                  </a:lnTo>
                  <a:lnTo>
                    <a:pt x="23570" y="252752"/>
                  </a:lnTo>
                  <a:lnTo>
                    <a:pt x="26348" y="257251"/>
                  </a:lnTo>
                  <a:lnTo>
                    <a:pt x="29267" y="261659"/>
                  </a:lnTo>
                  <a:lnTo>
                    <a:pt x="32324" y="265972"/>
                  </a:lnTo>
                  <a:lnTo>
                    <a:pt x="35516" y="270187"/>
                  </a:lnTo>
                  <a:lnTo>
                    <a:pt x="38840" y="274298"/>
                  </a:lnTo>
                  <a:lnTo>
                    <a:pt x="42292" y="278303"/>
                  </a:lnTo>
                  <a:lnTo>
                    <a:pt x="45869" y="282196"/>
                  </a:lnTo>
                  <a:lnTo>
                    <a:pt x="49567" y="285974"/>
                  </a:lnTo>
                  <a:lnTo>
                    <a:pt x="53383" y="289634"/>
                  </a:lnTo>
                  <a:lnTo>
                    <a:pt x="57312" y="293171"/>
                  </a:lnTo>
                  <a:lnTo>
                    <a:pt x="61352" y="296582"/>
                  </a:lnTo>
                  <a:lnTo>
                    <a:pt x="65497" y="299863"/>
                  </a:lnTo>
                  <a:lnTo>
                    <a:pt x="69744" y="303012"/>
                  </a:lnTo>
                  <a:lnTo>
                    <a:pt x="74089" y="306025"/>
                  </a:lnTo>
                  <a:lnTo>
                    <a:pt x="78526" y="308898"/>
                  </a:lnTo>
                  <a:lnTo>
                    <a:pt x="83053" y="311631"/>
                  </a:lnTo>
                  <a:lnTo>
                    <a:pt x="87663" y="314218"/>
                  </a:lnTo>
                  <a:lnTo>
                    <a:pt x="92353" y="316659"/>
                  </a:lnTo>
                  <a:lnTo>
                    <a:pt x="97118" y="318950"/>
                  </a:lnTo>
                  <a:lnTo>
                    <a:pt x="101953" y="321089"/>
                  </a:lnTo>
                  <a:lnTo>
                    <a:pt x="106853" y="323074"/>
                  </a:lnTo>
                  <a:lnTo>
                    <a:pt x="111813" y="324904"/>
                  </a:lnTo>
                  <a:lnTo>
                    <a:pt x="116829" y="326575"/>
                  </a:lnTo>
                  <a:lnTo>
                    <a:pt x="121895" y="328087"/>
                  </a:lnTo>
                  <a:lnTo>
                    <a:pt x="127006" y="329439"/>
                  </a:lnTo>
                  <a:lnTo>
                    <a:pt x="132158" y="330627"/>
                  </a:lnTo>
                  <a:lnTo>
                    <a:pt x="137344" y="331653"/>
                  </a:lnTo>
                  <a:lnTo>
                    <a:pt x="142561" y="332514"/>
                  </a:lnTo>
                  <a:lnTo>
                    <a:pt x="147802" y="333209"/>
                  </a:lnTo>
                  <a:lnTo>
                    <a:pt x="153062" y="333738"/>
                  </a:lnTo>
                  <a:lnTo>
                    <a:pt x="158337" y="334101"/>
                  </a:lnTo>
                  <a:lnTo>
                    <a:pt x="163620" y="334297"/>
                  </a:lnTo>
                  <a:lnTo>
                    <a:pt x="168907" y="334325"/>
                  </a:lnTo>
                  <a:lnTo>
                    <a:pt x="174192" y="334187"/>
                  </a:lnTo>
                  <a:lnTo>
                    <a:pt x="179470" y="333881"/>
                  </a:lnTo>
                  <a:lnTo>
                    <a:pt x="184736" y="333409"/>
                  </a:lnTo>
                  <a:lnTo>
                    <a:pt x="189984" y="332770"/>
                  </a:lnTo>
                  <a:lnTo>
                    <a:pt x="195209" y="331966"/>
                  </a:lnTo>
                  <a:lnTo>
                    <a:pt x="200407" y="330996"/>
                  </a:lnTo>
                  <a:lnTo>
                    <a:pt x="205571" y="329863"/>
                  </a:lnTo>
                  <a:lnTo>
                    <a:pt x="210697" y="328567"/>
                  </a:lnTo>
                  <a:lnTo>
                    <a:pt x="215779" y="327110"/>
                  </a:lnTo>
                  <a:lnTo>
                    <a:pt x="220812" y="325493"/>
                  </a:lnTo>
                  <a:lnTo>
                    <a:pt x="225792" y="323717"/>
                  </a:lnTo>
                  <a:lnTo>
                    <a:pt x="230713" y="321785"/>
                  </a:lnTo>
                  <a:lnTo>
                    <a:pt x="235571" y="319698"/>
                  </a:lnTo>
                  <a:lnTo>
                    <a:pt x="240360" y="317459"/>
                  </a:lnTo>
                  <a:lnTo>
                    <a:pt x="245076" y="315069"/>
                  </a:lnTo>
                  <a:lnTo>
                    <a:pt x="249714" y="312532"/>
                  </a:lnTo>
                  <a:lnTo>
                    <a:pt x="254270" y="309849"/>
                  </a:lnTo>
                  <a:lnTo>
                    <a:pt x="258738" y="307023"/>
                  </a:lnTo>
                  <a:lnTo>
                    <a:pt x="263115" y="304057"/>
                  </a:lnTo>
                  <a:lnTo>
                    <a:pt x="267396" y="300954"/>
                  </a:lnTo>
                  <a:lnTo>
                    <a:pt x="271577" y="297718"/>
                  </a:lnTo>
                  <a:lnTo>
                    <a:pt x="275653" y="294351"/>
                  </a:lnTo>
                  <a:lnTo>
                    <a:pt x="279620" y="290857"/>
                  </a:lnTo>
                  <a:lnTo>
                    <a:pt x="283476" y="287239"/>
                  </a:lnTo>
                  <a:lnTo>
                    <a:pt x="287214" y="283501"/>
                  </a:lnTo>
                  <a:lnTo>
                    <a:pt x="290833" y="279646"/>
                  </a:lnTo>
                  <a:lnTo>
                    <a:pt x="294328" y="275680"/>
                  </a:lnTo>
                  <a:lnTo>
                    <a:pt x="297696" y="271604"/>
                  </a:lnTo>
                  <a:lnTo>
                    <a:pt x="300933" y="267424"/>
                  </a:lnTo>
                  <a:lnTo>
                    <a:pt x="304037" y="263144"/>
                  </a:lnTo>
                  <a:lnTo>
                    <a:pt x="307003" y="258768"/>
                  </a:lnTo>
                  <a:lnTo>
                    <a:pt x="309830" y="254300"/>
                  </a:lnTo>
                  <a:lnTo>
                    <a:pt x="312514" y="249745"/>
                  </a:lnTo>
                  <a:lnTo>
                    <a:pt x="315053" y="245107"/>
                  </a:lnTo>
                  <a:lnTo>
                    <a:pt x="317444" y="240392"/>
                  </a:lnTo>
                  <a:lnTo>
                    <a:pt x="319684" y="235603"/>
                  </a:lnTo>
                  <a:lnTo>
                    <a:pt x="321772" y="230746"/>
                  </a:lnTo>
                  <a:lnTo>
                    <a:pt x="323705" y="225825"/>
                  </a:lnTo>
                  <a:lnTo>
                    <a:pt x="325482" y="220846"/>
                  </a:lnTo>
                  <a:lnTo>
                    <a:pt x="327100" y="215812"/>
                  </a:lnTo>
                  <a:lnTo>
                    <a:pt x="328558" y="210731"/>
                  </a:lnTo>
                  <a:lnTo>
                    <a:pt x="329855" y="205605"/>
                  </a:lnTo>
                  <a:lnTo>
                    <a:pt x="330989" y="200441"/>
                  </a:lnTo>
                  <a:lnTo>
                    <a:pt x="331960" y="195244"/>
                  </a:lnTo>
                  <a:lnTo>
                    <a:pt x="332765" y="190019"/>
                  </a:lnTo>
                  <a:lnTo>
                    <a:pt x="333405" y="184771"/>
                  </a:lnTo>
                  <a:lnTo>
                    <a:pt x="333878" y="179505"/>
                  </a:lnTo>
                  <a:lnTo>
                    <a:pt x="334185" y="174227"/>
                  </a:lnTo>
                  <a:lnTo>
                    <a:pt x="334325" y="168942"/>
                  </a:lnTo>
                  <a:lnTo>
                    <a:pt x="334297" y="163655"/>
                  </a:lnTo>
                  <a:lnTo>
                    <a:pt x="334103" y="158372"/>
                  </a:lnTo>
                  <a:lnTo>
                    <a:pt x="333741" y="153097"/>
                  </a:lnTo>
                  <a:lnTo>
                    <a:pt x="333213" y="147837"/>
                  </a:lnTo>
                  <a:lnTo>
                    <a:pt x="332519" y="142596"/>
                  </a:lnTo>
                  <a:lnTo>
                    <a:pt x="331659" y="137379"/>
                  </a:lnTo>
                  <a:lnTo>
                    <a:pt x="330635" y="132192"/>
                  </a:lnTo>
                  <a:lnTo>
                    <a:pt x="329447" y="127040"/>
                  </a:lnTo>
                  <a:lnTo>
                    <a:pt x="328097" y="121929"/>
                  </a:lnTo>
                  <a:lnTo>
                    <a:pt x="326586" y="116862"/>
                  </a:lnTo>
                  <a:lnTo>
                    <a:pt x="324915" y="111846"/>
                  </a:lnTo>
                  <a:lnTo>
                    <a:pt x="323087" y="106886"/>
                  </a:lnTo>
                  <a:lnTo>
                    <a:pt x="321103" y="101985"/>
                  </a:lnTo>
                  <a:lnTo>
                    <a:pt x="318965" y="97150"/>
                  </a:lnTo>
                  <a:lnTo>
                    <a:pt x="316675" y="92385"/>
                  </a:lnTo>
                  <a:lnTo>
                    <a:pt x="314235" y="87694"/>
                  </a:lnTo>
                  <a:lnTo>
                    <a:pt x="311648" y="83083"/>
                  </a:lnTo>
                  <a:lnTo>
                    <a:pt x="308917" y="78556"/>
                  </a:lnTo>
                  <a:lnTo>
                    <a:pt x="306044" y="74118"/>
                  </a:lnTo>
                  <a:lnTo>
                    <a:pt x="303032" y="69773"/>
                  </a:lnTo>
                  <a:lnTo>
                    <a:pt x="299884" y="65525"/>
                  </a:lnTo>
                  <a:lnTo>
                    <a:pt x="296604" y="61379"/>
                  </a:lnTo>
                  <a:lnTo>
                    <a:pt x="293194" y="57339"/>
                  </a:lnTo>
                  <a:lnTo>
                    <a:pt x="289658" y="53409"/>
                  </a:lnTo>
                  <a:lnTo>
                    <a:pt x="285999" y="49592"/>
                  </a:lnTo>
                  <a:lnTo>
                    <a:pt x="282222" y="45893"/>
                  </a:lnTo>
                  <a:lnTo>
                    <a:pt x="278329" y="42315"/>
                  </a:lnTo>
                  <a:lnTo>
                    <a:pt x="274325" y="38863"/>
                  </a:lnTo>
                  <a:lnTo>
                    <a:pt x="270214" y="35538"/>
                  </a:lnTo>
                  <a:lnTo>
                    <a:pt x="266001" y="32345"/>
                  </a:lnTo>
                  <a:lnTo>
                    <a:pt x="261688" y="29287"/>
                  </a:lnTo>
                  <a:lnTo>
                    <a:pt x="257280" y="26367"/>
                  </a:lnTo>
                  <a:lnTo>
                    <a:pt x="252783" y="23588"/>
                  </a:lnTo>
                  <a:lnTo>
                    <a:pt x="248200" y="20952"/>
                  </a:lnTo>
                  <a:lnTo>
                    <a:pt x="243535" y="18463"/>
                  </a:lnTo>
                  <a:lnTo>
                    <a:pt x="238795" y="16123"/>
                  </a:lnTo>
                  <a:lnTo>
                    <a:pt x="233982" y="13933"/>
                  </a:lnTo>
                  <a:lnTo>
                    <a:pt x="229103" y="11897"/>
                  </a:lnTo>
                  <a:lnTo>
                    <a:pt x="224162" y="10016"/>
                  </a:lnTo>
                  <a:lnTo>
                    <a:pt x="219164" y="8292"/>
                  </a:lnTo>
                  <a:lnTo>
                    <a:pt x="214114" y="6727"/>
                  </a:lnTo>
                  <a:lnTo>
                    <a:pt x="209017" y="5323"/>
                  </a:lnTo>
                  <a:lnTo>
                    <a:pt x="203878" y="4080"/>
                  </a:lnTo>
                  <a:lnTo>
                    <a:pt x="198703" y="3001"/>
                  </a:lnTo>
                  <a:lnTo>
                    <a:pt x="193496" y="2086"/>
                  </a:lnTo>
                  <a:lnTo>
                    <a:pt x="188262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6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40" y="4794382"/>
              <a:ext cx="725" cy="167167"/>
            </a:xfrm>
            <a:custGeom>
              <a:avLst/>
              <a:pathLst>
                <a:path w="725" h="167167">
                  <a:moveTo>
                    <a:pt x="725" y="0"/>
                  </a:moveTo>
                  <a:lnTo>
                    <a:pt x="0" y="1"/>
                  </a:lnTo>
                  <a:lnTo>
                    <a:pt x="72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211840" y="4794384"/>
              <a:ext cx="725" cy="167165"/>
            </a:xfrm>
            <a:custGeom>
              <a:avLst/>
              <a:pathLst>
                <a:path w="725" h="167165">
                  <a:moveTo>
                    <a:pt x="0" y="0"/>
                  </a:moveTo>
                  <a:lnTo>
                    <a:pt x="725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67635" y="4794384"/>
              <a:ext cx="144931" cy="167165"/>
            </a:xfrm>
            <a:custGeom>
              <a:avLst/>
              <a:pathLst>
                <a:path w="144931" h="167165">
                  <a:moveTo>
                    <a:pt x="144205" y="0"/>
                  </a:moveTo>
                  <a:lnTo>
                    <a:pt x="138748" y="112"/>
                  </a:lnTo>
                  <a:lnTo>
                    <a:pt x="133298" y="403"/>
                  </a:lnTo>
                  <a:lnTo>
                    <a:pt x="127861" y="872"/>
                  </a:lnTo>
                  <a:lnTo>
                    <a:pt x="122442" y="1518"/>
                  </a:lnTo>
                  <a:lnTo>
                    <a:pt x="117046" y="2340"/>
                  </a:lnTo>
                  <a:lnTo>
                    <a:pt x="111681" y="3338"/>
                  </a:lnTo>
                  <a:lnTo>
                    <a:pt x="106351" y="4511"/>
                  </a:lnTo>
                  <a:lnTo>
                    <a:pt x="101062" y="5857"/>
                  </a:lnTo>
                  <a:lnTo>
                    <a:pt x="95819" y="7375"/>
                  </a:lnTo>
                  <a:lnTo>
                    <a:pt x="90629" y="9063"/>
                  </a:lnTo>
                  <a:lnTo>
                    <a:pt x="85497" y="10920"/>
                  </a:lnTo>
                  <a:lnTo>
                    <a:pt x="80429" y="12943"/>
                  </a:lnTo>
                  <a:lnTo>
                    <a:pt x="75429" y="15131"/>
                  </a:lnTo>
                  <a:lnTo>
                    <a:pt x="70503" y="17481"/>
                  </a:lnTo>
                  <a:lnTo>
                    <a:pt x="65656" y="19990"/>
                  </a:lnTo>
                  <a:lnTo>
                    <a:pt x="60894" y="22656"/>
                  </a:lnTo>
                  <a:lnTo>
                    <a:pt x="56222" y="25477"/>
                  </a:lnTo>
                  <a:lnTo>
                    <a:pt x="51644" y="28448"/>
                  </a:lnTo>
                  <a:lnTo>
                    <a:pt x="47165" y="31567"/>
                  </a:lnTo>
                  <a:lnTo>
                    <a:pt x="42791" y="34831"/>
                  </a:lnTo>
                  <a:lnTo>
                    <a:pt x="38526" y="38235"/>
                  </a:lnTo>
                  <a:lnTo>
                    <a:pt x="34374" y="41778"/>
                  </a:lnTo>
                  <a:lnTo>
                    <a:pt x="30340" y="45453"/>
                  </a:lnTo>
                  <a:lnTo>
                    <a:pt x="26428" y="49259"/>
                  </a:lnTo>
                  <a:lnTo>
                    <a:pt x="22642" y="53190"/>
                  </a:lnTo>
                  <a:lnTo>
                    <a:pt x="18987" y="57243"/>
                  </a:lnTo>
                  <a:lnTo>
                    <a:pt x="15465" y="61412"/>
                  </a:lnTo>
                  <a:lnTo>
                    <a:pt x="12082" y="65695"/>
                  </a:lnTo>
                  <a:lnTo>
                    <a:pt x="8841" y="70086"/>
                  </a:lnTo>
                  <a:lnTo>
                    <a:pt x="5744" y="74580"/>
                  </a:lnTo>
                  <a:lnTo>
                    <a:pt x="2796" y="79173"/>
                  </a:lnTo>
                  <a:lnTo>
                    <a:pt x="0" y="83859"/>
                  </a:lnTo>
                  <a:lnTo>
                    <a:pt x="144931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45416" y="4794382"/>
              <a:ext cx="334298" cy="334334"/>
            </a:xfrm>
            <a:custGeom>
              <a:avLst/>
              <a:pathLst>
                <a:path w="334298" h="334334">
                  <a:moveTo>
                    <a:pt x="22219" y="83861"/>
                  </a:moveTo>
                  <a:lnTo>
                    <a:pt x="19650" y="88500"/>
                  </a:lnTo>
                  <a:lnTo>
                    <a:pt x="17229" y="93217"/>
                  </a:lnTo>
                  <a:lnTo>
                    <a:pt x="14959" y="98009"/>
                  </a:lnTo>
                  <a:lnTo>
                    <a:pt x="12842" y="102871"/>
                  </a:lnTo>
                  <a:lnTo>
                    <a:pt x="10880" y="107798"/>
                  </a:lnTo>
                  <a:lnTo>
                    <a:pt x="9076" y="112784"/>
                  </a:lnTo>
                  <a:lnTo>
                    <a:pt x="7431" y="117825"/>
                  </a:lnTo>
                  <a:lnTo>
                    <a:pt x="5946" y="122915"/>
                  </a:lnTo>
                  <a:lnTo>
                    <a:pt x="4624" y="128050"/>
                  </a:lnTo>
                  <a:lnTo>
                    <a:pt x="3465" y="133225"/>
                  </a:lnTo>
                  <a:lnTo>
                    <a:pt x="2471" y="138433"/>
                  </a:lnTo>
                  <a:lnTo>
                    <a:pt x="1642" y="143671"/>
                  </a:lnTo>
                  <a:lnTo>
                    <a:pt x="980" y="148932"/>
                  </a:lnTo>
                  <a:lnTo>
                    <a:pt x="486" y="154211"/>
                  </a:lnTo>
                  <a:lnTo>
                    <a:pt x="159" y="159504"/>
                  </a:lnTo>
                  <a:lnTo>
                    <a:pt x="0" y="164804"/>
                  </a:lnTo>
                  <a:lnTo>
                    <a:pt x="9" y="170107"/>
                  </a:lnTo>
                  <a:lnTo>
                    <a:pt x="186" y="175406"/>
                  </a:lnTo>
                  <a:lnTo>
                    <a:pt x="531" y="180698"/>
                  </a:lnTo>
                  <a:lnTo>
                    <a:pt x="1044" y="185975"/>
                  </a:lnTo>
                  <a:lnTo>
                    <a:pt x="1724" y="191234"/>
                  </a:lnTo>
                  <a:lnTo>
                    <a:pt x="2571" y="196469"/>
                  </a:lnTo>
                  <a:lnTo>
                    <a:pt x="3583" y="201674"/>
                  </a:lnTo>
                  <a:lnTo>
                    <a:pt x="4760" y="206844"/>
                  </a:lnTo>
                  <a:lnTo>
                    <a:pt x="6100" y="211975"/>
                  </a:lnTo>
                  <a:lnTo>
                    <a:pt x="7602" y="217060"/>
                  </a:lnTo>
                  <a:lnTo>
                    <a:pt x="9265" y="222095"/>
                  </a:lnTo>
                  <a:lnTo>
                    <a:pt x="11086" y="227075"/>
                  </a:lnTo>
                  <a:lnTo>
                    <a:pt x="13065" y="231995"/>
                  </a:lnTo>
                  <a:lnTo>
                    <a:pt x="15199" y="236849"/>
                  </a:lnTo>
                  <a:lnTo>
                    <a:pt x="17485" y="241634"/>
                  </a:lnTo>
                  <a:lnTo>
                    <a:pt x="19922" y="246343"/>
                  </a:lnTo>
                  <a:lnTo>
                    <a:pt x="22507" y="250973"/>
                  </a:lnTo>
                  <a:lnTo>
                    <a:pt x="25238" y="255518"/>
                  </a:lnTo>
                  <a:lnTo>
                    <a:pt x="28112" y="259974"/>
                  </a:lnTo>
                  <a:lnTo>
                    <a:pt x="31125" y="264338"/>
                  </a:lnTo>
                  <a:lnTo>
                    <a:pt x="34275" y="268603"/>
                  </a:lnTo>
                  <a:lnTo>
                    <a:pt x="37560" y="272766"/>
                  </a:lnTo>
                  <a:lnTo>
                    <a:pt x="40974" y="276823"/>
                  </a:lnTo>
                  <a:lnTo>
                    <a:pt x="44515" y="280770"/>
                  </a:lnTo>
                  <a:lnTo>
                    <a:pt x="48180" y="284602"/>
                  </a:lnTo>
                  <a:lnTo>
                    <a:pt x="51965" y="288316"/>
                  </a:lnTo>
                  <a:lnTo>
                    <a:pt x="55865" y="291909"/>
                  </a:lnTo>
                  <a:lnTo>
                    <a:pt x="59877" y="295376"/>
                  </a:lnTo>
                  <a:lnTo>
                    <a:pt x="63997" y="298713"/>
                  </a:lnTo>
                  <a:lnTo>
                    <a:pt x="68222" y="301919"/>
                  </a:lnTo>
                  <a:lnTo>
                    <a:pt x="72545" y="304989"/>
                  </a:lnTo>
                  <a:lnTo>
                    <a:pt x="76964" y="307920"/>
                  </a:lnTo>
                  <a:lnTo>
                    <a:pt x="81473" y="310709"/>
                  </a:lnTo>
                  <a:lnTo>
                    <a:pt x="86069" y="313355"/>
                  </a:lnTo>
                  <a:lnTo>
                    <a:pt x="90747" y="315853"/>
                  </a:lnTo>
                  <a:lnTo>
                    <a:pt x="95501" y="318201"/>
                  </a:lnTo>
                  <a:lnTo>
                    <a:pt x="100327" y="320398"/>
                  </a:lnTo>
                  <a:lnTo>
                    <a:pt x="105221" y="322440"/>
                  </a:lnTo>
                  <a:lnTo>
                    <a:pt x="110176" y="324326"/>
                  </a:lnTo>
                  <a:lnTo>
                    <a:pt x="115190" y="326054"/>
                  </a:lnTo>
                  <a:lnTo>
                    <a:pt x="120255" y="327622"/>
                  </a:lnTo>
                  <a:lnTo>
                    <a:pt x="125368" y="329029"/>
                  </a:lnTo>
                  <a:lnTo>
                    <a:pt x="130522" y="330272"/>
                  </a:lnTo>
                  <a:lnTo>
                    <a:pt x="135714" y="331352"/>
                  </a:lnTo>
                  <a:lnTo>
                    <a:pt x="140937" y="332266"/>
                  </a:lnTo>
                  <a:lnTo>
                    <a:pt x="146187" y="333015"/>
                  </a:lnTo>
                  <a:lnTo>
                    <a:pt x="151457" y="333596"/>
                  </a:lnTo>
                  <a:lnTo>
                    <a:pt x="156744" y="334010"/>
                  </a:lnTo>
                  <a:lnTo>
                    <a:pt x="162040" y="334256"/>
                  </a:lnTo>
                  <a:lnTo>
                    <a:pt x="167343" y="334334"/>
                  </a:lnTo>
                  <a:lnTo>
                    <a:pt x="172644" y="334244"/>
                  </a:lnTo>
                  <a:lnTo>
                    <a:pt x="177941" y="333986"/>
                  </a:lnTo>
                  <a:lnTo>
                    <a:pt x="183226" y="333560"/>
                  </a:lnTo>
                  <a:lnTo>
                    <a:pt x="188495" y="332966"/>
                  </a:lnTo>
                  <a:lnTo>
                    <a:pt x="193743" y="332206"/>
                  </a:lnTo>
                  <a:lnTo>
                    <a:pt x="198964" y="331279"/>
                  </a:lnTo>
                  <a:lnTo>
                    <a:pt x="204153" y="330188"/>
                  </a:lnTo>
                  <a:lnTo>
                    <a:pt x="209305" y="328932"/>
                  </a:lnTo>
                  <a:lnTo>
                    <a:pt x="214414" y="327514"/>
                  </a:lnTo>
                  <a:lnTo>
                    <a:pt x="219476" y="325934"/>
                  </a:lnTo>
                  <a:lnTo>
                    <a:pt x="224485" y="324194"/>
                  </a:lnTo>
                  <a:lnTo>
                    <a:pt x="229437" y="322297"/>
                  </a:lnTo>
                  <a:lnTo>
                    <a:pt x="234326" y="320243"/>
                  </a:lnTo>
                  <a:lnTo>
                    <a:pt x="239147" y="318036"/>
                  </a:lnTo>
                  <a:lnTo>
                    <a:pt x="243896" y="315676"/>
                  </a:lnTo>
                  <a:lnTo>
                    <a:pt x="248567" y="313168"/>
                  </a:lnTo>
                  <a:lnTo>
                    <a:pt x="253157" y="310512"/>
                  </a:lnTo>
                  <a:lnTo>
                    <a:pt x="257660" y="307712"/>
                  </a:lnTo>
                  <a:lnTo>
                    <a:pt x="262072" y="304771"/>
                  </a:lnTo>
                  <a:lnTo>
                    <a:pt x="266389" y="301691"/>
                  </a:lnTo>
                  <a:lnTo>
                    <a:pt x="270605" y="298476"/>
                  </a:lnTo>
                  <a:lnTo>
                    <a:pt x="274718" y="295128"/>
                  </a:lnTo>
                  <a:lnTo>
                    <a:pt x="278722" y="291652"/>
                  </a:lnTo>
                  <a:lnTo>
                    <a:pt x="282614" y="288051"/>
                  </a:lnTo>
                  <a:lnTo>
                    <a:pt x="286390" y="284328"/>
                  </a:lnTo>
                  <a:lnTo>
                    <a:pt x="290046" y="280487"/>
                  </a:lnTo>
                  <a:lnTo>
                    <a:pt x="293578" y="276533"/>
                  </a:lnTo>
                  <a:lnTo>
                    <a:pt x="296984" y="272468"/>
                  </a:lnTo>
                  <a:lnTo>
                    <a:pt x="300258" y="268297"/>
                  </a:lnTo>
                  <a:lnTo>
                    <a:pt x="303399" y="264024"/>
                  </a:lnTo>
                  <a:lnTo>
                    <a:pt x="306402" y="259654"/>
                  </a:lnTo>
                  <a:lnTo>
                    <a:pt x="309265" y="255191"/>
                  </a:lnTo>
                  <a:lnTo>
                    <a:pt x="311986" y="250640"/>
                  </a:lnTo>
                  <a:lnTo>
                    <a:pt x="314560" y="246004"/>
                  </a:lnTo>
                  <a:lnTo>
                    <a:pt x="316986" y="241289"/>
                  </a:lnTo>
                  <a:lnTo>
                    <a:pt x="319262" y="236499"/>
                  </a:lnTo>
                  <a:lnTo>
                    <a:pt x="321384" y="231640"/>
                  </a:lnTo>
                  <a:lnTo>
                    <a:pt x="323352" y="226716"/>
                  </a:lnTo>
                  <a:lnTo>
                    <a:pt x="325162" y="221732"/>
                  </a:lnTo>
                  <a:lnTo>
                    <a:pt x="326813" y="216693"/>
                  </a:lnTo>
                  <a:lnTo>
                    <a:pt x="328303" y="211604"/>
                  </a:lnTo>
                  <a:lnTo>
                    <a:pt x="329632" y="206471"/>
                  </a:lnTo>
                  <a:lnTo>
                    <a:pt x="330796" y="201297"/>
                  </a:lnTo>
                  <a:lnTo>
                    <a:pt x="331797" y="196090"/>
                  </a:lnTo>
                  <a:lnTo>
                    <a:pt x="332631" y="190854"/>
                  </a:lnTo>
                  <a:lnTo>
                    <a:pt x="333299" y="185593"/>
                  </a:lnTo>
                  <a:lnTo>
                    <a:pt x="333800" y="180314"/>
                  </a:lnTo>
                  <a:lnTo>
                    <a:pt x="334133" y="175022"/>
                  </a:lnTo>
                  <a:lnTo>
                    <a:pt x="334298" y="169722"/>
                  </a:lnTo>
                  <a:lnTo>
                    <a:pt x="334295" y="164420"/>
                  </a:lnTo>
                  <a:lnTo>
                    <a:pt x="334124" y="159120"/>
                  </a:lnTo>
                  <a:lnTo>
                    <a:pt x="333785" y="153828"/>
                  </a:lnTo>
                  <a:lnTo>
                    <a:pt x="333278" y="148550"/>
                  </a:lnTo>
                  <a:lnTo>
                    <a:pt x="332604" y="143290"/>
                  </a:lnTo>
                  <a:lnTo>
                    <a:pt x="331763" y="138054"/>
                  </a:lnTo>
                  <a:lnTo>
                    <a:pt x="330757" y="132848"/>
                  </a:lnTo>
                  <a:lnTo>
                    <a:pt x="329586" y="127676"/>
                  </a:lnTo>
                  <a:lnTo>
                    <a:pt x="328252" y="122544"/>
                  </a:lnTo>
                  <a:lnTo>
                    <a:pt x="326756" y="117457"/>
                  </a:lnTo>
                  <a:lnTo>
                    <a:pt x="325099" y="112420"/>
                  </a:lnTo>
                  <a:lnTo>
                    <a:pt x="323283" y="107438"/>
                  </a:lnTo>
                  <a:lnTo>
                    <a:pt x="321310" y="102516"/>
                  </a:lnTo>
                  <a:lnTo>
                    <a:pt x="319182" y="97659"/>
                  </a:lnTo>
                  <a:lnTo>
                    <a:pt x="316901" y="92873"/>
                  </a:lnTo>
                  <a:lnTo>
                    <a:pt x="314469" y="88160"/>
                  </a:lnTo>
                  <a:lnTo>
                    <a:pt x="311889" y="83528"/>
                  </a:lnTo>
                  <a:lnTo>
                    <a:pt x="309164" y="78979"/>
                  </a:lnTo>
                  <a:lnTo>
                    <a:pt x="306295" y="74519"/>
                  </a:lnTo>
                  <a:lnTo>
                    <a:pt x="303287" y="70153"/>
                  </a:lnTo>
                  <a:lnTo>
                    <a:pt x="300142" y="65884"/>
                  </a:lnTo>
                  <a:lnTo>
                    <a:pt x="296862" y="61717"/>
                  </a:lnTo>
                  <a:lnTo>
                    <a:pt x="293453" y="57656"/>
                  </a:lnTo>
                  <a:lnTo>
                    <a:pt x="289916" y="53705"/>
                  </a:lnTo>
                  <a:lnTo>
                    <a:pt x="286255" y="49869"/>
                  </a:lnTo>
                  <a:lnTo>
                    <a:pt x="282475" y="46150"/>
                  </a:lnTo>
                  <a:lnTo>
                    <a:pt x="278579" y="42553"/>
                  </a:lnTo>
                  <a:lnTo>
                    <a:pt x="274571" y="39082"/>
                  </a:lnTo>
                  <a:lnTo>
                    <a:pt x="270454" y="35739"/>
                  </a:lnTo>
                  <a:lnTo>
                    <a:pt x="266234" y="32529"/>
                  </a:lnTo>
                  <a:lnTo>
                    <a:pt x="261914" y="29454"/>
                  </a:lnTo>
                  <a:lnTo>
                    <a:pt x="257498" y="26518"/>
                  </a:lnTo>
                  <a:lnTo>
                    <a:pt x="252992" y="23723"/>
                  </a:lnTo>
                  <a:lnTo>
                    <a:pt x="248399" y="21073"/>
                  </a:lnTo>
                  <a:lnTo>
                    <a:pt x="243725" y="18569"/>
                  </a:lnTo>
                  <a:lnTo>
                    <a:pt x="238973" y="16215"/>
                  </a:lnTo>
                  <a:lnTo>
                    <a:pt x="234150" y="14013"/>
                  </a:lnTo>
                  <a:lnTo>
                    <a:pt x="229258" y="11965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61938" y="5103947"/>
              <a:ext cx="334307" cy="334333"/>
            </a:xfrm>
            <a:custGeom>
              <a:avLst/>
              <a:pathLst>
                <a:path w="334307" h="334333">
                  <a:moveTo>
                    <a:pt x="167081" y="0"/>
                  </a:moveTo>
                  <a:lnTo>
                    <a:pt x="161783" y="86"/>
                  </a:lnTo>
                  <a:lnTo>
                    <a:pt x="156491" y="340"/>
                  </a:lnTo>
                  <a:lnTo>
                    <a:pt x="151209" y="761"/>
                  </a:lnTo>
                  <a:lnTo>
                    <a:pt x="145944" y="1350"/>
                  </a:lnTo>
                  <a:lnTo>
                    <a:pt x="140699" y="2105"/>
                  </a:lnTo>
                  <a:lnTo>
                    <a:pt x="135482" y="3026"/>
                  </a:lnTo>
                  <a:lnTo>
                    <a:pt x="130296" y="4112"/>
                  </a:lnTo>
                  <a:lnTo>
                    <a:pt x="125147" y="5362"/>
                  </a:lnTo>
                  <a:lnTo>
                    <a:pt x="120040" y="6775"/>
                  </a:lnTo>
                  <a:lnTo>
                    <a:pt x="114981" y="8348"/>
                  </a:lnTo>
                  <a:lnTo>
                    <a:pt x="109974" y="10081"/>
                  </a:lnTo>
                  <a:lnTo>
                    <a:pt x="105025" y="11972"/>
                  </a:lnTo>
                  <a:lnTo>
                    <a:pt x="100138" y="14019"/>
                  </a:lnTo>
                  <a:lnTo>
                    <a:pt x="95318" y="16219"/>
                  </a:lnTo>
                  <a:lnTo>
                    <a:pt x="90570" y="18572"/>
                  </a:lnTo>
                  <a:lnTo>
                    <a:pt x="85900" y="21073"/>
                  </a:lnTo>
                  <a:lnTo>
                    <a:pt x="81311" y="23721"/>
                  </a:lnTo>
                  <a:lnTo>
                    <a:pt x="76808" y="26514"/>
                  </a:lnTo>
                  <a:lnTo>
                    <a:pt x="72396" y="29447"/>
                  </a:lnTo>
                  <a:lnTo>
                    <a:pt x="68079" y="32519"/>
                  </a:lnTo>
                  <a:lnTo>
                    <a:pt x="63862" y="35727"/>
                  </a:lnTo>
                  <a:lnTo>
                    <a:pt x="59748" y="39066"/>
                  </a:lnTo>
                  <a:lnTo>
                    <a:pt x="55742" y="42534"/>
                  </a:lnTo>
                  <a:lnTo>
                    <a:pt x="51849" y="46127"/>
                  </a:lnTo>
                  <a:lnTo>
                    <a:pt x="48071" y="49842"/>
                  </a:lnTo>
                  <a:lnTo>
                    <a:pt x="44412" y="53675"/>
                  </a:lnTo>
                  <a:lnTo>
                    <a:pt x="40877" y="57621"/>
                  </a:lnTo>
                  <a:lnTo>
                    <a:pt x="37469" y="61678"/>
                  </a:lnTo>
                  <a:lnTo>
                    <a:pt x="34191" y="65841"/>
                  </a:lnTo>
                  <a:lnTo>
                    <a:pt x="31047" y="70105"/>
                  </a:lnTo>
                  <a:lnTo>
                    <a:pt x="28039" y="74467"/>
                  </a:lnTo>
                  <a:lnTo>
                    <a:pt x="25171" y="78922"/>
                  </a:lnTo>
                  <a:lnTo>
                    <a:pt x="22446" y="83466"/>
                  </a:lnTo>
                  <a:lnTo>
                    <a:pt x="19866" y="88094"/>
                  </a:lnTo>
                  <a:lnTo>
                    <a:pt x="17434" y="92801"/>
                  </a:lnTo>
                  <a:lnTo>
                    <a:pt x="15153" y="97583"/>
                  </a:lnTo>
                  <a:lnTo>
                    <a:pt x="13024" y="102435"/>
                  </a:lnTo>
                  <a:lnTo>
                    <a:pt x="11050" y="107352"/>
                  </a:lnTo>
                  <a:lnTo>
                    <a:pt x="9233" y="112329"/>
                  </a:lnTo>
                  <a:lnTo>
                    <a:pt x="7574" y="117361"/>
                  </a:lnTo>
                  <a:lnTo>
                    <a:pt x="6076" y="122443"/>
                  </a:lnTo>
                  <a:lnTo>
                    <a:pt x="4739" y="127570"/>
                  </a:lnTo>
                  <a:lnTo>
                    <a:pt x="3566" y="132737"/>
                  </a:lnTo>
                  <a:lnTo>
                    <a:pt x="2557" y="137938"/>
                  </a:lnTo>
                  <a:lnTo>
                    <a:pt x="1714" y="143169"/>
                  </a:lnTo>
                  <a:lnTo>
                    <a:pt x="1036" y="148424"/>
                  </a:lnTo>
                  <a:lnTo>
                    <a:pt x="526" y="153697"/>
                  </a:lnTo>
                  <a:lnTo>
                    <a:pt x="182" y="158985"/>
                  </a:lnTo>
                  <a:lnTo>
                    <a:pt x="7" y="164280"/>
                  </a:lnTo>
                  <a:lnTo>
                    <a:pt x="0" y="169578"/>
                  </a:lnTo>
                  <a:lnTo>
                    <a:pt x="160" y="174874"/>
                  </a:lnTo>
                  <a:lnTo>
                    <a:pt x="488" y="180162"/>
                  </a:lnTo>
                  <a:lnTo>
                    <a:pt x="984" y="185438"/>
                  </a:lnTo>
                  <a:lnTo>
                    <a:pt x="1646" y="190694"/>
                  </a:lnTo>
                  <a:lnTo>
                    <a:pt x="2475" y="195928"/>
                  </a:lnTo>
                  <a:lnTo>
                    <a:pt x="3469" y="201132"/>
                  </a:lnTo>
                  <a:lnTo>
                    <a:pt x="4628" y="206302"/>
                  </a:lnTo>
                  <a:lnTo>
                    <a:pt x="5949" y="211433"/>
                  </a:lnTo>
                  <a:lnTo>
                    <a:pt x="7433" y="216519"/>
                  </a:lnTo>
                  <a:lnTo>
                    <a:pt x="9077" y="221556"/>
                  </a:lnTo>
                  <a:lnTo>
                    <a:pt x="10880" y="226538"/>
                  </a:lnTo>
                  <a:lnTo>
                    <a:pt x="12840" y="231460"/>
                  </a:lnTo>
                  <a:lnTo>
                    <a:pt x="14955" y="236318"/>
                  </a:lnTo>
                  <a:lnTo>
                    <a:pt x="17223" y="241107"/>
                  </a:lnTo>
                  <a:lnTo>
                    <a:pt x="19642" y="245821"/>
                  </a:lnTo>
                  <a:lnTo>
                    <a:pt x="22209" y="250456"/>
                  </a:lnTo>
                  <a:lnTo>
                    <a:pt x="24921" y="255008"/>
                  </a:lnTo>
                  <a:lnTo>
                    <a:pt x="27776" y="259471"/>
                  </a:lnTo>
                  <a:lnTo>
                    <a:pt x="30771" y="263841"/>
                  </a:lnTo>
                  <a:lnTo>
                    <a:pt x="33903" y="268115"/>
                  </a:lnTo>
                  <a:lnTo>
                    <a:pt x="37170" y="272287"/>
                  </a:lnTo>
                  <a:lnTo>
                    <a:pt x="40566" y="276353"/>
                  </a:lnTo>
                  <a:lnTo>
                    <a:pt x="44090" y="280310"/>
                  </a:lnTo>
                  <a:lnTo>
                    <a:pt x="47737" y="284153"/>
                  </a:lnTo>
                  <a:lnTo>
                    <a:pt x="51505" y="287878"/>
                  </a:lnTo>
                  <a:lnTo>
                    <a:pt x="55388" y="291483"/>
                  </a:lnTo>
                  <a:lnTo>
                    <a:pt x="59384" y="294962"/>
                  </a:lnTo>
                  <a:lnTo>
                    <a:pt x="63488" y="298313"/>
                  </a:lnTo>
                  <a:lnTo>
                    <a:pt x="67696" y="301532"/>
                  </a:lnTo>
                  <a:lnTo>
                    <a:pt x="72004" y="304616"/>
                  </a:lnTo>
                  <a:lnTo>
                    <a:pt x="76408" y="307563"/>
                  </a:lnTo>
                  <a:lnTo>
                    <a:pt x="80903" y="310368"/>
                  </a:lnTo>
                  <a:lnTo>
                    <a:pt x="85484" y="313029"/>
                  </a:lnTo>
                  <a:lnTo>
                    <a:pt x="90148" y="315544"/>
                  </a:lnTo>
                  <a:lnTo>
                    <a:pt x="94889" y="317910"/>
                  </a:lnTo>
                  <a:lnTo>
                    <a:pt x="99702" y="320124"/>
                  </a:lnTo>
                  <a:lnTo>
                    <a:pt x="104584" y="322184"/>
                  </a:lnTo>
                  <a:lnTo>
                    <a:pt x="109528" y="324089"/>
                  </a:lnTo>
                  <a:lnTo>
                    <a:pt x="114530" y="325837"/>
                  </a:lnTo>
                  <a:lnTo>
                    <a:pt x="119584" y="327425"/>
                  </a:lnTo>
                  <a:lnTo>
                    <a:pt x="124687" y="328851"/>
                  </a:lnTo>
                  <a:lnTo>
                    <a:pt x="129832" y="330116"/>
                  </a:lnTo>
                  <a:lnTo>
                    <a:pt x="135015" y="331217"/>
                  </a:lnTo>
                  <a:lnTo>
                    <a:pt x="140230" y="332153"/>
                  </a:lnTo>
                  <a:lnTo>
                    <a:pt x="145472" y="332923"/>
                  </a:lnTo>
                  <a:lnTo>
                    <a:pt x="150736" y="333527"/>
                  </a:lnTo>
                  <a:lnTo>
                    <a:pt x="156016" y="333963"/>
                  </a:lnTo>
                  <a:lnTo>
                    <a:pt x="161308" y="334232"/>
                  </a:lnTo>
                  <a:lnTo>
                    <a:pt x="166605" y="334333"/>
                  </a:lnTo>
                  <a:lnTo>
                    <a:pt x="171903" y="334267"/>
                  </a:lnTo>
                  <a:lnTo>
                    <a:pt x="177196" y="334032"/>
                  </a:lnTo>
                  <a:lnTo>
                    <a:pt x="182479" y="333630"/>
                  </a:lnTo>
                  <a:lnTo>
                    <a:pt x="187747" y="333061"/>
                  </a:lnTo>
                  <a:lnTo>
                    <a:pt x="192994" y="332325"/>
                  </a:lnTo>
                  <a:lnTo>
                    <a:pt x="198215" y="331423"/>
                  </a:lnTo>
                  <a:lnTo>
                    <a:pt x="203405" y="330356"/>
                  </a:lnTo>
                  <a:lnTo>
                    <a:pt x="208558" y="329125"/>
                  </a:lnTo>
                  <a:lnTo>
                    <a:pt x="213670" y="327731"/>
                  </a:lnTo>
                  <a:lnTo>
                    <a:pt x="218735" y="326176"/>
                  </a:lnTo>
                  <a:lnTo>
                    <a:pt x="223748" y="324461"/>
                  </a:lnTo>
                  <a:lnTo>
                    <a:pt x="228704" y="322589"/>
                  </a:lnTo>
                  <a:lnTo>
                    <a:pt x="233599" y="320560"/>
                  </a:lnTo>
                  <a:lnTo>
                    <a:pt x="238427" y="318377"/>
                  </a:lnTo>
                  <a:lnTo>
                    <a:pt x="243183" y="316042"/>
                  </a:lnTo>
                  <a:lnTo>
                    <a:pt x="247863" y="313558"/>
                  </a:lnTo>
                  <a:lnTo>
                    <a:pt x="252462" y="310927"/>
                  </a:lnTo>
                  <a:lnTo>
                    <a:pt x="256975" y="308151"/>
                  </a:lnTo>
                  <a:lnTo>
                    <a:pt x="261397" y="305233"/>
                  </a:lnTo>
                  <a:lnTo>
                    <a:pt x="265725" y="302177"/>
                  </a:lnTo>
                  <a:lnTo>
                    <a:pt x="269954" y="298985"/>
                  </a:lnTo>
                  <a:lnTo>
                    <a:pt x="274080" y="295661"/>
                  </a:lnTo>
                  <a:lnTo>
                    <a:pt x="278099" y="292208"/>
                  </a:lnTo>
                  <a:lnTo>
                    <a:pt x="282006" y="288629"/>
                  </a:lnTo>
                  <a:lnTo>
                    <a:pt x="285797" y="284928"/>
                  </a:lnTo>
                  <a:lnTo>
                    <a:pt x="289470" y="281109"/>
                  </a:lnTo>
                  <a:lnTo>
                    <a:pt x="293019" y="277175"/>
                  </a:lnTo>
                  <a:lnTo>
                    <a:pt x="296442" y="273131"/>
                  </a:lnTo>
                  <a:lnTo>
                    <a:pt x="299735" y="268980"/>
                  </a:lnTo>
                  <a:lnTo>
                    <a:pt x="302895" y="264728"/>
                  </a:lnTo>
                  <a:lnTo>
                    <a:pt x="305919" y="260377"/>
                  </a:lnTo>
                  <a:lnTo>
                    <a:pt x="308803" y="255932"/>
                  </a:lnTo>
                  <a:lnTo>
                    <a:pt x="311545" y="251398"/>
                  </a:lnTo>
                  <a:lnTo>
                    <a:pt x="314142" y="246780"/>
                  </a:lnTo>
                  <a:lnTo>
                    <a:pt x="316591" y="242082"/>
                  </a:lnTo>
                  <a:lnTo>
                    <a:pt x="318890" y="237308"/>
                  </a:lnTo>
                  <a:lnTo>
                    <a:pt x="321037" y="232464"/>
                  </a:lnTo>
                  <a:lnTo>
                    <a:pt x="323029" y="227555"/>
                  </a:lnTo>
                  <a:lnTo>
                    <a:pt x="324864" y="222584"/>
                  </a:lnTo>
                  <a:lnTo>
                    <a:pt x="326541" y="217558"/>
                  </a:lnTo>
                  <a:lnTo>
                    <a:pt x="328058" y="212482"/>
                  </a:lnTo>
                  <a:lnTo>
                    <a:pt x="329413" y="207360"/>
                  </a:lnTo>
                  <a:lnTo>
                    <a:pt x="330605" y="202197"/>
                  </a:lnTo>
                  <a:lnTo>
                    <a:pt x="331633" y="197000"/>
                  </a:lnTo>
                  <a:lnTo>
                    <a:pt x="332496" y="191772"/>
                  </a:lnTo>
                  <a:lnTo>
                    <a:pt x="333193" y="186520"/>
                  </a:lnTo>
                  <a:lnTo>
                    <a:pt x="333723" y="181248"/>
                  </a:lnTo>
                  <a:lnTo>
                    <a:pt x="334085" y="175962"/>
                  </a:lnTo>
                  <a:lnTo>
                    <a:pt x="334280" y="170667"/>
                  </a:lnTo>
                  <a:lnTo>
                    <a:pt x="334307" y="165369"/>
                  </a:lnTo>
                  <a:lnTo>
                    <a:pt x="334166" y="160072"/>
                  </a:lnTo>
                  <a:lnTo>
                    <a:pt x="333858" y="154783"/>
                  </a:lnTo>
                  <a:lnTo>
                    <a:pt x="333381" y="149506"/>
                  </a:lnTo>
                  <a:lnTo>
                    <a:pt x="332738" y="144247"/>
                  </a:lnTo>
                  <a:lnTo>
                    <a:pt x="331929" y="139011"/>
                  </a:lnTo>
                  <a:lnTo>
                    <a:pt x="330954" y="133803"/>
                  </a:lnTo>
                  <a:lnTo>
                    <a:pt x="329814" y="128629"/>
                  </a:lnTo>
                  <a:lnTo>
                    <a:pt x="328511" y="123493"/>
                  </a:lnTo>
                  <a:lnTo>
                    <a:pt x="327046" y="118401"/>
                  </a:lnTo>
                  <a:lnTo>
                    <a:pt x="325420" y="113358"/>
                  </a:lnTo>
                  <a:lnTo>
                    <a:pt x="323635" y="108370"/>
                  </a:lnTo>
                  <a:lnTo>
                    <a:pt x="321694" y="103440"/>
                  </a:lnTo>
                  <a:lnTo>
                    <a:pt x="319596" y="98575"/>
                  </a:lnTo>
                  <a:lnTo>
                    <a:pt x="317346" y="93778"/>
                  </a:lnTo>
                  <a:lnTo>
                    <a:pt x="314945" y="89055"/>
                  </a:lnTo>
                  <a:lnTo>
                    <a:pt x="312395" y="84410"/>
                  </a:lnTo>
                  <a:lnTo>
                    <a:pt x="309700" y="79849"/>
                  </a:lnTo>
                  <a:lnTo>
                    <a:pt x="306861" y="75375"/>
                  </a:lnTo>
                  <a:lnTo>
                    <a:pt x="303882" y="70994"/>
                  </a:lnTo>
                  <a:lnTo>
                    <a:pt x="300765" y="66709"/>
                  </a:lnTo>
                  <a:lnTo>
                    <a:pt x="297514" y="62525"/>
                  </a:lnTo>
                  <a:lnTo>
                    <a:pt x="294133" y="58446"/>
                  </a:lnTo>
                  <a:lnTo>
                    <a:pt x="290624" y="54477"/>
                  </a:lnTo>
                  <a:lnTo>
                    <a:pt x="286990" y="50620"/>
                  </a:lnTo>
                  <a:lnTo>
                    <a:pt x="283237" y="46881"/>
                  </a:lnTo>
                  <a:lnTo>
                    <a:pt x="279366" y="43262"/>
                  </a:lnTo>
                  <a:lnTo>
                    <a:pt x="275383" y="39768"/>
                  </a:lnTo>
                  <a:lnTo>
                    <a:pt x="271292" y="36402"/>
                  </a:lnTo>
                  <a:lnTo>
                    <a:pt x="267095" y="33168"/>
                  </a:lnTo>
                  <a:lnTo>
                    <a:pt x="262798" y="30068"/>
                  </a:lnTo>
                  <a:lnTo>
                    <a:pt x="258406" y="27105"/>
                  </a:lnTo>
                  <a:lnTo>
                    <a:pt x="253921" y="24284"/>
                  </a:lnTo>
                  <a:lnTo>
                    <a:pt x="249349" y="21605"/>
                  </a:lnTo>
                  <a:lnTo>
                    <a:pt x="244695" y="19074"/>
                  </a:lnTo>
                  <a:lnTo>
                    <a:pt x="239963" y="16690"/>
                  </a:lnTo>
                  <a:lnTo>
                    <a:pt x="235158" y="14459"/>
                  </a:lnTo>
                  <a:lnTo>
                    <a:pt x="230284" y="12380"/>
                  </a:lnTo>
                  <a:lnTo>
                    <a:pt x="225347" y="10457"/>
                  </a:lnTo>
                  <a:lnTo>
                    <a:pt x="220351" y="8691"/>
                  </a:lnTo>
                  <a:lnTo>
                    <a:pt x="215303" y="7085"/>
                  </a:lnTo>
                  <a:lnTo>
                    <a:pt x="210205" y="5639"/>
                  </a:lnTo>
                  <a:lnTo>
                    <a:pt x="205065" y="4356"/>
                  </a:lnTo>
                  <a:lnTo>
                    <a:pt x="199886" y="3236"/>
                  </a:lnTo>
                  <a:lnTo>
                    <a:pt x="194674" y="2281"/>
                  </a:lnTo>
                  <a:lnTo>
                    <a:pt x="189435" y="1492"/>
                  </a:lnTo>
                  <a:lnTo>
                    <a:pt x="184174" y="869"/>
                  </a:lnTo>
                  <a:lnTo>
                    <a:pt x="178895" y="413"/>
                  </a:lnTo>
                  <a:lnTo>
                    <a:pt x="173604" y="124"/>
                  </a:lnTo>
                  <a:lnTo>
                    <a:pt x="168307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629088" y="5103947"/>
              <a:ext cx="1157" cy="167167"/>
            </a:xfrm>
            <a:custGeom>
              <a:avLst/>
              <a:pathLst>
                <a:path w="1157" h="167167">
                  <a:moveTo>
                    <a:pt x="1157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56842" y="5309273"/>
              <a:ext cx="149052" cy="167167"/>
            </a:xfrm>
            <a:custGeom>
              <a:avLst/>
              <a:pathLst>
                <a:path w="149052" h="167167">
                  <a:moveTo>
                    <a:pt x="149049" y="0"/>
                  </a:moveTo>
                  <a:lnTo>
                    <a:pt x="143637" y="87"/>
                  </a:lnTo>
                  <a:lnTo>
                    <a:pt x="138230" y="350"/>
                  </a:lnTo>
                  <a:lnTo>
                    <a:pt x="132835" y="788"/>
                  </a:lnTo>
                  <a:lnTo>
                    <a:pt x="127457" y="1400"/>
                  </a:lnTo>
                  <a:lnTo>
                    <a:pt x="122102" y="2186"/>
                  </a:lnTo>
                  <a:lnTo>
                    <a:pt x="116775" y="3145"/>
                  </a:lnTo>
                  <a:lnTo>
                    <a:pt x="111482" y="4276"/>
                  </a:lnTo>
                  <a:lnTo>
                    <a:pt x="106228" y="5578"/>
                  </a:lnTo>
                  <a:lnTo>
                    <a:pt x="101019" y="7049"/>
                  </a:lnTo>
                  <a:lnTo>
                    <a:pt x="95861" y="8688"/>
                  </a:lnTo>
                  <a:lnTo>
                    <a:pt x="90758" y="10493"/>
                  </a:lnTo>
                  <a:lnTo>
                    <a:pt x="85716" y="12462"/>
                  </a:lnTo>
                  <a:lnTo>
                    <a:pt x="80741" y="14594"/>
                  </a:lnTo>
                  <a:lnTo>
                    <a:pt x="75837" y="16885"/>
                  </a:lnTo>
                  <a:lnTo>
                    <a:pt x="71010" y="19334"/>
                  </a:lnTo>
                  <a:lnTo>
                    <a:pt x="66265" y="21938"/>
                  </a:lnTo>
                  <a:lnTo>
                    <a:pt x="61607" y="24694"/>
                  </a:lnTo>
                  <a:lnTo>
                    <a:pt x="57040" y="27600"/>
                  </a:lnTo>
                  <a:lnTo>
                    <a:pt x="52570" y="30652"/>
                  </a:lnTo>
                  <a:lnTo>
                    <a:pt x="48201" y="33847"/>
                  </a:lnTo>
                  <a:lnTo>
                    <a:pt x="43938" y="37182"/>
                  </a:lnTo>
                  <a:lnTo>
                    <a:pt x="39785" y="40653"/>
                  </a:lnTo>
                  <a:lnTo>
                    <a:pt x="35746" y="44257"/>
                  </a:lnTo>
                  <a:lnTo>
                    <a:pt x="31827" y="47989"/>
                  </a:lnTo>
                  <a:lnTo>
                    <a:pt x="28030" y="51847"/>
                  </a:lnTo>
                  <a:lnTo>
                    <a:pt x="24360" y="55826"/>
                  </a:lnTo>
                  <a:lnTo>
                    <a:pt x="20821" y="59921"/>
                  </a:lnTo>
                  <a:lnTo>
                    <a:pt x="17416" y="64128"/>
                  </a:lnTo>
                  <a:lnTo>
                    <a:pt x="14149" y="68444"/>
                  </a:lnTo>
                  <a:lnTo>
                    <a:pt x="11024" y="72863"/>
                  </a:lnTo>
                  <a:lnTo>
                    <a:pt x="8043" y="77381"/>
                  </a:lnTo>
                  <a:lnTo>
                    <a:pt x="5210" y="81993"/>
                  </a:lnTo>
                  <a:lnTo>
                    <a:pt x="2528" y="86695"/>
                  </a:lnTo>
                  <a:lnTo>
                    <a:pt x="0" y="91480"/>
                  </a:lnTo>
                  <a:lnTo>
                    <a:pt x="1490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38731" y="5309273"/>
              <a:ext cx="334316" cy="334331"/>
            </a:xfrm>
            <a:custGeom>
              <a:avLst/>
              <a:pathLst>
                <a:path w="334316" h="334331">
                  <a:moveTo>
                    <a:pt x="18111" y="91480"/>
                  </a:moveTo>
                  <a:lnTo>
                    <a:pt x="15780" y="96257"/>
                  </a:lnTo>
                  <a:lnTo>
                    <a:pt x="13603" y="101105"/>
                  </a:lnTo>
                  <a:lnTo>
                    <a:pt x="11580" y="106019"/>
                  </a:lnTo>
                  <a:lnTo>
                    <a:pt x="9715" y="110996"/>
                  </a:lnTo>
                  <a:lnTo>
                    <a:pt x="8009" y="116029"/>
                  </a:lnTo>
                  <a:lnTo>
                    <a:pt x="6464" y="121114"/>
                  </a:lnTo>
                  <a:lnTo>
                    <a:pt x="5081" y="126246"/>
                  </a:lnTo>
                  <a:lnTo>
                    <a:pt x="3862" y="131418"/>
                  </a:lnTo>
                  <a:lnTo>
                    <a:pt x="2809" y="136627"/>
                  </a:lnTo>
                  <a:lnTo>
                    <a:pt x="1921" y="141867"/>
                  </a:lnTo>
                  <a:lnTo>
                    <a:pt x="1200" y="147133"/>
                  </a:lnTo>
                  <a:lnTo>
                    <a:pt x="647" y="152418"/>
                  </a:lnTo>
                  <a:lnTo>
                    <a:pt x="263" y="157719"/>
                  </a:lnTo>
                  <a:lnTo>
                    <a:pt x="47" y="163029"/>
                  </a:lnTo>
                  <a:lnTo>
                    <a:pt x="0" y="168343"/>
                  </a:lnTo>
                  <a:lnTo>
                    <a:pt x="121" y="173656"/>
                  </a:lnTo>
                  <a:lnTo>
                    <a:pt x="412" y="178963"/>
                  </a:lnTo>
                  <a:lnTo>
                    <a:pt x="871" y="184258"/>
                  </a:lnTo>
                  <a:lnTo>
                    <a:pt x="1499" y="189535"/>
                  </a:lnTo>
                  <a:lnTo>
                    <a:pt x="2293" y="194790"/>
                  </a:lnTo>
                  <a:lnTo>
                    <a:pt x="3255" y="200017"/>
                  </a:lnTo>
                  <a:lnTo>
                    <a:pt x="4382" y="205210"/>
                  </a:lnTo>
                  <a:lnTo>
                    <a:pt x="5673" y="210365"/>
                  </a:lnTo>
                  <a:lnTo>
                    <a:pt x="7128" y="215477"/>
                  </a:lnTo>
                  <a:lnTo>
                    <a:pt x="8745" y="220540"/>
                  </a:lnTo>
                  <a:lnTo>
                    <a:pt x="10521" y="225548"/>
                  </a:lnTo>
                  <a:lnTo>
                    <a:pt x="12456" y="230498"/>
                  </a:lnTo>
                  <a:lnTo>
                    <a:pt x="14548" y="235384"/>
                  </a:lnTo>
                  <a:lnTo>
                    <a:pt x="16793" y="240201"/>
                  </a:lnTo>
                  <a:lnTo>
                    <a:pt x="19191" y="244944"/>
                  </a:lnTo>
                  <a:lnTo>
                    <a:pt x="21738" y="249608"/>
                  </a:lnTo>
                  <a:lnTo>
                    <a:pt x="24432" y="254189"/>
                  </a:lnTo>
                  <a:lnTo>
                    <a:pt x="27270" y="258682"/>
                  </a:lnTo>
                  <a:lnTo>
                    <a:pt x="30250" y="263083"/>
                  </a:lnTo>
                  <a:lnTo>
                    <a:pt x="33368" y="267386"/>
                  </a:lnTo>
                  <a:lnTo>
                    <a:pt x="36621" y="271589"/>
                  </a:lnTo>
                  <a:lnTo>
                    <a:pt x="40007" y="275686"/>
                  </a:lnTo>
                  <a:lnTo>
                    <a:pt x="43521" y="279673"/>
                  </a:lnTo>
                  <a:lnTo>
                    <a:pt x="47159" y="283546"/>
                  </a:lnTo>
                  <a:lnTo>
                    <a:pt x="50919" y="287302"/>
                  </a:lnTo>
                  <a:lnTo>
                    <a:pt x="54797" y="290936"/>
                  </a:lnTo>
                  <a:lnTo>
                    <a:pt x="58788" y="294446"/>
                  </a:lnTo>
                  <a:lnTo>
                    <a:pt x="62889" y="297826"/>
                  </a:lnTo>
                  <a:lnTo>
                    <a:pt x="67095" y="301075"/>
                  </a:lnTo>
                  <a:lnTo>
                    <a:pt x="71402" y="304188"/>
                  </a:lnTo>
                  <a:lnTo>
                    <a:pt x="75806" y="307163"/>
                  </a:lnTo>
                  <a:lnTo>
                    <a:pt x="80302" y="309996"/>
                  </a:lnTo>
                  <a:lnTo>
                    <a:pt x="84886" y="312685"/>
                  </a:lnTo>
                  <a:lnTo>
                    <a:pt x="89553" y="315227"/>
                  </a:lnTo>
                  <a:lnTo>
                    <a:pt x="94299" y="317619"/>
                  </a:lnTo>
                  <a:lnTo>
                    <a:pt x="99118" y="319859"/>
                  </a:lnTo>
                  <a:lnTo>
                    <a:pt x="104007" y="321945"/>
                  </a:lnTo>
                  <a:lnTo>
                    <a:pt x="108959" y="323874"/>
                  </a:lnTo>
                  <a:lnTo>
                    <a:pt x="113969" y="325645"/>
                  </a:lnTo>
                  <a:lnTo>
                    <a:pt x="119034" y="327256"/>
                  </a:lnTo>
                  <a:lnTo>
                    <a:pt x="124147" y="328705"/>
                  </a:lnTo>
                  <a:lnTo>
                    <a:pt x="129304" y="329991"/>
                  </a:lnTo>
                  <a:lnTo>
                    <a:pt x="134499" y="331112"/>
                  </a:lnTo>
                  <a:lnTo>
                    <a:pt x="139726" y="332068"/>
                  </a:lnTo>
                  <a:lnTo>
                    <a:pt x="144982" y="332856"/>
                  </a:lnTo>
                  <a:lnTo>
                    <a:pt x="150260" y="333478"/>
                  </a:lnTo>
                  <a:lnTo>
                    <a:pt x="155555" y="333931"/>
                  </a:lnTo>
                  <a:lnTo>
                    <a:pt x="160862" y="334216"/>
                  </a:lnTo>
                  <a:lnTo>
                    <a:pt x="166175" y="334331"/>
                  </a:lnTo>
                  <a:lnTo>
                    <a:pt x="171490" y="334278"/>
                  </a:lnTo>
                  <a:lnTo>
                    <a:pt x="176800" y="334056"/>
                  </a:lnTo>
                  <a:lnTo>
                    <a:pt x="182100" y="333666"/>
                  </a:lnTo>
                  <a:lnTo>
                    <a:pt x="187385" y="333107"/>
                  </a:lnTo>
                  <a:lnTo>
                    <a:pt x="192649" y="332380"/>
                  </a:lnTo>
                  <a:lnTo>
                    <a:pt x="197888" y="331486"/>
                  </a:lnTo>
                  <a:lnTo>
                    <a:pt x="203096" y="330427"/>
                  </a:lnTo>
                  <a:lnTo>
                    <a:pt x="208267" y="329202"/>
                  </a:lnTo>
                  <a:lnTo>
                    <a:pt x="213397" y="327813"/>
                  </a:lnTo>
                  <a:lnTo>
                    <a:pt x="218481" y="326263"/>
                  </a:lnTo>
                  <a:lnTo>
                    <a:pt x="223512" y="324551"/>
                  </a:lnTo>
                  <a:lnTo>
                    <a:pt x="228486" y="322680"/>
                  </a:lnTo>
                  <a:lnTo>
                    <a:pt x="233399" y="320652"/>
                  </a:lnTo>
                  <a:lnTo>
                    <a:pt x="238244" y="318469"/>
                  </a:lnTo>
                  <a:lnTo>
                    <a:pt x="243018" y="316133"/>
                  </a:lnTo>
                  <a:lnTo>
                    <a:pt x="247715" y="313647"/>
                  </a:lnTo>
                  <a:lnTo>
                    <a:pt x="252330" y="311012"/>
                  </a:lnTo>
                  <a:lnTo>
                    <a:pt x="256860" y="308232"/>
                  </a:lnTo>
                  <a:lnTo>
                    <a:pt x="261299" y="305310"/>
                  </a:lnTo>
                  <a:lnTo>
                    <a:pt x="265642" y="302248"/>
                  </a:lnTo>
                  <a:lnTo>
                    <a:pt x="269886" y="299049"/>
                  </a:lnTo>
                  <a:lnTo>
                    <a:pt x="274027" y="295717"/>
                  </a:lnTo>
                  <a:lnTo>
                    <a:pt x="278059" y="292255"/>
                  </a:lnTo>
                  <a:lnTo>
                    <a:pt x="281979" y="288667"/>
                  </a:lnTo>
                  <a:lnTo>
                    <a:pt x="285783" y="284956"/>
                  </a:lnTo>
                  <a:lnTo>
                    <a:pt x="289467" y="281125"/>
                  </a:lnTo>
                  <a:lnTo>
                    <a:pt x="293028" y="277180"/>
                  </a:lnTo>
                  <a:lnTo>
                    <a:pt x="296462" y="273123"/>
                  </a:lnTo>
                  <a:lnTo>
                    <a:pt x="299764" y="268960"/>
                  </a:lnTo>
                  <a:lnTo>
                    <a:pt x="302933" y="264693"/>
                  </a:lnTo>
                  <a:lnTo>
                    <a:pt x="305965" y="260328"/>
                  </a:lnTo>
                  <a:lnTo>
                    <a:pt x="308856" y="255869"/>
                  </a:lnTo>
                  <a:lnTo>
                    <a:pt x="311604" y="251320"/>
                  </a:lnTo>
                  <a:lnTo>
                    <a:pt x="314206" y="246686"/>
                  </a:lnTo>
                  <a:lnTo>
                    <a:pt x="316659" y="241972"/>
                  </a:lnTo>
                  <a:lnTo>
                    <a:pt x="318962" y="237182"/>
                  </a:lnTo>
                  <a:lnTo>
                    <a:pt x="321110" y="232321"/>
                  </a:lnTo>
                  <a:lnTo>
                    <a:pt x="323104" y="227395"/>
                  </a:lnTo>
                  <a:lnTo>
                    <a:pt x="324939" y="222407"/>
                  </a:lnTo>
                  <a:lnTo>
                    <a:pt x="326616" y="217364"/>
                  </a:lnTo>
                  <a:lnTo>
                    <a:pt x="328131" y="212270"/>
                  </a:lnTo>
                  <a:lnTo>
                    <a:pt x="329483" y="207130"/>
                  </a:lnTo>
                  <a:lnTo>
                    <a:pt x="330671" y="201950"/>
                  </a:lnTo>
                  <a:lnTo>
                    <a:pt x="331694" y="196735"/>
                  </a:lnTo>
                  <a:lnTo>
                    <a:pt x="332551" y="191490"/>
                  </a:lnTo>
                  <a:lnTo>
                    <a:pt x="333241" y="186221"/>
                  </a:lnTo>
                  <a:lnTo>
                    <a:pt x="333763" y="180932"/>
                  </a:lnTo>
                  <a:lnTo>
                    <a:pt x="334116" y="175629"/>
                  </a:lnTo>
                  <a:lnTo>
                    <a:pt x="334301" y="170318"/>
                  </a:lnTo>
                  <a:lnTo>
                    <a:pt x="334316" y="165003"/>
                  </a:lnTo>
                  <a:lnTo>
                    <a:pt x="334163" y="159691"/>
                  </a:lnTo>
                  <a:lnTo>
                    <a:pt x="333841" y="154386"/>
                  </a:lnTo>
                  <a:lnTo>
                    <a:pt x="333350" y="149094"/>
                  </a:lnTo>
                  <a:lnTo>
                    <a:pt x="332692" y="143821"/>
                  </a:lnTo>
                  <a:lnTo>
                    <a:pt x="331866" y="138571"/>
                  </a:lnTo>
                  <a:lnTo>
                    <a:pt x="330874" y="133350"/>
                  </a:lnTo>
                  <a:lnTo>
                    <a:pt x="329716" y="128163"/>
                  </a:lnTo>
                  <a:lnTo>
                    <a:pt x="328394" y="123015"/>
                  </a:lnTo>
                  <a:lnTo>
                    <a:pt x="326909" y="117913"/>
                  </a:lnTo>
                  <a:lnTo>
                    <a:pt x="325263" y="112860"/>
                  </a:lnTo>
                  <a:lnTo>
                    <a:pt x="323457" y="107861"/>
                  </a:lnTo>
                  <a:lnTo>
                    <a:pt x="321493" y="102923"/>
                  </a:lnTo>
                  <a:lnTo>
                    <a:pt x="319372" y="98050"/>
                  </a:lnTo>
                  <a:lnTo>
                    <a:pt x="317098" y="93246"/>
                  </a:lnTo>
                  <a:lnTo>
                    <a:pt x="314673" y="88518"/>
                  </a:lnTo>
                  <a:lnTo>
                    <a:pt x="312098" y="83868"/>
                  </a:lnTo>
                  <a:lnTo>
                    <a:pt x="309377" y="79303"/>
                  </a:lnTo>
                  <a:lnTo>
                    <a:pt x="306512" y="74827"/>
                  </a:lnTo>
                  <a:lnTo>
                    <a:pt x="303507" y="70444"/>
                  </a:lnTo>
                  <a:lnTo>
                    <a:pt x="300363" y="66159"/>
                  </a:lnTo>
                  <a:lnTo>
                    <a:pt x="297085" y="61976"/>
                  </a:lnTo>
                  <a:lnTo>
                    <a:pt x="293676" y="57899"/>
                  </a:lnTo>
                  <a:lnTo>
                    <a:pt x="290138" y="53933"/>
                  </a:lnTo>
                  <a:lnTo>
                    <a:pt x="286477" y="50081"/>
                  </a:lnTo>
                  <a:lnTo>
                    <a:pt x="282695" y="46347"/>
                  </a:lnTo>
                  <a:lnTo>
                    <a:pt x="278796" y="42736"/>
                  </a:lnTo>
                  <a:lnTo>
                    <a:pt x="274784" y="39250"/>
                  </a:lnTo>
                  <a:lnTo>
                    <a:pt x="270663" y="35894"/>
                  </a:lnTo>
                  <a:lnTo>
                    <a:pt x="266438" y="32670"/>
                  </a:lnTo>
                  <a:lnTo>
                    <a:pt x="262113" y="29583"/>
                  </a:lnTo>
                  <a:lnTo>
                    <a:pt x="257691" y="26634"/>
                  </a:lnTo>
                  <a:lnTo>
                    <a:pt x="253178" y="23827"/>
                  </a:lnTo>
                  <a:lnTo>
                    <a:pt x="248578" y="21165"/>
                  </a:lnTo>
                  <a:lnTo>
                    <a:pt x="243896" y="18651"/>
                  </a:lnTo>
                  <a:lnTo>
                    <a:pt x="239137" y="16287"/>
                  </a:lnTo>
                  <a:lnTo>
                    <a:pt x="234304" y="14075"/>
                  </a:lnTo>
                  <a:lnTo>
                    <a:pt x="229404" y="12019"/>
                  </a:lnTo>
                  <a:lnTo>
                    <a:pt x="224441" y="10118"/>
                  </a:lnTo>
                  <a:lnTo>
                    <a:pt x="219419" y="8377"/>
                  </a:lnTo>
                  <a:lnTo>
                    <a:pt x="214345" y="6796"/>
                  </a:lnTo>
                  <a:lnTo>
                    <a:pt x="209224" y="5377"/>
                  </a:lnTo>
                  <a:lnTo>
                    <a:pt x="204060" y="4122"/>
                  </a:lnTo>
                  <a:lnTo>
                    <a:pt x="198858" y="3032"/>
                  </a:lnTo>
                  <a:lnTo>
                    <a:pt x="193625" y="2107"/>
                  </a:lnTo>
                  <a:lnTo>
                    <a:pt x="188365" y="1349"/>
                  </a:lnTo>
                  <a:lnTo>
                    <a:pt x="183083" y="759"/>
                  </a:lnTo>
                  <a:lnTo>
                    <a:pt x="177785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901" y="5399291"/>
              <a:ext cx="4379" cy="167167"/>
            </a:xfrm>
            <a:custGeom>
              <a:avLst/>
              <a:pathLst>
                <a:path w="4379" h="167167">
                  <a:moveTo>
                    <a:pt x="4379" y="0"/>
                  </a:moveTo>
                  <a:lnTo>
                    <a:pt x="0" y="57"/>
                  </a:lnTo>
                  <a:lnTo>
                    <a:pt x="43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901" y="5399349"/>
              <a:ext cx="4379" cy="167110"/>
            </a:xfrm>
            <a:custGeom>
              <a:avLst/>
              <a:pathLst>
                <a:path w="4379" h="167110">
                  <a:moveTo>
                    <a:pt x="0" y="0"/>
                  </a:moveTo>
                  <a:lnTo>
                    <a:pt x="4379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901" y="5399349"/>
              <a:ext cx="4379" cy="167110"/>
            </a:xfrm>
            <a:custGeom>
              <a:avLst/>
              <a:pathLst>
                <a:path w="4379" h="167110">
                  <a:moveTo>
                    <a:pt x="0" y="0"/>
                  </a:moveTo>
                  <a:lnTo>
                    <a:pt x="4379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901" y="5399349"/>
              <a:ext cx="4379" cy="167110"/>
            </a:xfrm>
            <a:custGeom>
              <a:avLst/>
              <a:pathLst>
                <a:path w="4379" h="167110">
                  <a:moveTo>
                    <a:pt x="0" y="0"/>
                  </a:moveTo>
                  <a:lnTo>
                    <a:pt x="4379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901" y="5399349"/>
              <a:ext cx="4379" cy="167110"/>
            </a:xfrm>
            <a:custGeom>
              <a:avLst/>
              <a:pathLst>
                <a:path w="4379" h="167110">
                  <a:moveTo>
                    <a:pt x="0" y="0"/>
                  </a:moveTo>
                  <a:lnTo>
                    <a:pt x="4379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901" y="5399349"/>
              <a:ext cx="4379" cy="167110"/>
            </a:xfrm>
            <a:custGeom>
              <a:avLst/>
              <a:pathLst>
                <a:path w="4379" h="167110">
                  <a:moveTo>
                    <a:pt x="0" y="0"/>
                  </a:moveTo>
                  <a:lnTo>
                    <a:pt x="4379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612901" y="5399349"/>
              <a:ext cx="4379" cy="167110"/>
            </a:xfrm>
            <a:custGeom>
              <a:avLst/>
              <a:pathLst>
                <a:path w="4379" h="167110">
                  <a:moveTo>
                    <a:pt x="0" y="0"/>
                  </a:moveTo>
                  <a:lnTo>
                    <a:pt x="4379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0115" y="5399349"/>
              <a:ext cx="334330" cy="334257"/>
            </a:xfrm>
            <a:custGeom>
              <a:avLst/>
              <a:pathLst>
                <a:path w="334330" h="334257">
                  <a:moveTo>
                    <a:pt x="162785" y="0"/>
                  </a:moveTo>
                  <a:lnTo>
                    <a:pt x="157502" y="222"/>
                  </a:lnTo>
                  <a:lnTo>
                    <a:pt x="152228" y="611"/>
                  </a:lnTo>
                  <a:lnTo>
                    <a:pt x="146970" y="1166"/>
                  </a:lnTo>
                  <a:lnTo>
                    <a:pt x="141731" y="1888"/>
                  </a:lnTo>
                  <a:lnTo>
                    <a:pt x="136519" y="2775"/>
                  </a:lnTo>
                  <a:lnTo>
                    <a:pt x="131336" y="3827"/>
                  </a:lnTo>
                  <a:lnTo>
                    <a:pt x="126190" y="5042"/>
                  </a:lnTo>
                  <a:lnTo>
                    <a:pt x="121084" y="6419"/>
                  </a:lnTo>
                  <a:lnTo>
                    <a:pt x="116025" y="7956"/>
                  </a:lnTo>
                  <a:lnTo>
                    <a:pt x="111017" y="9654"/>
                  </a:lnTo>
                  <a:lnTo>
                    <a:pt x="106065" y="11508"/>
                  </a:lnTo>
                  <a:lnTo>
                    <a:pt x="101174" y="13518"/>
                  </a:lnTo>
                  <a:lnTo>
                    <a:pt x="96349" y="15682"/>
                  </a:lnTo>
                  <a:lnTo>
                    <a:pt x="91595" y="17998"/>
                  </a:lnTo>
                  <a:lnTo>
                    <a:pt x="86917" y="20463"/>
                  </a:lnTo>
                  <a:lnTo>
                    <a:pt x="82319" y="23074"/>
                  </a:lnTo>
                  <a:lnTo>
                    <a:pt x="77806" y="25830"/>
                  </a:lnTo>
                  <a:lnTo>
                    <a:pt x="73382" y="28727"/>
                  </a:lnTo>
                  <a:lnTo>
                    <a:pt x="69052" y="31762"/>
                  </a:lnTo>
                  <a:lnTo>
                    <a:pt x="64820" y="34933"/>
                  </a:lnTo>
                  <a:lnTo>
                    <a:pt x="60691" y="38236"/>
                  </a:lnTo>
                  <a:lnTo>
                    <a:pt x="56668" y="41668"/>
                  </a:lnTo>
                  <a:lnTo>
                    <a:pt x="52756" y="45226"/>
                  </a:lnTo>
                  <a:lnTo>
                    <a:pt x="48958" y="48905"/>
                  </a:lnTo>
                  <a:lnTo>
                    <a:pt x="45279" y="52703"/>
                  </a:lnTo>
                  <a:lnTo>
                    <a:pt x="41721" y="56615"/>
                  </a:lnTo>
                  <a:lnTo>
                    <a:pt x="38289" y="60638"/>
                  </a:lnTo>
                  <a:lnTo>
                    <a:pt x="34986" y="64767"/>
                  </a:lnTo>
                  <a:lnTo>
                    <a:pt x="31816" y="68999"/>
                  </a:lnTo>
                  <a:lnTo>
                    <a:pt x="28780" y="73329"/>
                  </a:lnTo>
                  <a:lnTo>
                    <a:pt x="25883" y="77753"/>
                  </a:lnTo>
                  <a:lnTo>
                    <a:pt x="23128" y="82266"/>
                  </a:lnTo>
                  <a:lnTo>
                    <a:pt x="20517" y="86864"/>
                  </a:lnTo>
                  <a:lnTo>
                    <a:pt x="18052" y="91542"/>
                  </a:lnTo>
                  <a:lnTo>
                    <a:pt x="15736" y="96296"/>
                  </a:lnTo>
                  <a:lnTo>
                    <a:pt x="13572" y="101121"/>
                  </a:lnTo>
                  <a:lnTo>
                    <a:pt x="11562" y="106012"/>
                  </a:lnTo>
                  <a:lnTo>
                    <a:pt x="9708" y="110964"/>
                  </a:lnTo>
                  <a:lnTo>
                    <a:pt x="8011" y="115972"/>
                  </a:lnTo>
                  <a:lnTo>
                    <a:pt x="6473" y="121032"/>
                  </a:lnTo>
                  <a:lnTo>
                    <a:pt x="5096" y="126137"/>
                  </a:lnTo>
                  <a:lnTo>
                    <a:pt x="3881" y="131284"/>
                  </a:lnTo>
                  <a:lnTo>
                    <a:pt x="2830" y="136466"/>
                  </a:lnTo>
                  <a:lnTo>
                    <a:pt x="1943" y="141679"/>
                  </a:lnTo>
                  <a:lnTo>
                    <a:pt x="1221" y="146917"/>
                  </a:lnTo>
                  <a:lnTo>
                    <a:pt x="665" y="152176"/>
                  </a:lnTo>
                  <a:lnTo>
                    <a:pt x="276" y="157449"/>
                  </a:lnTo>
                  <a:lnTo>
                    <a:pt x="54" y="162733"/>
                  </a:lnTo>
                  <a:lnTo>
                    <a:pt x="0" y="168020"/>
                  </a:lnTo>
                  <a:lnTo>
                    <a:pt x="112" y="173307"/>
                  </a:lnTo>
                  <a:lnTo>
                    <a:pt x="392" y="178587"/>
                  </a:lnTo>
                  <a:lnTo>
                    <a:pt x="838" y="183856"/>
                  </a:lnTo>
                  <a:lnTo>
                    <a:pt x="1451" y="189109"/>
                  </a:lnTo>
                  <a:lnTo>
                    <a:pt x="2230" y="194339"/>
                  </a:lnTo>
                  <a:lnTo>
                    <a:pt x="3173" y="199542"/>
                  </a:lnTo>
                  <a:lnTo>
                    <a:pt x="4281" y="204712"/>
                  </a:lnTo>
                  <a:lnTo>
                    <a:pt x="5552" y="209845"/>
                  </a:lnTo>
                  <a:lnTo>
                    <a:pt x="6984" y="214935"/>
                  </a:lnTo>
                  <a:lnTo>
                    <a:pt x="8577" y="219978"/>
                  </a:lnTo>
                  <a:lnTo>
                    <a:pt x="10329" y="224967"/>
                  </a:lnTo>
                  <a:lnTo>
                    <a:pt x="12237" y="229899"/>
                  </a:lnTo>
                  <a:lnTo>
                    <a:pt x="14300" y="234767"/>
                  </a:lnTo>
                  <a:lnTo>
                    <a:pt x="16517" y="239568"/>
                  </a:lnTo>
                  <a:lnTo>
                    <a:pt x="18884" y="244297"/>
                  </a:lnTo>
                  <a:lnTo>
                    <a:pt x="21399" y="248948"/>
                  </a:lnTo>
                  <a:lnTo>
                    <a:pt x="24061" y="253517"/>
                  </a:lnTo>
                  <a:lnTo>
                    <a:pt x="26865" y="258000"/>
                  </a:lnTo>
                  <a:lnTo>
                    <a:pt x="29810" y="262392"/>
                  </a:lnTo>
                  <a:lnTo>
                    <a:pt x="32893" y="266689"/>
                  </a:lnTo>
                  <a:lnTo>
                    <a:pt x="36109" y="270886"/>
                  </a:lnTo>
                  <a:lnTo>
                    <a:pt x="39457" y="274979"/>
                  </a:lnTo>
                  <a:lnTo>
                    <a:pt x="42933" y="278964"/>
                  </a:lnTo>
                  <a:lnTo>
                    <a:pt x="46533" y="282837"/>
                  </a:lnTo>
                  <a:lnTo>
                    <a:pt x="50253" y="286595"/>
                  </a:lnTo>
                  <a:lnTo>
                    <a:pt x="54091" y="290233"/>
                  </a:lnTo>
                  <a:lnTo>
                    <a:pt x="58042" y="293747"/>
                  </a:lnTo>
                  <a:lnTo>
                    <a:pt x="62102" y="297135"/>
                  </a:lnTo>
                  <a:lnTo>
                    <a:pt x="66267" y="300393"/>
                  </a:lnTo>
                  <a:lnTo>
                    <a:pt x="70533" y="303518"/>
                  </a:lnTo>
                  <a:lnTo>
                    <a:pt x="74895" y="306506"/>
                  </a:lnTo>
                  <a:lnTo>
                    <a:pt x="79350" y="309355"/>
                  </a:lnTo>
                  <a:lnTo>
                    <a:pt x="83893" y="312061"/>
                  </a:lnTo>
                  <a:lnTo>
                    <a:pt x="88519" y="314622"/>
                  </a:lnTo>
                  <a:lnTo>
                    <a:pt x="93224" y="317036"/>
                  </a:lnTo>
                  <a:lnTo>
                    <a:pt x="98003" y="319299"/>
                  </a:lnTo>
                  <a:lnTo>
                    <a:pt x="102851" y="321411"/>
                  </a:lnTo>
                  <a:lnTo>
                    <a:pt x="107764" y="323367"/>
                  </a:lnTo>
                  <a:lnTo>
                    <a:pt x="112736" y="325168"/>
                  </a:lnTo>
                  <a:lnTo>
                    <a:pt x="117762" y="326810"/>
                  </a:lnTo>
                  <a:lnTo>
                    <a:pt x="122838" y="328293"/>
                  </a:lnTo>
                  <a:lnTo>
                    <a:pt x="127958" y="329614"/>
                  </a:lnTo>
                  <a:lnTo>
                    <a:pt x="133117" y="330773"/>
                  </a:lnTo>
                  <a:lnTo>
                    <a:pt x="138311" y="331768"/>
                  </a:lnTo>
                  <a:lnTo>
                    <a:pt x="143533" y="332598"/>
                  </a:lnTo>
                  <a:lnTo>
                    <a:pt x="148779" y="333263"/>
                  </a:lnTo>
                  <a:lnTo>
                    <a:pt x="154043" y="333761"/>
                  </a:lnTo>
                  <a:lnTo>
                    <a:pt x="159321" y="334093"/>
                  </a:lnTo>
                  <a:lnTo>
                    <a:pt x="164606" y="334257"/>
                  </a:lnTo>
                  <a:lnTo>
                    <a:pt x="169894" y="334255"/>
                  </a:lnTo>
                  <a:lnTo>
                    <a:pt x="175179" y="334085"/>
                  </a:lnTo>
                  <a:lnTo>
                    <a:pt x="180456" y="333748"/>
                  </a:lnTo>
                  <a:lnTo>
                    <a:pt x="185720" y="333244"/>
                  </a:lnTo>
                  <a:lnTo>
                    <a:pt x="190965" y="332574"/>
                  </a:lnTo>
                  <a:lnTo>
                    <a:pt x="196187" y="331738"/>
                  </a:lnTo>
                  <a:lnTo>
                    <a:pt x="201379" y="330738"/>
                  </a:lnTo>
                  <a:lnTo>
                    <a:pt x="206537" y="329574"/>
                  </a:lnTo>
                  <a:lnTo>
                    <a:pt x="211656" y="328248"/>
                  </a:lnTo>
                  <a:lnTo>
                    <a:pt x="216730" y="326760"/>
                  </a:lnTo>
                  <a:lnTo>
                    <a:pt x="221755" y="325112"/>
                  </a:lnTo>
                  <a:lnTo>
                    <a:pt x="226725" y="323307"/>
                  </a:lnTo>
                  <a:lnTo>
                    <a:pt x="231636" y="321345"/>
                  </a:lnTo>
                  <a:lnTo>
                    <a:pt x="236481" y="319228"/>
                  </a:lnTo>
                  <a:lnTo>
                    <a:pt x="241258" y="316960"/>
                  </a:lnTo>
                  <a:lnTo>
                    <a:pt x="245960" y="314541"/>
                  </a:lnTo>
                  <a:lnTo>
                    <a:pt x="250584" y="311975"/>
                  </a:lnTo>
                  <a:lnTo>
                    <a:pt x="255124" y="309265"/>
                  </a:lnTo>
                  <a:lnTo>
                    <a:pt x="259576" y="306411"/>
                  </a:lnTo>
                  <a:lnTo>
                    <a:pt x="263936" y="303419"/>
                  </a:lnTo>
                  <a:lnTo>
                    <a:pt x="268199" y="300290"/>
                  </a:lnTo>
                  <a:lnTo>
                    <a:pt x="272360" y="297028"/>
                  </a:lnTo>
                  <a:lnTo>
                    <a:pt x="276417" y="293636"/>
                  </a:lnTo>
                  <a:lnTo>
                    <a:pt x="280364" y="290117"/>
                  </a:lnTo>
                  <a:lnTo>
                    <a:pt x="284198" y="286475"/>
                  </a:lnTo>
                  <a:lnTo>
                    <a:pt x="287915" y="282714"/>
                  </a:lnTo>
                  <a:lnTo>
                    <a:pt x="291511" y="278837"/>
                  </a:lnTo>
                  <a:lnTo>
                    <a:pt x="294982" y="274848"/>
                  </a:lnTo>
                  <a:lnTo>
                    <a:pt x="298326" y="270751"/>
                  </a:lnTo>
                  <a:lnTo>
                    <a:pt x="301538" y="266551"/>
                  </a:lnTo>
                  <a:lnTo>
                    <a:pt x="304616" y="262251"/>
                  </a:lnTo>
                  <a:lnTo>
                    <a:pt x="307557" y="257856"/>
                  </a:lnTo>
                  <a:lnTo>
                    <a:pt x="310357" y="253371"/>
                  </a:lnTo>
                  <a:lnTo>
                    <a:pt x="313013" y="248799"/>
                  </a:lnTo>
                  <a:lnTo>
                    <a:pt x="315524" y="244145"/>
                  </a:lnTo>
                  <a:lnTo>
                    <a:pt x="317886" y="239414"/>
                  </a:lnTo>
                  <a:lnTo>
                    <a:pt x="320098" y="234611"/>
                  </a:lnTo>
                  <a:lnTo>
                    <a:pt x="322156" y="229740"/>
                  </a:lnTo>
                  <a:lnTo>
                    <a:pt x="324059" y="224806"/>
                  </a:lnTo>
                  <a:lnTo>
                    <a:pt x="325806" y="219815"/>
                  </a:lnTo>
                  <a:lnTo>
                    <a:pt x="327393" y="214771"/>
                  </a:lnTo>
                  <a:lnTo>
                    <a:pt x="328821" y="209680"/>
                  </a:lnTo>
                  <a:lnTo>
                    <a:pt x="330086" y="204546"/>
                  </a:lnTo>
                  <a:lnTo>
                    <a:pt x="331189" y="199374"/>
                  </a:lnTo>
                  <a:lnTo>
                    <a:pt x="332127" y="194170"/>
                  </a:lnTo>
                  <a:lnTo>
                    <a:pt x="332900" y="188939"/>
                  </a:lnTo>
                  <a:lnTo>
                    <a:pt x="333508" y="183686"/>
                  </a:lnTo>
                  <a:lnTo>
                    <a:pt x="333949" y="178417"/>
                  </a:lnTo>
                  <a:lnTo>
                    <a:pt x="334223" y="173136"/>
                  </a:lnTo>
                  <a:lnTo>
                    <a:pt x="334330" y="167849"/>
                  </a:lnTo>
                  <a:lnTo>
                    <a:pt x="334270" y="162561"/>
                  </a:lnTo>
                  <a:lnTo>
                    <a:pt x="334043" y="157278"/>
                  </a:lnTo>
                  <a:lnTo>
                    <a:pt x="333648" y="152005"/>
                  </a:lnTo>
                  <a:lnTo>
                    <a:pt x="333087" y="146747"/>
                  </a:lnTo>
                  <a:lnTo>
                    <a:pt x="332360" y="141510"/>
                  </a:lnTo>
                  <a:lnTo>
                    <a:pt x="331468" y="136298"/>
                  </a:lnTo>
                  <a:lnTo>
                    <a:pt x="330411" y="131116"/>
                  </a:lnTo>
                  <a:lnTo>
                    <a:pt x="329191" y="125971"/>
                  </a:lnTo>
                  <a:lnTo>
                    <a:pt x="327809" y="120867"/>
                  </a:lnTo>
                  <a:lnTo>
                    <a:pt x="326266" y="115809"/>
                  </a:lnTo>
                  <a:lnTo>
                    <a:pt x="324564" y="110803"/>
                  </a:lnTo>
                  <a:lnTo>
                    <a:pt x="322704" y="105853"/>
                  </a:lnTo>
                  <a:lnTo>
                    <a:pt x="320689" y="100964"/>
                  </a:lnTo>
                  <a:lnTo>
                    <a:pt x="318520" y="96141"/>
                  </a:lnTo>
                  <a:lnTo>
                    <a:pt x="316200" y="91390"/>
                  </a:lnTo>
                  <a:lnTo>
                    <a:pt x="313730" y="86714"/>
                  </a:lnTo>
                  <a:lnTo>
                    <a:pt x="311114" y="82119"/>
                  </a:lnTo>
                  <a:lnTo>
                    <a:pt x="308354" y="77608"/>
                  </a:lnTo>
                  <a:lnTo>
                    <a:pt x="305453" y="73187"/>
                  </a:lnTo>
                  <a:lnTo>
                    <a:pt x="302413" y="68861"/>
                  </a:lnTo>
                  <a:lnTo>
                    <a:pt x="299238" y="64632"/>
                  </a:lnTo>
                  <a:lnTo>
                    <a:pt x="295930" y="60506"/>
                  </a:lnTo>
                  <a:lnTo>
                    <a:pt x="292494" y="56487"/>
                  </a:lnTo>
                  <a:lnTo>
                    <a:pt x="288933" y="52578"/>
                  </a:lnTo>
                  <a:lnTo>
                    <a:pt x="285249" y="48784"/>
                  </a:lnTo>
                  <a:lnTo>
                    <a:pt x="281448" y="45109"/>
                  </a:lnTo>
                  <a:lnTo>
                    <a:pt x="277532" y="41555"/>
                  </a:lnTo>
                  <a:lnTo>
                    <a:pt x="273506" y="38127"/>
                  </a:lnTo>
                  <a:lnTo>
                    <a:pt x="269373" y="34828"/>
                  </a:lnTo>
                  <a:lnTo>
                    <a:pt x="265138" y="31662"/>
                  </a:lnTo>
                  <a:lnTo>
                    <a:pt x="260805" y="28631"/>
                  </a:lnTo>
                  <a:lnTo>
                    <a:pt x="256378" y="25738"/>
                  </a:lnTo>
                  <a:lnTo>
                    <a:pt x="251862" y="22987"/>
                  </a:lnTo>
                  <a:lnTo>
                    <a:pt x="247262" y="20381"/>
                  </a:lnTo>
                  <a:lnTo>
                    <a:pt x="242581" y="17921"/>
                  </a:lnTo>
                  <a:lnTo>
                    <a:pt x="237825" y="15610"/>
                  </a:lnTo>
                  <a:lnTo>
                    <a:pt x="232997" y="13451"/>
                  </a:lnTo>
                  <a:lnTo>
                    <a:pt x="228105" y="11446"/>
                  </a:lnTo>
                  <a:lnTo>
                    <a:pt x="223151" y="9596"/>
                  </a:lnTo>
                  <a:lnTo>
                    <a:pt x="218141" y="7904"/>
                  </a:lnTo>
                  <a:lnTo>
                    <a:pt x="213080" y="6372"/>
                  </a:lnTo>
                  <a:lnTo>
                    <a:pt x="207973" y="5000"/>
                  </a:lnTo>
                  <a:lnTo>
                    <a:pt x="202825" y="3790"/>
                  </a:lnTo>
                  <a:lnTo>
                    <a:pt x="197642" y="2744"/>
                  </a:lnTo>
                  <a:lnTo>
                    <a:pt x="167164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617280" y="5399291"/>
              <a:ext cx="30477" cy="167167"/>
            </a:xfrm>
            <a:custGeom>
              <a:avLst/>
              <a:pathLst>
                <a:path w="30477" h="167167">
                  <a:moveTo>
                    <a:pt x="30477" y="2801"/>
                  </a:moveTo>
                  <a:lnTo>
                    <a:pt x="22914" y="1577"/>
                  </a:lnTo>
                  <a:lnTo>
                    <a:pt x="15303" y="701"/>
                  </a:lnTo>
                  <a:lnTo>
                    <a:pt x="7659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101989" y="5369149"/>
              <a:ext cx="33686" cy="167167"/>
            </a:xfrm>
            <a:custGeom>
              <a:avLst/>
              <a:pathLst>
                <a:path w="33686" h="167167">
                  <a:moveTo>
                    <a:pt x="33686" y="0"/>
                  </a:moveTo>
                  <a:lnTo>
                    <a:pt x="26904" y="137"/>
                  </a:lnTo>
                  <a:lnTo>
                    <a:pt x="20133" y="550"/>
                  </a:lnTo>
                  <a:lnTo>
                    <a:pt x="13385" y="1237"/>
                  </a:lnTo>
                  <a:lnTo>
                    <a:pt x="6670" y="2197"/>
                  </a:lnTo>
                  <a:lnTo>
                    <a:pt x="0" y="3429"/>
                  </a:lnTo>
                  <a:lnTo>
                    <a:pt x="336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101989" y="5372579"/>
              <a:ext cx="33686" cy="163738"/>
            </a:xfrm>
            <a:custGeom>
              <a:avLst/>
              <a:pathLst>
                <a:path w="33686" h="163738">
                  <a:moveTo>
                    <a:pt x="0" y="0"/>
                  </a:moveTo>
                  <a:lnTo>
                    <a:pt x="33686" y="163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101989" y="5372579"/>
              <a:ext cx="33686" cy="163738"/>
            </a:xfrm>
            <a:custGeom>
              <a:avLst/>
              <a:pathLst>
                <a:path w="33686" h="163738">
                  <a:moveTo>
                    <a:pt x="0" y="0"/>
                  </a:moveTo>
                  <a:lnTo>
                    <a:pt x="33686" y="163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01989" y="5372579"/>
              <a:ext cx="33686" cy="163738"/>
            </a:xfrm>
            <a:custGeom>
              <a:avLst/>
              <a:pathLst>
                <a:path w="33686" h="163738">
                  <a:moveTo>
                    <a:pt x="0" y="0"/>
                  </a:moveTo>
                  <a:lnTo>
                    <a:pt x="33686" y="163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01989" y="5372579"/>
              <a:ext cx="33686" cy="163738"/>
            </a:xfrm>
            <a:custGeom>
              <a:avLst/>
              <a:pathLst>
                <a:path w="33686" h="163738">
                  <a:moveTo>
                    <a:pt x="0" y="0"/>
                  </a:moveTo>
                  <a:lnTo>
                    <a:pt x="33686" y="163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101989" y="5372579"/>
              <a:ext cx="33686" cy="163738"/>
            </a:xfrm>
            <a:custGeom>
              <a:avLst/>
              <a:pathLst>
                <a:path w="33686" h="163738">
                  <a:moveTo>
                    <a:pt x="0" y="0"/>
                  </a:moveTo>
                  <a:lnTo>
                    <a:pt x="33686" y="163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68523" y="5372579"/>
              <a:ext cx="167152" cy="261367"/>
            </a:xfrm>
            <a:custGeom>
              <a:avLst/>
              <a:pathLst>
                <a:path w="167152" h="261367">
                  <a:moveTo>
                    <a:pt x="133465" y="0"/>
                  </a:moveTo>
                  <a:lnTo>
                    <a:pt x="128224" y="1166"/>
                  </a:lnTo>
                  <a:lnTo>
                    <a:pt x="123023" y="2500"/>
                  </a:lnTo>
                  <a:lnTo>
                    <a:pt x="117867" y="4000"/>
                  </a:lnTo>
                  <a:lnTo>
                    <a:pt x="112763" y="5666"/>
                  </a:lnTo>
                  <a:lnTo>
                    <a:pt x="107714" y="7494"/>
                  </a:lnTo>
                  <a:lnTo>
                    <a:pt x="102727" y="9484"/>
                  </a:lnTo>
                  <a:lnTo>
                    <a:pt x="97806" y="11632"/>
                  </a:lnTo>
                  <a:lnTo>
                    <a:pt x="92956" y="13938"/>
                  </a:lnTo>
                  <a:lnTo>
                    <a:pt x="88184" y="16398"/>
                  </a:lnTo>
                  <a:lnTo>
                    <a:pt x="83492" y="19010"/>
                  </a:lnTo>
                  <a:lnTo>
                    <a:pt x="78887" y="21772"/>
                  </a:lnTo>
                  <a:lnTo>
                    <a:pt x="74373" y="24680"/>
                  </a:lnTo>
                  <a:lnTo>
                    <a:pt x="69955" y="27731"/>
                  </a:lnTo>
                  <a:lnTo>
                    <a:pt x="65637" y="30923"/>
                  </a:lnTo>
                  <a:lnTo>
                    <a:pt x="61424" y="34252"/>
                  </a:lnTo>
                  <a:lnTo>
                    <a:pt x="57320" y="37714"/>
                  </a:lnTo>
                  <a:lnTo>
                    <a:pt x="53329" y="41307"/>
                  </a:lnTo>
                  <a:lnTo>
                    <a:pt x="49456" y="45025"/>
                  </a:lnTo>
                  <a:lnTo>
                    <a:pt x="45704" y="48867"/>
                  </a:lnTo>
                  <a:lnTo>
                    <a:pt x="42078" y="52826"/>
                  </a:lnTo>
                  <a:lnTo>
                    <a:pt x="38580" y="56900"/>
                  </a:lnTo>
                  <a:lnTo>
                    <a:pt x="35215" y="61085"/>
                  </a:lnTo>
                  <a:lnTo>
                    <a:pt x="31986" y="65375"/>
                  </a:lnTo>
                  <a:lnTo>
                    <a:pt x="28897" y="69767"/>
                  </a:lnTo>
                  <a:lnTo>
                    <a:pt x="25950" y="74256"/>
                  </a:lnTo>
                  <a:lnTo>
                    <a:pt x="23149" y="78837"/>
                  </a:lnTo>
                  <a:lnTo>
                    <a:pt x="20497" y="83505"/>
                  </a:lnTo>
                  <a:lnTo>
                    <a:pt x="17996" y="88257"/>
                  </a:lnTo>
                  <a:lnTo>
                    <a:pt x="15648" y="93086"/>
                  </a:lnTo>
                  <a:lnTo>
                    <a:pt x="13458" y="97988"/>
                  </a:lnTo>
                  <a:lnTo>
                    <a:pt x="11425" y="102958"/>
                  </a:lnTo>
                  <a:lnTo>
                    <a:pt x="9554" y="107991"/>
                  </a:lnTo>
                  <a:lnTo>
                    <a:pt x="7844" y="113081"/>
                  </a:lnTo>
                  <a:lnTo>
                    <a:pt x="6300" y="118224"/>
                  </a:lnTo>
                  <a:lnTo>
                    <a:pt x="4921" y="123414"/>
                  </a:lnTo>
                  <a:lnTo>
                    <a:pt x="3710" y="128645"/>
                  </a:lnTo>
                  <a:lnTo>
                    <a:pt x="2667" y="133912"/>
                  </a:lnTo>
                  <a:lnTo>
                    <a:pt x="1794" y="139210"/>
                  </a:lnTo>
                  <a:lnTo>
                    <a:pt x="1091" y="144533"/>
                  </a:lnTo>
                  <a:lnTo>
                    <a:pt x="560" y="149877"/>
                  </a:lnTo>
                  <a:lnTo>
                    <a:pt x="201" y="155234"/>
                  </a:lnTo>
                  <a:lnTo>
                    <a:pt x="14" y="160600"/>
                  </a:lnTo>
                  <a:lnTo>
                    <a:pt x="0" y="165970"/>
                  </a:lnTo>
                  <a:lnTo>
                    <a:pt x="157" y="171337"/>
                  </a:lnTo>
                  <a:lnTo>
                    <a:pt x="488" y="176696"/>
                  </a:lnTo>
                  <a:lnTo>
                    <a:pt x="990" y="182042"/>
                  </a:lnTo>
                  <a:lnTo>
                    <a:pt x="1663" y="187369"/>
                  </a:lnTo>
                  <a:lnTo>
                    <a:pt x="2508" y="192672"/>
                  </a:lnTo>
                  <a:lnTo>
                    <a:pt x="3522" y="197945"/>
                  </a:lnTo>
                  <a:lnTo>
                    <a:pt x="4705" y="203183"/>
                  </a:lnTo>
                  <a:lnTo>
                    <a:pt x="6056" y="208380"/>
                  </a:lnTo>
                  <a:lnTo>
                    <a:pt x="7572" y="213530"/>
                  </a:lnTo>
                  <a:lnTo>
                    <a:pt x="9254" y="218630"/>
                  </a:lnTo>
                  <a:lnTo>
                    <a:pt x="11098" y="223673"/>
                  </a:lnTo>
                  <a:lnTo>
                    <a:pt x="13104" y="228654"/>
                  </a:lnTo>
                  <a:lnTo>
                    <a:pt x="15268" y="233568"/>
                  </a:lnTo>
                  <a:lnTo>
                    <a:pt x="17589" y="238410"/>
                  </a:lnTo>
                  <a:lnTo>
                    <a:pt x="20065" y="243174"/>
                  </a:lnTo>
                  <a:lnTo>
                    <a:pt x="22692" y="247857"/>
                  </a:lnTo>
                  <a:lnTo>
                    <a:pt x="25468" y="252454"/>
                  </a:lnTo>
                  <a:lnTo>
                    <a:pt x="28390" y="256958"/>
                  </a:lnTo>
                  <a:lnTo>
                    <a:pt x="31456" y="261367"/>
                  </a:lnTo>
                  <a:lnTo>
                    <a:pt x="167152" y="163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99979" y="5369149"/>
              <a:ext cx="302847" cy="334333"/>
            </a:xfrm>
            <a:custGeom>
              <a:avLst/>
              <a:pathLst>
                <a:path w="302847" h="334333">
                  <a:moveTo>
                    <a:pt x="0" y="264796"/>
                  </a:moveTo>
                  <a:lnTo>
                    <a:pt x="3162" y="269047"/>
                  </a:lnTo>
                  <a:lnTo>
                    <a:pt x="6457" y="273196"/>
                  </a:lnTo>
                  <a:lnTo>
                    <a:pt x="9882" y="277238"/>
                  </a:lnTo>
                  <a:lnTo>
                    <a:pt x="13433" y="281170"/>
                  </a:lnTo>
                  <a:lnTo>
                    <a:pt x="17107" y="284987"/>
                  </a:lnTo>
                  <a:lnTo>
                    <a:pt x="20901" y="288686"/>
                  </a:lnTo>
                  <a:lnTo>
                    <a:pt x="24809" y="292263"/>
                  </a:lnTo>
                  <a:lnTo>
                    <a:pt x="28829" y="295714"/>
                  </a:lnTo>
                  <a:lnTo>
                    <a:pt x="32957" y="299037"/>
                  </a:lnTo>
                  <a:lnTo>
                    <a:pt x="37187" y="302226"/>
                  </a:lnTo>
                  <a:lnTo>
                    <a:pt x="41517" y="305280"/>
                  </a:lnTo>
                  <a:lnTo>
                    <a:pt x="45941" y="308195"/>
                  </a:lnTo>
                  <a:lnTo>
                    <a:pt x="50455" y="310969"/>
                  </a:lnTo>
                  <a:lnTo>
                    <a:pt x="55055" y="313598"/>
                  </a:lnTo>
                  <a:lnTo>
                    <a:pt x="59736" y="316080"/>
                  </a:lnTo>
                  <a:lnTo>
                    <a:pt x="64493" y="318412"/>
                  </a:lnTo>
                  <a:lnTo>
                    <a:pt x="69322" y="320593"/>
                  </a:lnTo>
                  <a:lnTo>
                    <a:pt x="74217" y="322619"/>
                  </a:lnTo>
                  <a:lnTo>
                    <a:pt x="79175" y="324489"/>
                  </a:lnTo>
                  <a:lnTo>
                    <a:pt x="84189" y="326201"/>
                  </a:lnTo>
                  <a:lnTo>
                    <a:pt x="89254" y="327754"/>
                  </a:lnTo>
                  <a:lnTo>
                    <a:pt x="94367" y="329145"/>
                  </a:lnTo>
                  <a:lnTo>
                    <a:pt x="99520" y="330373"/>
                  </a:lnTo>
                  <a:lnTo>
                    <a:pt x="104711" y="331438"/>
                  </a:lnTo>
                  <a:lnTo>
                    <a:pt x="109932" y="332337"/>
                  </a:lnTo>
                  <a:lnTo>
                    <a:pt x="115179" y="333071"/>
                  </a:lnTo>
                  <a:lnTo>
                    <a:pt x="120447" y="333637"/>
                  </a:lnTo>
                  <a:lnTo>
                    <a:pt x="125730" y="334037"/>
                  </a:lnTo>
                  <a:lnTo>
                    <a:pt x="131023" y="334269"/>
                  </a:lnTo>
                  <a:lnTo>
                    <a:pt x="136321" y="334333"/>
                  </a:lnTo>
                  <a:lnTo>
                    <a:pt x="141618" y="334229"/>
                  </a:lnTo>
                  <a:lnTo>
                    <a:pt x="146910" y="333958"/>
                  </a:lnTo>
                  <a:lnTo>
                    <a:pt x="152190" y="333519"/>
                  </a:lnTo>
                  <a:lnTo>
                    <a:pt x="157453" y="332912"/>
                  </a:lnTo>
                  <a:lnTo>
                    <a:pt x="162695" y="332140"/>
                  </a:lnTo>
                  <a:lnTo>
                    <a:pt x="167909" y="331201"/>
                  </a:lnTo>
                  <a:lnTo>
                    <a:pt x="173091" y="330098"/>
                  </a:lnTo>
                  <a:lnTo>
                    <a:pt x="178236" y="328831"/>
                  </a:lnTo>
                  <a:lnTo>
                    <a:pt x="183337" y="327402"/>
                  </a:lnTo>
                  <a:lnTo>
                    <a:pt x="188391" y="325812"/>
                  </a:lnTo>
                  <a:lnTo>
                    <a:pt x="193392" y="324062"/>
                  </a:lnTo>
                  <a:lnTo>
                    <a:pt x="198336" y="322155"/>
                  </a:lnTo>
                  <a:lnTo>
                    <a:pt x="203216" y="320092"/>
                  </a:lnTo>
                  <a:lnTo>
                    <a:pt x="208028" y="317875"/>
                  </a:lnTo>
                  <a:lnTo>
                    <a:pt x="212768" y="315507"/>
                  </a:lnTo>
                  <a:lnTo>
                    <a:pt x="217430" y="312991"/>
                  </a:lnTo>
                  <a:lnTo>
                    <a:pt x="222010" y="310327"/>
                  </a:lnTo>
                  <a:lnTo>
                    <a:pt x="226503" y="307520"/>
                  </a:lnTo>
                  <a:lnTo>
                    <a:pt x="230906" y="304572"/>
                  </a:lnTo>
                  <a:lnTo>
                    <a:pt x="235212" y="301486"/>
                  </a:lnTo>
                  <a:lnTo>
                    <a:pt x="239419" y="298264"/>
                  </a:lnTo>
                  <a:lnTo>
                    <a:pt x="243521" y="294912"/>
                  </a:lnTo>
                  <a:lnTo>
                    <a:pt x="247515" y="291430"/>
                  </a:lnTo>
                  <a:lnTo>
                    <a:pt x="251397" y="287824"/>
                  </a:lnTo>
                  <a:lnTo>
                    <a:pt x="255163" y="284097"/>
                  </a:lnTo>
                  <a:lnTo>
                    <a:pt x="258808" y="280253"/>
                  </a:lnTo>
                  <a:lnTo>
                    <a:pt x="262330" y="276294"/>
                  </a:lnTo>
                  <a:lnTo>
                    <a:pt x="265725" y="272226"/>
                  </a:lnTo>
                  <a:lnTo>
                    <a:pt x="268989" y="268053"/>
                  </a:lnTo>
                  <a:lnTo>
                    <a:pt x="272119" y="263778"/>
                  </a:lnTo>
                  <a:lnTo>
                    <a:pt x="275112" y="259407"/>
                  </a:lnTo>
                  <a:lnTo>
                    <a:pt x="277965" y="254942"/>
                  </a:lnTo>
                  <a:lnTo>
                    <a:pt x="280675" y="250389"/>
                  </a:lnTo>
                  <a:lnTo>
                    <a:pt x="283240" y="245753"/>
                  </a:lnTo>
                  <a:lnTo>
                    <a:pt x="285656" y="241038"/>
                  </a:lnTo>
                  <a:lnTo>
                    <a:pt x="287922" y="236249"/>
                  </a:lnTo>
                  <a:lnTo>
                    <a:pt x="290034" y="231390"/>
                  </a:lnTo>
                  <a:lnTo>
                    <a:pt x="291992" y="226467"/>
                  </a:lnTo>
                  <a:lnTo>
                    <a:pt x="293793" y="221484"/>
                  </a:lnTo>
                  <a:lnTo>
                    <a:pt x="295435" y="216446"/>
                  </a:lnTo>
                  <a:lnTo>
                    <a:pt x="296916" y="211360"/>
                  </a:lnTo>
                  <a:lnTo>
                    <a:pt x="298236" y="206228"/>
                  </a:lnTo>
                  <a:lnTo>
                    <a:pt x="299392" y="201058"/>
                  </a:lnTo>
                  <a:lnTo>
                    <a:pt x="300384" y="195853"/>
                  </a:lnTo>
                  <a:lnTo>
                    <a:pt x="301210" y="190620"/>
                  </a:lnTo>
                  <a:lnTo>
                    <a:pt x="301870" y="185363"/>
                  </a:lnTo>
                  <a:lnTo>
                    <a:pt x="302363" y="180088"/>
                  </a:lnTo>
                  <a:lnTo>
                    <a:pt x="302689" y="174799"/>
                  </a:lnTo>
                  <a:lnTo>
                    <a:pt x="302847" y="169504"/>
                  </a:lnTo>
                  <a:lnTo>
                    <a:pt x="302837" y="164205"/>
                  </a:lnTo>
                  <a:lnTo>
                    <a:pt x="302659" y="158910"/>
                  </a:lnTo>
                  <a:lnTo>
                    <a:pt x="302314" y="153623"/>
                  </a:lnTo>
                  <a:lnTo>
                    <a:pt x="301801" y="148350"/>
                  </a:lnTo>
                  <a:lnTo>
                    <a:pt x="301121" y="143095"/>
                  </a:lnTo>
                  <a:lnTo>
                    <a:pt x="300275" y="137865"/>
                  </a:lnTo>
                  <a:lnTo>
                    <a:pt x="299264" y="132664"/>
                  </a:lnTo>
                  <a:lnTo>
                    <a:pt x="298088" y="127498"/>
                  </a:lnTo>
                  <a:lnTo>
                    <a:pt x="296750" y="122372"/>
                  </a:lnTo>
                  <a:lnTo>
                    <a:pt x="295249" y="117290"/>
                  </a:lnTo>
                  <a:lnTo>
                    <a:pt x="293589" y="112259"/>
                  </a:lnTo>
                  <a:lnTo>
                    <a:pt x="291769" y="107283"/>
                  </a:lnTo>
                  <a:lnTo>
                    <a:pt x="289793" y="102367"/>
                  </a:lnTo>
                  <a:lnTo>
                    <a:pt x="287662" y="97516"/>
                  </a:lnTo>
                  <a:lnTo>
                    <a:pt x="285379" y="92735"/>
                  </a:lnTo>
                  <a:lnTo>
                    <a:pt x="282945" y="88029"/>
                  </a:lnTo>
                  <a:lnTo>
                    <a:pt x="280363" y="83403"/>
                  </a:lnTo>
                  <a:lnTo>
                    <a:pt x="277636" y="78860"/>
                  </a:lnTo>
                  <a:lnTo>
                    <a:pt x="274766" y="74407"/>
                  </a:lnTo>
                  <a:lnTo>
                    <a:pt x="271757" y="70046"/>
                  </a:lnTo>
                  <a:lnTo>
                    <a:pt x="268610" y="65783"/>
                  </a:lnTo>
                  <a:lnTo>
                    <a:pt x="265331" y="61622"/>
                  </a:lnTo>
                  <a:lnTo>
                    <a:pt x="261921" y="57567"/>
                  </a:lnTo>
                  <a:lnTo>
                    <a:pt x="258384" y="53622"/>
                  </a:lnTo>
                  <a:lnTo>
                    <a:pt x="254724" y="49791"/>
                  </a:lnTo>
                  <a:lnTo>
                    <a:pt x="250945" y="46078"/>
                  </a:lnTo>
                  <a:lnTo>
                    <a:pt x="247050" y="42486"/>
                  </a:lnTo>
                  <a:lnTo>
                    <a:pt x="243043" y="39020"/>
                  </a:lnTo>
                  <a:lnTo>
                    <a:pt x="238928" y="35683"/>
                  </a:lnTo>
                  <a:lnTo>
                    <a:pt x="234709" y="32477"/>
                  </a:lnTo>
                  <a:lnTo>
                    <a:pt x="230391" y="29407"/>
                  </a:lnTo>
                  <a:lnTo>
                    <a:pt x="225978" y="26475"/>
                  </a:lnTo>
                  <a:lnTo>
                    <a:pt x="221474" y="23685"/>
                  </a:lnTo>
                  <a:lnTo>
                    <a:pt x="216884" y="21039"/>
                  </a:lnTo>
                  <a:lnTo>
                    <a:pt x="212212" y="18539"/>
                  </a:lnTo>
                  <a:lnTo>
                    <a:pt x="207464" y="16189"/>
                  </a:lnTo>
                  <a:lnTo>
                    <a:pt x="202643" y="13991"/>
                  </a:lnTo>
                  <a:lnTo>
                    <a:pt x="197755" y="11946"/>
                  </a:lnTo>
                  <a:lnTo>
                    <a:pt x="192805" y="10057"/>
                  </a:lnTo>
                  <a:lnTo>
                    <a:pt x="187798" y="8326"/>
                  </a:lnTo>
                  <a:lnTo>
                    <a:pt x="182738" y="6755"/>
                  </a:lnTo>
                  <a:lnTo>
                    <a:pt x="177631" y="5345"/>
                  </a:lnTo>
                  <a:lnTo>
                    <a:pt x="172482" y="4097"/>
                  </a:lnTo>
                  <a:lnTo>
                    <a:pt x="167295" y="3013"/>
                  </a:lnTo>
                  <a:lnTo>
                    <a:pt x="162077" y="2094"/>
                  </a:lnTo>
                  <a:lnTo>
                    <a:pt x="156833" y="1341"/>
                  </a:lnTo>
                  <a:lnTo>
                    <a:pt x="151567" y="755"/>
                  </a:lnTo>
                  <a:lnTo>
                    <a:pt x="146286" y="335"/>
                  </a:lnTo>
                  <a:lnTo>
                    <a:pt x="140993" y="83"/>
                  </a:lnTo>
                  <a:lnTo>
                    <a:pt x="135696" y="0"/>
                  </a:lnTo>
                  <a:lnTo>
                    <a:pt x="13569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4864" y="5220472"/>
              <a:ext cx="18271" cy="167167"/>
            </a:xfrm>
            <a:custGeom>
              <a:avLst/>
              <a:pathLst>
                <a:path w="18271" h="167167">
                  <a:moveTo>
                    <a:pt x="18271" y="0"/>
                  </a:moveTo>
                  <a:lnTo>
                    <a:pt x="9121" y="250"/>
                  </a:lnTo>
                  <a:lnTo>
                    <a:pt x="0" y="1001"/>
                  </a:lnTo>
                  <a:lnTo>
                    <a:pt x="182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14864" y="5221473"/>
              <a:ext cx="18271" cy="166165"/>
            </a:xfrm>
            <a:custGeom>
              <a:avLst/>
              <a:pathLst>
                <a:path w="18271" h="166165">
                  <a:moveTo>
                    <a:pt x="0" y="0"/>
                  </a:moveTo>
                  <a:lnTo>
                    <a:pt x="18271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14864" y="5221473"/>
              <a:ext cx="18271" cy="166165"/>
            </a:xfrm>
            <a:custGeom>
              <a:avLst/>
              <a:pathLst>
                <a:path w="18271" h="166165">
                  <a:moveTo>
                    <a:pt x="0" y="0"/>
                  </a:moveTo>
                  <a:lnTo>
                    <a:pt x="18271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14864" y="5221473"/>
              <a:ext cx="18271" cy="166165"/>
            </a:xfrm>
            <a:custGeom>
              <a:avLst/>
              <a:pathLst>
                <a:path w="18271" h="166165">
                  <a:moveTo>
                    <a:pt x="0" y="0"/>
                  </a:moveTo>
                  <a:lnTo>
                    <a:pt x="18271" y="166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614864" y="5221473"/>
              <a:ext cx="18271" cy="166165"/>
            </a:xfrm>
            <a:custGeom>
              <a:avLst/>
              <a:pathLst>
                <a:path w="18271" h="166165">
                  <a:moveTo>
                    <a:pt x="0" y="0"/>
                  </a:moveTo>
                  <a:lnTo>
                    <a:pt x="18271" y="166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72650" y="5221473"/>
              <a:ext cx="160485" cy="166165"/>
            </a:xfrm>
            <a:custGeom>
              <a:avLst/>
              <a:pathLst>
                <a:path w="160485" h="166165">
                  <a:moveTo>
                    <a:pt x="142214" y="0"/>
                  </a:moveTo>
                  <a:lnTo>
                    <a:pt x="136789" y="686"/>
                  </a:lnTo>
                  <a:lnTo>
                    <a:pt x="131390" y="1549"/>
                  </a:lnTo>
                  <a:lnTo>
                    <a:pt x="126021" y="2589"/>
                  </a:lnTo>
                  <a:lnTo>
                    <a:pt x="120690" y="3804"/>
                  </a:lnTo>
                  <a:lnTo>
                    <a:pt x="115401" y="5192"/>
                  </a:lnTo>
                  <a:lnTo>
                    <a:pt x="110161" y="6753"/>
                  </a:lnTo>
                  <a:lnTo>
                    <a:pt x="104974" y="8484"/>
                  </a:lnTo>
                  <a:lnTo>
                    <a:pt x="99847" y="10383"/>
                  </a:lnTo>
                  <a:lnTo>
                    <a:pt x="94785" y="12450"/>
                  </a:lnTo>
                  <a:lnTo>
                    <a:pt x="89793" y="14681"/>
                  </a:lnTo>
                  <a:lnTo>
                    <a:pt x="84876" y="17074"/>
                  </a:lnTo>
                  <a:lnTo>
                    <a:pt x="80041" y="19626"/>
                  </a:lnTo>
                  <a:lnTo>
                    <a:pt x="75291" y="22336"/>
                  </a:lnTo>
                  <a:lnTo>
                    <a:pt x="70633" y="25199"/>
                  </a:lnTo>
                  <a:lnTo>
                    <a:pt x="66071" y="28213"/>
                  </a:lnTo>
                  <a:lnTo>
                    <a:pt x="61609" y="31375"/>
                  </a:lnTo>
                  <a:lnTo>
                    <a:pt x="57254" y="34680"/>
                  </a:lnTo>
                  <a:lnTo>
                    <a:pt x="53009" y="38127"/>
                  </a:lnTo>
                  <a:lnTo>
                    <a:pt x="48879" y="41710"/>
                  </a:lnTo>
                  <a:lnTo>
                    <a:pt x="44868" y="45427"/>
                  </a:lnTo>
                  <a:lnTo>
                    <a:pt x="40982" y="49273"/>
                  </a:lnTo>
                  <a:lnTo>
                    <a:pt x="37222" y="53244"/>
                  </a:lnTo>
                  <a:lnTo>
                    <a:pt x="33595" y="57335"/>
                  </a:lnTo>
                  <a:lnTo>
                    <a:pt x="30104" y="61543"/>
                  </a:lnTo>
                  <a:lnTo>
                    <a:pt x="26752" y="65863"/>
                  </a:lnTo>
                  <a:lnTo>
                    <a:pt x="23543" y="70291"/>
                  </a:lnTo>
                  <a:lnTo>
                    <a:pt x="20481" y="74821"/>
                  </a:lnTo>
                  <a:lnTo>
                    <a:pt x="17568" y="79448"/>
                  </a:lnTo>
                  <a:lnTo>
                    <a:pt x="14809" y="84169"/>
                  </a:lnTo>
                  <a:lnTo>
                    <a:pt x="12205" y="88977"/>
                  </a:lnTo>
                  <a:lnTo>
                    <a:pt x="9760" y="93868"/>
                  </a:lnTo>
                  <a:lnTo>
                    <a:pt x="7476" y="98836"/>
                  </a:lnTo>
                  <a:lnTo>
                    <a:pt x="5356" y="103876"/>
                  </a:lnTo>
                  <a:lnTo>
                    <a:pt x="3402" y="108983"/>
                  </a:lnTo>
                  <a:lnTo>
                    <a:pt x="1616" y="114151"/>
                  </a:lnTo>
                  <a:lnTo>
                    <a:pt x="0" y="119374"/>
                  </a:lnTo>
                  <a:lnTo>
                    <a:pt x="160485" y="166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65968" y="5220472"/>
              <a:ext cx="334326" cy="334324"/>
            </a:xfrm>
            <a:custGeom>
              <a:avLst/>
              <a:pathLst>
                <a:path w="334326" h="334324">
                  <a:moveTo>
                    <a:pt x="6682" y="120376"/>
                  </a:moveTo>
                  <a:lnTo>
                    <a:pt x="5282" y="125473"/>
                  </a:lnTo>
                  <a:lnTo>
                    <a:pt x="4045" y="130612"/>
                  </a:lnTo>
                  <a:lnTo>
                    <a:pt x="2971" y="135787"/>
                  </a:lnTo>
                  <a:lnTo>
                    <a:pt x="2061" y="140994"/>
                  </a:lnTo>
                  <a:lnTo>
                    <a:pt x="1316" y="146227"/>
                  </a:lnTo>
                  <a:lnTo>
                    <a:pt x="737" y="151481"/>
                  </a:lnTo>
                  <a:lnTo>
                    <a:pt x="324" y="156751"/>
                  </a:lnTo>
                  <a:lnTo>
                    <a:pt x="78" y="162031"/>
                  </a:lnTo>
                  <a:lnTo>
                    <a:pt x="0" y="167316"/>
                  </a:lnTo>
                  <a:lnTo>
                    <a:pt x="88" y="172601"/>
                  </a:lnTo>
                  <a:lnTo>
                    <a:pt x="343" y="177881"/>
                  </a:lnTo>
                  <a:lnTo>
                    <a:pt x="765" y="183149"/>
                  </a:lnTo>
                  <a:lnTo>
                    <a:pt x="1354" y="188402"/>
                  </a:lnTo>
                  <a:lnTo>
                    <a:pt x="2108" y="193634"/>
                  </a:lnTo>
                  <a:lnTo>
                    <a:pt x="3027" y="198839"/>
                  </a:lnTo>
                  <a:lnTo>
                    <a:pt x="4111" y="204013"/>
                  </a:lnTo>
                  <a:lnTo>
                    <a:pt x="5357" y="209149"/>
                  </a:lnTo>
                  <a:lnTo>
                    <a:pt x="6765" y="214244"/>
                  </a:lnTo>
                  <a:lnTo>
                    <a:pt x="8334" y="219292"/>
                  </a:lnTo>
                  <a:lnTo>
                    <a:pt x="10061" y="224287"/>
                  </a:lnTo>
                  <a:lnTo>
                    <a:pt x="11946" y="229226"/>
                  </a:lnTo>
                  <a:lnTo>
                    <a:pt x="13985" y="234102"/>
                  </a:lnTo>
                  <a:lnTo>
                    <a:pt x="16178" y="238911"/>
                  </a:lnTo>
                  <a:lnTo>
                    <a:pt x="18522" y="243649"/>
                  </a:lnTo>
                  <a:lnTo>
                    <a:pt x="21014" y="248310"/>
                  </a:lnTo>
                  <a:lnTo>
                    <a:pt x="23652" y="252891"/>
                  </a:lnTo>
                  <a:lnTo>
                    <a:pt x="26434" y="257385"/>
                  </a:lnTo>
                  <a:lnTo>
                    <a:pt x="29357" y="261789"/>
                  </a:lnTo>
                  <a:lnTo>
                    <a:pt x="32417" y="266099"/>
                  </a:lnTo>
                  <a:lnTo>
                    <a:pt x="35613" y="270310"/>
                  </a:lnTo>
                  <a:lnTo>
                    <a:pt x="38939" y="274417"/>
                  </a:lnTo>
                  <a:lnTo>
                    <a:pt x="42394" y="278418"/>
                  </a:lnTo>
                  <a:lnTo>
                    <a:pt x="45974" y="282307"/>
                  </a:lnTo>
                  <a:lnTo>
                    <a:pt x="49675" y="286081"/>
                  </a:lnTo>
                  <a:lnTo>
                    <a:pt x="53493" y="289736"/>
                  </a:lnTo>
                  <a:lnTo>
                    <a:pt x="57425" y="293269"/>
                  </a:lnTo>
                  <a:lnTo>
                    <a:pt x="61466" y="296675"/>
                  </a:lnTo>
                  <a:lnTo>
                    <a:pt x="65614" y="299952"/>
                  </a:lnTo>
                  <a:lnTo>
                    <a:pt x="69862" y="303096"/>
                  </a:lnTo>
                  <a:lnTo>
                    <a:pt x="74209" y="306105"/>
                  </a:lnTo>
                  <a:lnTo>
                    <a:pt x="78648" y="308974"/>
                  </a:lnTo>
                  <a:lnTo>
                    <a:pt x="83175" y="311702"/>
                  </a:lnTo>
                  <a:lnTo>
                    <a:pt x="87787" y="314285"/>
                  </a:lnTo>
                  <a:lnTo>
                    <a:pt x="92478" y="316721"/>
                  </a:lnTo>
                  <a:lnTo>
                    <a:pt x="97243" y="319008"/>
                  </a:lnTo>
                  <a:lnTo>
                    <a:pt x="102079" y="321143"/>
                  </a:lnTo>
                  <a:lnTo>
                    <a:pt x="106979" y="323123"/>
                  </a:lnTo>
                  <a:lnTo>
                    <a:pt x="111940" y="324948"/>
                  </a:lnTo>
                  <a:lnTo>
                    <a:pt x="116956" y="326615"/>
                  </a:lnTo>
                  <a:lnTo>
                    <a:pt x="122022" y="328123"/>
                  </a:lnTo>
                  <a:lnTo>
                    <a:pt x="127133" y="329470"/>
                  </a:lnTo>
                  <a:lnTo>
                    <a:pt x="132285" y="330655"/>
                  </a:lnTo>
                  <a:lnTo>
                    <a:pt x="137471" y="331676"/>
                  </a:lnTo>
                  <a:lnTo>
                    <a:pt x="142687" y="332532"/>
                  </a:lnTo>
                  <a:lnTo>
                    <a:pt x="147927" y="333224"/>
                  </a:lnTo>
                  <a:lnTo>
                    <a:pt x="153187" y="333749"/>
                  </a:lnTo>
                  <a:lnTo>
                    <a:pt x="158460" y="334107"/>
                  </a:lnTo>
                  <a:lnTo>
                    <a:pt x="163742" y="334299"/>
                  </a:lnTo>
                  <a:lnTo>
                    <a:pt x="169028" y="334324"/>
                  </a:lnTo>
                  <a:lnTo>
                    <a:pt x="174312" y="334182"/>
                  </a:lnTo>
                  <a:lnTo>
                    <a:pt x="179589" y="333872"/>
                  </a:lnTo>
                  <a:lnTo>
                    <a:pt x="184853" y="333396"/>
                  </a:lnTo>
                  <a:lnTo>
                    <a:pt x="190100" y="332754"/>
                  </a:lnTo>
                  <a:lnTo>
                    <a:pt x="195323" y="331946"/>
                  </a:lnTo>
                  <a:lnTo>
                    <a:pt x="200519" y="330974"/>
                  </a:lnTo>
                  <a:lnTo>
                    <a:pt x="205681" y="329837"/>
                  </a:lnTo>
                  <a:lnTo>
                    <a:pt x="210804" y="328538"/>
                  </a:lnTo>
                  <a:lnTo>
                    <a:pt x="215884" y="327078"/>
                  </a:lnTo>
                  <a:lnTo>
                    <a:pt x="220916" y="325458"/>
                  </a:lnTo>
                  <a:lnTo>
                    <a:pt x="225893" y="323679"/>
                  </a:lnTo>
                  <a:lnTo>
                    <a:pt x="230812" y="321744"/>
                  </a:lnTo>
                  <a:lnTo>
                    <a:pt x="235667" y="319655"/>
                  </a:lnTo>
                  <a:lnTo>
                    <a:pt x="240454" y="317413"/>
                  </a:lnTo>
                  <a:lnTo>
                    <a:pt x="245168" y="315021"/>
                  </a:lnTo>
                  <a:lnTo>
                    <a:pt x="249803" y="312481"/>
                  </a:lnTo>
                  <a:lnTo>
                    <a:pt x="254356" y="309796"/>
                  </a:lnTo>
                  <a:lnTo>
                    <a:pt x="258822" y="306968"/>
                  </a:lnTo>
                  <a:lnTo>
                    <a:pt x="263196" y="304000"/>
                  </a:lnTo>
                  <a:lnTo>
                    <a:pt x="267474" y="300896"/>
                  </a:lnTo>
                  <a:lnTo>
                    <a:pt x="271652" y="297658"/>
                  </a:lnTo>
                  <a:lnTo>
                    <a:pt x="275725" y="294289"/>
                  </a:lnTo>
                  <a:lnTo>
                    <a:pt x="279690" y="290794"/>
                  </a:lnTo>
                  <a:lnTo>
                    <a:pt x="283542" y="287174"/>
                  </a:lnTo>
                  <a:lnTo>
                    <a:pt x="287278" y="283435"/>
                  </a:lnTo>
                  <a:lnTo>
                    <a:pt x="290894" y="279580"/>
                  </a:lnTo>
                  <a:lnTo>
                    <a:pt x="294386" y="275612"/>
                  </a:lnTo>
                  <a:lnTo>
                    <a:pt x="297751" y="271535"/>
                  </a:lnTo>
                  <a:lnTo>
                    <a:pt x="300985" y="267355"/>
                  </a:lnTo>
                  <a:lnTo>
                    <a:pt x="304086" y="263074"/>
                  </a:lnTo>
                  <a:lnTo>
                    <a:pt x="307050" y="258697"/>
                  </a:lnTo>
                  <a:lnTo>
                    <a:pt x="309873" y="254229"/>
                  </a:lnTo>
                  <a:lnTo>
                    <a:pt x="312555" y="249674"/>
                  </a:lnTo>
                  <a:lnTo>
                    <a:pt x="315090" y="245036"/>
                  </a:lnTo>
                  <a:lnTo>
                    <a:pt x="317478" y="240320"/>
                  </a:lnTo>
                  <a:lnTo>
                    <a:pt x="319716" y="235532"/>
                  </a:lnTo>
                  <a:lnTo>
                    <a:pt x="321801" y="230675"/>
                  </a:lnTo>
                  <a:lnTo>
                    <a:pt x="323732" y="225754"/>
                  </a:lnTo>
                  <a:lnTo>
                    <a:pt x="325506" y="220775"/>
                  </a:lnTo>
                  <a:lnTo>
                    <a:pt x="327121" y="215742"/>
                  </a:lnTo>
                  <a:lnTo>
                    <a:pt x="328577" y="210661"/>
                  </a:lnTo>
                  <a:lnTo>
                    <a:pt x="329871" y="205536"/>
                  </a:lnTo>
                  <a:lnTo>
                    <a:pt x="331003" y="200373"/>
                  </a:lnTo>
                  <a:lnTo>
                    <a:pt x="331971" y="195176"/>
                  </a:lnTo>
                  <a:lnTo>
                    <a:pt x="332774" y="189952"/>
                  </a:lnTo>
                  <a:lnTo>
                    <a:pt x="333412" y="184705"/>
                  </a:lnTo>
                  <a:lnTo>
                    <a:pt x="333883" y="179440"/>
                  </a:lnTo>
                  <a:lnTo>
                    <a:pt x="334188" y="174163"/>
                  </a:lnTo>
                  <a:lnTo>
                    <a:pt x="334326" y="168879"/>
                  </a:lnTo>
                  <a:lnTo>
                    <a:pt x="334296" y="163594"/>
                  </a:lnTo>
                  <a:lnTo>
                    <a:pt x="334100" y="158311"/>
                  </a:lnTo>
                  <a:lnTo>
                    <a:pt x="333736" y="153038"/>
                  </a:lnTo>
                  <a:lnTo>
                    <a:pt x="333206" y="147779"/>
                  </a:lnTo>
                  <a:lnTo>
                    <a:pt x="332510" y="142539"/>
                  </a:lnTo>
                  <a:lnTo>
                    <a:pt x="331649" y="137324"/>
                  </a:lnTo>
                  <a:lnTo>
                    <a:pt x="330623" y="132139"/>
                  </a:lnTo>
                  <a:lnTo>
                    <a:pt x="329434" y="126989"/>
                  </a:lnTo>
                  <a:lnTo>
                    <a:pt x="328083" y="121879"/>
                  </a:lnTo>
                  <a:lnTo>
                    <a:pt x="326571" y="116814"/>
                  </a:lnTo>
                  <a:lnTo>
                    <a:pt x="324899" y="111799"/>
                  </a:lnTo>
                  <a:lnTo>
                    <a:pt x="323070" y="106840"/>
                  </a:lnTo>
                  <a:lnTo>
                    <a:pt x="321084" y="101942"/>
                  </a:lnTo>
                  <a:lnTo>
                    <a:pt x="318945" y="97108"/>
                  </a:lnTo>
                  <a:lnTo>
                    <a:pt x="316654" y="92344"/>
                  </a:lnTo>
                  <a:lnTo>
                    <a:pt x="314214" y="87656"/>
                  </a:lnTo>
                  <a:lnTo>
                    <a:pt x="311627" y="83046"/>
                  </a:lnTo>
                  <a:lnTo>
                    <a:pt x="308895" y="78521"/>
                  </a:lnTo>
                  <a:lnTo>
                    <a:pt x="306022" y="74085"/>
                  </a:lnTo>
                  <a:lnTo>
                    <a:pt x="303010" y="69741"/>
                  </a:lnTo>
                  <a:lnTo>
                    <a:pt x="299861" y="65495"/>
                  </a:lnTo>
                  <a:lnTo>
                    <a:pt x="296581" y="61351"/>
                  </a:lnTo>
                  <a:lnTo>
                    <a:pt x="293171" y="57312"/>
                  </a:lnTo>
                  <a:lnTo>
                    <a:pt x="289634" y="53384"/>
                  </a:lnTo>
                  <a:lnTo>
                    <a:pt x="285976" y="49569"/>
                  </a:lnTo>
                  <a:lnTo>
                    <a:pt x="282199" y="45871"/>
                  </a:lnTo>
                  <a:lnTo>
                    <a:pt x="278306" y="42295"/>
                  </a:lnTo>
                  <a:lnTo>
                    <a:pt x="274303" y="38844"/>
                  </a:lnTo>
                  <a:lnTo>
                    <a:pt x="270192" y="35521"/>
                  </a:lnTo>
                  <a:lnTo>
                    <a:pt x="265979" y="32329"/>
                  </a:lnTo>
                  <a:lnTo>
                    <a:pt x="261666" y="29273"/>
                  </a:lnTo>
                  <a:lnTo>
                    <a:pt x="257260" y="26354"/>
                  </a:lnTo>
                  <a:lnTo>
                    <a:pt x="252763" y="23576"/>
                  </a:lnTo>
                  <a:lnTo>
                    <a:pt x="248180" y="20942"/>
                  </a:lnTo>
                  <a:lnTo>
                    <a:pt x="243517" y="18454"/>
                  </a:lnTo>
                  <a:lnTo>
                    <a:pt x="238777" y="16114"/>
                  </a:lnTo>
                  <a:lnTo>
                    <a:pt x="233965" y="13926"/>
                  </a:lnTo>
                  <a:lnTo>
                    <a:pt x="229087" y="11890"/>
                  </a:lnTo>
                  <a:lnTo>
                    <a:pt x="224147" y="10010"/>
                  </a:lnTo>
                  <a:lnTo>
                    <a:pt x="219150" y="8287"/>
                  </a:lnTo>
                  <a:lnTo>
                    <a:pt x="214101" y="6723"/>
                  </a:lnTo>
                  <a:lnTo>
                    <a:pt x="209005" y="5320"/>
                  </a:lnTo>
                  <a:lnTo>
                    <a:pt x="203867" y="4078"/>
                  </a:lnTo>
                  <a:lnTo>
                    <a:pt x="198693" y="2999"/>
                  </a:lnTo>
                  <a:lnTo>
                    <a:pt x="193487" y="2084"/>
                  </a:lnTo>
                  <a:lnTo>
                    <a:pt x="188254" y="1335"/>
                  </a:lnTo>
                  <a:lnTo>
                    <a:pt x="183001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67825" y="4961274"/>
              <a:ext cx="15014" cy="167167"/>
            </a:xfrm>
            <a:custGeom>
              <a:avLst/>
              <a:pathLst>
                <a:path w="15014" h="167167">
                  <a:moveTo>
                    <a:pt x="15014" y="0"/>
                  </a:moveTo>
                  <a:lnTo>
                    <a:pt x="0" y="675"/>
                  </a:lnTo>
                  <a:lnTo>
                    <a:pt x="1501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67825" y="4961949"/>
              <a:ext cx="15014" cy="166491"/>
            </a:xfrm>
            <a:custGeom>
              <a:avLst/>
              <a:pathLst>
                <a:path w="15014" h="166491">
                  <a:moveTo>
                    <a:pt x="0" y="0"/>
                  </a:moveTo>
                  <a:lnTo>
                    <a:pt x="15014" y="166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67825" y="4961949"/>
              <a:ext cx="15014" cy="166491"/>
            </a:xfrm>
            <a:custGeom>
              <a:avLst/>
              <a:pathLst>
                <a:path w="15014" h="166491">
                  <a:moveTo>
                    <a:pt x="0" y="0"/>
                  </a:moveTo>
                  <a:lnTo>
                    <a:pt x="15014" y="1664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67825" y="4961949"/>
              <a:ext cx="15014" cy="166491"/>
            </a:xfrm>
            <a:custGeom>
              <a:avLst/>
              <a:pathLst>
                <a:path w="15014" h="166491">
                  <a:moveTo>
                    <a:pt x="0" y="0"/>
                  </a:moveTo>
                  <a:lnTo>
                    <a:pt x="15014" y="1664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50709" y="4961949"/>
              <a:ext cx="132130" cy="166491"/>
            </a:xfrm>
            <a:custGeom>
              <a:avLst/>
              <a:pathLst>
                <a:path w="132130" h="166491">
                  <a:moveTo>
                    <a:pt x="117115" y="0"/>
                  </a:moveTo>
                  <a:lnTo>
                    <a:pt x="111653" y="583"/>
                  </a:lnTo>
                  <a:lnTo>
                    <a:pt x="106213" y="1345"/>
                  </a:lnTo>
                  <a:lnTo>
                    <a:pt x="100801" y="2286"/>
                  </a:lnTo>
                  <a:lnTo>
                    <a:pt x="95423" y="3404"/>
                  </a:lnTo>
                  <a:lnTo>
                    <a:pt x="90085" y="4698"/>
                  </a:lnTo>
                  <a:lnTo>
                    <a:pt x="84792" y="6167"/>
                  </a:lnTo>
                  <a:lnTo>
                    <a:pt x="79550" y="7808"/>
                  </a:lnTo>
                  <a:lnTo>
                    <a:pt x="74364" y="9622"/>
                  </a:lnTo>
                  <a:lnTo>
                    <a:pt x="69242" y="11604"/>
                  </a:lnTo>
                  <a:lnTo>
                    <a:pt x="64187" y="13754"/>
                  </a:lnTo>
                  <a:lnTo>
                    <a:pt x="59205" y="16069"/>
                  </a:lnTo>
                  <a:lnTo>
                    <a:pt x="54302" y="18546"/>
                  </a:lnTo>
                  <a:lnTo>
                    <a:pt x="49483" y="21183"/>
                  </a:lnTo>
                  <a:lnTo>
                    <a:pt x="44754" y="23977"/>
                  </a:lnTo>
                  <a:lnTo>
                    <a:pt x="40119" y="26925"/>
                  </a:lnTo>
                  <a:lnTo>
                    <a:pt x="35583" y="30023"/>
                  </a:lnTo>
                  <a:lnTo>
                    <a:pt x="31151" y="33269"/>
                  </a:lnTo>
                  <a:lnTo>
                    <a:pt x="26829" y="36659"/>
                  </a:lnTo>
                  <a:lnTo>
                    <a:pt x="22620" y="40188"/>
                  </a:lnTo>
                  <a:lnTo>
                    <a:pt x="18529" y="43855"/>
                  </a:lnTo>
                  <a:lnTo>
                    <a:pt x="14561" y="47653"/>
                  </a:lnTo>
                  <a:lnTo>
                    <a:pt x="10720" y="51580"/>
                  </a:lnTo>
                  <a:lnTo>
                    <a:pt x="7010" y="55631"/>
                  </a:lnTo>
                  <a:lnTo>
                    <a:pt x="3435" y="59802"/>
                  </a:lnTo>
                  <a:lnTo>
                    <a:pt x="0" y="64088"/>
                  </a:lnTo>
                  <a:lnTo>
                    <a:pt x="132130" y="1664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915678" y="4961274"/>
              <a:ext cx="334314" cy="334332"/>
            </a:xfrm>
            <a:custGeom>
              <a:avLst/>
              <a:pathLst>
                <a:path w="334314" h="334332">
                  <a:moveTo>
                    <a:pt x="35031" y="64764"/>
                  </a:moveTo>
                  <a:lnTo>
                    <a:pt x="31843" y="69015"/>
                  </a:lnTo>
                  <a:lnTo>
                    <a:pt x="28792" y="73364"/>
                  </a:lnTo>
                  <a:lnTo>
                    <a:pt x="25881" y="77809"/>
                  </a:lnTo>
                  <a:lnTo>
                    <a:pt x="23113" y="82344"/>
                  </a:lnTo>
                  <a:lnTo>
                    <a:pt x="20490" y="86965"/>
                  </a:lnTo>
                  <a:lnTo>
                    <a:pt x="18015" y="91667"/>
                  </a:lnTo>
                  <a:lnTo>
                    <a:pt x="15691" y="96445"/>
                  </a:lnTo>
                  <a:lnTo>
                    <a:pt x="13520" y="101294"/>
                  </a:lnTo>
                  <a:lnTo>
                    <a:pt x="11504" y="106210"/>
                  </a:lnTo>
                  <a:lnTo>
                    <a:pt x="9645" y="111188"/>
                  </a:lnTo>
                  <a:lnTo>
                    <a:pt x="7946" y="116222"/>
                  </a:lnTo>
                  <a:lnTo>
                    <a:pt x="6407" y="121307"/>
                  </a:lnTo>
                  <a:lnTo>
                    <a:pt x="5031" y="126439"/>
                  </a:lnTo>
                  <a:lnTo>
                    <a:pt x="3819" y="131612"/>
                  </a:lnTo>
                  <a:lnTo>
                    <a:pt x="2771" y="136821"/>
                  </a:lnTo>
                  <a:lnTo>
                    <a:pt x="1890" y="142061"/>
                  </a:lnTo>
                  <a:lnTo>
                    <a:pt x="1176" y="147326"/>
                  </a:lnTo>
                  <a:lnTo>
                    <a:pt x="629" y="152611"/>
                  </a:lnTo>
                  <a:lnTo>
                    <a:pt x="250" y="157911"/>
                  </a:lnTo>
                  <a:lnTo>
                    <a:pt x="41" y="163220"/>
                  </a:lnTo>
                  <a:lnTo>
                    <a:pt x="0" y="168533"/>
                  </a:lnTo>
                  <a:lnTo>
                    <a:pt x="127" y="173845"/>
                  </a:lnTo>
                  <a:lnTo>
                    <a:pt x="424" y="179150"/>
                  </a:lnTo>
                  <a:lnTo>
                    <a:pt x="889" y="184442"/>
                  </a:lnTo>
                  <a:lnTo>
                    <a:pt x="1522" y="189718"/>
                  </a:lnTo>
                  <a:lnTo>
                    <a:pt x="2322" y="194970"/>
                  </a:lnTo>
                  <a:lnTo>
                    <a:pt x="3289" y="200195"/>
                  </a:lnTo>
                  <a:lnTo>
                    <a:pt x="4422" y="205386"/>
                  </a:lnTo>
                  <a:lnTo>
                    <a:pt x="5718" y="210539"/>
                  </a:lnTo>
                  <a:lnTo>
                    <a:pt x="7178" y="215647"/>
                  </a:lnTo>
                  <a:lnTo>
                    <a:pt x="8800" y="220707"/>
                  </a:lnTo>
                  <a:lnTo>
                    <a:pt x="10581" y="225713"/>
                  </a:lnTo>
                  <a:lnTo>
                    <a:pt x="12521" y="230659"/>
                  </a:lnTo>
                  <a:lnTo>
                    <a:pt x="14617" y="235542"/>
                  </a:lnTo>
                  <a:lnTo>
                    <a:pt x="16867" y="240355"/>
                  </a:lnTo>
                  <a:lnTo>
                    <a:pt x="19269" y="245094"/>
                  </a:lnTo>
                  <a:lnTo>
                    <a:pt x="21820" y="249755"/>
                  </a:lnTo>
                  <a:lnTo>
                    <a:pt x="24518" y="254332"/>
                  </a:lnTo>
                  <a:lnTo>
                    <a:pt x="27360" y="258821"/>
                  </a:lnTo>
                  <a:lnTo>
                    <a:pt x="30343" y="263218"/>
                  </a:lnTo>
                  <a:lnTo>
                    <a:pt x="33465" y="267518"/>
                  </a:lnTo>
                  <a:lnTo>
                    <a:pt x="36722" y="271716"/>
                  </a:lnTo>
                  <a:lnTo>
                    <a:pt x="40110" y="275808"/>
                  </a:lnTo>
                  <a:lnTo>
                    <a:pt x="43627" y="279791"/>
                  </a:lnTo>
                  <a:lnTo>
                    <a:pt x="47269" y="283660"/>
                  </a:lnTo>
                  <a:lnTo>
                    <a:pt x="51031" y="287411"/>
                  </a:lnTo>
                  <a:lnTo>
                    <a:pt x="54911" y="291041"/>
                  </a:lnTo>
                  <a:lnTo>
                    <a:pt x="58905" y="294546"/>
                  </a:lnTo>
                  <a:lnTo>
                    <a:pt x="63007" y="297922"/>
                  </a:lnTo>
                  <a:lnTo>
                    <a:pt x="67215" y="301166"/>
                  </a:lnTo>
                  <a:lnTo>
                    <a:pt x="71524" y="304275"/>
                  </a:lnTo>
                  <a:lnTo>
                    <a:pt x="75930" y="307245"/>
                  </a:lnTo>
                  <a:lnTo>
                    <a:pt x="80428" y="310073"/>
                  </a:lnTo>
                  <a:lnTo>
                    <a:pt x="85013" y="312757"/>
                  </a:lnTo>
                  <a:lnTo>
                    <a:pt x="89681" y="315295"/>
                  </a:lnTo>
                  <a:lnTo>
                    <a:pt x="94428" y="317682"/>
                  </a:lnTo>
                  <a:lnTo>
                    <a:pt x="99248" y="319918"/>
                  </a:lnTo>
                  <a:lnTo>
                    <a:pt x="104137" y="321999"/>
                  </a:lnTo>
                  <a:lnTo>
                    <a:pt x="109089" y="323923"/>
                  </a:lnTo>
                  <a:lnTo>
                    <a:pt x="114100" y="325690"/>
                  </a:lnTo>
                  <a:lnTo>
                    <a:pt x="119165" y="327296"/>
                  </a:lnTo>
                  <a:lnTo>
                    <a:pt x="124278" y="328740"/>
                  </a:lnTo>
                  <a:lnTo>
                    <a:pt x="129434" y="330022"/>
                  </a:lnTo>
                  <a:lnTo>
                    <a:pt x="134629" y="331138"/>
                  </a:lnTo>
                  <a:lnTo>
                    <a:pt x="139856" y="332089"/>
                  </a:lnTo>
                  <a:lnTo>
                    <a:pt x="145111" y="332874"/>
                  </a:lnTo>
                  <a:lnTo>
                    <a:pt x="150389" y="333491"/>
                  </a:lnTo>
                  <a:lnTo>
                    <a:pt x="155683" y="333940"/>
                  </a:lnTo>
                  <a:lnTo>
                    <a:pt x="160989" y="334220"/>
                  </a:lnTo>
                  <a:lnTo>
                    <a:pt x="166301" y="334332"/>
                  </a:lnTo>
                  <a:lnTo>
                    <a:pt x="171614" y="334275"/>
                  </a:lnTo>
                  <a:lnTo>
                    <a:pt x="176922" y="334049"/>
                  </a:lnTo>
                  <a:lnTo>
                    <a:pt x="182221" y="333655"/>
                  </a:lnTo>
                  <a:lnTo>
                    <a:pt x="187504" y="333092"/>
                  </a:lnTo>
                  <a:lnTo>
                    <a:pt x="192767" y="332362"/>
                  </a:lnTo>
                  <a:lnTo>
                    <a:pt x="198004" y="331465"/>
                  </a:lnTo>
                  <a:lnTo>
                    <a:pt x="203210" y="330401"/>
                  </a:lnTo>
                  <a:lnTo>
                    <a:pt x="208379" y="329173"/>
                  </a:lnTo>
                  <a:lnTo>
                    <a:pt x="213507" y="327782"/>
                  </a:lnTo>
                  <a:lnTo>
                    <a:pt x="218588" y="326228"/>
                  </a:lnTo>
                  <a:lnTo>
                    <a:pt x="223617" y="324513"/>
                  </a:lnTo>
                  <a:lnTo>
                    <a:pt x="228589" y="322639"/>
                  </a:lnTo>
                  <a:lnTo>
                    <a:pt x="233498" y="320609"/>
                  </a:lnTo>
                  <a:lnTo>
                    <a:pt x="238341" y="318423"/>
                  </a:lnTo>
                  <a:lnTo>
                    <a:pt x="243112" y="316084"/>
                  </a:lnTo>
                  <a:lnTo>
                    <a:pt x="247806" y="313596"/>
                  </a:lnTo>
                  <a:lnTo>
                    <a:pt x="252419" y="310959"/>
                  </a:lnTo>
                  <a:lnTo>
                    <a:pt x="256946" y="308177"/>
                  </a:lnTo>
                  <a:lnTo>
                    <a:pt x="261382" y="305252"/>
                  </a:lnTo>
                  <a:lnTo>
                    <a:pt x="265722" y="302188"/>
                  </a:lnTo>
                  <a:lnTo>
                    <a:pt x="269964" y="298987"/>
                  </a:lnTo>
                  <a:lnTo>
                    <a:pt x="274101" y="295654"/>
                  </a:lnTo>
                  <a:lnTo>
                    <a:pt x="278130" y="292190"/>
                  </a:lnTo>
                  <a:lnTo>
                    <a:pt x="282047" y="288601"/>
                  </a:lnTo>
                  <a:lnTo>
                    <a:pt x="285849" y="284888"/>
                  </a:lnTo>
                  <a:lnTo>
                    <a:pt x="289530" y="281057"/>
                  </a:lnTo>
                  <a:lnTo>
                    <a:pt x="293087" y="277111"/>
                  </a:lnTo>
                  <a:lnTo>
                    <a:pt x="296518" y="273053"/>
                  </a:lnTo>
                  <a:lnTo>
                    <a:pt x="299817" y="268889"/>
                  </a:lnTo>
                  <a:lnTo>
                    <a:pt x="302983" y="264621"/>
                  </a:lnTo>
                  <a:lnTo>
                    <a:pt x="306012" y="260256"/>
                  </a:lnTo>
                  <a:lnTo>
                    <a:pt x="308900" y="255796"/>
                  </a:lnTo>
                  <a:lnTo>
                    <a:pt x="311645" y="251247"/>
                  </a:lnTo>
                  <a:lnTo>
                    <a:pt x="314244" y="246613"/>
                  </a:lnTo>
                  <a:lnTo>
                    <a:pt x="316694" y="241898"/>
                  </a:lnTo>
                  <a:lnTo>
                    <a:pt x="318994" y="237109"/>
                  </a:lnTo>
                  <a:lnTo>
                    <a:pt x="321140" y="232248"/>
                  </a:lnTo>
                  <a:lnTo>
                    <a:pt x="323130" y="227322"/>
                  </a:lnTo>
                  <a:lnTo>
                    <a:pt x="324963" y="222335"/>
                  </a:lnTo>
                  <a:lnTo>
                    <a:pt x="326637" y="217292"/>
                  </a:lnTo>
                  <a:lnTo>
                    <a:pt x="328149" y="212198"/>
                  </a:lnTo>
                  <a:lnTo>
                    <a:pt x="329499" y="207059"/>
                  </a:lnTo>
                  <a:lnTo>
                    <a:pt x="330685" y="201880"/>
                  </a:lnTo>
                  <a:lnTo>
                    <a:pt x="331705" y="196666"/>
                  </a:lnTo>
                  <a:lnTo>
                    <a:pt x="332560" y="191422"/>
                  </a:lnTo>
                  <a:lnTo>
                    <a:pt x="333247" y="186153"/>
                  </a:lnTo>
                  <a:lnTo>
                    <a:pt x="333767" y="180865"/>
                  </a:lnTo>
                  <a:lnTo>
                    <a:pt x="334118" y="175564"/>
                  </a:lnTo>
                  <a:lnTo>
                    <a:pt x="334300" y="170254"/>
                  </a:lnTo>
                  <a:lnTo>
                    <a:pt x="334314" y="164941"/>
                  </a:lnTo>
                  <a:lnTo>
                    <a:pt x="334159" y="159630"/>
                  </a:lnTo>
                  <a:lnTo>
                    <a:pt x="333835" y="154326"/>
                  </a:lnTo>
                  <a:lnTo>
                    <a:pt x="333343" y="149036"/>
                  </a:lnTo>
                  <a:lnTo>
                    <a:pt x="332682" y="143764"/>
                  </a:lnTo>
                  <a:lnTo>
                    <a:pt x="331855" y="138515"/>
                  </a:lnTo>
                  <a:lnTo>
                    <a:pt x="330861" y="133296"/>
                  </a:lnTo>
                  <a:lnTo>
                    <a:pt x="329702" y="128111"/>
                  </a:lnTo>
                  <a:lnTo>
                    <a:pt x="328379" y="122965"/>
                  </a:lnTo>
                  <a:lnTo>
                    <a:pt x="326893" y="117864"/>
                  </a:lnTo>
                  <a:lnTo>
                    <a:pt x="325245" y="112812"/>
                  </a:lnTo>
                  <a:lnTo>
                    <a:pt x="323438" y="107816"/>
                  </a:lnTo>
                  <a:lnTo>
                    <a:pt x="321473" y="102879"/>
                  </a:lnTo>
                  <a:lnTo>
                    <a:pt x="319352" y="98008"/>
                  </a:lnTo>
                  <a:lnTo>
                    <a:pt x="317077" y="93206"/>
                  </a:lnTo>
                  <a:lnTo>
                    <a:pt x="314651" y="88479"/>
                  </a:lnTo>
                  <a:lnTo>
                    <a:pt x="312076" y="83832"/>
                  </a:lnTo>
                  <a:lnTo>
                    <a:pt x="309354" y="79268"/>
                  </a:lnTo>
                  <a:lnTo>
                    <a:pt x="306489" y="74794"/>
                  </a:lnTo>
                  <a:lnTo>
                    <a:pt x="303483" y="70413"/>
                  </a:lnTo>
                  <a:lnTo>
                    <a:pt x="300339" y="66129"/>
                  </a:lnTo>
                  <a:lnTo>
                    <a:pt x="297061" y="61948"/>
                  </a:lnTo>
                  <a:lnTo>
                    <a:pt x="293652" y="57873"/>
                  </a:lnTo>
                  <a:lnTo>
                    <a:pt x="290114" y="53908"/>
                  </a:lnTo>
                  <a:lnTo>
                    <a:pt x="286453" y="50058"/>
                  </a:lnTo>
                  <a:lnTo>
                    <a:pt x="282671" y="46326"/>
                  </a:lnTo>
                  <a:lnTo>
                    <a:pt x="278772" y="42716"/>
                  </a:lnTo>
                  <a:lnTo>
                    <a:pt x="274761" y="39232"/>
                  </a:lnTo>
                  <a:lnTo>
                    <a:pt x="270641" y="35877"/>
                  </a:lnTo>
                  <a:lnTo>
                    <a:pt x="266416" y="32655"/>
                  </a:lnTo>
                  <a:lnTo>
                    <a:pt x="262091" y="29569"/>
                  </a:lnTo>
                  <a:lnTo>
                    <a:pt x="257670" y="26621"/>
                  </a:lnTo>
                  <a:lnTo>
                    <a:pt x="253158" y="23816"/>
                  </a:lnTo>
                  <a:lnTo>
                    <a:pt x="248559" y="21155"/>
                  </a:lnTo>
                  <a:lnTo>
                    <a:pt x="243878" y="18642"/>
                  </a:lnTo>
                  <a:lnTo>
                    <a:pt x="239119" y="16279"/>
                  </a:lnTo>
                  <a:lnTo>
                    <a:pt x="234287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61242" y="4605529"/>
              <a:ext cx="99304" cy="167167"/>
            </a:xfrm>
            <a:custGeom>
              <a:avLst/>
              <a:pathLst>
                <a:path w="99304" h="167167">
                  <a:moveTo>
                    <a:pt x="99304" y="0"/>
                  </a:moveTo>
                  <a:lnTo>
                    <a:pt x="93709" y="93"/>
                  </a:lnTo>
                  <a:lnTo>
                    <a:pt x="88120" y="374"/>
                  </a:lnTo>
                  <a:lnTo>
                    <a:pt x="82543" y="842"/>
                  </a:lnTo>
                  <a:lnTo>
                    <a:pt x="76986" y="1496"/>
                  </a:lnTo>
                  <a:lnTo>
                    <a:pt x="71453" y="2336"/>
                  </a:lnTo>
                  <a:lnTo>
                    <a:pt x="65951" y="3361"/>
                  </a:lnTo>
                  <a:lnTo>
                    <a:pt x="60487" y="4569"/>
                  </a:lnTo>
                  <a:lnTo>
                    <a:pt x="55067" y="5959"/>
                  </a:lnTo>
                  <a:lnTo>
                    <a:pt x="49695" y="7530"/>
                  </a:lnTo>
                  <a:lnTo>
                    <a:pt x="44380" y="9280"/>
                  </a:lnTo>
                  <a:lnTo>
                    <a:pt x="39126" y="11207"/>
                  </a:lnTo>
                  <a:lnTo>
                    <a:pt x="33940" y="13309"/>
                  </a:lnTo>
                  <a:lnTo>
                    <a:pt x="28826" y="15583"/>
                  </a:lnTo>
                  <a:lnTo>
                    <a:pt x="23792" y="18027"/>
                  </a:lnTo>
                  <a:lnTo>
                    <a:pt x="18842" y="20638"/>
                  </a:lnTo>
                  <a:lnTo>
                    <a:pt x="13983" y="23413"/>
                  </a:lnTo>
                  <a:lnTo>
                    <a:pt x="9219" y="26349"/>
                  </a:lnTo>
                  <a:lnTo>
                    <a:pt x="4556" y="29443"/>
                  </a:lnTo>
                  <a:lnTo>
                    <a:pt x="0" y="32692"/>
                  </a:lnTo>
                  <a:lnTo>
                    <a:pt x="993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1242" y="4638221"/>
              <a:ext cx="99304" cy="134474"/>
            </a:xfrm>
            <a:custGeom>
              <a:avLst/>
              <a:pathLst>
                <a:path w="99304" h="134474">
                  <a:moveTo>
                    <a:pt x="0" y="0"/>
                  </a:moveTo>
                  <a:lnTo>
                    <a:pt x="99304" y="134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1242" y="4638221"/>
              <a:ext cx="99304" cy="134474"/>
            </a:xfrm>
            <a:custGeom>
              <a:avLst/>
              <a:pathLst>
                <a:path w="99304" h="134474">
                  <a:moveTo>
                    <a:pt x="0" y="0"/>
                  </a:moveTo>
                  <a:lnTo>
                    <a:pt x="99304" y="134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293397" y="4638221"/>
              <a:ext cx="334314" cy="301639"/>
            </a:xfrm>
            <a:custGeom>
              <a:avLst/>
              <a:pathLst>
                <a:path w="334314" h="301639">
                  <a:moveTo>
                    <a:pt x="67845" y="0"/>
                  </a:moveTo>
                  <a:lnTo>
                    <a:pt x="63640" y="3208"/>
                  </a:lnTo>
                  <a:lnTo>
                    <a:pt x="59539" y="6549"/>
                  </a:lnTo>
                  <a:lnTo>
                    <a:pt x="55546" y="10017"/>
                  </a:lnTo>
                  <a:lnTo>
                    <a:pt x="51664" y="13610"/>
                  </a:lnTo>
                  <a:lnTo>
                    <a:pt x="47898" y="17325"/>
                  </a:lnTo>
                  <a:lnTo>
                    <a:pt x="44252" y="21156"/>
                  </a:lnTo>
                  <a:lnTo>
                    <a:pt x="40728" y="25101"/>
                  </a:lnTo>
                  <a:lnTo>
                    <a:pt x="37331" y="29155"/>
                  </a:lnTo>
                  <a:lnTo>
                    <a:pt x="34064" y="33315"/>
                  </a:lnTo>
                  <a:lnTo>
                    <a:pt x="30930" y="37576"/>
                  </a:lnTo>
                  <a:lnTo>
                    <a:pt x="27933" y="41934"/>
                  </a:lnTo>
                  <a:lnTo>
                    <a:pt x="25075" y="46384"/>
                  </a:lnTo>
                  <a:lnTo>
                    <a:pt x="22359" y="50923"/>
                  </a:lnTo>
                  <a:lnTo>
                    <a:pt x="19788" y="55546"/>
                  </a:lnTo>
                  <a:lnTo>
                    <a:pt x="17365" y="60247"/>
                  </a:lnTo>
                  <a:lnTo>
                    <a:pt x="15092" y="65023"/>
                  </a:lnTo>
                  <a:lnTo>
                    <a:pt x="12971" y="69869"/>
                  </a:lnTo>
                  <a:lnTo>
                    <a:pt x="11004" y="74779"/>
                  </a:lnTo>
                  <a:lnTo>
                    <a:pt x="9194" y="79748"/>
                  </a:lnTo>
                  <a:lnTo>
                    <a:pt x="7541" y="84773"/>
                  </a:lnTo>
                  <a:lnTo>
                    <a:pt x="6049" y="89847"/>
                  </a:lnTo>
                  <a:lnTo>
                    <a:pt x="4718" y="94966"/>
                  </a:lnTo>
                  <a:lnTo>
                    <a:pt x="3549" y="100125"/>
                  </a:lnTo>
                  <a:lnTo>
                    <a:pt x="2544" y="105318"/>
                  </a:lnTo>
                  <a:lnTo>
                    <a:pt x="1704" y="110540"/>
                  </a:lnTo>
                  <a:lnTo>
                    <a:pt x="1030" y="115786"/>
                  </a:lnTo>
                  <a:lnTo>
                    <a:pt x="522" y="121051"/>
                  </a:lnTo>
                  <a:lnTo>
                    <a:pt x="180" y="126329"/>
                  </a:lnTo>
                  <a:lnTo>
                    <a:pt x="6" y="131616"/>
                  </a:lnTo>
                  <a:lnTo>
                    <a:pt x="0" y="136905"/>
                  </a:lnTo>
                  <a:lnTo>
                    <a:pt x="160" y="142192"/>
                  </a:lnTo>
                  <a:lnTo>
                    <a:pt x="488" y="147471"/>
                  </a:lnTo>
                  <a:lnTo>
                    <a:pt x="982" y="152737"/>
                  </a:lnTo>
                  <a:lnTo>
                    <a:pt x="1643" y="157985"/>
                  </a:lnTo>
                  <a:lnTo>
                    <a:pt x="2470" y="163209"/>
                  </a:lnTo>
                  <a:lnTo>
                    <a:pt x="3462" y="168405"/>
                  </a:lnTo>
                  <a:lnTo>
                    <a:pt x="4617" y="173566"/>
                  </a:lnTo>
                  <a:lnTo>
                    <a:pt x="5935" y="178689"/>
                  </a:lnTo>
                  <a:lnTo>
                    <a:pt x="7415" y="183767"/>
                  </a:lnTo>
                  <a:lnTo>
                    <a:pt x="9054" y="188796"/>
                  </a:lnTo>
                  <a:lnTo>
                    <a:pt x="10852" y="193770"/>
                  </a:lnTo>
                  <a:lnTo>
                    <a:pt x="12806" y="198685"/>
                  </a:lnTo>
                  <a:lnTo>
                    <a:pt x="14914" y="203536"/>
                  </a:lnTo>
                  <a:lnTo>
                    <a:pt x="17176" y="208318"/>
                  </a:lnTo>
                  <a:lnTo>
                    <a:pt x="19587" y="213026"/>
                  </a:lnTo>
                  <a:lnTo>
                    <a:pt x="22146" y="217655"/>
                  </a:lnTo>
                  <a:lnTo>
                    <a:pt x="24850" y="222200"/>
                  </a:lnTo>
                  <a:lnTo>
                    <a:pt x="27696" y="226658"/>
                  </a:lnTo>
                  <a:lnTo>
                    <a:pt x="30683" y="231024"/>
                  </a:lnTo>
                  <a:lnTo>
                    <a:pt x="33805" y="235293"/>
                  </a:lnTo>
                  <a:lnTo>
                    <a:pt x="37062" y="239461"/>
                  </a:lnTo>
                  <a:lnTo>
                    <a:pt x="40448" y="243524"/>
                  </a:lnTo>
                  <a:lnTo>
                    <a:pt x="43962" y="247478"/>
                  </a:lnTo>
                  <a:lnTo>
                    <a:pt x="47598" y="251319"/>
                  </a:lnTo>
                  <a:lnTo>
                    <a:pt x="51355" y="255042"/>
                  </a:lnTo>
                  <a:lnTo>
                    <a:pt x="55227" y="258645"/>
                  </a:lnTo>
                  <a:lnTo>
                    <a:pt x="59212" y="262124"/>
                  </a:lnTo>
                  <a:lnTo>
                    <a:pt x="63304" y="265475"/>
                  </a:lnTo>
                  <a:lnTo>
                    <a:pt x="67500" y="268695"/>
                  </a:lnTo>
                  <a:lnTo>
                    <a:pt x="71797" y="271780"/>
                  </a:lnTo>
                  <a:lnTo>
                    <a:pt x="76188" y="274728"/>
                  </a:lnTo>
                  <a:lnTo>
                    <a:pt x="80671" y="277536"/>
                  </a:lnTo>
                  <a:lnTo>
                    <a:pt x="85240" y="280200"/>
                  </a:lnTo>
                  <a:lnTo>
                    <a:pt x="89892" y="282718"/>
                  </a:lnTo>
                  <a:lnTo>
                    <a:pt x="94620" y="285088"/>
                  </a:lnTo>
                  <a:lnTo>
                    <a:pt x="99421" y="287307"/>
                  </a:lnTo>
                  <a:lnTo>
                    <a:pt x="104290" y="289374"/>
                  </a:lnTo>
                  <a:lnTo>
                    <a:pt x="109222" y="291285"/>
                  </a:lnTo>
                  <a:lnTo>
                    <a:pt x="114212" y="293039"/>
                  </a:lnTo>
                  <a:lnTo>
                    <a:pt x="119255" y="294634"/>
                  </a:lnTo>
                  <a:lnTo>
                    <a:pt x="124346" y="296069"/>
                  </a:lnTo>
                  <a:lnTo>
                    <a:pt x="129480" y="297342"/>
                  </a:lnTo>
                  <a:lnTo>
                    <a:pt x="134651" y="298453"/>
                  </a:lnTo>
                  <a:lnTo>
                    <a:pt x="139855" y="299399"/>
                  </a:lnTo>
                  <a:lnTo>
                    <a:pt x="145087" y="300180"/>
                  </a:lnTo>
                  <a:lnTo>
                    <a:pt x="150340" y="300795"/>
                  </a:lnTo>
                  <a:lnTo>
                    <a:pt x="155610" y="301243"/>
                  </a:lnTo>
                  <a:lnTo>
                    <a:pt x="160892" y="301525"/>
                  </a:lnTo>
                  <a:lnTo>
                    <a:pt x="166180" y="301639"/>
                  </a:lnTo>
                  <a:lnTo>
                    <a:pt x="171469" y="301586"/>
                  </a:lnTo>
                  <a:lnTo>
                    <a:pt x="176754" y="301366"/>
                  </a:lnTo>
                  <a:lnTo>
                    <a:pt x="182029" y="300978"/>
                  </a:lnTo>
                  <a:lnTo>
                    <a:pt x="187289" y="300424"/>
                  </a:lnTo>
                  <a:lnTo>
                    <a:pt x="192529" y="299704"/>
                  </a:lnTo>
                  <a:lnTo>
                    <a:pt x="197744" y="298818"/>
                  </a:lnTo>
                  <a:lnTo>
                    <a:pt x="202928" y="297768"/>
                  </a:lnTo>
                  <a:lnTo>
                    <a:pt x="208076" y="296555"/>
                  </a:lnTo>
                  <a:lnTo>
                    <a:pt x="213183" y="295179"/>
                  </a:lnTo>
                  <a:lnTo>
                    <a:pt x="218244" y="293642"/>
                  </a:lnTo>
                  <a:lnTo>
                    <a:pt x="223254" y="291946"/>
                  </a:lnTo>
                  <a:lnTo>
                    <a:pt x="228208" y="290092"/>
                  </a:lnTo>
                  <a:lnTo>
                    <a:pt x="233101" y="288082"/>
                  </a:lnTo>
                  <a:lnTo>
                    <a:pt x="237928" y="285919"/>
                  </a:lnTo>
                  <a:lnTo>
                    <a:pt x="242683" y="283604"/>
                  </a:lnTo>
                  <a:lnTo>
                    <a:pt x="247363" y="281140"/>
                  </a:lnTo>
                  <a:lnTo>
                    <a:pt x="251963" y="278528"/>
                  </a:lnTo>
                  <a:lnTo>
                    <a:pt x="256478" y="275773"/>
                  </a:lnTo>
                  <a:lnTo>
                    <a:pt x="260904" y="272876"/>
                  </a:lnTo>
                  <a:lnTo>
                    <a:pt x="265235" y="269841"/>
                  </a:lnTo>
                  <a:lnTo>
                    <a:pt x="269469" y="266670"/>
                  </a:lnTo>
                  <a:lnTo>
                    <a:pt x="273600" y="263367"/>
                  </a:lnTo>
                  <a:lnTo>
                    <a:pt x="277624" y="259935"/>
                  </a:lnTo>
                  <a:lnTo>
                    <a:pt x="281538" y="256377"/>
                  </a:lnTo>
                  <a:lnTo>
                    <a:pt x="285338" y="252697"/>
                  </a:lnTo>
                  <a:lnTo>
                    <a:pt x="289019" y="248898"/>
                  </a:lnTo>
                  <a:lnTo>
                    <a:pt x="292578" y="244986"/>
                  </a:lnTo>
                  <a:lnTo>
                    <a:pt x="296011" y="240962"/>
                  </a:lnTo>
                  <a:lnTo>
                    <a:pt x="299315" y="236832"/>
                  </a:lnTo>
                  <a:lnTo>
                    <a:pt x="302487" y="232600"/>
                  </a:lnTo>
                  <a:lnTo>
                    <a:pt x="305524" y="228269"/>
                  </a:lnTo>
                  <a:lnTo>
                    <a:pt x="308422" y="223844"/>
                  </a:lnTo>
                  <a:lnTo>
                    <a:pt x="311179" y="219330"/>
                  </a:lnTo>
                  <a:lnTo>
                    <a:pt x="313791" y="214731"/>
                  </a:lnTo>
                  <a:lnTo>
                    <a:pt x="316257" y="210051"/>
                  </a:lnTo>
                  <a:lnTo>
                    <a:pt x="318573" y="205296"/>
                  </a:lnTo>
                  <a:lnTo>
                    <a:pt x="320738" y="200470"/>
                  </a:lnTo>
                  <a:lnTo>
                    <a:pt x="322749" y="195578"/>
                  </a:lnTo>
                  <a:lnTo>
                    <a:pt x="324604" y="190625"/>
                  </a:lnTo>
                  <a:lnTo>
                    <a:pt x="326302" y="185615"/>
                  </a:lnTo>
                  <a:lnTo>
                    <a:pt x="327840" y="180555"/>
                  </a:lnTo>
                  <a:lnTo>
                    <a:pt x="329218" y="175448"/>
                  </a:lnTo>
                  <a:lnTo>
                    <a:pt x="330433" y="170300"/>
                  </a:lnTo>
                  <a:lnTo>
                    <a:pt x="331484" y="165116"/>
                  </a:lnTo>
                  <a:lnTo>
                    <a:pt x="332372" y="159902"/>
                  </a:lnTo>
                  <a:lnTo>
                    <a:pt x="333093" y="154662"/>
                  </a:lnTo>
                  <a:lnTo>
                    <a:pt x="333649" y="149402"/>
                  </a:lnTo>
                  <a:lnTo>
                    <a:pt x="334038" y="144127"/>
                  </a:lnTo>
                  <a:lnTo>
                    <a:pt x="334260" y="138843"/>
                  </a:lnTo>
                  <a:lnTo>
                    <a:pt x="334314" y="133554"/>
                  </a:lnTo>
                  <a:lnTo>
                    <a:pt x="334201" y="128266"/>
                  </a:lnTo>
                  <a:lnTo>
                    <a:pt x="333921" y="122984"/>
                  </a:lnTo>
                  <a:lnTo>
                    <a:pt x="333474" y="117713"/>
                  </a:lnTo>
                  <a:lnTo>
                    <a:pt x="332861" y="112460"/>
                  </a:lnTo>
                  <a:lnTo>
                    <a:pt x="332081" y="107228"/>
                  </a:lnTo>
                  <a:lnTo>
                    <a:pt x="331137" y="102024"/>
                  </a:lnTo>
                  <a:lnTo>
                    <a:pt x="330028" y="96852"/>
                  </a:lnTo>
                  <a:lnTo>
                    <a:pt x="328756" y="91718"/>
                  </a:lnTo>
                  <a:lnTo>
                    <a:pt x="327323" y="86627"/>
                  </a:lnTo>
                  <a:lnTo>
                    <a:pt x="325729" y="81583"/>
                  </a:lnTo>
                  <a:lnTo>
                    <a:pt x="323976" y="76593"/>
                  </a:lnTo>
                  <a:lnTo>
                    <a:pt x="322066" y="71660"/>
                  </a:lnTo>
                  <a:lnTo>
                    <a:pt x="320002" y="66791"/>
                  </a:lnTo>
                  <a:lnTo>
                    <a:pt x="317784" y="61989"/>
                  </a:lnTo>
                  <a:lnTo>
                    <a:pt x="315415" y="57259"/>
                  </a:lnTo>
                  <a:lnTo>
                    <a:pt x="167149" y="134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60546" y="4605529"/>
              <a:ext cx="148265" cy="167167"/>
            </a:xfrm>
            <a:custGeom>
              <a:avLst/>
              <a:pathLst>
                <a:path w="148265" h="167167">
                  <a:moveTo>
                    <a:pt x="148265" y="89952"/>
                  </a:moveTo>
                  <a:lnTo>
                    <a:pt x="145633" y="85095"/>
                  </a:lnTo>
                  <a:lnTo>
                    <a:pt x="142841" y="80327"/>
                  </a:lnTo>
                  <a:lnTo>
                    <a:pt x="139894" y="75655"/>
                  </a:lnTo>
                  <a:lnTo>
                    <a:pt x="136793" y="71082"/>
                  </a:lnTo>
                  <a:lnTo>
                    <a:pt x="133544" y="66614"/>
                  </a:lnTo>
                  <a:lnTo>
                    <a:pt x="130148" y="62256"/>
                  </a:lnTo>
                  <a:lnTo>
                    <a:pt x="126610" y="58013"/>
                  </a:lnTo>
                  <a:lnTo>
                    <a:pt x="122934" y="53889"/>
                  </a:lnTo>
                  <a:lnTo>
                    <a:pt x="119124" y="49888"/>
                  </a:lnTo>
                  <a:lnTo>
                    <a:pt x="115184" y="46016"/>
                  </a:lnTo>
                  <a:lnTo>
                    <a:pt x="111117" y="42276"/>
                  </a:lnTo>
                  <a:lnTo>
                    <a:pt x="106930" y="38672"/>
                  </a:lnTo>
                  <a:lnTo>
                    <a:pt x="102625" y="35209"/>
                  </a:lnTo>
                  <a:lnTo>
                    <a:pt x="98209" y="31890"/>
                  </a:lnTo>
                  <a:lnTo>
                    <a:pt x="93685" y="28718"/>
                  </a:lnTo>
                  <a:lnTo>
                    <a:pt x="89059" y="25698"/>
                  </a:lnTo>
                  <a:lnTo>
                    <a:pt x="84336" y="22833"/>
                  </a:lnTo>
                  <a:lnTo>
                    <a:pt x="79520" y="20125"/>
                  </a:lnTo>
                  <a:lnTo>
                    <a:pt x="74618" y="17577"/>
                  </a:lnTo>
                  <a:lnTo>
                    <a:pt x="69634" y="15193"/>
                  </a:lnTo>
                  <a:lnTo>
                    <a:pt x="64574" y="12975"/>
                  </a:lnTo>
                  <a:lnTo>
                    <a:pt x="59444" y="10926"/>
                  </a:lnTo>
                  <a:lnTo>
                    <a:pt x="54248" y="9047"/>
                  </a:lnTo>
                  <a:lnTo>
                    <a:pt x="48994" y="7340"/>
                  </a:lnTo>
                  <a:lnTo>
                    <a:pt x="43686" y="5809"/>
                  </a:lnTo>
                  <a:lnTo>
                    <a:pt x="38330" y="4453"/>
                  </a:lnTo>
                  <a:lnTo>
                    <a:pt x="32932" y="3276"/>
                  </a:lnTo>
                  <a:lnTo>
                    <a:pt x="27499" y="2277"/>
                  </a:lnTo>
                  <a:lnTo>
                    <a:pt x="22035" y="1458"/>
                  </a:lnTo>
                  <a:lnTo>
                    <a:pt x="16547" y="821"/>
                  </a:lnTo>
                  <a:lnTo>
                    <a:pt x="11041" y="365"/>
                  </a:lnTo>
                  <a:lnTo>
                    <a:pt x="552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87347" y="4172415"/>
              <a:ext cx="58545" cy="167167"/>
            </a:xfrm>
            <a:custGeom>
              <a:avLst/>
              <a:pathLst>
                <a:path w="58545" h="167167">
                  <a:moveTo>
                    <a:pt x="58545" y="0"/>
                  </a:moveTo>
                  <a:lnTo>
                    <a:pt x="52565" y="106"/>
                  </a:lnTo>
                  <a:lnTo>
                    <a:pt x="46592" y="427"/>
                  </a:lnTo>
                  <a:lnTo>
                    <a:pt x="40635" y="962"/>
                  </a:lnTo>
                  <a:lnTo>
                    <a:pt x="34701" y="1709"/>
                  </a:lnTo>
                  <a:lnTo>
                    <a:pt x="28797" y="2668"/>
                  </a:lnTo>
                  <a:lnTo>
                    <a:pt x="22932" y="3837"/>
                  </a:lnTo>
                  <a:lnTo>
                    <a:pt x="17112" y="5215"/>
                  </a:lnTo>
                  <a:lnTo>
                    <a:pt x="11345" y="6801"/>
                  </a:lnTo>
                  <a:lnTo>
                    <a:pt x="5638" y="8592"/>
                  </a:lnTo>
                  <a:lnTo>
                    <a:pt x="0" y="10587"/>
                  </a:lnTo>
                  <a:lnTo>
                    <a:pt x="5854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687347" y="4183002"/>
              <a:ext cx="58545" cy="156580"/>
            </a:xfrm>
            <a:custGeom>
              <a:avLst/>
              <a:pathLst>
                <a:path w="58545" h="156580">
                  <a:moveTo>
                    <a:pt x="0" y="0"/>
                  </a:moveTo>
                  <a:lnTo>
                    <a:pt x="58545" y="1565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578725" y="4183002"/>
              <a:ext cx="167166" cy="320635"/>
            </a:xfrm>
            <a:custGeom>
              <a:avLst/>
              <a:pathLst>
                <a:path w="167166" h="320635">
                  <a:moveTo>
                    <a:pt x="108621" y="0"/>
                  </a:moveTo>
                  <a:lnTo>
                    <a:pt x="103645" y="1952"/>
                  </a:lnTo>
                  <a:lnTo>
                    <a:pt x="98733" y="4062"/>
                  </a:lnTo>
                  <a:lnTo>
                    <a:pt x="93891" y="6328"/>
                  </a:lnTo>
                  <a:lnTo>
                    <a:pt x="89124" y="8748"/>
                  </a:lnTo>
                  <a:lnTo>
                    <a:pt x="84436" y="11319"/>
                  </a:lnTo>
                  <a:lnTo>
                    <a:pt x="79834" y="14039"/>
                  </a:lnTo>
                  <a:lnTo>
                    <a:pt x="75321" y="16904"/>
                  </a:lnTo>
                  <a:lnTo>
                    <a:pt x="70901" y="19913"/>
                  </a:lnTo>
                  <a:lnTo>
                    <a:pt x="66580" y="23061"/>
                  </a:lnTo>
                  <a:lnTo>
                    <a:pt x="62362" y="26345"/>
                  </a:lnTo>
                  <a:lnTo>
                    <a:pt x="58252" y="29763"/>
                  </a:lnTo>
                  <a:lnTo>
                    <a:pt x="54252" y="33311"/>
                  </a:lnTo>
                  <a:lnTo>
                    <a:pt x="50368" y="36984"/>
                  </a:lnTo>
                  <a:lnTo>
                    <a:pt x="46604" y="40780"/>
                  </a:lnTo>
                  <a:lnTo>
                    <a:pt x="42963" y="44695"/>
                  </a:lnTo>
                  <a:lnTo>
                    <a:pt x="39448" y="48723"/>
                  </a:lnTo>
                  <a:lnTo>
                    <a:pt x="36065" y="52862"/>
                  </a:lnTo>
                  <a:lnTo>
                    <a:pt x="32815" y="57108"/>
                  </a:lnTo>
                  <a:lnTo>
                    <a:pt x="29703" y="61455"/>
                  </a:lnTo>
                  <a:lnTo>
                    <a:pt x="26732" y="65899"/>
                  </a:lnTo>
                  <a:lnTo>
                    <a:pt x="23904" y="70436"/>
                  </a:lnTo>
                  <a:lnTo>
                    <a:pt x="21223" y="75061"/>
                  </a:lnTo>
                  <a:lnTo>
                    <a:pt x="18691" y="79769"/>
                  </a:lnTo>
                  <a:lnTo>
                    <a:pt x="16311" y="84556"/>
                  </a:lnTo>
                  <a:lnTo>
                    <a:pt x="14085" y="89417"/>
                  </a:lnTo>
                  <a:lnTo>
                    <a:pt x="12015" y="94346"/>
                  </a:lnTo>
                  <a:lnTo>
                    <a:pt x="10105" y="99339"/>
                  </a:lnTo>
                  <a:lnTo>
                    <a:pt x="8355" y="104390"/>
                  </a:lnTo>
                  <a:lnTo>
                    <a:pt x="6767" y="109495"/>
                  </a:lnTo>
                  <a:lnTo>
                    <a:pt x="5343" y="114648"/>
                  </a:lnTo>
                  <a:lnTo>
                    <a:pt x="4085" y="119844"/>
                  </a:lnTo>
                  <a:lnTo>
                    <a:pt x="2994" y="125078"/>
                  </a:lnTo>
                  <a:lnTo>
                    <a:pt x="2071" y="130344"/>
                  </a:lnTo>
                  <a:lnTo>
                    <a:pt x="1316" y="135636"/>
                  </a:lnTo>
                  <a:lnTo>
                    <a:pt x="731" y="140950"/>
                  </a:lnTo>
                  <a:lnTo>
                    <a:pt x="317" y="146280"/>
                  </a:lnTo>
                  <a:lnTo>
                    <a:pt x="73" y="151621"/>
                  </a:lnTo>
                  <a:lnTo>
                    <a:pt x="0" y="156966"/>
                  </a:lnTo>
                  <a:lnTo>
                    <a:pt x="97" y="162311"/>
                  </a:lnTo>
                  <a:lnTo>
                    <a:pt x="366" y="167651"/>
                  </a:lnTo>
                  <a:lnTo>
                    <a:pt x="805" y="172979"/>
                  </a:lnTo>
                  <a:lnTo>
                    <a:pt x="1415" y="178290"/>
                  </a:lnTo>
                  <a:lnTo>
                    <a:pt x="2194" y="183579"/>
                  </a:lnTo>
                  <a:lnTo>
                    <a:pt x="3141" y="188840"/>
                  </a:lnTo>
                  <a:lnTo>
                    <a:pt x="4257" y="194069"/>
                  </a:lnTo>
                  <a:lnTo>
                    <a:pt x="5539" y="199259"/>
                  </a:lnTo>
                  <a:lnTo>
                    <a:pt x="6986" y="204405"/>
                  </a:lnTo>
                  <a:lnTo>
                    <a:pt x="8597" y="209502"/>
                  </a:lnTo>
                  <a:lnTo>
                    <a:pt x="10371" y="214546"/>
                  </a:lnTo>
                  <a:lnTo>
                    <a:pt x="12304" y="219530"/>
                  </a:lnTo>
                  <a:lnTo>
                    <a:pt x="14397" y="224450"/>
                  </a:lnTo>
                  <a:lnTo>
                    <a:pt x="16645" y="229300"/>
                  </a:lnTo>
                  <a:lnTo>
                    <a:pt x="19047" y="234076"/>
                  </a:lnTo>
                  <a:lnTo>
                    <a:pt x="21601" y="238773"/>
                  </a:lnTo>
                  <a:lnTo>
                    <a:pt x="24304" y="243385"/>
                  </a:lnTo>
                  <a:lnTo>
                    <a:pt x="27152" y="247909"/>
                  </a:lnTo>
                  <a:lnTo>
                    <a:pt x="30144" y="252339"/>
                  </a:lnTo>
                  <a:lnTo>
                    <a:pt x="33276" y="256672"/>
                  </a:lnTo>
                  <a:lnTo>
                    <a:pt x="36545" y="260902"/>
                  </a:lnTo>
                  <a:lnTo>
                    <a:pt x="39948" y="265025"/>
                  </a:lnTo>
                  <a:lnTo>
                    <a:pt x="43481" y="269038"/>
                  </a:lnTo>
                  <a:lnTo>
                    <a:pt x="47140" y="272935"/>
                  </a:lnTo>
                  <a:lnTo>
                    <a:pt x="50922" y="276714"/>
                  </a:lnTo>
                  <a:lnTo>
                    <a:pt x="54823" y="280369"/>
                  </a:lnTo>
                  <a:lnTo>
                    <a:pt x="58839" y="283899"/>
                  </a:lnTo>
                  <a:lnTo>
                    <a:pt x="62965" y="287297"/>
                  </a:lnTo>
                  <a:lnTo>
                    <a:pt x="67198" y="290562"/>
                  </a:lnTo>
                  <a:lnTo>
                    <a:pt x="71534" y="293691"/>
                  </a:lnTo>
                  <a:lnTo>
                    <a:pt x="75967" y="296678"/>
                  </a:lnTo>
                  <a:lnTo>
                    <a:pt x="80493" y="299523"/>
                  </a:lnTo>
                  <a:lnTo>
                    <a:pt x="85108" y="302221"/>
                  </a:lnTo>
                  <a:lnTo>
                    <a:pt x="89807" y="304771"/>
                  </a:lnTo>
                  <a:lnTo>
                    <a:pt x="94586" y="307169"/>
                  </a:lnTo>
                  <a:lnTo>
                    <a:pt x="99438" y="309412"/>
                  </a:lnTo>
                  <a:lnTo>
                    <a:pt x="104360" y="311500"/>
                  </a:lnTo>
                  <a:lnTo>
                    <a:pt x="109345" y="313429"/>
                  </a:lnTo>
                  <a:lnTo>
                    <a:pt x="114390" y="315198"/>
                  </a:lnTo>
                  <a:lnTo>
                    <a:pt x="119489" y="316804"/>
                  </a:lnTo>
                  <a:lnTo>
                    <a:pt x="124637" y="318247"/>
                  </a:lnTo>
                  <a:lnTo>
                    <a:pt x="129828" y="319524"/>
                  </a:lnTo>
                  <a:lnTo>
                    <a:pt x="135058" y="320635"/>
                  </a:lnTo>
                  <a:lnTo>
                    <a:pt x="167166" y="1565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13784" y="4172415"/>
              <a:ext cx="199258" cy="334334"/>
            </a:xfrm>
            <a:custGeom>
              <a:avLst/>
              <a:pathLst>
                <a:path w="199258" h="334334">
                  <a:moveTo>
                    <a:pt x="0" y="331222"/>
                  </a:moveTo>
                  <a:lnTo>
                    <a:pt x="5225" y="332159"/>
                  </a:lnTo>
                  <a:lnTo>
                    <a:pt x="10478" y="332929"/>
                  </a:lnTo>
                  <a:lnTo>
                    <a:pt x="15753" y="333532"/>
                  </a:lnTo>
                  <a:lnTo>
                    <a:pt x="21044" y="333968"/>
                  </a:lnTo>
                  <a:lnTo>
                    <a:pt x="26347" y="334235"/>
                  </a:lnTo>
                  <a:lnTo>
                    <a:pt x="31655" y="334334"/>
                  </a:lnTo>
                  <a:lnTo>
                    <a:pt x="36963" y="334264"/>
                  </a:lnTo>
                  <a:lnTo>
                    <a:pt x="42267" y="334025"/>
                  </a:lnTo>
                  <a:lnTo>
                    <a:pt x="47561" y="333619"/>
                  </a:lnTo>
                  <a:lnTo>
                    <a:pt x="52839" y="333044"/>
                  </a:lnTo>
                  <a:lnTo>
                    <a:pt x="58096" y="332302"/>
                  </a:lnTo>
                  <a:lnTo>
                    <a:pt x="63327" y="331394"/>
                  </a:lnTo>
                  <a:lnTo>
                    <a:pt x="68526" y="330319"/>
                  </a:lnTo>
                  <a:lnTo>
                    <a:pt x="73688" y="329081"/>
                  </a:lnTo>
                  <a:lnTo>
                    <a:pt x="78809" y="327679"/>
                  </a:lnTo>
                  <a:lnTo>
                    <a:pt x="83883" y="326115"/>
                  </a:lnTo>
                  <a:lnTo>
                    <a:pt x="88904" y="324390"/>
                  </a:lnTo>
                  <a:lnTo>
                    <a:pt x="93868" y="322507"/>
                  </a:lnTo>
                  <a:lnTo>
                    <a:pt x="98770" y="320468"/>
                  </a:lnTo>
                  <a:lnTo>
                    <a:pt x="103604" y="318274"/>
                  </a:lnTo>
                  <a:lnTo>
                    <a:pt x="108367" y="315927"/>
                  </a:lnTo>
                  <a:lnTo>
                    <a:pt x="113052" y="313431"/>
                  </a:lnTo>
                  <a:lnTo>
                    <a:pt x="117656" y="310786"/>
                  </a:lnTo>
                  <a:lnTo>
                    <a:pt x="122173" y="307997"/>
                  </a:lnTo>
                  <a:lnTo>
                    <a:pt x="126600" y="305066"/>
                  </a:lnTo>
                  <a:lnTo>
                    <a:pt x="130932" y="301996"/>
                  </a:lnTo>
                  <a:lnTo>
                    <a:pt x="135163" y="298790"/>
                  </a:lnTo>
                  <a:lnTo>
                    <a:pt x="139291" y="295451"/>
                  </a:lnTo>
                  <a:lnTo>
                    <a:pt x="143311" y="291983"/>
                  </a:lnTo>
                  <a:lnTo>
                    <a:pt x="147218" y="288388"/>
                  </a:lnTo>
                  <a:lnTo>
                    <a:pt x="151009" y="284672"/>
                  </a:lnTo>
                  <a:lnTo>
                    <a:pt x="154681" y="280837"/>
                  </a:lnTo>
                  <a:lnTo>
                    <a:pt x="158229" y="276887"/>
                  </a:lnTo>
                  <a:lnTo>
                    <a:pt x="161649" y="272827"/>
                  </a:lnTo>
                  <a:lnTo>
                    <a:pt x="164939" y="268660"/>
                  </a:lnTo>
                  <a:lnTo>
                    <a:pt x="168095" y="264391"/>
                  </a:lnTo>
                  <a:lnTo>
                    <a:pt x="171114" y="260023"/>
                  </a:lnTo>
                  <a:lnTo>
                    <a:pt x="173993" y="255562"/>
                  </a:lnTo>
                  <a:lnTo>
                    <a:pt x="176728" y="251012"/>
                  </a:lnTo>
                  <a:lnTo>
                    <a:pt x="179318" y="246378"/>
                  </a:lnTo>
                  <a:lnTo>
                    <a:pt x="181759" y="241663"/>
                  </a:lnTo>
                  <a:lnTo>
                    <a:pt x="184049" y="236873"/>
                  </a:lnTo>
                  <a:lnTo>
                    <a:pt x="186186" y="232013"/>
                  </a:lnTo>
                  <a:lnTo>
                    <a:pt x="188167" y="227088"/>
                  </a:lnTo>
                  <a:lnTo>
                    <a:pt x="189991" y="222102"/>
                  </a:lnTo>
                  <a:lnTo>
                    <a:pt x="191656" y="217060"/>
                  </a:lnTo>
                  <a:lnTo>
                    <a:pt x="193160" y="211969"/>
                  </a:lnTo>
                  <a:lnTo>
                    <a:pt x="194502" y="206832"/>
                  </a:lnTo>
                  <a:lnTo>
                    <a:pt x="195679" y="201655"/>
                  </a:lnTo>
                  <a:lnTo>
                    <a:pt x="196692" y="196443"/>
                  </a:lnTo>
                  <a:lnTo>
                    <a:pt x="197539" y="191202"/>
                  </a:lnTo>
                  <a:lnTo>
                    <a:pt x="198219" y="185937"/>
                  </a:lnTo>
                  <a:lnTo>
                    <a:pt x="198731" y="180652"/>
                  </a:lnTo>
                  <a:lnTo>
                    <a:pt x="199075" y="175354"/>
                  </a:lnTo>
                  <a:lnTo>
                    <a:pt x="199251" y="170048"/>
                  </a:lnTo>
                  <a:lnTo>
                    <a:pt x="199258" y="164739"/>
                  </a:lnTo>
                  <a:lnTo>
                    <a:pt x="199097" y="159432"/>
                  </a:lnTo>
                  <a:lnTo>
                    <a:pt x="198767" y="154133"/>
                  </a:lnTo>
                  <a:lnTo>
                    <a:pt x="198269" y="148848"/>
                  </a:lnTo>
                  <a:lnTo>
                    <a:pt x="197603" y="143581"/>
                  </a:lnTo>
                  <a:lnTo>
                    <a:pt x="196771" y="138337"/>
                  </a:lnTo>
                  <a:lnTo>
                    <a:pt x="195772" y="133123"/>
                  </a:lnTo>
                  <a:lnTo>
                    <a:pt x="194609" y="127943"/>
                  </a:lnTo>
                  <a:lnTo>
                    <a:pt x="193281" y="122802"/>
                  </a:lnTo>
                  <a:lnTo>
                    <a:pt x="191791" y="117706"/>
                  </a:lnTo>
                  <a:lnTo>
                    <a:pt x="190140" y="112661"/>
                  </a:lnTo>
                  <a:lnTo>
                    <a:pt x="188329" y="107670"/>
                  </a:lnTo>
                  <a:lnTo>
                    <a:pt x="186361" y="102739"/>
                  </a:lnTo>
                  <a:lnTo>
                    <a:pt x="184237" y="97873"/>
                  </a:lnTo>
                  <a:lnTo>
                    <a:pt x="181960" y="93077"/>
                  </a:lnTo>
                  <a:lnTo>
                    <a:pt x="179532" y="88356"/>
                  </a:lnTo>
                  <a:lnTo>
                    <a:pt x="176955" y="83714"/>
                  </a:lnTo>
                  <a:lnTo>
                    <a:pt x="174232" y="79157"/>
                  </a:lnTo>
                  <a:lnTo>
                    <a:pt x="171365" y="74688"/>
                  </a:lnTo>
                  <a:lnTo>
                    <a:pt x="168358" y="70312"/>
                  </a:lnTo>
                  <a:lnTo>
                    <a:pt x="165214" y="66034"/>
                  </a:lnTo>
                  <a:lnTo>
                    <a:pt x="161935" y="61859"/>
                  </a:lnTo>
                  <a:lnTo>
                    <a:pt x="158526" y="57789"/>
                  </a:lnTo>
                  <a:lnTo>
                    <a:pt x="154989" y="53830"/>
                  </a:lnTo>
                  <a:lnTo>
                    <a:pt x="151328" y="49985"/>
                  </a:lnTo>
                  <a:lnTo>
                    <a:pt x="147546" y="46258"/>
                  </a:lnTo>
                  <a:lnTo>
                    <a:pt x="143649" y="42653"/>
                  </a:lnTo>
                  <a:lnTo>
                    <a:pt x="139638" y="39174"/>
                  </a:lnTo>
                  <a:lnTo>
                    <a:pt x="135520" y="35824"/>
                  </a:lnTo>
                  <a:lnTo>
                    <a:pt x="131297" y="32606"/>
                  </a:lnTo>
                  <a:lnTo>
                    <a:pt x="126974" y="29524"/>
                  </a:lnTo>
                  <a:lnTo>
                    <a:pt x="122555" y="26581"/>
                  </a:lnTo>
                  <a:lnTo>
                    <a:pt x="118045" y="23780"/>
                  </a:lnTo>
                  <a:lnTo>
                    <a:pt x="113448" y="21123"/>
                  </a:lnTo>
                  <a:lnTo>
                    <a:pt x="108770" y="18614"/>
                  </a:lnTo>
                  <a:lnTo>
                    <a:pt x="104014" y="16255"/>
                  </a:lnTo>
                  <a:lnTo>
                    <a:pt x="99185" y="14047"/>
                  </a:lnTo>
                  <a:lnTo>
                    <a:pt x="94289" y="11994"/>
                  </a:lnTo>
                  <a:lnTo>
                    <a:pt x="89330" y="10098"/>
                  </a:lnTo>
                  <a:lnTo>
                    <a:pt x="84313" y="8360"/>
                  </a:lnTo>
                  <a:lnTo>
                    <a:pt x="79244" y="6783"/>
                  </a:lnTo>
                  <a:lnTo>
                    <a:pt x="74127" y="5367"/>
                  </a:lnTo>
                  <a:lnTo>
                    <a:pt x="68968" y="4114"/>
                  </a:lnTo>
                  <a:lnTo>
                    <a:pt x="63772" y="3026"/>
                  </a:lnTo>
                  <a:lnTo>
                    <a:pt x="58543" y="2103"/>
                  </a:lnTo>
                  <a:lnTo>
                    <a:pt x="53288" y="1347"/>
                  </a:lnTo>
                  <a:lnTo>
                    <a:pt x="48012" y="758"/>
                  </a:lnTo>
                  <a:lnTo>
                    <a:pt x="42720" y="337"/>
                  </a:lnTo>
                  <a:lnTo>
                    <a:pt x="37417" y="84"/>
                  </a:lnTo>
                  <a:lnTo>
                    <a:pt x="32108" y="0"/>
                  </a:lnTo>
                  <a:lnTo>
                    <a:pt x="321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65429" y="3685283"/>
              <a:ext cx="158065" cy="167167"/>
            </a:xfrm>
            <a:custGeom>
              <a:avLst/>
              <a:pathLst>
                <a:path w="158065" h="167167">
                  <a:moveTo>
                    <a:pt x="158065" y="0"/>
                  </a:moveTo>
                  <a:lnTo>
                    <a:pt x="152615" y="88"/>
                  </a:lnTo>
                  <a:lnTo>
                    <a:pt x="147170" y="355"/>
                  </a:lnTo>
                  <a:lnTo>
                    <a:pt x="141736" y="799"/>
                  </a:lnTo>
                  <a:lnTo>
                    <a:pt x="136320" y="1420"/>
                  </a:lnTo>
                  <a:lnTo>
                    <a:pt x="130927" y="2217"/>
                  </a:lnTo>
                  <a:lnTo>
                    <a:pt x="125563" y="3190"/>
                  </a:lnTo>
                  <a:lnTo>
                    <a:pt x="120233" y="4337"/>
                  </a:lnTo>
                  <a:lnTo>
                    <a:pt x="114944" y="5657"/>
                  </a:lnTo>
                  <a:lnTo>
                    <a:pt x="109700" y="7149"/>
                  </a:lnTo>
                  <a:lnTo>
                    <a:pt x="104508" y="8811"/>
                  </a:lnTo>
                  <a:lnTo>
                    <a:pt x="99373" y="10642"/>
                  </a:lnTo>
                  <a:lnTo>
                    <a:pt x="94301" y="12639"/>
                  </a:lnTo>
                  <a:lnTo>
                    <a:pt x="89296" y="14800"/>
                  </a:lnTo>
                  <a:lnTo>
                    <a:pt x="84364" y="17123"/>
                  </a:lnTo>
                  <a:lnTo>
                    <a:pt x="79511" y="19606"/>
                  </a:lnTo>
                  <a:lnTo>
                    <a:pt x="74741" y="22246"/>
                  </a:lnTo>
                  <a:lnTo>
                    <a:pt x="70060" y="25040"/>
                  </a:lnTo>
                  <a:lnTo>
                    <a:pt x="65472" y="27986"/>
                  </a:lnTo>
                  <a:lnTo>
                    <a:pt x="60983" y="31079"/>
                  </a:lnTo>
                  <a:lnTo>
                    <a:pt x="56597" y="34317"/>
                  </a:lnTo>
                  <a:lnTo>
                    <a:pt x="52320" y="37696"/>
                  </a:lnTo>
                  <a:lnTo>
                    <a:pt x="48154" y="41213"/>
                  </a:lnTo>
                  <a:lnTo>
                    <a:pt x="44105" y="44864"/>
                  </a:lnTo>
                  <a:lnTo>
                    <a:pt x="40178" y="48645"/>
                  </a:lnTo>
                  <a:lnTo>
                    <a:pt x="36376" y="52552"/>
                  </a:lnTo>
                  <a:lnTo>
                    <a:pt x="32704" y="56581"/>
                  </a:lnTo>
                  <a:lnTo>
                    <a:pt x="29164" y="60727"/>
                  </a:lnTo>
                  <a:lnTo>
                    <a:pt x="25762" y="64987"/>
                  </a:lnTo>
                  <a:lnTo>
                    <a:pt x="22501" y="69355"/>
                  </a:lnTo>
                  <a:lnTo>
                    <a:pt x="19383" y="73828"/>
                  </a:lnTo>
                  <a:lnTo>
                    <a:pt x="16414" y="78399"/>
                  </a:lnTo>
                  <a:lnTo>
                    <a:pt x="13594" y="83065"/>
                  </a:lnTo>
                  <a:lnTo>
                    <a:pt x="10929" y="87821"/>
                  </a:lnTo>
                  <a:lnTo>
                    <a:pt x="8420" y="92661"/>
                  </a:lnTo>
                  <a:lnTo>
                    <a:pt x="6070" y="97580"/>
                  </a:lnTo>
                  <a:lnTo>
                    <a:pt x="3882" y="102573"/>
                  </a:lnTo>
                  <a:lnTo>
                    <a:pt x="1858" y="107635"/>
                  </a:lnTo>
                  <a:lnTo>
                    <a:pt x="0" y="112760"/>
                  </a:lnTo>
                  <a:lnTo>
                    <a:pt x="1580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56346" y="3685293"/>
              <a:ext cx="334309" cy="334323"/>
            </a:xfrm>
            <a:custGeom>
              <a:avLst/>
              <a:pathLst>
                <a:path w="334309" h="334323">
                  <a:moveTo>
                    <a:pt x="9082" y="112750"/>
                  </a:moveTo>
                  <a:lnTo>
                    <a:pt x="7440" y="117780"/>
                  </a:lnTo>
                  <a:lnTo>
                    <a:pt x="5957" y="122859"/>
                  </a:lnTo>
                  <a:lnTo>
                    <a:pt x="4636" y="127982"/>
                  </a:lnTo>
                  <a:lnTo>
                    <a:pt x="3477" y="133145"/>
                  </a:lnTo>
                  <a:lnTo>
                    <a:pt x="2483" y="138342"/>
                  </a:lnTo>
                  <a:lnTo>
                    <a:pt x="1653" y="143568"/>
                  </a:lnTo>
                  <a:lnTo>
                    <a:pt x="990" y="148817"/>
                  </a:lnTo>
                  <a:lnTo>
                    <a:pt x="493" y="154085"/>
                  </a:lnTo>
                  <a:lnTo>
                    <a:pt x="162" y="159365"/>
                  </a:lnTo>
                  <a:lnTo>
                    <a:pt x="0" y="164654"/>
                  </a:lnTo>
                  <a:lnTo>
                    <a:pt x="4" y="169945"/>
                  </a:lnTo>
                  <a:lnTo>
                    <a:pt x="176" y="175233"/>
                  </a:lnTo>
                  <a:lnTo>
                    <a:pt x="515" y="180514"/>
                  </a:lnTo>
                  <a:lnTo>
                    <a:pt x="1021" y="185781"/>
                  </a:lnTo>
                  <a:lnTo>
                    <a:pt x="1694" y="191029"/>
                  </a:lnTo>
                  <a:lnTo>
                    <a:pt x="2532" y="196253"/>
                  </a:lnTo>
                  <a:lnTo>
                    <a:pt x="3536" y="201448"/>
                  </a:lnTo>
                  <a:lnTo>
                    <a:pt x="4703" y="206609"/>
                  </a:lnTo>
                  <a:lnTo>
                    <a:pt x="6033" y="211730"/>
                  </a:lnTo>
                  <a:lnTo>
                    <a:pt x="7524" y="216807"/>
                  </a:lnTo>
                  <a:lnTo>
                    <a:pt x="9175" y="221834"/>
                  </a:lnTo>
                  <a:lnTo>
                    <a:pt x="10985" y="226806"/>
                  </a:lnTo>
                  <a:lnTo>
                    <a:pt x="12951" y="231718"/>
                  </a:lnTo>
                  <a:lnTo>
                    <a:pt x="15071" y="236566"/>
                  </a:lnTo>
                  <a:lnTo>
                    <a:pt x="17344" y="241344"/>
                  </a:lnTo>
                  <a:lnTo>
                    <a:pt x="19767" y="246048"/>
                  </a:lnTo>
                  <a:lnTo>
                    <a:pt x="22338" y="250672"/>
                  </a:lnTo>
                  <a:lnTo>
                    <a:pt x="25053" y="255213"/>
                  </a:lnTo>
                  <a:lnTo>
                    <a:pt x="27911" y="259666"/>
                  </a:lnTo>
                  <a:lnTo>
                    <a:pt x="30909" y="264026"/>
                  </a:lnTo>
                  <a:lnTo>
                    <a:pt x="34043" y="268290"/>
                  </a:lnTo>
                  <a:lnTo>
                    <a:pt x="37310" y="272451"/>
                  </a:lnTo>
                  <a:lnTo>
                    <a:pt x="40707" y="276508"/>
                  </a:lnTo>
                  <a:lnTo>
                    <a:pt x="44231" y="280454"/>
                  </a:lnTo>
                  <a:lnTo>
                    <a:pt x="47879" y="284288"/>
                  </a:lnTo>
                  <a:lnTo>
                    <a:pt x="51645" y="288004"/>
                  </a:lnTo>
                  <a:lnTo>
                    <a:pt x="55528" y="291599"/>
                  </a:lnTo>
                  <a:lnTo>
                    <a:pt x="59522" y="295069"/>
                  </a:lnTo>
                  <a:lnTo>
                    <a:pt x="63624" y="298411"/>
                  </a:lnTo>
                  <a:lnTo>
                    <a:pt x="67830" y="301621"/>
                  </a:lnTo>
                  <a:lnTo>
                    <a:pt x="72135" y="304697"/>
                  </a:lnTo>
                  <a:lnTo>
                    <a:pt x="76535" y="307635"/>
                  </a:lnTo>
                  <a:lnTo>
                    <a:pt x="81026" y="310433"/>
                  </a:lnTo>
                  <a:lnTo>
                    <a:pt x="85604" y="313086"/>
                  </a:lnTo>
                  <a:lnTo>
                    <a:pt x="90263" y="315594"/>
                  </a:lnTo>
                  <a:lnTo>
                    <a:pt x="94999" y="317953"/>
                  </a:lnTo>
                  <a:lnTo>
                    <a:pt x="99808" y="320161"/>
                  </a:lnTo>
                  <a:lnTo>
                    <a:pt x="104684" y="322215"/>
                  </a:lnTo>
                  <a:lnTo>
                    <a:pt x="109622" y="324114"/>
                  </a:lnTo>
                  <a:lnTo>
                    <a:pt x="114618" y="325856"/>
                  </a:lnTo>
                  <a:lnTo>
                    <a:pt x="119667" y="327439"/>
                  </a:lnTo>
                  <a:lnTo>
                    <a:pt x="124764" y="328862"/>
                  </a:lnTo>
                  <a:lnTo>
                    <a:pt x="129902" y="330122"/>
                  </a:lnTo>
                  <a:lnTo>
                    <a:pt x="135078" y="331219"/>
                  </a:lnTo>
                  <a:lnTo>
                    <a:pt x="140287" y="332152"/>
                  </a:lnTo>
                  <a:lnTo>
                    <a:pt x="145522" y="332919"/>
                  </a:lnTo>
                  <a:lnTo>
                    <a:pt x="150779" y="333521"/>
                  </a:lnTo>
                  <a:lnTo>
                    <a:pt x="156052" y="333955"/>
                  </a:lnTo>
                  <a:lnTo>
                    <a:pt x="161336" y="334223"/>
                  </a:lnTo>
                  <a:lnTo>
                    <a:pt x="166626" y="334323"/>
                  </a:lnTo>
                  <a:lnTo>
                    <a:pt x="171917" y="334256"/>
                  </a:lnTo>
                  <a:lnTo>
                    <a:pt x="177203" y="334021"/>
                  </a:lnTo>
                  <a:lnTo>
                    <a:pt x="182479" y="333620"/>
                  </a:lnTo>
                  <a:lnTo>
                    <a:pt x="187739" y="333051"/>
                  </a:lnTo>
                  <a:lnTo>
                    <a:pt x="192979" y="332316"/>
                  </a:lnTo>
                  <a:lnTo>
                    <a:pt x="198193" y="331416"/>
                  </a:lnTo>
                  <a:lnTo>
                    <a:pt x="203376" y="330351"/>
                  </a:lnTo>
                  <a:lnTo>
                    <a:pt x="208523" y="329123"/>
                  </a:lnTo>
                  <a:lnTo>
                    <a:pt x="213628" y="327733"/>
                  </a:lnTo>
                  <a:lnTo>
                    <a:pt x="218686" y="326181"/>
                  </a:lnTo>
                  <a:lnTo>
                    <a:pt x="223693" y="324470"/>
                  </a:lnTo>
                  <a:lnTo>
                    <a:pt x="228644" y="322602"/>
                  </a:lnTo>
                  <a:lnTo>
                    <a:pt x="233532" y="320578"/>
                  </a:lnTo>
                  <a:lnTo>
                    <a:pt x="238354" y="318400"/>
                  </a:lnTo>
                  <a:lnTo>
                    <a:pt x="243105" y="316071"/>
                  </a:lnTo>
                  <a:lnTo>
                    <a:pt x="247780" y="313593"/>
                  </a:lnTo>
                  <a:lnTo>
                    <a:pt x="252374" y="310967"/>
                  </a:lnTo>
                  <a:lnTo>
                    <a:pt x="256883" y="308198"/>
                  </a:lnTo>
                  <a:lnTo>
                    <a:pt x="261301" y="305288"/>
                  </a:lnTo>
                  <a:lnTo>
                    <a:pt x="265626" y="302239"/>
                  </a:lnTo>
                  <a:lnTo>
                    <a:pt x="269851" y="299054"/>
                  </a:lnTo>
                  <a:lnTo>
                    <a:pt x="273974" y="295738"/>
                  </a:lnTo>
                  <a:lnTo>
                    <a:pt x="277990" y="292293"/>
                  </a:lnTo>
                  <a:lnTo>
                    <a:pt x="281895" y="288722"/>
                  </a:lnTo>
                  <a:lnTo>
                    <a:pt x="285684" y="285030"/>
                  </a:lnTo>
                  <a:lnTo>
                    <a:pt x="289356" y="281220"/>
                  </a:lnTo>
                  <a:lnTo>
                    <a:pt x="292904" y="277295"/>
                  </a:lnTo>
                  <a:lnTo>
                    <a:pt x="296327" y="273260"/>
                  </a:lnTo>
                  <a:lnTo>
                    <a:pt x="299620" y="269118"/>
                  </a:lnTo>
                  <a:lnTo>
                    <a:pt x="302780" y="264875"/>
                  </a:lnTo>
                  <a:lnTo>
                    <a:pt x="305805" y="260534"/>
                  </a:lnTo>
                  <a:lnTo>
                    <a:pt x="308691" y="256099"/>
                  </a:lnTo>
                  <a:lnTo>
                    <a:pt x="311435" y="251575"/>
                  </a:lnTo>
                  <a:lnTo>
                    <a:pt x="314034" y="246966"/>
                  </a:lnTo>
                  <a:lnTo>
                    <a:pt x="316486" y="242277"/>
                  </a:lnTo>
                  <a:lnTo>
                    <a:pt x="318789" y="237514"/>
                  </a:lnTo>
                  <a:lnTo>
                    <a:pt x="320939" y="232679"/>
                  </a:lnTo>
                  <a:lnTo>
                    <a:pt x="322936" y="227779"/>
                  </a:lnTo>
                  <a:lnTo>
                    <a:pt x="324777" y="222819"/>
                  </a:lnTo>
                  <a:lnTo>
                    <a:pt x="326459" y="217802"/>
                  </a:lnTo>
                  <a:lnTo>
                    <a:pt x="327982" y="212735"/>
                  </a:lnTo>
                  <a:lnTo>
                    <a:pt x="329344" y="207622"/>
                  </a:lnTo>
                  <a:lnTo>
                    <a:pt x="330543" y="202469"/>
                  </a:lnTo>
                  <a:lnTo>
                    <a:pt x="331579" y="197280"/>
                  </a:lnTo>
                  <a:lnTo>
                    <a:pt x="332450" y="192061"/>
                  </a:lnTo>
                  <a:lnTo>
                    <a:pt x="333156" y="186817"/>
                  </a:lnTo>
                  <a:lnTo>
                    <a:pt x="333695" y="181553"/>
                  </a:lnTo>
                  <a:lnTo>
                    <a:pt x="334067" y="176275"/>
                  </a:lnTo>
                  <a:lnTo>
                    <a:pt x="334272" y="170988"/>
                  </a:lnTo>
                  <a:lnTo>
                    <a:pt x="334309" y="165697"/>
                  </a:lnTo>
                  <a:lnTo>
                    <a:pt x="334179" y="160408"/>
                  </a:lnTo>
                  <a:lnTo>
                    <a:pt x="333882" y="155125"/>
                  </a:lnTo>
                  <a:lnTo>
                    <a:pt x="333418" y="149854"/>
                  </a:lnTo>
                  <a:lnTo>
                    <a:pt x="332787" y="144601"/>
                  </a:lnTo>
                  <a:lnTo>
                    <a:pt x="331990" y="139370"/>
                  </a:lnTo>
                  <a:lnTo>
                    <a:pt x="331028" y="134167"/>
                  </a:lnTo>
                  <a:lnTo>
                    <a:pt x="329902" y="128997"/>
                  </a:lnTo>
                  <a:lnTo>
                    <a:pt x="328613" y="123866"/>
                  </a:lnTo>
                  <a:lnTo>
                    <a:pt x="327162" y="118777"/>
                  </a:lnTo>
                  <a:lnTo>
                    <a:pt x="325551" y="113738"/>
                  </a:lnTo>
                  <a:lnTo>
                    <a:pt x="323781" y="108751"/>
                  </a:lnTo>
                  <a:lnTo>
                    <a:pt x="321854" y="103823"/>
                  </a:lnTo>
                  <a:lnTo>
                    <a:pt x="319772" y="98959"/>
                  </a:lnTo>
                  <a:lnTo>
                    <a:pt x="317537" y="94163"/>
                  </a:lnTo>
                  <a:lnTo>
                    <a:pt x="315152" y="89440"/>
                  </a:lnTo>
                  <a:lnTo>
                    <a:pt x="312618" y="84795"/>
                  </a:lnTo>
                  <a:lnTo>
                    <a:pt x="309939" y="80233"/>
                  </a:lnTo>
                  <a:lnTo>
                    <a:pt x="307116" y="75757"/>
                  </a:lnTo>
                  <a:lnTo>
                    <a:pt x="304154" y="71373"/>
                  </a:lnTo>
                  <a:lnTo>
                    <a:pt x="301054" y="67085"/>
                  </a:lnTo>
                  <a:lnTo>
                    <a:pt x="297820" y="62898"/>
                  </a:lnTo>
                  <a:lnTo>
                    <a:pt x="294455" y="58814"/>
                  </a:lnTo>
                  <a:lnTo>
                    <a:pt x="290962" y="54840"/>
                  </a:lnTo>
                  <a:lnTo>
                    <a:pt x="287345" y="50978"/>
                  </a:lnTo>
                  <a:lnTo>
                    <a:pt x="283608" y="47232"/>
                  </a:lnTo>
                  <a:lnTo>
                    <a:pt x="279755" y="43606"/>
                  </a:lnTo>
                  <a:lnTo>
                    <a:pt x="275788" y="40104"/>
                  </a:lnTo>
                  <a:lnTo>
                    <a:pt x="271713" y="36730"/>
                  </a:lnTo>
                  <a:lnTo>
                    <a:pt x="267533" y="33486"/>
                  </a:lnTo>
                  <a:lnTo>
                    <a:pt x="263252" y="30376"/>
                  </a:lnTo>
                  <a:lnTo>
                    <a:pt x="258875" y="27403"/>
                  </a:lnTo>
                  <a:lnTo>
                    <a:pt x="254406" y="24570"/>
                  </a:lnTo>
                  <a:lnTo>
                    <a:pt x="249850" y="21880"/>
                  </a:lnTo>
                  <a:lnTo>
                    <a:pt x="245211" y="19335"/>
                  </a:lnTo>
                  <a:lnTo>
                    <a:pt x="240494" y="16939"/>
                  </a:lnTo>
                  <a:lnTo>
                    <a:pt x="235703" y="14693"/>
                  </a:lnTo>
                  <a:lnTo>
                    <a:pt x="230844" y="12600"/>
                  </a:lnTo>
                  <a:lnTo>
                    <a:pt x="225920" y="10661"/>
                  </a:lnTo>
                  <a:lnTo>
                    <a:pt x="220938" y="8880"/>
                  </a:lnTo>
                  <a:lnTo>
                    <a:pt x="215902" y="7257"/>
                  </a:lnTo>
                  <a:lnTo>
                    <a:pt x="210817" y="5794"/>
                  </a:lnTo>
                  <a:lnTo>
                    <a:pt x="205689" y="4493"/>
                  </a:lnTo>
                  <a:lnTo>
                    <a:pt x="200521" y="3354"/>
                  </a:lnTo>
                  <a:lnTo>
                    <a:pt x="195321" y="2380"/>
                  </a:lnTo>
                  <a:lnTo>
                    <a:pt x="190092" y="1571"/>
                  </a:lnTo>
                  <a:lnTo>
                    <a:pt x="184840" y="928"/>
                  </a:lnTo>
                  <a:lnTo>
                    <a:pt x="179570" y="451"/>
                  </a:lnTo>
                  <a:lnTo>
                    <a:pt x="174288" y="142"/>
                  </a:lnTo>
                  <a:lnTo>
                    <a:pt x="168999" y="0"/>
                  </a:lnTo>
                  <a:lnTo>
                    <a:pt x="167148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23495" y="3685283"/>
              <a:ext cx="1850" cy="167167"/>
            </a:xfrm>
            <a:custGeom>
              <a:avLst/>
              <a:pathLst>
                <a:path w="1850" h="167167">
                  <a:moveTo>
                    <a:pt x="1850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tx82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2025-06-26T11:40:42Z</dcterms:modified>
  <cp:category/>
</cp:coreProperties>
</file>