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02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9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83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1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02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83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7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6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6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61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1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20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4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0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6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48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6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77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1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67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40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20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95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40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7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40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6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3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1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96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77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4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4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4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96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8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77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60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7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74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35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02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8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96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9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8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6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1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9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78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95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52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6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6156" y="3170392"/>
              <a:ext cx="57622" cy="167167"/>
            </a:xfrm>
            <a:custGeom>
              <a:avLst/>
              <a:pathLst>
                <a:path w="57622" h="167167">
                  <a:moveTo>
                    <a:pt x="57622" y="0"/>
                  </a:moveTo>
                  <a:lnTo>
                    <a:pt x="51740" y="103"/>
                  </a:lnTo>
                  <a:lnTo>
                    <a:pt x="45866" y="413"/>
                  </a:lnTo>
                  <a:lnTo>
                    <a:pt x="40006" y="930"/>
                  </a:lnTo>
                  <a:lnTo>
                    <a:pt x="34168" y="1653"/>
                  </a:lnTo>
                  <a:lnTo>
                    <a:pt x="28359" y="2581"/>
                  </a:lnTo>
                  <a:lnTo>
                    <a:pt x="22586" y="3712"/>
                  </a:lnTo>
                  <a:lnTo>
                    <a:pt x="16857" y="5046"/>
                  </a:lnTo>
                  <a:lnTo>
                    <a:pt x="11178" y="6581"/>
                  </a:lnTo>
                  <a:lnTo>
                    <a:pt x="5556" y="8314"/>
                  </a:lnTo>
                  <a:lnTo>
                    <a:pt x="0" y="10245"/>
                  </a:lnTo>
                  <a:lnTo>
                    <a:pt x="5762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6156" y="3180637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816628" y="3170756"/>
              <a:ext cx="334300" cy="333971"/>
            </a:xfrm>
            <a:custGeom>
              <a:avLst/>
              <a:pathLst>
                <a:path w="334300" h="333971">
                  <a:moveTo>
                    <a:pt x="109528" y="9881"/>
                  </a:moveTo>
                  <a:lnTo>
                    <a:pt x="104583" y="11786"/>
                  </a:lnTo>
                  <a:lnTo>
                    <a:pt x="99700" y="13847"/>
                  </a:lnTo>
                  <a:lnTo>
                    <a:pt x="94886" y="16062"/>
                  </a:lnTo>
                  <a:lnTo>
                    <a:pt x="90144" y="18429"/>
                  </a:lnTo>
                  <a:lnTo>
                    <a:pt x="85479" y="20944"/>
                  </a:lnTo>
                  <a:lnTo>
                    <a:pt x="80896" y="23607"/>
                  </a:lnTo>
                  <a:lnTo>
                    <a:pt x="76401" y="26413"/>
                  </a:lnTo>
                  <a:lnTo>
                    <a:pt x="71996" y="29360"/>
                  </a:lnTo>
                  <a:lnTo>
                    <a:pt x="67687" y="32445"/>
                  </a:lnTo>
                  <a:lnTo>
                    <a:pt x="63478" y="35666"/>
                  </a:lnTo>
                  <a:lnTo>
                    <a:pt x="59373" y="39018"/>
                  </a:lnTo>
                  <a:lnTo>
                    <a:pt x="55377" y="42499"/>
                  </a:lnTo>
                  <a:lnTo>
                    <a:pt x="51493" y="46104"/>
                  </a:lnTo>
                  <a:lnTo>
                    <a:pt x="47725" y="49831"/>
                  </a:lnTo>
                  <a:lnTo>
                    <a:pt x="44077" y="53675"/>
                  </a:lnTo>
                  <a:lnTo>
                    <a:pt x="40553" y="57634"/>
                  </a:lnTo>
                  <a:lnTo>
                    <a:pt x="37156" y="61701"/>
                  </a:lnTo>
                  <a:lnTo>
                    <a:pt x="33889" y="65875"/>
                  </a:lnTo>
                  <a:lnTo>
                    <a:pt x="30757" y="70150"/>
                  </a:lnTo>
                  <a:lnTo>
                    <a:pt x="27762" y="74522"/>
                  </a:lnTo>
                  <a:lnTo>
                    <a:pt x="24907" y="78987"/>
                  </a:lnTo>
                  <a:lnTo>
                    <a:pt x="22194" y="83540"/>
                  </a:lnTo>
                  <a:lnTo>
                    <a:pt x="19628" y="88177"/>
                  </a:lnTo>
                  <a:lnTo>
                    <a:pt x="17210" y="92893"/>
                  </a:lnTo>
                  <a:lnTo>
                    <a:pt x="14942" y="97683"/>
                  </a:lnTo>
                  <a:lnTo>
                    <a:pt x="12828" y="102542"/>
                  </a:lnTo>
                  <a:lnTo>
                    <a:pt x="10868" y="107466"/>
                  </a:lnTo>
                  <a:lnTo>
                    <a:pt x="9066" y="112450"/>
                  </a:lnTo>
                  <a:lnTo>
                    <a:pt x="7422" y="117489"/>
                  </a:lnTo>
                  <a:lnTo>
                    <a:pt x="5939" y="122577"/>
                  </a:lnTo>
                  <a:lnTo>
                    <a:pt x="4618" y="127709"/>
                  </a:lnTo>
                  <a:lnTo>
                    <a:pt x="3461" y="132881"/>
                  </a:lnTo>
                  <a:lnTo>
                    <a:pt x="2468" y="138087"/>
                  </a:lnTo>
                  <a:lnTo>
                    <a:pt x="1640" y="143321"/>
                  </a:lnTo>
                  <a:lnTo>
                    <a:pt x="979" y="148580"/>
                  </a:lnTo>
                  <a:lnTo>
                    <a:pt x="485" y="153856"/>
                  </a:lnTo>
                  <a:lnTo>
                    <a:pt x="158" y="159146"/>
                  </a:lnTo>
                  <a:lnTo>
                    <a:pt x="0" y="164443"/>
                  </a:lnTo>
                  <a:lnTo>
                    <a:pt x="9" y="169743"/>
                  </a:lnTo>
                  <a:lnTo>
                    <a:pt x="186" y="175040"/>
                  </a:lnTo>
                  <a:lnTo>
                    <a:pt x="531" y="180328"/>
                  </a:lnTo>
                  <a:lnTo>
                    <a:pt x="1043" y="185603"/>
                  </a:lnTo>
                  <a:lnTo>
                    <a:pt x="1723" y="190859"/>
                  </a:lnTo>
                  <a:lnTo>
                    <a:pt x="2568" y="196091"/>
                  </a:lnTo>
                  <a:lnTo>
                    <a:pt x="3579" y="201293"/>
                  </a:lnTo>
                  <a:lnTo>
                    <a:pt x="4755" y="206461"/>
                  </a:lnTo>
                  <a:lnTo>
                    <a:pt x="6094" y="211588"/>
                  </a:lnTo>
                  <a:lnTo>
                    <a:pt x="7594" y="216671"/>
                  </a:lnTo>
                  <a:lnTo>
                    <a:pt x="9255" y="221704"/>
                  </a:lnTo>
                  <a:lnTo>
                    <a:pt x="11075" y="226681"/>
                  </a:lnTo>
                  <a:lnTo>
                    <a:pt x="13051" y="231599"/>
                  </a:lnTo>
                  <a:lnTo>
                    <a:pt x="15183" y="236451"/>
                  </a:lnTo>
                  <a:lnTo>
                    <a:pt x="17467" y="241233"/>
                  </a:lnTo>
                  <a:lnTo>
                    <a:pt x="19901" y="245941"/>
                  </a:lnTo>
                  <a:lnTo>
                    <a:pt x="22484" y="250568"/>
                  </a:lnTo>
                  <a:lnTo>
                    <a:pt x="25212" y="255112"/>
                  </a:lnTo>
                  <a:lnTo>
                    <a:pt x="28083" y="259567"/>
                  </a:lnTo>
                  <a:lnTo>
                    <a:pt x="31093" y="263929"/>
                  </a:lnTo>
                  <a:lnTo>
                    <a:pt x="34240" y="268193"/>
                  </a:lnTo>
                  <a:lnTo>
                    <a:pt x="37521" y="272355"/>
                  </a:lnTo>
                  <a:lnTo>
                    <a:pt x="40932" y="276411"/>
                  </a:lnTo>
                  <a:lnTo>
                    <a:pt x="44470" y="280357"/>
                  </a:lnTo>
                  <a:lnTo>
                    <a:pt x="48131" y="284189"/>
                  </a:lnTo>
                  <a:lnTo>
                    <a:pt x="51912" y="287903"/>
                  </a:lnTo>
                  <a:lnTo>
                    <a:pt x="55808" y="291495"/>
                  </a:lnTo>
                  <a:lnTo>
                    <a:pt x="59817" y="294961"/>
                  </a:lnTo>
                  <a:lnTo>
                    <a:pt x="63933" y="298299"/>
                  </a:lnTo>
                  <a:lnTo>
                    <a:pt x="68154" y="301505"/>
                  </a:lnTo>
                  <a:lnTo>
                    <a:pt x="72473" y="304575"/>
                  </a:lnTo>
                  <a:lnTo>
                    <a:pt x="76888" y="307507"/>
                  </a:lnTo>
                  <a:lnTo>
                    <a:pt x="81394" y="310298"/>
                  </a:lnTo>
                  <a:lnTo>
                    <a:pt x="85985" y="312944"/>
                  </a:lnTo>
                  <a:lnTo>
                    <a:pt x="90659" y="315444"/>
                  </a:lnTo>
                  <a:lnTo>
                    <a:pt x="95409" y="317794"/>
                  </a:lnTo>
                  <a:lnTo>
                    <a:pt x="100231" y="319992"/>
                  </a:lnTo>
                  <a:lnTo>
                    <a:pt x="105121" y="322036"/>
                  </a:lnTo>
                  <a:lnTo>
                    <a:pt x="110072" y="323924"/>
                  </a:lnTo>
                  <a:lnTo>
                    <a:pt x="115082" y="325655"/>
                  </a:lnTo>
                  <a:lnTo>
                    <a:pt x="120143" y="327225"/>
                  </a:lnTo>
                  <a:lnTo>
                    <a:pt x="125252" y="328635"/>
                  </a:lnTo>
                  <a:lnTo>
                    <a:pt x="130403" y="329882"/>
                  </a:lnTo>
                  <a:lnTo>
                    <a:pt x="135591" y="330965"/>
                  </a:lnTo>
                  <a:lnTo>
                    <a:pt x="140811" y="331882"/>
                  </a:lnTo>
                  <a:lnTo>
                    <a:pt x="146057" y="332634"/>
                  </a:lnTo>
                  <a:lnTo>
                    <a:pt x="151324" y="333220"/>
                  </a:lnTo>
                  <a:lnTo>
                    <a:pt x="156607" y="333638"/>
                  </a:lnTo>
                  <a:lnTo>
                    <a:pt x="161901" y="333888"/>
                  </a:lnTo>
                  <a:lnTo>
                    <a:pt x="167200" y="333971"/>
                  </a:lnTo>
                  <a:lnTo>
                    <a:pt x="172499" y="333885"/>
                  </a:lnTo>
                  <a:lnTo>
                    <a:pt x="177793" y="333631"/>
                  </a:lnTo>
                  <a:lnTo>
                    <a:pt x="183076" y="333210"/>
                  </a:lnTo>
                  <a:lnTo>
                    <a:pt x="188342" y="332622"/>
                  </a:lnTo>
                  <a:lnTo>
                    <a:pt x="193588" y="331867"/>
                  </a:lnTo>
                  <a:lnTo>
                    <a:pt x="198807" y="330946"/>
                  </a:lnTo>
                  <a:lnTo>
                    <a:pt x="203994" y="329860"/>
                  </a:lnTo>
                  <a:lnTo>
                    <a:pt x="209145" y="328610"/>
                  </a:lnTo>
                  <a:lnTo>
                    <a:pt x="214253" y="327197"/>
                  </a:lnTo>
                  <a:lnTo>
                    <a:pt x="219313" y="325624"/>
                  </a:lnTo>
                  <a:lnTo>
                    <a:pt x="224321" y="323890"/>
                  </a:lnTo>
                  <a:lnTo>
                    <a:pt x="229272" y="321999"/>
                  </a:lnTo>
                  <a:lnTo>
                    <a:pt x="234161" y="319952"/>
                  </a:lnTo>
                  <a:lnTo>
                    <a:pt x="238982" y="317751"/>
                  </a:lnTo>
                  <a:lnTo>
                    <a:pt x="243730" y="315398"/>
                  </a:lnTo>
                  <a:lnTo>
                    <a:pt x="248402" y="312896"/>
                  </a:lnTo>
                  <a:lnTo>
                    <a:pt x="252992" y="310247"/>
                  </a:lnTo>
                  <a:lnTo>
                    <a:pt x="257496" y="307454"/>
                  </a:lnTo>
                  <a:lnTo>
                    <a:pt x="261909" y="304519"/>
                  </a:lnTo>
                  <a:lnTo>
                    <a:pt x="266227" y="301446"/>
                  </a:lnTo>
                  <a:lnTo>
                    <a:pt x="270445" y="298238"/>
                  </a:lnTo>
                  <a:lnTo>
                    <a:pt x="274560" y="294898"/>
                  </a:lnTo>
                  <a:lnTo>
                    <a:pt x="278566" y="291428"/>
                  </a:lnTo>
                  <a:lnTo>
                    <a:pt x="282461" y="287834"/>
                  </a:lnTo>
                  <a:lnTo>
                    <a:pt x="286239" y="284118"/>
                  </a:lnTo>
                  <a:lnTo>
                    <a:pt x="289898" y="280284"/>
                  </a:lnTo>
                  <a:lnTo>
                    <a:pt x="293434" y="276336"/>
                  </a:lnTo>
                  <a:lnTo>
                    <a:pt x="296842" y="272278"/>
                  </a:lnTo>
                  <a:lnTo>
                    <a:pt x="300121" y="268114"/>
                  </a:lnTo>
                  <a:lnTo>
                    <a:pt x="303265" y="263848"/>
                  </a:lnTo>
                  <a:lnTo>
                    <a:pt x="306273" y="259484"/>
                  </a:lnTo>
                  <a:lnTo>
                    <a:pt x="309141" y="255028"/>
                  </a:lnTo>
                  <a:lnTo>
                    <a:pt x="311866" y="250482"/>
                  </a:lnTo>
                  <a:lnTo>
                    <a:pt x="314446" y="245853"/>
                  </a:lnTo>
                  <a:lnTo>
                    <a:pt x="316878" y="241144"/>
                  </a:lnTo>
                  <a:lnTo>
                    <a:pt x="319159" y="236361"/>
                  </a:lnTo>
                  <a:lnTo>
                    <a:pt x="321288" y="231507"/>
                  </a:lnTo>
                  <a:lnTo>
                    <a:pt x="323261" y="226589"/>
                  </a:lnTo>
                  <a:lnTo>
                    <a:pt x="325078" y="221610"/>
                  </a:lnTo>
                  <a:lnTo>
                    <a:pt x="326736" y="216576"/>
                  </a:lnTo>
                  <a:lnTo>
                    <a:pt x="328233" y="211493"/>
                  </a:lnTo>
                  <a:lnTo>
                    <a:pt x="329569" y="206364"/>
                  </a:lnTo>
                  <a:lnTo>
                    <a:pt x="330742" y="201196"/>
                  </a:lnTo>
                  <a:lnTo>
                    <a:pt x="331750" y="195993"/>
                  </a:lnTo>
                  <a:lnTo>
                    <a:pt x="332592" y="190760"/>
                  </a:lnTo>
                  <a:lnTo>
                    <a:pt x="333268" y="185504"/>
                  </a:lnTo>
                  <a:lnTo>
                    <a:pt x="333778" y="180229"/>
                  </a:lnTo>
                  <a:lnTo>
                    <a:pt x="334120" y="174940"/>
                  </a:lnTo>
                  <a:lnTo>
                    <a:pt x="334294" y="169643"/>
                  </a:lnTo>
                  <a:lnTo>
                    <a:pt x="334300" y="164344"/>
                  </a:lnTo>
                  <a:lnTo>
                    <a:pt x="334138" y="159047"/>
                  </a:lnTo>
                  <a:lnTo>
                    <a:pt x="333808" y="153757"/>
                  </a:lnTo>
                  <a:lnTo>
                    <a:pt x="333311" y="148481"/>
                  </a:lnTo>
                  <a:lnTo>
                    <a:pt x="332646" y="143223"/>
                  </a:lnTo>
                  <a:lnTo>
                    <a:pt x="331816" y="137989"/>
                  </a:lnTo>
                  <a:lnTo>
                    <a:pt x="330820" y="132783"/>
                  </a:lnTo>
                  <a:lnTo>
                    <a:pt x="329659" y="127612"/>
                  </a:lnTo>
                  <a:lnTo>
                    <a:pt x="328335" y="122481"/>
                  </a:lnTo>
                  <a:lnTo>
                    <a:pt x="326849" y="117394"/>
                  </a:lnTo>
                  <a:lnTo>
                    <a:pt x="325202" y="112356"/>
                  </a:lnTo>
                  <a:lnTo>
                    <a:pt x="323397" y="107374"/>
                  </a:lnTo>
                  <a:lnTo>
                    <a:pt x="321435" y="102451"/>
                  </a:lnTo>
                  <a:lnTo>
                    <a:pt x="319317" y="97592"/>
                  </a:lnTo>
                  <a:lnTo>
                    <a:pt x="317047" y="92803"/>
                  </a:lnTo>
                  <a:lnTo>
                    <a:pt x="314626" y="88089"/>
                  </a:lnTo>
                  <a:lnTo>
                    <a:pt x="312057" y="83454"/>
                  </a:lnTo>
                  <a:lnTo>
                    <a:pt x="309342" y="78902"/>
                  </a:lnTo>
                  <a:lnTo>
                    <a:pt x="306484" y="74439"/>
                  </a:lnTo>
                  <a:lnTo>
                    <a:pt x="303486" y="70069"/>
                  </a:lnTo>
                  <a:lnTo>
                    <a:pt x="300351" y="65796"/>
                  </a:lnTo>
                  <a:lnTo>
                    <a:pt x="297082" y="61624"/>
                  </a:lnTo>
                  <a:lnTo>
                    <a:pt x="293683" y="57558"/>
                  </a:lnTo>
                  <a:lnTo>
                    <a:pt x="290156" y="53602"/>
                  </a:lnTo>
                  <a:lnTo>
                    <a:pt x="286506" y="49760"/>
                  </a:lnTo>
                  <a:lnTo>
                    <a:pt x="282736" y="46035"/>
                  </a:lnTo>
                  <a:lnTo>
                    <a:pt x="278850" y="42432"/>
                  </a:lnTo>
                  <a:lnTo>
                    <a:pt x="274851" y="38954"/>
                  </a:lnTo>
                  <a:lnTo>
                    <a:pt x="270745" y="35604"/>
                  </a:lnTo>
                  <a:lnTo>
                    <a:pt x="266534" y="32386"/>
                  </a:lnTo>
                  <a:lnTo>
                    <a:pt x="262223" y="29303"/>
                  </a:lnTo>
                  <a:lnTo>
                    <a:pt x="257816" y="26359"/>
                  </a:lnTo>
                  <a:lnTo>
                    <a:pt x="253319" y="23555"/>
                  </a:lnTo>
                  <a:lnTo>
                    <a:pt x="248735" y="20896"/>
                  </a:lnTo>
                  <a:lnTo>
                    <a:pt x="244069" y="18383"/>
                  </a:lnTo>
                  <a:lnTo>
                    <a:pt x="239325" y="16019"/>
                  </a:lnTo>
                  <a:lnTo>
                    <a:pt x="234509" y="13807"/>
                  </a:lnTo>
                  <a:lnTo>
                    <a:pt x="229626" y="11749"/>
                  </a:lnTo>
                  <a:lnTo>
                    <a:pt x="224679" y="9847"/>
                  </a:lnTo>
                  <a:lnTo>
                    <a:pt x="219675" y="8102"/>
                  </a:lnTo>
                  <a:lnTo>
                    <a:pt x="214618" y="6517"/>
                  </a:lnTo>
                  <a:lnTo>
                    <a:pt x="209513" y="5092"/>
                  </a:lnTo>
                  <a:lnTo>
                    <a:pt x="204366" y="3831"/>
                  </a:lnTo>
                  <a:lnTo>
                    <a:pt x="199181" y="2733"/>
                  </a:lnTo>
                  <a:lnTo>
                    <a:pt x="193964" y="1800"/>
                  </a:lnTo>
                  <a:lnTo>
                    <a:pt x="188720" y="1033"/>
                  </a:lnTo>
                  <a:lnTo>
                    <a:pt x="183455" y="433"/>
                  </a:lnTo>
                  <a:lnTo>
                    <a:pt x="178173" y="0"/>
                  </a:lnTo>
                  <a:lnTo>
                    <a:pt x="167150" y="166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83779" y="3170392"/>
              <a:ext cx="11022" cy="167167"/>
            </a:xfrm>
            <a:custGeom>
              <a:avLst/>
              <a:pathLst>
                <a:path w="11022" h="167167">
                  <a:moveTo>
                    <a:pt x="11022" y="3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44" y="2633064"/>
              <a:ext cx="167167" cy="224502"/>
            </a:xfrm>
            <a:custGeom>
              <a:avLst/>
              <a:pathLst>
                <a:path w="167167" h="224502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3" y="3074"/>
                  </a:lnTo>
                  <a:lnTo>
                    <a:pt x="130017" y="4180"/>
                  </a:lnTo>
                  <a:lnTo>
                    <a:pt x="124819" y="5452"/>
                  </a:lnTo>
                  <a:lnTo>
                    <a:pt x="119664" y="6891"/>
                  </a:lnTo>
                  <a:lnTo>
                    <a:pt x="114558" y="8493"/>
                  </a:lnTo>
                  <a:lnTo>
                    <a:pt x="109506" y="10259"/>
                  </a:lnTo>
                  <a:lnTo>
                    <a:pt x="104513" y="12185"/>
                  </a:lnTo>
                  <a:lnTo>
                    <a:pt x="99584" y="14270"/>
                  </a:lnTo>
                  <a:lnTo>
                    <a:pt x="94725" y="16511"/>
                  </a:lnTo>
                  <a:lnTo>
                    <a:pt x="89940" y="18907"/>
                  </a:lnTo>
                  <a:lnTo>
                    <a:pt x="85233" y="21455"/>
                  </a:lnTo>
                  <a:lnTo>
                    <a:pt x="80611" y="24152"/>
                  </a:lnTo>
                  <a:lnTo>
                    <a:pt x="76078" y="26996"/>
                  </a:lnTo>
                  <a:lnTo>
                    <a:pt x="71638" y="29984"/>
                  </a:lnTo>
                  <a:lnTo>
                    <a:pt x="67296" y="33112"/>
                  </a:lnTo>
                  <a:lnTo>
                    <a:pt x="63056" y="36377"/>
                  </a:lnTo>
                  <a:lnTo>
                    <a:pt x="58923" y="39777"/>
                  </a:lnTo>
                  <a:lnTo>
                    <a:pt x="54900" y="43307"/>
                  </a:lnTo>
                  <a:lnTo>
                    <a:pt x="50993" y="46964"/>
                  </a:lnTo>
                  <a:lnTo>
                    <a:pt x="47205" y="50744"/>
                  </a:lnTo>
                  <a:lnTo>
                    <a:pt x="43540" y="54644"/>
                  </a:lnTo>
                  <a:lnTo>
                    <a:pt x="40002" y="58659"/>
                  </a:lnTo>
                  <a:lnTo>
                    <a:pt x="36594" y="62785"/>
                  </a:lnTo>
                  <a:lnTo>
                    <a:pt x="33319" y="67018"/>
                  </a:lnTo>
                  <a:lnTo>
                    <a:pt x="30182" y="71353"/>
                  </a:lnTo>
                  <a:lnTo>
                    <a:pt x="27186" y="75787"/>
                  </a:lnTo>
                  <a:lnTo>
                    <a:pt x="24332" y="80315"/>
                  </a:lnTo>
                  <a:lnTo>
                    <a:pt x="21625" y="84931"/>
                  </a:lnTo>
                  <a:lnTo>
                    <a:pt x="19068" y="89632"/>
                  </a:lnTo>
                  <a:lnTo>
                    <a:pt x="16662" y="94412"/>
                  </a:lnTo>
                  <a:lnTo>
                    <a:pt x="14410" y="99267"/>
                  </a:lnTo>
                  <a:lnTo>
                    <a:pt x="12315" y="104192"/>
                  </a:lnTo>
                  <a:lnTo>
                    <a:pt x="10378" y="109180"/>
                  </a:lnTo>
                  <a:lnTo>
                    <a:pt x="8603" y="114229"/>
                  </a:lnTo>
                  <a:lnTo>
                    <a:pt x="6989" y="119332"/>
                  </a:lnTo>
                  <a:lnTo>
                    <a:pt x="5540" y="124483"/>
                  </a:lnTo>
                  <a:lnTo>
                    <a:pt x="4257" y="129679"/>
                  </a:lnTo>
                  <a:lnTo>
                    <a:pt x="3140" y="134912"/>
                  </a:lnTo>
                  <a:lnTo>
                    <a:pt x="2192" y="140179"/>
                  </a:lnTo>
                  <a:lnTo>
                    <a:pt x="1413" y="145474"/>
                  </a:lnTo>
                  <a:lnTo>
                    <a:pt x="803" y="150791"/>
                  </a:lnTo>
                  <a:lnTo>
                    <a:pt x="364" y="156124"/>
                  </a:lnTo>
                  <a:lnTo>
                    <a:pt x="96" y="161469"/>
                  </a:lnTo>
                  <a:lnTo>
                    <a:pt x="0" y="166820"/>
                  </a:lnTo>
                  <a:lnTo>
                    <a:pt x="74" y="172171"/>
                  </a:lnTo>
                  <a:lnTo>
                    <a:pt x="320" y="177517"/>
                  </a:lnTo>
                  <a:lnTo>
                    <a:pt x="737" y="182852"/>
                  </a:lnTo>
                  <a:lnTo>
                    <a:pt x="1324" y="188171"/>
                  </a:lnTo>
                  <a:lnTo>
                    <a:pt x="2081" y="193469"/>
                  </a:lnTo>
                  <a:lnTo>
                    <a:pt x="3008" y="198740"/>
                  </a:lnTo>
                  <a:lnTo>
                    <a:pt x="4103" y="203978"/>
                  </a:lnTo>
                  <a:lnTo>
                    <a:pt x="5364" y="209179"/>
                  </a:lnTo>
                  <a:lnTo>
                    <a:pt x="6792" y="214336"/>
                  </a:lnTo>
                  <a:lnTo>
                    <a:pt x="8384" y="219446"/>
                  </a:lnTo>
                  <a:lnTo>
                    <a:pt x="10139" y="22450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61983" y="2642891"/>
              <a:ext cx="324177" cy="324501"/>
            </a:xfrm>
            <a:custGeom>
              <a:avLst/>
              <a:pathLst>
                <a:path w="324177" h="324501">
                  <a:moveTo>
                    <a:pt x="0" y="214675"/>
                  </a:moveTo>
                  <a:lnTo>
                    <a:pt x="1907" y="219652"/>
                  </a:lnTo>
                  <a:lnTo>
                    <a:pt x="3973" y="224566"/>
                  </a:lnTo>
                  <a:lnTo>
                    <a:pt x="6194" y="229411"/>
                  </a:lnTo>
                  <a:lnTo>
                    <a:pt x="8568" y="234183"/>
                  </a:lnTo>
                  <a:lnTo>
                    <a:pt x="11093" y="238877"/>
                  </a:lnTo>
                  <a:lnTo>
                    <a:pt x="13767" y="243488"/>
                  </a:lnTo>
                  <a:lnTo>
                    <a:pt x="16586" y="248012"/>
                  </a:lnTo>
                  <a:lnTo>
                    <a:pt x="19549" y="252443"/>
                  </a:lnTo>
                  <a:lnTo>
                    <a:pt x="22650" y="256778"/>
                  </a:lnTo>
                  <a:lnTo>
                    <a:pt x="25889" y="261011"/>
                  </a:lnTo>
                  <a:lnTo>
                    <a:pt x="29261" y="265139"/>
                  </a:lnTo>
                  <a:lnTo>
                    <a:pt x="32762" y="269158"/>
                  </a:lnTo>
                  <a:lnTo>
                    <a:pt x="36391" y="273063"/>
                  </a:lnTo>
                  <a:lnTo>
                    <a:pt x="40141" y="276850"/>
                  </a:lnTo>
                  <a:lnTo>
                    <a:pt x="44011" y="280516"/>
                  </a:lnTo>
                  <a:lnTo>
                    <a:pt x="47995" y="284056"/>
                  </a:lnTo>
                  <a:lnTo>
                    <a:pt x="52091" y="287468"/>
                  </a:lnTo>
                  <a:lnTo>
                    <a:pt x="56292" y="290747"/>
                  </a:lnTo>
                  <a:lnTo>
                    <a:pt x="60597" y="293891"/>
                  </a:lnTo>
                  <a:lnTo>
                    <a:pt x="64999" y="296896"/>
                  </a:lnTo>
                  <a:lnTo>
                    <a:pt x="69495" y="299759"/>
                  </a:lnTo>
                  <a:lnTo>
                    <a:pt x="74080" y="302477"/>
                  </a:lnTo>
                  <a:lnTo>
                    <a:pt x="78750" y="305048"/>
                  </a:lnTo>
                  <a:lnTo>
                    <a:pt x="83499" y="307468"/>
                  </a:lnTo>
                  <a:lnTo>
                    <a:pt x="88322" y="309736"/>
                  </a:lnTo>
                  <a:lnTo>
                    <a:pt x="93216" y="311849"/>
                  </a:lnTo>
                  <a:lnTo>
                    <a:pt x="98174" y="313805"/>
                  </a:lnTo>
                  <a:lnTo>
                    <a:pt x="103192" y="315602"/>
                  </a:lnTo>
                  <a:lnTo>
                    <a:pt x="108265" y="317238"/>
                  </a:lnTo>
                  <a:lnTo>
                    <a:pt x="113388" y="318711"/>
                  </a:lnTo>
                  <a:lnTo>
                    <a:pt x="118555" y="320020"/>
                  </a:lnTo>
                  <a:lnTo>
                    <a:pt x="123761" y="321164"/>
                  </a:lnTo>
                  <a:lnTo>
                    <a:pt x="129000" y="322141"/>
                  </a:lnTo>
                  <a:lnTo>
                    <a:pt x="134269" y="322951"/>
                  </a:lnTo>
                  <a:lnTo>
                    <a:pt x="139560" y="323592"/>
                  </a:lnTo>
                  <a:lnTo>
                    <a:pt x="144869" y="324065"/>
                  </a:lnTo>
                  <a:lnTo>
                    <a:pt x="150191" y="324368"/>
                  </a:lnTo>
                  <a:lnTo>
                    <a:pt x="155520" y="324501"/>
                  </a:lnTo>
                  <a:lnTo>
                    <a:pt x="160850" y="324464"/>
                  </a:lnTo>
                  <a:lnTo>
                    <a:pt x="166176" y="324257"/>
                  </a:lnTo>
                  <a:lnTo>
                    <a:pt x="171493" y="323881"/>
                  </a:lnTo>
                  <a:lnTo>
                    <a:pt x="176795" y="323335"/>
                  </a:lnTo>
                  <a:lnTo>
                    <a:pt x="182077" y="322620"/>
                  </a:lnTo>
                  <a:lnTo>
                    <a:pt x="187333" y="321737"/>
                  </a:lnTo>
                  <a:lnTo>
                    <a:pt x="192559" y="320688"/>
                  </a:lnTo>
                  <a:lnTo>
                    <a:pt x="197749" y="319472"/>
                  </a:lnTo>
                  <a:lnTo>
                    <a:pt x="202897" y="318091"/>
                  </a:lnTo>
                  <a:lnTo>
                    <a:pt x="207999" y="316547"/>
                  </a:lnTo>
                  <a:lnTo>
                    <a:pt x="213049" y="314841"/>
                  </a:lnTo>
                  <a:lnTo>
                    <a:pt x="218041" y="312975"/>
                  </a:lnTo>
                  <a:lnTo>
                    <a:pt x="222972" y="310951"/>
                  </a:lnTo>
                  <a:lnTo>
                    <a:pt x="227836" y="308770"/>
                  </a:lnTo>
                  <a:lnTo>
                    <a:pt x="232628" y="306436"/>
                  </a:lnTo>
                  <a:lnTo>
                    <a:pt x="237343" y="303950"/>
                  </a:lnTo>
                  <a:lnTo>
                    <a:pt x="241976" y="301315"/>
                  </a:lnTo>
                  <a:lnTo>
                    <a:pt x="246523" y="298533"/>
                  </a:lnTo>
                  <a:lnTo>
                    <a:pt x="250979" y="295608"/>
                  </a:lnTo>
                  <a:lnTo>
                    <a:pt x="255339" y="292543"/>
                  </a:lnTo>
                  <a:lnTo>
                    <a:pt x="259600" y="289339"/>
                  </a:lnTo>
                  <a:lnTo>
                    <a:pt x="263756" y="286002"/>
                  </a:lnTo>
                  <a:lnTo>
                    <a:pt x="267804" y="282534"/>
                  </a:lnTo>
                  <a:lnTo>
                    <a:pt x="271739" y="278939"/>
                  </a:lnTo>
                  <a:lnTo>
                    <a:pt x="275557" y="275220"/>
                  </a:lnTo>
                  <a:lnTo>
                    <a:pt x="279255" y="271381"/>
                  </a:lnTo>
                  <a:lnTo>
                    <a:pt x="282829" y="267426"/>
                  </a:lnTo>
                  <a:lnTo>
                    <a:pt x="286274" y="263360"/>
                  </a:lnTo>
                  <a:lnTo>
                    <a:pt x="289589" y="259185"/>
                  </a:lnTo>
                  <a:lnTo>
                    <a:pt x="292768" y="254907"/>
                  </a:lnTo>
                  <a:lnTo>
                    <a:pt x="295810" y="250530"/>
                  </a:lnTo>
                  <a:lnTo>
                    <a:pt x="298710" y="246058"/>
                  </a:lnTo>
                  <a:lnTo>
                    <a:pt x="301467" y="241496"/>
                  </a:lnTo>
                  <a:lnTo>
                    <a:pt x="304076" y="236848"/>
                  </a:lnTo>
                  <a:lnTo>
                    <a:pt x="306536" y="232120"/>
                  </a:lnTo>
                  <a:lnTo>
                    <a:pt x="308844" y="227315"/>
                  </a:lnTo>
                  <a:lnTo>
                    <a:pt x="310998" y="222440"/>
                  </a:lnTo>
                  <a:lnTo>
                    <a:pt x="312995" y="217498"/>
                  </a:lnTo>
                  <a:lnTo>
                    <a:pt x="314834" y="212495"/>
                  </a:lnTo>
                  <a:lnTo>
                    <a:pt x="316512" y="207436"/>
                  </a:lnTo>
                  <a:lnTo>
                    <a:pt x="318028" y="202325"/>
                  </a:lnTo>
                  <a:lnTo>
                    <a:pt x="319380" y="197170"/>
                  </a:lnTo>
                  <a:lnTo>
                    <a:pt x="320568" y="191973"/>
                  </a:lnTo>
                  <a:lnTo>
                    <a:pt x="321589" y="186742"/>
                  </a:lnTo>
                  <a:lnTo>
                    <a:pt x="322442" y="181481"/>
                  </a:lnTo>
                  <a:lnTo>
                    <a:pt x="323128" y="176195"/>
                  </a:lnTo>
                  <a:lnTo>
                    <a:pt x="323645" y="170890"/>
                  </a:lnTo>
                  <a:lnTo>
                    <a:pt x="323992" y="165571"/>
                  </a:lnTo>
                  <a:lnTo>
                    <a:pt x="324169" y="160243"/>
                  </a:lnTo>
                  <a:lnTo>
                    <a:pt x="324177" y="154913"/>
                  </a:lnTo>
                  <a:lnTo>
                    <a:pt x="324015" y="149586"/>
                  </a:lnTo>
                  <a:lnTo>
                    <a:pt x="323683" y="144266"/>
                  </a:lnTo>
                  <a:lnTo>
                    <a:pt x="323181" y="138959"/>
                  </a:lnTo>
                  <a:lnTo>
                    <a:pt x="322511" y="133671"/>
                  </a:lnTo>
                  <a:lnTo>
                    <a:pt x="321672" y="128408"/>
                  </a:lnTo>
                  <a:lnTo>
                    <a:pt x="320666" y="123173"/>
                  </a:lnTo>
                  <a:lnTo>
                    <a:pt x="319493" y="117974"/>
                  </a:lnTo>
                  <a:lnTo>
                    <a:pt x="318156" y="112814"/>
                  </a:lnTo>
                  <a:lnTo>
                    <a:pt x="316654" y="107700"/>
                  </a:lnTo>
                  <a:lnTo>
                    <a:pt x="314990" y="102636"/>
                  </a:lnTo>
                  <a:lnTo>
                    <a:pt x="313166" y="97627"/>
                  </a:lnTo>
                  <a:lnTo>
                    <a:pt x="311183" y="92680"/>
                  </a:lnTo>
                  <a:lnTo>
                    <a:pt x="309043" y="87798"/>
                  </a:lnTo>
                  <a:lnTo>
                    <a:pt x="306749" y="82987"/>
                  </a:lnTo>
                  <a:lnTo>
                    <a:pt x="304302" y="78251"/>
                  </a:lnTo>
                  <a:lnTo>
                    <a:pt x="301706" y="73596"/>
                  </a:lnTo>
                  <a:lnTo>
                    <a:pt x="298963" y="69026"/>
                  </a:lnTo>
                  <a:lnTo>
                    <a:pt x="296075" y="64546"/>
                  </a:lnTo>
                  <a:lnTo>
                    <a:pt x="293046" y="60160"/>
                  </a:lnTo>
                  <a:lnTo>
                    <a:pt x="289878" y="55873"/>
                  </a:lnTo>
                  <a:lnTo>
                    <a:pt x="286576" y="51689"/>
                  </a:lnTo>
                  <a:lnTo>
                    <a:pt x="283142" y="47613"/>
                  </a:lnTo>
                  <a:lnTo>
                    <a:pt x="279580" y="43648"/>
                  </a:lnTo>
                  <a:lnTo>
                    <a:pt x="275893" y="39799"/>
                  </a:lnTo>
                  <a:lnTo>
                    <a:pt x="272085" y="36069"/>
                  </a:lnTo>
                  <a:lnTo>
                    <a:pt x="268160" y="32462"/>
                  </a:lnTo>
                  <a:lnTo>
                    <a:pt x="264122" y="28983"/>
                  </a:lnTo>
                  <a:lnTo>
                    <a:pt x="259976" y="25634"/>
                  </a:lnTo>
                  <a:lnTo>
                    <a:pt x="255724" y="22419"/>
                  </a:lnTo>
                  <a:lnTo>
                    <a:pt x="251373" y="19341"/>
                  </a:lnTo>
                  <a:lnTo>
                    <a:pt x="246925" y="16403"/>
                  </a:lnTo>
                  <a:lnTo>
                    <a:pt x="242386" y="13608"/>
                  </a:lnTo>
                  <a:lnTo>
                    <a:pt x="237760" y="10960"/>
                  </a:lnTo>
                  <a:lnTo>
                    <a:pt x="233053" y="8461"/>
                  </a:lnTo>
                  <a:lnTo>
                    <a:pt x="228268" y="6113"/>
                  </a:lnTo>
                  <a:lnTo>
                    <a:pt x="223410" y="3918"/>
                  </a:lnTo>
                  <a:lnTo>
                    <a:pt x="218485" y="1880"/>
                  </a:lnTo>
                  <a:lnTo>
                    <a:pt x="213497" y="0"/>
                  </a:lnTo>
                  <a:lnTo>
                    <a:pt x="157027" y="157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919011" y="2633064"/>
              <a:ext cx="56470" cy="167167"/>
            </a:xfrm>
            <a:custGeom>
              <a:avLst/>
              <a:pathLst>
                <a:path w="56470" h="167167">
                  <a:moveTo>
                    <a:pt x="56470" y="9826"/>
                  </a:moveTo>
                  <a:lnTo>
                    <a:pt x="50406" y="7780"/>
                  </a:lnTo>
                  <a:lnTo>
                    <a:pt x="44268" y="5967"/>
                  </a:lnTo>
                  <a:lnTo>
                    <a:pt x="38065" y="4391"/>
                  </a:lnTo>
                  <a:lnTo>
                    <a:pt x="31806" y="3053"/>
                  </a:lnTo>
                  <a:lnTo>
                    <a:pt x="25501" y="1956"/>
                  </a:lnTo>
                  <a:lnTo>
                    <a:pt x="19158" y="1101"/>
                  </a:lnTo>
                  <a:lnTo>
                    <a:pt x="12788" y="489"/>
                  </a:lnTo>
                  <a:lnTo>
                    <a:pt x="6398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76639" y="2126963"/>
              <a:ext cx="51832" cy="167167"/>
            </a:xfrm>
            <a:custGeom>
              <a:avLst/>
              <a:pathLst>
                <a:path w="51832" h="167167">
                  <a:moveTo>
                    <a:pt x="51832" y="0"/>
                  </a:moveTo>
                  <a:lnTo>
                    <a:pt x="45977" y="102"/>
                  </a:lnTo>
                  <a:lnTo>
                    <a:pt x="40130" y="410"/>
                  </a:lnTo>
                  <a:lnTo>
                    <a:pt x="34297" y="922"/>
                  </a:lnTo>
                  <a:lnTo>
                    <a:pt x="28486" y="1638"/>
                  </a:lnTo>
                  <a:lnTo>
                    <a:pt x="22703" y="2557"/>
                  </a:lnTo>
                  <a:lnTo>
                    <a:pt x="16956" y="3678"/>
                  </a:lnTo>
                  <a:lnTo>
                    <a:pt x="11252" y="5000"/>
                  </a:lnTo>
                  <a:lnTo>
                    <a:pt x="5597" y="6520"/>
                  </a:lnTo>
                  <a:lnTo>
                    <a:pt x="0" y="8238"/>
                  </a:lnTo>
                  <a:lnTo>
                    <a:pt x="518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6639" y="2135202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561319" y="2135202"/>
              <a:ext cx="243290" cy="326095"/>
            </a:xfrm>
            <a:custGeom>
              <a:avLst/>
              <a:pathLst>
                <a:path w="243290" h="326095">
                  <a:moveTo>
                    <a:pt x="115320" y="0"/>
                  </a:moveTo>
                  <a:lnTo>
                    <a:pt x="110305" y="1723"/>
                  </a:lnTo>
                  <a:lnTo>
                    <a:pt x="105347" y="3606"/>
                  </a:lnTo>
                  <a:lnTo>
                    <a:pt x="100452" y="5644"/>
                  </a:lnTo>
                  <a:lnTo>
                    <a:pt x="95623" y="7837"/>
                  </a:lnTo>
                  <a:lnTo>
                    <a:pt x="90867" y="10182"/>
                  </a:lnTo>
                  <a:lnTo>
                    <a:pt x="86188" y="12676"/>
                  </a:lnTo>
                  <a:lnTo>
                    <a:pt x="81589" y="15318"/>
                  </a:lnTo>
                  <a:lnTo>
                    <a:pt x="77077" y="18104"/>
                  </a:lnTo>
                  <a:lnTo>
                    <a:pt x="72656" y="21032"/>
                  </a:lnTo>
                  <a:lnTo>
                    <a:pt x="68330" y="24098"/>
                  </a:lnTo>
                  <a:lnTo>
                    <a:pt x="64103" y="27300"/>
                  </a:lnTo>
                  <a:lnTo>
                    <a:pt x="59980" y="30635"/>
                  </a:lnTo>
                  <a:lnTo>
                    <a:pt x="55965" y="34099"/>
                  </a:lnTo>
                  <a:lnTo>
                    <a:pt x="52061" y="37689"/>
                  </a:lnTo>
                  <a:lnTo>
                    <a:pt x="48274" y="41400"/>
                  </a:lnTo>
                  <a:lnTo>
                    <a:pt x="44606" y="45230"/>
                  </a:lnTo>
                  <a:lnTo>
                    <a:pt x="41061" y="49174"/>
                  </a:lnTo>
                  <a:lnTo>
                    <a:pt x="37643" y="53228"/>
                  </a:lnTo>
                  <a:lnTo>
                    <a:pt x="34356" y="57389"/>
                  </a:lnTo>
                  <a:lnTo>
                    <a:pt x="31202" y="61652"/>
                  </a:lnTo>
                  <a:lnTo>
                    <a:pt x="28185" y="66013"/>
                  </a:lnTo>
                  <a:lnTo>
                    <a:pt x="25308" y="70468"/>
                  </a:lnTo>
                  <a:lnTo>
                    <a:pt x="22574" y="75011"/>
                  </a:lnTo>
                  <a:lnTo>
                    <a:pt x="19985" y="79639"/>
                  </a:lnTo>
                  <a:lnTo>
                    <a:pt x="17544" y="84347"/>
                  </a:lnTo>
                  <a:lnTo>
                    <a:pt x="15254" y="89130"/>
                  </a:lnTo>
                  <a:lnTo>
                    <a:pt x="13116" y="93983"/>
                  </a:lnTo>
                  <a:lnTo>
                    <a:pt x="11134" y="98901"/>
                  </a:lnTo>
                  <a:lnTo>
                    <a:pt x="9308" y="103880"/>
                  </a:lnTo>
                  <a:lnTo>
                    <a:pt x="7642" y="108914"/>
                  </a:lnTo>
                  <a:lnTo>
                    <a:pt x="6136" y="113999"/>
                  </a:lnTo>
                  <a:lnTo>
                    <a:pt x="4791" y="119128"/>
                  </a:lnTo>
                  <a:lnTo>
                    <a:pt x="3611" y="124298"/>
                  </a:lnTo>
                  <a:lnTo>
                    <a:pt x="2595" y="129503"/>
                  </a:lnTo>
                  <a:lnTo>
                    <a:pt x="1744" y="134737"/>
                  </a:lnTo>
                  <a:lnTo>
                    <a:pt x="1060" y="139996"/>
                  </a:lnTo>
                  <a:lnTo>
                    <a:pt x="543" y="145273"/>
                  </a:lnTo>
                  <a:lnTo>
                    <a:pt x="194" y="150565"/>
                  </a:lnTo>
                  <a:lnTo>
                    <a:pt x="13" y="155864"/>
                  </a:lnTo>
                  <a:lnTo>
                    <a:pt x="0" y="161167"/>
                  </a:lnTo>
                  <a:lnTo>
                    <a:pt x="155" y="166468"/>
                  </a:lnTo>
                  <a:lnTo>
                    <a:pt x="478" y="171761"/>
                  </a:lnTo>
                  <a:lnTo>
                    <a:pt x="969" y="177041"/>
                  </a:lnTo>
                  <a:lnTo>
                    <a:pt x="1627" y="182303"/>
                  </a:lnTo>
                  <a:lnTo>
                    <a:pt x="2451" y="187541"/>
                  </a:lnTo>
                  <a:lnTo>
                    <a:pt x="3442" y="192751"/>
                  </a:lnTo>
                  <a:lnTo>
                    <a:pt x="4597" y="197926"/>
                  </a:lnTo>
                  <a:lnTo>
                    <a:pt x="5916" y="203063"/>
                  </a:lnTo>
                  <a:lnTo>
                    <a:pt x="7397" y="208155"/>
                  </a:lnTo>
                  <a:lnTo>
                    <a:pt x="9038" y="213197"/>
                  </a:lnTo>
                  <a:lnTo>
                    <a:pt x="10839" y="218185"/>
                  </a:lnTo>
                  <a:lnTo>
                    <a:pt x="12797" y="223113"/>
                  </a:lnTo>
                  <a:lnTo>
                    <a:pt x="14911" y="227976"/>
                  </a:lnTo>
                  <a:lnTo>
                    <a:pt x="17178" y="232770"/>
                  </a:lnTo>
                  <a:lnTo>
                    <a:pt x="19595" y="237490"/>
                  </a:lnTo>
                  <a:lnTo>
                    <a:pt x="22161" y="242131"/>
                  </a:lnTo>
                  <a:lnTo>
                    <a:pt x="24873" y="246688"/>
                  </a:lnTo>
                  <a:lnTo>
                    <a:pt x="27728" y="251156"/>
                  </a:lnTo>
                  <a:lnTo>
                    <a:pt x="30724" y="255532"/>
                  </a:lnTo>
                  <a:lnTo>
                    <a:pt x="33856" y="259811"/>
                  </a:lnTo>
                  <a:lnTo>
                    <a:pt x="37123" y="263988"/>
                  </a:lnTo>
                  <a:lnTo>
                    <a:pt x="40521" y="268059"/>
                  </a:lnTo>
                  <a:lnTo>
                    <a:pt x="44046" y="272021"/>
                  </a:lnTo>
                  <a:lnTo>
                    <a:pt x="47695" y="275869"/>
                  </a:lnTo>
                  <a:lnTo>
                    <a:pt x="51464" y="279599"/>
                  </a:lnTo>
                  <a:lnTo>
                    <a:pt x="55350" y="283207"/>
                  </a:lnTo>
                  <a:lnTo>
                    <a:pt x="59348" y="286691"/>
                  </a:lnTo>
                  <a:lnTo>
                    <a:pt x="63455" y="290046"/>
                  </a:lnTo>
                  <a:lnTo>
                    <a:pt x="67666" y="293269"/>
                  </a:lnTo>
                  <a:lnTo>
                    <a:pt x="71977" y="296357"/>
                  </a:lnTo>
                  <a:lnTo>
                    <a:pt x="76384" y="299307"/>
                  </a:lnTo>
                  <a:lnTo>
                    <a:pt x="80882" y="302115"/>
                  </a:lnTo>
                  <a:lnTo>
                    <a:pt x="85467" y="304779"/>
                  </a:lnTo>
                  <a:lnTo>
                    <a:pt x="90134" y="307297"/>
                  </a:lnTo>
                  <a:lnTo>
                    <a:pt x="94879" y="309665"/>
                  </a:lnTo>
                  <a:lnTo>
                    <a:pt x="99696" y="311881"/>
                  </a:lnTo>
                  <a:lnTo>
                    <a:pt x="104581" y="313944"/>
                  </a:lnTo>
                  <a:lnTo>
                    <a:pt x="109530" y="315851"/>
                  </a:lnTo>
                  <a:lnTo>
                    <a:pt x="114536" y="317599"/>
                  </a:lnTo>
                  <a:lnTo>
                    <a:pt x="119595" y="319188"/>
                  </a:lnTo>
                  <a:lnTo>
                    <a:pt x="124702" y="320616"/>
                  </a:lnTo>
                  <a:lnTo>
                    <a:pt x="129852" y="321881"/>
                  </a:lnTo>
                  <a:lnTo>
                    <a:pt x="135039" y="322982"/>
                  </a:lnTo>
                  <a:lnTo>
                    <a:pt x="140259" y="323918"/>
                  </a:lnTo>
                  <a:lnTo>
                    <a:pt x="145506" y="324688"/>
                  </a:lnTo>
                  <a:lnTo>
                    <a:pt x="150774" y="325291"/>
                  </a:lnTo>
                  <a:lnTo>
                    <a:pt x="156059" y="325727"/>
                  </a:lnTo>
                  <a:lnTo>
                    <a:pt x="161355" y="325995"/>
                  </a:lnTo>
                  <a:lnTo>
                    <a:pt x="166657" y="326095"/>
                  </a:lnTo>
                  <a:lnTo>
                    <a:pt x="171959" y="326027"/>
                  </a:lnTo>
                  <a:lnTo>
                    <a:pt x="177257" y="325790"/>
                  </a:lnTo>
                  <a:lnTo>
                    <a:pt x="182544" y="325386"/>
                  </a:lnTo>
                  <a:lnTo>
                    <a:pt x="187816" y="324814"/>
                  </a:lnTo>
                  <a:lnTo>
                    <a:pt x="193068" y="324075"/>
                  </a:lnTo>
                  <a:lnTo>
                    <a:pt x="198293" y="323170"/>
                  </a:lnTo>
                  <a:lnTo>
                    <a:pt x="203486" y="322099"/>
                  </a:lnTo>
                  <a:lnTo>
                    <a:pt x="208644" y="320865"/>
                  </a:lnTo>
                  <a:lnTo>
                    <a:pt x="213759" y="319467"/>
                  </a:lnTo>
                  <a:lnTo>
                    <a:pt x="218827" y="317908"/>
                  </a:lnTo>
                  <a:lnTo>
                    <a:pt x="223844" y="316189"/>
                  </a:lnTo>
                  <a:lnTo>
                    <a:pt x="228803" y="314312"/>
                  </a:lnTo>
                  <a:lnTo>
                    <a:pt x="233701" y="312278"/>
                  </a:lnTo>
                  <a:lnTo>
                    <a:pt x="238531" y="310090"/>
                  </a:lnTo>
                  <a:lnTo>
                    <a:pt x="243290" y="307750"/>
                  </a:lnTo>
                  <a:lnTo>
                    <a:pt x="167152" y="158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728472" y="2126963"/>
              <a:ext cx="167165" cy="315989"/>
            </a:xfrm>
            <a:custGeom>
              <a:avLst/>
              <a:pathLst>
                <a:path w="167165" h="315989">
                  <a:moveTo>
                    <a:pt x="76138" y="315989"/>
                  </a:moveTo>
                  <a:lnTo>
                    <a:pt x="80882" y="313464"/>
                  </a:lnTo>
                  <a:lnTo>
                    <a:pt x="85544" y="310788"/>
                  </a:lnTo>
                  <a:lnTo>
                    <a:pt x="90117" y="307964"/>
                  </a:lnTo>
                  <a:lnTo>
                    <a:pt x="94596" y="304994"/>
                  </a:lnTo>
                  <a:lnTo>
                    <a:pt x="98978" y="301882"/>
                  </a:lnTo>
                  <a:lnTo>
                    <a:pt x="103258" y="298631"/>
                  </a:lnTo>
                  <a:lnTo>
                    <a:pt x="107431" y="295243"/>
                  </a:lnTo>
                  <a:lnTo>
                    <a:pt x="111492" y="291723"/>
                  </a:lnTo>
                  <a:lnTo>
                    <a:pt x="115439" y="288075"/>
                  </a:lnTo>
                  <a:lnTo>
                    <a:pt x="119266" y="284301"/>
                  </a:lnTo>
                  <a:lnTo>
                    <a:pt x="122970" y="280406"/>
                  </a:lnTo>
                  <a:lnTo>
                    <a:pt x="126547" y="276395"/>
                  </a:lnTo>
                  <a:lnTo>
                    <a:pt x="129993" y="272270"/>
                  </a:lnTo>
                  <a:lnTo>
                    <a:pt x="133305" y="268037"/>
                  </a:lnTo>
                  <a:lnTo>
                    <a:pt x="136478" y="263699"/>
                  </a:lnTo>
                  <a:lnTo>
                    <a:pt x="139511" y="259262"/>
                  </a:lnTo>
                  <a:lnTo>
                    <a:pt x="142400" y="254729"/>
                  </a:lnTo>
                  <a:lnTo>
                    <a:pt x="145141" y="250106"/>
                  </a:lnTo>
                  <a:lnTo>
                    <a:pt x="147732" y="245397"/>
                  </a:lnTo>
                  <a:lnTo>
                    <a:pt x="150171" y="240608"/>
                  </a:lnTo>
                  <a:lnTo>
                    <a:pt x="152454" y="235742"/>
                  </a:lnTo>
                  <a:lnTo>
                    <a:pt x="154580" y="230806"/>
                  </a:lnTo>
                  <a:lnTo>
                    <a:pt x="156546" y="225803"/>
                  </a:lnTo>
                  <a:lnTo>
                    <a:pt x="158350" y="220740"/>
                  </a:lnTo>
                  <a:lnTo>
                    <a:pt x="159990" y="215622"/>
                  </a:lnTo>
                  <a:lnTo>
                    <a:pt x="161465" y="210454"/>
                  </a:lnTo>
                  <a:lnTo>
                    <a:pt x="162773" y="205241"/>
                  </a:lnTo>
                  <a:lnTo>
                    <a:pt x="163913" y="199988"/>
                  </a:lnTo>
                  <a:lnTo>
                    <a:pt x="164884" y="194702"/>
                  </a:lnTo>
                  <a:lnTo>
                    <a:pt x="165684" y="189387"/>
                  </a:lnTo>
                  <a:lnTo>
                    <a:pt x="166312" y="184049"/>
                  </a:lnTo>
                  <a:lnTo>
                    <a:pt x="166769" y="178694"/>
                  </a:lnTo>
                  <a:lnTo>
                    <a:pt x="167053" y="173327"/>
                  </a:lnTo>
                  <a:lnTo>
                    <a:pt x="167165" y="167953"/>
                  </a:lnTo>
                  <a:lnTo>
                    <a:pt x="167104" y="162579"/>
                  </a:lnTo>
                  <a:lnTo>
                    <a:pt x="166870" y="157209"/>
                  </a:lnTo>
                  <a:lnTo>
                    <a:pt x="166464" y="151850"/>
                  </a:lnTo>
                  <a:lnTo>
                    <a:pt x="165885" y="146506"/>
                  </a:lnTo>
                  <a:lnTo>
                    <a:pt x="165135" y="141184"/>
                  </a:lnTo>
                  <a:lnTo>
                    <a:pt x="164215" y="135889"/>
                  </a:lnTo>
                  <a:lnTo>
                    <a:pt x="163124" y="130626"/>
                  </a:lnTo>
                  <a:lnTo>
                    <a:pt x="161865" y="125401"/>
                  </a:lnTo>
                  <a:lnTo>
                    <a:pt x="160439" y="120219"/>
                  </a:lnTo>
                  <a:lnTo>
                    <a:pt x="158847" y="115085"/>
                  </a:lnTo>
                  <a:lnTo>
                    <a:pt x="157090" y="110006"/>
                  </a:lnTo>
                  <a:lnTo>
                    <a:pt x="155172" y="104985"/>
                  </a:lnTo>
                  <a:lnTo>
                    <a:pt x="153092" y="100029"/>
                  </a:lnTo>
                  <a:lnTo>
                    <a:pt x="150855" y="95142"/>
                  </a:lnTo>
                  <a:lnTo>
                    <a:pt x="148462" y="90330"/>
                  </a:lnTo>
                  <a:lnTo>
                    <a:pt x="145915" y="85597"/>
                  </a:lnTo>
                  <a:lnTo>
                    <a:pt x="143217" y="80948"/>
                  </a:lnTo>
                  <a:lnTo>
                    <a:pt x="140371" y="76389"/>
                  </a:lnTo>
                  <a:lnTo>
                    <a:pt x="137380" y="71923"/>
                  </a:lnTo>
                  <a:lnTo>
                    <a:pt x="134248" y="67556"/>
                  </a:lnTo>
                  <a:lnTo>
                    <a:pt x="130976" y="63291"/>
                  </a:lnTo>
                  <a:lnTo>
                    <a:pt x="127569" y="59135"/>
                  </a:lnTo>
                  <a:lnTo>
                    <a:pt x="124030" y="55089"/>
                  </a:lnTo>
                  <a:lnTo>
                    <a:pt x="120363" y="51160"/>
                  </a:lnTo>
                  <a:lnTo>
                    <a:pt x="116571" y="47351"/>
                  </a:lnTo>
                  <a:lnTo>
                    <a:pt x="112659" y="43665"/>
                  </a:lnTo>
                  <a:lnTo>
                    <a:pt x="108631" y="40107"/>
                  </a:lnTo>
                  <a:lnTo>
                    <a:pt x="104490" y="36681"/>
                  </a:lnTo>
                  <a:lnTo>
                    <a:pt x="100241" y="33389"/>
                  </a:lnTo>
                  <a:lnTo>
                    <a:pt x="95889" y="30236"/>
                  </a:lnTo>
                  <a:lnTo>
                    <a:pt x="91437" y="27224"/>
                  </a:lnTo>
                  <a:lnTo>
                    <a:pt x="86891" y="24357"/>
                  </a:lnTo>
                  <a:lnTo>
                    <a:pt x="82255" y="21637"/>
                  </a:lnTo>
                  <a:lnTo>
                    <a:pt x="77534" y="19068"/>
                  </a:lnTo>
                  <a:lnTo>
                    <a:pt x="72733" y="16652"/>
                  </a:lnTo>
                  <a:lnTo>
                    <a:pt x="67857" y="14391"/>
                  </a:lnTo>
                  <a:lnTo>
                    <a:pt x="62910" y="12289"/>
                  </a:lnTo>
                  <a:lnTo>
                    <a:pt x="57899" y="10347"/>
                  </a:lnTo>
                  <a:lnTo>
                    <a:pt x="52828" y="8566"/>
                  </a:lnTo>
                  <a:lnTo>
                    <a:pt x="47702" y="6950"/>
                  </a:lnTo>
                  <a:lnTo>
                    <a:pt x="42526" y="5499"/>
                  </a:lnTo>
                  <a:lnTo>
                    <a:pt x="37307" y="4216"/>
                  </a:lnTo>
                  <a:lnTo>
                    <a:pt x="32050" y="3101"/>
                  </a:lnTo>
                  <a:lnTo>
                    <a:pt x="26759" y="2155"/>
                  </a:lnTo>
                  <a:lnTo>
                    <a:pt x="21440" y="1380"/>
                  </a:lnTo>
                  <a:lnTo>
                    <a:pt x="16099" y="777"/>
                  </a:lnTo>
                  <a:lnTo>
                    <a:pt x="10742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1994" y="1681503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256074" y="1686670"/>
              <a:ext cx="334327" cy="329159"/>
            </a:xfrm>
            <a:custGeom>
              <a:avLst/>
              <a:pathLst>
                <a:path w="334327" h="329159">
                  <a:moveTo>
                    <a:pt x="125920" y="0"/>
                  </a:moveTo>
                  <a:lnTo>
                    <a:pt x="120810" y="1387"/>
                  </a:lnTo>
                  <a:lnTo>
                    <a:pt x="115747" y="2935"/>
                  </a:lnTo>
                  <a:lnTo>
                    <a:pt x="110735" y="4643"/>
                  </a:lnTo>
                  <a:lnTo>
                    <a:pt x="105779" y="6509"/>
                  </a:lnTo>
                  <a:lnTo>
                    <a:pt x="100886" y="8531"/>
                  </a:lnTo>
                  <a:lnTo>
                    <a:pt x="96059" y="10707"/>
                  </a:lnTo>
                  <a:lnTo>
                    <a:pt x="91303" y="13035"/>
                  </a:lnTo>
                  <a:lnTo>
                    <a:pt x="86623" y="15512"/>
                  </a:lnTo>
                  <a:lnTo>
                    <a:pt x="82024" y="18136"/>
                  </a:lnTo>
                  <a:lnTo>
                    <a:pt x="77511" y="20905"/>
                  </a:lnTo>
                  <a:lnTo>
                    <a:pt x="73087" y="23815"/>
                  </a:lnTo>
                  <a:lnTo>
                    <a:pt x="68758" y="26864"/>
                  </a:lnTo>
                  <a:lnTo>
                    <a:pt x="64527" y="30048"/>
                  </a:lnTo>
                  <a:lnTo>
                    <a:pt x="60400" y="33364"/>
                  </a:lnTo>
                  <a:lnTo>
                    <a:pt x="56379" y="36810"/>
                  </a:lnTo>
                  <a:lnTo>
                    <a:pt x="52470" y="40381"/>
                  </a:lnTo>
                  <a:lnTo>
                    <a:pt x="48676" y="44075"/>
                  </a:lnTo>
                  <a:lnTo>
                    <a:pt x="45001" y="47886"/>
                  </a:lnTo>
                  <a:lnTo>
                    <a:pt x="41448" y="51812"/>
                  </a:lnTo>
                  <a:lnTo>
                    <a:pt x="38021" y="55849"/>
                  </a:lnTo>
                  <a:lnTo>
                    <a:pt x="34724" y="59992"/>
                  </a:lnTo>
                  <a:lnTo>
                    <a:pt x="31560" y="64238"/>
                  </a:lnTo>
                  <a:lnTo>
                    <a:pt x="28532" y="68581"/>
                  </a:lnTo>
                  <a:lnTo>
                    <a:pt x="25643" y="73019"/>
                  </a:lnTo>
                  <a:lnTo>
                    <a:pt x="22896" y="77545"/>
                  </a:lnTo>
                  <a:lnTo>
                    <a:pt x="20293" y="82156"/>
                  </a:lnTo>
                  <a:lnTo>
                    <a:pt x="17838" y="86848"/>
                  </a:lnTo>
                  <a:lnTo>
                    <a:pt x="15533" y="91615"/>
                  </a:lnTo>
                  <a:lnTo>
                    <a:pt x="13380" y="96452"/>
                  </a:lnTo>
                  <a:lnTo>
                    <a:pt x="11381" y="101355"/>
                  </a:lnTo>
                  <a:lnTo>
                    <a:pt x="9539" y="106319"/>
                  </a:lnTo>
                  <a:lnTo>
                    <a:pt x="7854" y="111339"/>
                  </a:lnTo>
                  <a:lnTo>
                    <a:pt x="6330" y="116410"/>
                  </a:lnTo>
                  <a:lnTo>
                    <a:pt x="4967" y="121526"/>
                  </a:lnTo>
                  <a:lnTo>
                    <a:pt x="3766" y="126683"/>
                  </a:lnTo>
                  <a:lnTo>
                    <a:pt x="2730" y="131876"/>
                  </a:lnTo>
                  <a:lnTo>
                    <a:pt x="1858" y="137099"/>
                  </a:lnTo>
                  <a:lnTo>
                    <a:pt x="1152" y="142346"/>
                  </a:lnTo>
                  <a:lnTo>
                    <a:pt x="613" y="147614"/>
                  </a:lnTo>
                  <a:lnTo>
                    <a:pt x="241" y="152895"/>
                  </a:lnTo>
                  <a:lnTo>
                    <a:pt x="36" y="158186"/>
                  </a:lnTo>
                  <a:lnTo>
                    <a:pt x="0" y="163481"/>
                  </a:lnTo>
                  <a:lnTo>
                    <a:pt x="130" y="168775"/>
                  </a:lnTo>
                  <a:lnTo>
                    <a:pt x="429" y="174061"/>
                  </a:lnTo>
                  <a:lnTo>
                    <a:pt x="894" y="179336"/>
                  </a:lnTo>
                  <a:lnTo>
                    <a:pt x="1527" y="184593"/>
                  </a:lnTo>
                  <a:lnTo>
                    <a:pt x="2325" y="189827"/>
                  </a:lnTo>
                  <a:lnTo>
                    <a:pt x="3289" y="195033"/>
                  </a:lnTo>
                  <a:lnTo>
                    <a:pt x="4418" y="200207"/>
                  </a:lnTo>
                  <a:lnTo>
                    <a:pt x="5709" y="205342"/>
                  </a:lnTo>
                  <a:lnTo>
                    <a:pt x="7163" y="210433"/>
                  </a:lnTo>
                  <a:lnTo>
                    <a:pt x="8777" y="215476"/>
                  </a:lnTo>
                  <a:lnTo>
                    <a:pt x="10550" y="220465"/>
                  </a:lnTo>
                  <a:lnTo>
                    <a:pt x="12480" y="225396"/>
                  </a:lnTo>
                  <a:lnTo>
                    <a:pt x="14566" y="230263"/>
                  </a:lnTo>
                  <a:lnTo>
                    <a:pt x="16804" y="235061"/>
                  </a:lnTo>
                  <a:lnTo>
                    <a:pt x="19193" y="239787"/>
                  </a:lnTo>
                  <a:lnTo>
                    <a:pt x="21731" y="244434"/>
                  </a:lnTo>
                  <a:lnTo>
                    <a:pt x="24415" y="248998"/>
                  </a:lnTo>
                  <a:lnTo>
                    <a:pt x="27242" y="253475"/>
                  </a:lnTo>
                  <a:lnTo>
                    <a:pt x="30209" y="257861"/>
                  </a:lnTo>
                  <a:lnTo>
                    <a:pt x="33314" y="262150"/>
                  </a:lnTo>
                  <a:lnTo>
                    <a:pt x="36553" y="266339"/>
                  </a:lnTo>
                  <a:lnTo>
                    <a:pt x="39923" y="270423"/>
                  </a:lnTo>
                  <a:lnTo>
                    <a:pt x="43420" y="274398"/>
                  </a:lnTo>
                  <a:lnTo>
                    <a:pt x="47042" y="278261"/>
                  </a:lnTo>
                  <a:lnTo>
                    <a:pt x="50784" y="282007"/>
                  </a:lnTo>
                  <a:lnTo>
                    <a:pt x="54643" y="285632"/>
                  </a:lnTo>
                  <a:lnTo>
                    <a:pt x="58615" y="289133"/>
                  </a:lnTo>
                  <a:lnTo>
                    <a:pt x="62696" y="292507"/>
                  </a:lnTo>
                  <a:lnTo>
                    <a:pt x="66882" y="295750"/>
                  </a:lnTo>
                  <a:lnTo>
                    <a:pt x="71168" y="298859"/>
                  </a:lnTo>
                  <a:lnTo>
                    <a:pt x="75550" y="301831"/>
                  </a:lnTo>
                  <a:lnTo>
                    <a:pt x="80025" y="304662"/>
                  </a:lnTo>
                  <a:lnTo>
                    <a:pt x="84587" y="307350"/>
                  </a:lnTo>
                  <a:lnTo>
                    <a:pt x="89232" y="309892"/>
                  </a:lnTo>
                  <a:lnTo>
                    <a:pt x="93954" y="312286"/>
                  </a:lnTo>
                  <a:lnTo>
                    <a:pt x="98751" y="314529"/>
                  </a:lnTo>
                  <a:lnTo>
                    <a:pt x="103616" y="316619"/>
                  </a:lnTo>
                  <a:lnTo>
                    <a:pt x="108545" y="318554"/>
                  </a:lnTo>
                  <a:lnTo>
                    <a:pt x="113532" y="320332"/>
                  </a:lnTo>
                  <a:lnTo>
                    <a:pt x="118573" y="321951"/>
                  </a:lnTo>
                  <a:lnTo>
                    <a:pt x="123663" y="323409"/>
                  </a:lnTo>
                  <a:lnTo>
                    <a:pt x="128797" y="324706"/>
                  </a:lnTo>
                  <a:lnTo>
                    <a:pt x="133969" y="325839"/>
                  </a:lnTo>
                  <a:lnTo>
                    <a:pt x="139175" y="326808"/>
                  </a:lnTo>
                  <a:lnTo>
                    <a:pt x="144409" y="327612"/>
                  </a:lnTo>
                  <a:lnTo>
                    <a:pt x="149665" y="328249"/>
                  </a:lnTo>
                  <a:lnTo>
                    <a:pt x="154939" y="328720"/>
                  </a:lnTo>
                  <a:lnTo>
                    <a:pt x="160225" y="329024"/>
                  </a:lnTo>
                  <a:lnTo>
                    <a:pt x="165518" y="329159"/>
                  </a:lnTo>
                  <a:lnTo>
                    <a:pt x="170813" y="329128"/>
                  </a:lnTo>
                  <a:lnTo>
                    <a:pt x="176104" y="328928"/>
                  </a:lnTo>
                  <a:lnTo>
                    <a:pt x="181387" y="328561"/>
                  </a:lnTo>
                  <a:lnTo>
                    <a:pt x="186655" y="328027"/>
                  </a:lnTo>
                  <a:lnTo>
                    <a:pt x="191903" y="327326"/>
                  </a:lnTo>
                  <a:lnTo>
                    <a:pt x="197126" y="326460"/>
                  </a:lnTo>
                  <a:lnTo>
                    <a:pt x="202320" y="325428"/>
                  </a:lnTo>
                  <a:lnTo>
                    <a:pt x="207478" y="324233"/>
                  </a:lnTo>
                  <a:lnTo>
                    <a:pt x="212596" y="322874"/>
                  </a:lnTo>
                  <a:lnTo>
                    <a:pt x="217668" y="321355"/>
                  </a:lnTo>
                  <a:lnTo>
                    <a:pt x="222690" y="319675"/>
                  </a:lnTo>
                  <a:lnTo>
                    <a:pt x="227655" y="317838"/>
                  </a:lnTo>
                  <a:lnTo>
                    <a:pt x="232560" y="315843"/>
                  </a:lnTo>
                  <a:lnTo>
                    <a:pt x="237400" y="313695"/>
                  </a:lnTo>
                  <a:lnTo>
                    <a:pt x="242169" y="311394"/>
                  </a:lnTo>
                  <a:lnTo>
                    <a:pt x="246863" y="308944"/>
                  </a:lnTo>
                  <a:lnTo>
                    <a:pt x="251477" y="306346"/>
                  </a:lnTo>
                  <a:lnTo>
                    <a:pt x="256006" y="303603"/>
                  </a:lnTo>
                  <a:lnTo>
                    <a:pt x="260446" y="300718"/>
                  </a:lnTo>
                  <a:lnTo>
                    <a:pt x="264792" y="297694"/>
                  </a:lnTo>
                  <a:lnTo>
                    <a:pt x="269041" y="294534"/>
                  </a:lnTo>
                  <a:lnTo>
                    <a:pt x="273187" y="291241"/>
                  </a:lnTo>
                  <a:lnTo>
                    <a:pt x="277227" y="287818"/>
                  </a:lnTo>
                  <a:lnTo>
                    <a:pt x="281157" y="284270"/>
                  </a:lnTo>
                  <a:lnTo>
                    <a:pt x="284972" y="280598"/>
                  </a:lnTo>
                  <a:lnTo>
                    <a:pt x="288669" y="276807"/>
                  </a:lnTo>
                  <a:lnTo>
                    <a:pt x="292244" y="272901"/>
                  </a:lnTo>
                  <a:lnTo>
                    <a:pt x="295693" y="268884"/>
                  </a:lnTo>
                  <a:lnTo>
                    <a:pt x="299014" y="264760"/>
                  </a:lnTo>
                  <a:lnTo>
                    <a:pt x="302202" y="260533"/>
                  </a:lnTo>
                  <a:lnTo>
                    <a:pt x="305255" y="256206"/>
                  </a:lnTo>
                  <a:lnTo>
                    <a:pt x="308169" y="251786"/>
                  </a:lnTo>
                  <a:lnTo>
                    <a:pt x="310942" y="247275"/>
                  </a:lnTo>
                  <a:lnTo>
                    <a:pt x="313571" y="242678"/>
                  </a:lnTo>
                  <a:lnTo>
                    <a:pt x="316052" y="238001"/>
                  </a:lnTo>
                  <a:lnTo>
                    <a:pt x="318385" y="233247"/>
                  </a:lnTo>
                  <a:lnTo>
                    <a:pt x="320565" y="228422"/>
                  </a:lnTo>
                  <a:lnTo>
                    <a:pt x="322592" y="223531"/>
                  </a:lnTo>
                  <a:lnTo>
                    <a:pt x="324463" y="218577"/>
                  </a:lnTo>
                  <a:lnTo>
                    <a:pt x="326176" y="213567"/>
                  </a:lnTo>
                  <a:lnTo>
                    <a:pt x="327729" y="208505"/>
                  </a:lnTo>
                  <a:lnTo>
                    <a:pt x="329121" y="203396"/>
                  </a:lnTo>
                  <a:lnTo>
                    <a:pt x="330351" y="198246"/>
                  </a:lnTo>
                  <a:lnTo>
                    <a:pt x="331417" y="193060"/>
                  </a:lnTo>
                  <a:lnTo>
                    <a:pt x="332318" y="187842"/>
                  </a:lnTo>
                  <a:lnTo>
                    <a:pt x="333054" y="182598"/>
                  </a:lnTo>
                  <a:lnTo>
                    <a:pt x="333623" y="177334"/>
                  </a:lnTo>
                  <a:lnTo>
                    <a:pt x="334025" y="172054"/>
                  </a:lnTo>
                  <a:lnTo>
                    <a:pt x="334260" y="166765"/>
                  </a:lnTo>
                  <a:lnTo>
                    <a:pt x="334327" y="161470"/>
                  </a:lnTo>
                  <a:lnTo>
                    <a:pt x="334226" y="156176"/>
                  </a:lnTo>
                  <a:lnTo>
                    <a:pt x="333958" y="150888"/>
                  </a:lnTo>
                  <a:lnTo>
                    <a:pt x="333523" y="145611"/>
                  </a:lnTo>
                  <a:lnTo>
                    <a:pt x="332920" y="140351"/>
                  </a:lnTo>
                  <a:lnTo>
                    <a:pt x="332151" y="135112"/>
                  </a:lnTo>
                  <a:lnTo>
                    <a:pt x="331217" y="129900"/>
                  </a:lnTo>
                  <a:lnTo>
                    <a:pt x="330118" y="124720"/>
                  </a:lnTo>
                  <a:lnTo>
                    <a:pt x="328856" y="119578"/>
                  </a:lnTo>
                  <a:lnTo>
                    <a:pt x="327431" y="114478"/>
                  </a:lnTo>
                  <a:lnTo>
                    <a:pt x="325845" y="109426"/>
                  </a:lnTo>
                  <a:lnTo>
                    <a:pt x="324101" y="104427"/>
                  </a:lnTo>
                  <a:lnTo>
                    <a:pt x="322199" y="99486"/>
                  </a:lnTo>
                  <a:lnTo>
                    <a:pt x="320141" y="94607"/>
                  </a:lnTo>
                  <a:lnTo>
                    <a:pt x="317930" y="89796"/>
                  </a:lnTo>
                  <a:lnTo>
                    <a:pt x="315568" y="85057"/>
                  </a:lnTo>
                  <a:lnTo>
                    <a:pt x="313056" y="80395"/>
                  </a:lnTo>
                  <a:lnTo>
                    <a:pt x="310399" y="75816"/>
                  </a:lnTo>
                  <a:lnTo>
                    <a:pt x="307597" y="71323"/>
                  </a:lnTo>
                  <a:lnTo>
                    <a:pt x="304655" y="66920"/>
                  </a:lnTo>
                  <a:lnTo>
                    <a:pt x="301575" y="62613"/>
                  </a:lnTo>
                  <a:lnTo>
                    <a:pt x="298360" y="58406"/>
                  </a:lnTo>
                  <a:lnTo>
                    <a:pt x="295013" y="54303"/>
                  </a:lnTo>
                  <a:lnTo>
                    <a:pt x="291538" y="50308"/>
                  </a:lnTo>
                  <a:lnTo>
                    <a:pt x="287938" y="46425"/>
                  </a:lnTo>
                  <a:lnTo>
                    <a:pt x="284218" y="42658"/>
                  </a:lnTo>
                  <a:lnTo>
                    <a:pt x="280379" y="39010"/>
                  </a:lnTo>
                  <a:lnTo>
                    <a:pt x="276427" y="35486"/>
                  </a:lnTo>
                  <a:lnTo>
                    <a:pt x="272366" y="32089"/>
                  </a:lnTo>
                  <a:lnTo>
                    <a:pt x="268199" y="28823"/>
                  </a:lnTo>
                  <a:lnTo>
                    <a:pt x="263930" y="25690"/>
                  </a:lnTo>
                  <a:lnTo>
                    <a:pt x="259565" y="22693"/>
                  </a:lnTo>
                  <a:lnTo>
                    <a:pt x="255106" y="19837"/>
                  </a:lnTo>
                  <a:lnTo>
                    <a:pt x="250560" y="17123"/>
                  </a:lnTo>
                  <a:lnTo>
                    <a:pt x="245930" y="14554"/>
                  </a:lnTo>
                  <a:lnTo>
                    <a:pt x="241220" y="12133"/>
                  </a:lnTo>
                  <a:lnTo>
                    <a:pt x="236437" y="9863"/>
                  </a:lnTo>
                  <a:lnTo>
                    <a:pt x="231584" y="7745"/>
                  </a:lnTo>
                  <a:lnTo>
                    <a:pt x="226666" y="5782"/>
                  </a:lnTo>
                  <a:lnTo>
                    <a:pt x="221689" y="3976"/>
                  </a:lnTo>
                  <a:lnTo>
                    <a:pt x="216657" y="2328"/>
                  </a:lnTo>
                  <a:lnTo>
                    <a:pt x="167160" y="162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423235" y="1681503"/>
              <a:ext cx="49496" cy="167167"/>
            </a:xfrm>
            <a:custGeom>
              <a:avLst/>
              <a:pathLst>
                <a:path w="49496" h="167167">
                  <a:moveTo>
                    <a:pt x="49496" y="7495"/>
                  </a:moveTo>
                  <a:lnTo>
                    <a:pt x="43463" y="5749"/>
                  </a:lnTo>
                  <a:lnTo>
                    <a:pt x="37368" y="4230"/>
                  </a:lnTo>
                  <a:lnTo>
                    <a:pt x="31221" y="2941"/>
                  </a:lnTo>
                  <a:lnTo>
                    <a:pt x="25030" y="1884"/>
                  </a:lnTo>
                  <a:lnTo>
                    <a:pt x="18803" y="1060"/>
                  </a:lnTo>
                  <a:lnTo>
                    <a:pt x="12550" y="471"/>
                  </a:lnTo>
                  <a:lnTo>
                    <a:pt x="627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8"/>
                  </a:lnTo>
                  <a:lnTo>
                    <a:pt x="145972" y="1346"/>
                  </a:lnTo>
                  <a:lnTo>
                    <a:pt x="140717" y="2102"/>
                  </a:lnTo>
                  <a:lnTo>
                    <a:pt x="135490" y="3025"/>
                  </a:lnTo>
                  <a:lnTo>
                    <a:pt x="130294" y="4113"/>
                  </a:lnTo>
                  <a:lnTo>
                    <a:pt x="125136" y="5365"/>
                  </a:lnTo>
                  <a:lnTo>
                    <a:pt x="120020" y="6781"/>
                  </a:lnTo>
                  <a:lnTo>
                    <a:pt x="114951" y="8358"/>
                  </a:lnTo>
                  <a:lnTo>
                    <a:pt x="109935" y="10095"/>
                  </a:lnTo>
                  <a:lnTo>
                    <a:pt x="104977" y="11991"/>
                  </a:lnTo>
                  <a:lnTo>
                    <a:pt x="100081" y="14043"/>
                  </a:lnTo>
                  <a:lnTo>
                    <a:pt x="95253" y="16250"/>
                  </a:lnTo>
                  <a:lnTo>
                    <a:pt x="90498" y="18609"/>
                  </a:lnTo>
                  <a:lnTo>
                    <a:pt x="85820" y="21117"/>
                  </a:lnTo>
                  <a:lnTo>
                    <a:pt x="81224" y="23773"/>
                  </a:lnTo>
                  <a:lnTo>
                    <a:pt x="76714" y="26573"/>
                  </a:lnTo>
                  <a:lnTo>
                    <a:pt x="72296" y="29516"/>
                  </a:lnTo>
                  <a:lnTo>
                    <a:pt x="67973" y="32597"/>
                  </a:lnTo>
                  <a:lnTo>
                    <a:pt x="63750" y="35813"/>
                  </a:lnTo>
                  <a:lnTo>
                    <a:pt x="59632" y="39163"/>
                  </a:lnTo>
                  <a:lnTo>
                    <a:pt x="55622" y="42641"/>
                  </a:lnTo>
                  <a:lnTo>
                    <a:pt x="51724" y="46245"/>
                  </a:lnTo>
                  <a:lnTo>
                    <a:pt x="47943" y="49970"/>
                  </a:lnTo>
                  <a:lnTo>
                    <a:pt x="44282" y="53814"/>
                  </a:lnTo>
                  <a:lnTo>
                    <a:pt x="40745" y="57773"/>
                  </a:lnTo>
                  <a:lnTo>
                    <a:pt x="37336" y="61841"/>
                  </a:lnTo>
                  <a:lnTo>
                    <a:pt x="34057" y="66016"/>
                  </a:lnTo>
                  <a:lnTo>
                    <a:pt x="30913" y="70293"/>
                  </a:lnTo>
                  <a:lnTo>
                    <a:pt x="27905" y="74667"/>
                  </a:lnTo>
                  <a:lnTo>
                    <a:pt x="25039" y="79135"/>
                  </a:lnTo>
                  <a:lnTo>
                    <a:pt x="22315" y="83691"/>
                  </a:lnTo>
                  <a:lnTo>
                    <a:pt x="19738" y="88332"/>
                  </a:lnTo>
                  <a:lnTo>
                    <a:pt x="17309" y="93052"/>
                  </a:lnTo>
                  <a:lnTo>
                    <a:pt x="15032" y="97847"/>
                  </a:lnTo>
                  <a:lnTo>
                    <a:pt x="12907" y="102711"/>
                  </a:lnTo>
                  <a:lnTo>
                    <a:pt x="10939" y="107641"/>
                  </a:lnTo>
                  <a:lnTo>
                    <a:pt x="9127" y="112631"/>
                  </a:lnTo>
                  <a:lnTo>
                    <a:pt x="7475" y="117676"/>
                  </a:lnTo>
                  <a:lnTo>
                    <a:pt x="5985" y="122770"/>
                  </a:lnTo>
                  <a:lnTo>
                    <a:pt x="4656" y="127910"/>
                  </a:lnTo>
                  <a:lnTo>
                    <a:pt x="3492" y="133089"/>
                  </a:lnTo>
                  <a:lnTo>
                    <a:pt x="2492" y="138302"/>
                  </a:lnTo>
                  <a:lnTo>
                    <a:pt x="1659" y="143545"/>
                  </a:lnTo>
                  <a:lnTo>
                    <a:pt x="992" y="148811"/>
                  </a:lnTo>
                  <a:lnTo>
                    <a:pt x="493" y="154096"/>
                  </a:lnTo>
                  <a:lnTo>
                    <a:pt x="162" y="159394"/>
                  </a:lnTo>
                  <a:lnTo>
                    <a:pt x="0" y="164700"/>
                  </a:lnTo>
                  <a:lnTo>
                    <a:pt x="5" y="170008"/>
                  </a:lnTo>
                  <a:lnTo>
                    <a:pt x="180" y="175313"/>
                  </a:lnTo>
                  <a:lnTo>
                    <a:pt x="523" y="180611"/>
                  </a:lnTo>
                  <a:lnTo>
                    <a:pt x="1034" y="185894"/>
                  </a:lnTo>
                  <a:lnTo>
                    <a:pt x="1712" y="191159"/>
                  </a:lnTo>
                  <a:lnTo>
                    <a:pt x="2557" y="196400"/>
                  </a:lnTo>
                  <a:lnTo>
                    <a:pt x="3568" y="201611"/>
                  </a:lnTo>
                  <a:lnTo>
                    <a:pt x="4744" y="206787"/>
                  </a:lnTo>
                  <a:lnTo>
                    <a:pt x="6084" y="211924"/>
                  </a:lnTo>
                  <a:lnTo>
                    <a:pt x="7586" y="217015"/>
                  </a:lnTo>
                  <a:lnTo>
                    <a:pt x="9250" y="222056"/>
                  </a:lnTo>
                  <a:lnTo>
                    <a:pt x="11072" y="227042"/>
                  </a:lnTo>
                  <a:lnTo>
                    <a:pt x="13052" y="231967"/>
                  </a:lnTo>
                  <a:lnTo>
                    <a:pt x="15187" y="236827"/>
                  </a:lnTo>
                  <a:lnTo>
                    <a:pt x="17475" y="241617"/>
                  </a:lnTo>
                  <a:lnTo>
                    <a:pt x="19914" y="246331"/>
                  </a:lnTo>
                  <a:lnTo>
                    <a:pt x="22502" y="250966"/>
                  </a:lnTo>
                  <a:lnTo>
                    <a:pt x="25236" y="255517"/>
                  </a:lnTo>
                  <a:lnTo>
                    <a:pt x="28112" y="259978"/>
                  </a:lnTo>
                  <a:lnTo>
                    <a:pt x="31129" y="264345"/>
                  </a:lnTo>
                  <a:lnTo>
                    <a:pt x="34283" y="268615"/>
                  </a:lnTo>
                  <a:lnTo>
                    <a:pt x="37571" y="272783"/>
                  </a:lnTo>
                  <a:lnTo>
                    <a:pt x="40990" y="276843"/>
                  </a:lnTo>
                  <a:lnTo>
                    <a:pt x="44536" y="280794"/>
                  </a:lnTo>
                  <a:lnTo>
                    <a:pt x="48205" y="284630"/>
                  </a:lnTo>
                  <a:lnTo>
                    <a:pt x="51995" y="288347"/>
                  </a:lnTo>
                  <a:lnTo>
                    <a:pt x="55901" y="291942"/>
                  </a:lnTo>
                  <a:lnTo>
                    <a:pt x="59918" y="295411"/>
                  </a:lnTo>
                  <a:lnTo>
                    <a:pt x="64044" y="298751"/>
                  </a:lnTo>
                  <a:lnTo>
                    <a:pt x="68274" y="301958"/>
                  </a:lnTo>
                  <a:lnTo>
                    <a:pt x="72604" y="305030"/>
                  </a:lnTo>
                  <a:lnTo>
                    <a:pt x="77028" y="307962"/>
                  </a:lnTo>
                  <a:lnTo>
                    <a:pt x="81544" y="310752"/>
                  </a:lnTo>
                  <a:lnTo>
                    <a:pt x="86146" y="313398"/>
                  </a:lnTo>
                  <a:lnTo>
                    <a:pt x="90830" y="315896"/>
                  </a:lnTo>
                  <a:lnTo>
                    <a:pt x="95591" y="318244"/>
                  </a:lnTo>
                  <a:lnTo>
                    <a:pt x="100424" y="320440"/>
                  </a:lnTo>
                  <a:lnTo>
                    <a:pt x="105324" y="322482"/>
                  </a:lnTo>
                  <a:lnTo>
                    <a:pt x="110286" y="324366"/>
                  </a:lnTo>
                  <a:lnTo>
                    <a:pt x="115306" y="326092"/>
                  </a:lnTo>
                  <a:lnTo>
                    <a:pt x="120378" y="327658"/>
                  </a:lnTo>
                  <a:lnTo>
                    <a:pt x="125497" y="329062"/>
                  </a:lnTo>
                  <a:lnTo>
                    <a:pt x="130659" y="330303"/>
                  </a:lnTo>
                  <a:lnTo>
                    <a:pt x="135857" y="331379"/>
                  </a:lnTo>
                  <a:lnTo>
                    <a:pt x="141086" y="332290"/>
                  </a:lnTo>
                  <a:lnTo>
                    <a:pt x="146342" y="333034"/>
                  </a:lnTo>
                  <a:lnTo>
                    <a:pt x="151619" y="333611"/>
                  </a:lnTo>
                  <a:lnTo>
                    <a:pt x="156912" y="334021"/>
                  </a:lnTo>
                  <a:lnTo>
                    <a:pt x="162214" y="334262"/>
                  </a:lnTo>
                  <a:lnTo>
                    <a:pt x="167522" y="334334"/>
                  </a:lnTo>
                  <a:lnTo>
                    <a:pt x="172830" y="334238"/>
                  </a:lnTo>
                  <a:lnTo>
                    <a:pt x="178131" y="333973"/>
                  </a:lnTo>
                  <a:lnTo>
                    <a:pt x="183422" y="333540"/>
                  </a:lnTo>
                  <a:lnTo>
                    <a:pt x="188696" y="332940"/>
                  </a:lnTo>
                  <a:lnTo>
                    <a:pt x="193949" y="332172"/>
                  </a:lnTo>
                  <a:lnTo>
                    <a:pt x="199174" y="331238"/>
                  </a:lnTo>
                  <a:lnTo>
                    <a:pt x="204367" y="330138"/>
                  </a:lnTo>
                  <a:lnTo>
                    <a:pt x="209523" y="328875"/>
                  </a:lnTo>
                  <a:lnTo>
                    <a:pt x="214636" y="327448"/>
                  </a:lnTo>
                  <a:lnTo>
                    <a:pt x="219701" y="325859"/>
                  </a:lnTo>
                  <a:lnTo>
                    <a:pt x="224713" y="324111"/>
                  </a:lnTo>
                  <a:lnTo>
                    <a:pt x="229667" y="322204"/>
                  </a:lnTo>
                  <a:lnTo>
                    <a:pt x="234558" y="320141"/>
                  </a:lnTo>
                  <a:lnTo>
                    <a:pt x="239381" y="317923"/>
                  </a:lnTo>
                  <a:lnTo>
                    <a:pt x="244131" y="315554"/>
                  </a:lnTo>
                  <a:lnTo>
                    <a:pt x="248804" y="313035"/>
                  </a:lnTo>
                  <a:lnTo>
                    <a:pt x="253394" y="310369"/>
                  </a:lnTo>
                  <a:lnTo>
                    <a:pt x="257897" y="307558"/>
                  </a:lnTo>
                  <a:lnTo>
                    <a:pt x="262309" y="304606"/>
                  </a:lnTo>
                  <a:lnTo>
                    <a:pt x="266625" y="301515"/>
                  </a:lnTo>
                  <a:lnTo>
                    <a:pt x="270840" y="298289"/>
                  </a:lnTo>
                  <a:lnTo>
                    <a:pt x="274951" y="294931"/>
                  </a:lnTo>
                  <a:lnTo>
                    <a:pt x="278953" y="291444"/>
                  </a:lnTo>
                  <a:lnTo>
                    <a:pt x="282843" y="287831"/>
                  </a:lnTo>
                  <a:lnTo>
                    <a:pt x="286616" y="284097"/>
                  </a:lnTo>
                  <a:lnTo>
                    <a:pt x="290268" y="280245"/>
                  </a:lnTo>
                  <a:lnTo>
                    <a:pt x="293796" y="276279"/>
                  </a:lnTo>
                  <a:lnTo>
                    <a:pt x="297197" y="272203"/>
                  </a:lnTo>
                  <a:lnTo>
                    <a:pt x="300466" y="268020"/>
                  </a:lnTo>
                  <a:lnTo>
                    <a:pt x="303601" y="263737"/>
                  </a:lnTo>
                  <a:lnTo>
                    <a:pt x="306598" y="259356"/>
                  </a:lnTo>
                  <a:lnTo>
                    <a:pt x="309455" y="254882"/>
                  </a:lnTo>
                  <a:lnTo>
                    <a:pt x="312168" y="250319"/>
                  </a:lnTo>
                  <a:lnTo>
                    <a:pt x="314735" y="245673"/>
                  </a:lnTo>
                  <a:lnTo>
                    <a:pt x="317154" y="240947"/>
                  </a:lnTo>
                  <a:lnTo>
                    <a:pt x="319420" y="236147"/>
                  </a:lnTo>
                  <a:lnTo>
                    <a:pt x="321534" y="231278"/>
                  </a:lnTo>
                  <a:lnTo>
                    <a:pt x="323492" y="226344"/>
                  </a:lnTo>
                  <a:lnTo>
                    <a:pt x="325292" y="221350"/>
                  </a:lnTo>
                  <a:lnTo>
                    <a:pt x="326932" y="216301"/>
                  </a:lnTo>
                  <a:lnTo>
                    <a:pt x="328412" y="211203"/>
                  </a:lnTo>
                  <a:lnTo>
                    <a:pt x="329729" y="206061"/>
                  </a:lnTo>
                  <a:lnTo>
                    <a:pt x="330882" y="200879"/>
                  </a:lnTo>
                  <a:lnTo>
                    <a:pt x="331869" y="195664"/>
                  </a:lnTo>
                  <a:lnTo>
                    <a:pt x="332691" y="190420"/>
                  </a:lnTo>
                  <a:lnTo>
                    <a:pt x="333346" y="185152"/>
                  </a:lnTo>
                  <a:lnTo>
                    <a:pt x="333833" y="179866"/>
                  </a:lnTo>
                  <a:lnTo>
                    <a:pt x="334152" y="174567"/>
                  </a:lnTo>
                  <a:lnTo>
                    <a:pt x="334303" y="169261"/>
                  </a:lnTo>
                  <a:lnTo>
                    <a:pt x="334285" y="163953"/>
                  </a:lnTo>
                  <a:lnTo>
                    <a:pt x="334099" y="158648"/>
                  </a:lnTo>
                  <a:lnTo>
                    <a:pt x="333744" y="153351"/>
                  </a:lnTo>
                  <a:lnTo>
                    <a:pt x="333222" y="148069"/>
                  </a:lnTo>
                  <a:lnTo>
                    <a:pt x="332532" y="142805"/>
                  </a:lnTo>
                  <a:lnTo>
                    <a:pt x="331675" y="137567"/>
                  </a:lnTo>
                  <a:lnTo>
                    <a:pt x="330652" y="132358"/>
                  </a:lnTo>
                  <a:lnTo>
                    <a:pt x="329464" y="127184"/>
                  </a:lnTo>
                  <a:lnTo>
                    <a:pt x="328113" y="122051"/>
                  </a:lnTo>
                  <a:lnTo>
                    <a:pt x="326599" y="116963"/>
                  </a:lnTo>
                  <a:lnTo>
                    <a:pt x="324925" y="111925"/>
                  </a:lnTo>
                  <a:lnTo>
                    <a:pt x="323091" y="106944"/>
                  </a:lnTo>
                  <a:lnTo>
                    <a:pt x="321101" y="102023"/>
                  </a:lnTo>
                  <a:lnTo>
                    <a:pt x="318955" y="97168"/>
                  </a:lnTo>
                  <a:lnTo>
                    <a:pt x="316656" y="92383"/>
                  </a:lnTo>
                  <a:lnTo>
                    <a:pt x="314206" y="87674"/>
                  </a:lnTo>
                  <a:lnTo>
                    <a:pt x="311608" y="83045"/>
                  </a:lnTo>
                  <a:lnTo>
                    <a:pt x="308864" y="78500"/>
                  </a:lnTo>
                  <a:lnTo>
                    <a:pt x="305977" y="74046"/>
                  </a:lnTo>
                  <a:lnTo>
                    <a:pt x="302951" y="69685"/>
                  </a:lnTo>
                  <a:lnTo>
                    <a:pt x="299787" y="6542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6451"/>
              <a:ext cx="132638" cy="101744"/>
            </a:xfrm>
            <a:custGeom>
              <a:avLst/>
              <a:pathLst>
                <a:path w="132638" h="101744">
                  <a:moveTo>
                    <a:pt x="132638" y="0"/>
                  </a:moveTo>
                  <a:lnTo>
                    <a:pt x="0" y="1017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071028"/>
              <a:ext cx="132638" cy="167167"/>
            </a:xfrm>
            <a:custGeom>
              <a:avLst/>
              <a:pathLst>
                <a:path w="132638" h="167167">
                  <a:moveTo>
                    <a:pt x="132638" y="65422"/>
                  </a:moveTo>
                  <a:lnTo>
                    <a:pt x="129237" y="61136"/>
                  </a:lnTo>
                  <a:lnTo>
                    <a:pt x="125698" y="56964"/>
                  </a:lnTo>
                  <a:lnTo>
                    <a:pt x="122025" y="52909"/>
                  </a:lnTo>
                  <a:lnTo>
                    <a:pt x="118220" y="48977"/>
                  </a:lnTo>
                  <a:lnTo>
                    <a:pt x="114289" y="45172"/>
                  </a:lnTo>
                  <a:lnTo>
                    <a:pt x="110236" y="41497"/>
                  </a:lnTo>
                  <a:lnTo>
                    <a:pt x="106064" y="37957"/>
                  </a:lnTo>
                  <a:lnTo>
                    <a:pt x="101779" y="34555"/>
                  </a:lnTo>
                  <a:lnTo>
                    <a:pt x="97385" y="31296"/>
                  </a:lnTo>
                  <a:lnTo>
                    <a:pt x="92886" y="28181"/>
                  </a:lnTo>
                  <a:lnTo>
                    <a:pt x="88288" y="25216"/>
                  </a:lnTo>
                  <a:lnTo>
                    <a:pt x="83596" y="22403"/>
                  </a:lnTo>
                  <a:lnTo>
                    <a:pt x="78814" y="19745"/>
                  </a:lnTo>
                  <a:lnTo>
                    <a:pt x="73947" y="17245"/>
                  </a:lnTo>
                  <a:lnTo>
                    <a:pt x="69001" y="14905"/>
                  </a:lnTo>
                  <a:lnTo>
                    <a:pt x="63982" y="12729"/>
                  </a:lnTo>
                  <a:lnTo>
                    <a:pt x="58894" y="10717"/>
                  </a:lnTo>
                  <a:lnTo>
                    <a:pt x="53742" y="8874"/>
                  </a:lnTo>
                  <a:lnTo>
                    <a:pt x="48534" y="7200"/>
                  </a:lnTo>
                  <a:lnTo>
                    <a:pt x="43273" y="5697"/>
                  </a:lnTo>
                  <a:lnTo>
                    <a:pt x="37965" y="4368"/>
                  </a:lnTo>
                  <a:lnTo>
                    <a:pt x="32618" y="3213"/>
                  </a:lnTo>
                  <a:lnTo>
                    <a:pt x="27235" y="2233"/>
                  </a:lnTo>
                  <a:lnTo>
                    <a:pt x="21823" y="1430"/>
                  </a:lnTo>
                  <a:lnTo>
                    <a:pt x="16387" y="805"/>
                  </a:lnTo>
                  <a:lnTo>
                    <a:pt x="10935" y="358"/>
                  </a:lnTo>
                  <a:lnTo>
                    <a:pt x="547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4583" y="941493"/>
              <a:ext cx="118961" cy="167167"/>
            </a:xfrm>
            <a:custGeom>
              <a:avLst/>
              <a:pathLst>
                <a:path w="118961" h="167167">
                  <a:moveTo>
                    <a:pt x="118961" y="0"/>
                  </a:moveTo>
                  <a:lnTo>
                    <a:pt x="113446" y="90"/>
                  </a:lnTo>
                  <a:lnTo>
                    <a:pt x="107938" y="363"/>
                  </a:lnTo>
                  <a:lnTo>
                    <a:pt x="102442" y="818"/>
                  </a:lnTo>
                  <a:lnTo>
                    <a:pt x="96964" y="1453"/>
                  </a:lnTo>
                  <a:lnTo>
                    <a:pt x="91509" y="2269"/>
                  </a:lnTo>
                  <a:lnTo>
                    <a:pt x="86085" y="3264"/>
                  </a:lnTo>
                  <a:lnTo>
                    <a:pt x="80696" y="4438"/>
                  </a:lnTo>
                  <a:lnTo>
                    <a:pt x="75349" y="5788"/>
                  </a:lnTo>
                  <a:lnTo>
                    <a:pt x="70050" y="7315"/>
                  </a:lnTo>
                  <a:lnTo>
                    <a:pt x="64803" y="9015"/>
                  </a:lnTo>
                  <a:lnTo>
                    <a:pt x="59616" y="10888"/>
                  </a:lnTo>
                  <a:lnTo>
                    <a:pt x="54493" y="12930"/>
                  </a:lnTo>
                  <a:lnTo>
                    <a:pt x="49441" y="15141"/>
                  </a:lnTo>
                  <a:lnTo>
                    <a:pt x="44464" y="17517"/>
                  </a:lnTo>
                  <a:lnTo>
                    <a:pt x="39568" y="20056"/>
                  </a:lnTo>
                  <a:lnTo>
                    <a:pt x="34758" y="22754"/>
                  </a:lnTo>
                  <a:lnTo>
                    <a:pt x="30041" y="25611"/>
                  </a:lnTo>
                  <a:lnTo>
                    <a:pt x="25420" y="28621"/>
                  </a:lnTo>
                  <a:lnTo>
                    <a:pt x="20900" y="31782"/>
                  </a:lnTo>
                  <a:lnTo>
                    <a:pt x="16488" y="35090"/>
                  </a:lnTo>
                  <a:lnTo>
                    <a:pt x="12187" y="38542"/>
                  </a:lnTo>
                  <a:lnTo>
                    <a:pt x="8002" y="42134"/>
                  </a:lnTo>
                  <a:lnTo>
                    <a:pt x="3938" y="45862"/>
                  </a:lnTo>
                  <a:lnTo>
                    <a:pt x="0" y="49722"/>
                  </a:lnTo>
                  <a:lnTo>
                    <a:pt x="1189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56390" y="950509"/>
              <a:ext cx="334318" cy="325315"/>
            </a:xfrm>
            <a:custGeom>
              <a:avLst/>
              <a:pathLst>
                <a:path w="334318" h="325315">
                  <a:moveTo>
                    <a:pt x="48192" y="40707"/>
                  </a:moveTo>
                  <a:lnTo>
                    <a:pt x="44534" y="44532"/>
                  </a:lnTo>
                  <a:lnTo>
                    <a:pt x="40998" y="48471"/>
                  </a:lnTo>
                  <a:lnTo>
                    <a:pt x="37589" y="52520"/>
                  </a:lnTo>
                  <a:lnTo>
                    <a:pt x="34310" y="56675"/>
                  </a:lnTo>
                  <a:lnTo>
                    <a:pt x="31163" y="60932"/>
                  </a:lnTo>
                  <a:lnTo>
                    <a:pt x="28154" y="65286"/>
                  </a:lnTo>
                  <a:lnTo>
                    <a:pt x="25283" y="69733"/>
                  </a:lnTo>
                  <a:lnTo>
                    <a:pt x="22555" y="74269"/>
                  </a:lnTo>
                  <a:lnTo>
                    <a:pt x="19972" y="78889"/>
                  </a:lnTo>
                  <a:lnTo>
                    <a:pt x="17536" y="83589"/>
                  </a:lnTo>
                  <a:lnTo>
                    <a:pt x="15250" y="88363"/>
                  </a:lnTo>
                  <a:lnTo>
                    <a:pt x="13117" y="93207"/>
                  </a:lnTo>
                  <a:lnTo>
                    <a:pt x="11138" y="98117"/>
                  </a:lnTo>
                  <a:lnTo>
                    <a:pt x="9316" y="103086"/>
                  </a:lnTo>
                  <a:lnTo>
                    <a:pt x="7651" y="108111"/>
                  </a:lnTo>
                  <a:lnTo>
                    <a:pt x="6147" y="113186"/>
                  </a:lnTo>
                  <a:lnTo>
                    <a:pt x="4804" y="118306"/>
                  </a:lnTo>
                  <a:lnTo>
                    <a:pt x="3624" y="123466"/>
                  </a:lnTo>
                  <a:lnTo>
                    <a:pt x="2608" y="128661"/>
                  </a:lnTo>
                  <a:lnTo>
                    <a:pt x="1757" y="133885"/>
                  </a:lnTo>
                  <a:lnTo>
                    <a:pt x="1071" y="139134"/>
                  </a:lnTo>
                  <a:lnTo>
                    <a:pt x="553" y="144401"/>
                  </a:lnTo>
                  <a:lnTo>
                    <a:pt x="201" y="149683"/>
                  </a:lnTo>
                  <a:lnTo>
                    <a:pt x="16" y="154973"/>
                  </a:lnTo>
                  <a:lnTo>
                    <a:pt x="0" y="160266"/>
                  </a:lnTo>
                  <a:lnTo>
                    <a:pt x="150" y="165557"/>
                  </a:lnTo>
                  <a:lnTo>
                    <a:pt x="468" y="170841"/>
                  </a:lnTo>
                  <a:lnTo>
                    <a:pt x="954" y="176111"/>
                  </a:lnTo>
                  <a:lnTo>
                    <a:pt x="1606" y="181364"/>
                  </a:lnTo>
                  <a:lnTo>
                    <a:pt x="2424" y="186594"/>
                  </a:lnTo>
                  <a:lnTo>
                    <a:pt x="3407" y="191795"/>
                  </a:lnTo>
                  <a:lnTo>
                    <a:pt x="4554" y="196962"/>
                  </a:lnTo>
                  <a:lnTo>
                    <a:pt x="5864" y="202091"/>
                  </a:lnTo>
                  <a:lnTo>
                    <a:pt x="7336" y="207175"/>
                  </a:lnTo>
                  <a:lnTo>
                    <a:pt x="8968" y="212211"/>
                  </a:lnTo>
                  <a:lnTo>
                    <a:pt x="10759" y="217192"/>
                  </a:lnTo>
                  <a:lnTo>
                    <a:pt x="12707" y="222113"/>
                  </a:lnTo>
                  <a:lnTo>
                    <a:pt x="14809" y="226971"/>
                  </a:lnTo>
                  <a:lnTo>
                    <a:pt x="17065" y="231760"/>
                  </a:lnTo>
                  <a:lnTo>
                    <a:pt x="19470" y="236475"/>
                  </a:lnTo>
                  <a:lnTo>
                    <a:pt x="22024" y="241111"/>
                  </a:lnTo>
                  <a:lnTo>
                    <a:pt x="24723" y="245664"/>
                  </a:lnTo>
                  <a:lnTo>
                    <a:pt x="27565" y="250130"/>
                  </a:lnTo>
                  <a:lnTo>
                    <a:pt x="30547" y="254503"/>
                  </a:lnTo>
                  <a:lnTo>
                    <a:pt x="33666" y="258780"/>
                  </a:lnTo>
                  <a:lnTo>
                    <a:pt x="36919" y="262956"/>
                  </a:lnTo>
                  <a:lnTo>
                    <a:pt x="40303" y="267026"/>
                  </a:lnTo>
                  <a:lnTo>
                    <a:pt x="43813" y="270988"/>
                  </a:lnTo>
                  <a:lnTo>
                    <a:pt x="47447" y="274836"/>
                  </a:lnTo>
                  <a:lnTo>
                    <a:pt x="51202" y="278568"/>
                  </a:lnTo>
                  <a:lnTo>
                    <a:pt x="55072" y="282178"/>
                  </a:lnTo>
                  <a:lnTo>
                    <a:pt x="59055" y="285665"/>
                  </a:lnTo>
                  <a:lnTo>
                    <a:pt x="63146" y="289023"/>
                  </a:lnTo>
                  <a:lnTo>
                    <a:pt x="67342" y="292250"/>
                  </a:lnTo>
                  <a:lnTo>
                    <a:pt x="71638" y="295343"/>
                  </a:lnTo>
                  <a:lnTo>
                    <a:pt x="76029" y="298298"/>
                  </a:lnTo>
                  <a:lnTo>
                    <a:pt x="80512" y="301113"/>
                  </a:lnTo>
                  <a:lnTo>
                    <a:pt x="85081" y="303785"/>
                  </a:lnTo>
                  <a:lnTo>
                    <a:pt x="89733" y="306310"/>
                  </a:lnTo>
                  <a:lnTo>
                    <a:pt x="94463" y="308687"/>
                  </a:lnTo>
                  <a:lnTo>
                    <a:pt x="99265" y="310913"/>
                  </a:lnTo>
                  <a:lnTo>
                    <a:pt x="104136" y="312986"/>
                  </a:lnTo>
                  <a:lnTo>
                    <a:pt x="109069" y="314903"/>
                  </a:lnTo>
                  <a:lnTo>
                    <a:pt x="114061" y="316663"/>
                  </a:lnTo>
                  <a:lnTo>
                    <a:pt x="119106" y="318265"/>
                  </a:lnTo>
                  <a:lnTo>
                    <a:pt x="124200" y="319706"/>
                  </a:lnTo>
                  <a:lnTo>
                    <a:pt x="129336" y="320985"/>
                  </a:lnTo>
                  <a:lnTo>
                    <a:pt x="134510" y="322100"/>
                  </a:lnTo>
                  <a:lnTo>
                    <a:pt x="139717" y="323052"/>
                  </a:lnTo>
                  <a:lnTo>
                    <a:pt x="144952" y="323838"/>
                  </a:lnTo>
                  <a:lnTo>
                    <a:pt x="150208" y="324458"/>
                  </a:lnTo>
                  <a:lnTo>
                    <a:pt x="155482" y="324911"/>
                  </a:lnTo>
                  <a:lnTo>
                    <a:pt x="160768" y="325197"/>
                  </a:lnTo>
                  <a:lnTo>
                    <a:pt x="166060" y="325315"/>
                  </a:lnTo>
                  <a:lnTo>
                    <a:pt x="171353" y="325266"/>
                  </a:lnTo>
                  <a:lnTo>
                    <a:pt x="176641" y="325049"/>
                  </a:lnTo>
                  <a:lnTo>
                    <a:pt x="181921" y="324665"/>
                  </a:lnTo>
                  <a:lnTo>
                    <a:pt x="187185" y="324114"/>
                  </a:lnTo>
                  <a:lnTo>
                    <a:pt x="192429" y="323397"/>
                  </a:lnTo>
                  <a:lnTo>
                    <a:pt x="197648" y="322514"/>
                  </a:lnTo>
                  <a:lnTo>
                    <a:pt x="202837" y="321466"/>
                  </a:lnTo>
                  <a:lnTo>
                    <a:pt x="207989" y="320254"/>
                  </a:lnTo>
                  <a:lnTo>
                    <a:pt x="213101" y="318880"/>
                  </a:lnTo>
                  <a:lnTo>
                    <a:pt x="218167" y="317345"/>
                  </a:lnTo>
                  <a:lnTo>
                    <a:pt x="223181" y="315650"/>
                  </a:lnTo>
                  <a:lnTo>
                    <a:pt x="228140" y="313797"/>
                  </a:lnTo>
                  <a:lnTo>
                    <a:pt x="233037" y="311788"/>
                  </a:lnTo>
                  <a:lnTo>
                    <a:pt x="237868" y="309625"/>
                  </a:lnTo>
                  <a:lnTo>
                    <a:pt x="242628" y="307311"/>
                  </a:lnTo>
                  <a:lnTo>
                    <a:pt x="247313" y="304846"/>
                  </a:lnTo>
                  <a:lnTo>
                    <a:pt x="251917" y="302235"/>
                  </a:lnTo>
                  <a:lnTo>
                    <a:pt x="256436" y="299479"/>
                  </a:lnTo>
                  <a:lnTo>
                    <a:pt x="260866" y="296582"/>
                  </a:lnTo>
                  <a:lnTo>
                    <a:pt x="265202" y="293545"/>
                  </a:lnTo>
                  <a:lnTo>
                    <a:pt x="269439" y="290373"/>
                  </a:lnTo>
                  <a:lnTo>
                    <a:pt x="273574" y="287069"/>
                  </a:lnTo>
                  <a:lnTo>
                    <a:pt x="277602" y="283635"/>
                  </a:lnTo>
                  <a:lnTo>
                    <a:pt x="281519" y="280075"/>
                  </a:lnTo>
                  <a:lnTo>
                    <a:pt x="285322" y="276393"/>
                  </a:lnTo>
                  <a:lnTo>
                    <a:pt x="289007" y="272592"/>
                  </a:lnTo>
                  <a:lnTo>
                    <a:pt x="292569" y="268677"/>
                  </a:lnTo>
                  <a:lnTo>
                    <a:pt x="296005" y="264651"/>
                  </a:lnTo>
                  <a:lnTo>
                    <a:pt x="299312" y="260518"/>
                  </a:lnTo>
                  <a:lnTo>
                    <a:pt x="302487" y="256283"/>
                  </a:lnTo>
                  <a:lnTo>
                    <a:pt x="305526" y="251949"/>
                  </a:lnTo>
                  <a:lnTo>
                    <a:pt x="308426" y="247521"/>
                  </a:lnTo>
                  <a:lnTo>
                    <a:pt x="311185" y="243004"/>
                  </a:lnTo>
                  <a:lnTo>
                    <a:pt x="313799" y="238401"/>
                  </a:lnTo>
                  <a:lnTo>
                    <a:pt x="316266" y="233718"/>
                  </a:lnTo>
                  <a:lnTo>
                    <a:pt x="318584" y="228959"/>
                  </a:lnTo>
                  <a:lnTo>
                    <a:pt x="320750" y="224129"/>
                  </a:lnTo>
                  <a:lnTo>
                    <a:pt x="322762" y="219233"/>
                  </a:lnTo>
                  <a:lnTo>
                    <a:pt x="324618" y="214276"/>
                  </a:lnTo>
                  <a:lnTo>
                    <a:pt x="326316" y="209263"/>
                  </a:lnTo>
                  <a:lnTo>
                    <a:pt x="327854" y="204198"/>
                  </a:lnTo>
                  <a:lnTo>
                    <a:pt x="329231" y="199087"/>
                  </a:lnTo>
                  <a:lnTo>
                    <a:pt x="330446" y="193935"/>
                  </a:lnTo>
                  <a:lnTo>
                    <a:pt x="331497" y="188748"/>
                  </a:lnTo>
                  <a:lnTo>
                    <a:pt x="332383" y="183529"/>
                  </a:lnTo>
                  <a:lnTo>
                    <a:pt x="333104" y="178285"/>
                  </a:lnTo>
                  <a:lnTo>
                    <a:pt x="333658" y="173021"/>
                  </a:lnTo>
                  <a:lnTo>
                    <a:pt x="334046" y="167742"/>
                  </a:lnTo>
                  <a:lnTo>
                    <a:pt x="334266" y="162453"/>
                  </a:lnTo>
                  <a:lnTo>
                    <a:pt x="334318" y="157161"/>
                  </a:lnTo>
                  <a:lnTo>
                    <a:pt x="334203" y="151869"/>
                  </a:lnTo>
                  <a:lnTo>
                    <a:pt x="333920" y="146583"/>
                  </a:lnTo>
                  <a:lnTo>
                    <a:pt x="333470" y="141309"/>
                  </a:lnTo>
                  <a:lnTo>
                    <a:pt x="332854" y="136052"/>
                  </a:lnTo>
                  <a:lnTo>
                    <a:pt x="332071" y="130817"/>
                  </a:lnTo>
                  <a:lnTo>
                    <a:pt x="331123" y="125609"/>
                  </a:lnTo>
                  <a:lnTo>
                    <a:pt x="330011" y="120434"/>
                  </a:lnTo>
                  <a:lnTo>
                    <a:pt x="328735" y="115297"/>
                  </a:lnTo>
                  <a:lnTo>
                    <a:pt x="327297" y="110203"/>
                  </a:lnTo>
                  <a:lnTo>
                    <a:pt x="325699" y="105157"/>
                  </a:lnTo>
                  <a:lnTo>
                    <a:pt x="323941" y="100164"/>
                  </a:lnTo>
                  <a:lnTo>
                    <a:pt x="322027" y="95229"/>
                  </a:lnTo>
                  <a:lnTo>
                    <a:pt x="319957" y="90357"/>
                  </a:lnTo>
                  <a:lnTo>
                    <a:pt x="317734" y="85553"/>
                  </a:lnTo>
                  <a:lnTo>
                    <a:pt x="315360" y="80822"/>
                  </a:lnTo>
                  <a:lnTo>
                    <a:pt x="312838" y="76169"/>
                  </a:lnTo>
                  <a:lnTo>
                    <a:pt x="310169" y="71598"/>
                  </a:lnTo>
                  <a:lnTo>
                    <a:pt x="307357" y="67113"/>
                  </a:lnTo>
                  <a:lnTo>
                    <a:pt x="304405" y="62720"/>
                  </a:lnTo>
                  <a:lnTo>
                    <a:pt x="301314" y="58422"/>
                  </a:lnTo>
                  <a:lnTo>
                    <a:pt x="298090" y="54225"/>
                  </a:lnTo>
                  <a:lnTo>
                    <a:pt x="294734" y="50132"/>
                  </a:lnTo>
                  <a:lnTo>
                    <a:pt x="291250" y="46147"/>
                  </a:lnTo>
                  <a:lnTo>
                    <a:pt x="287642" y="42274"/>
                  </a:lnTo>
                  <a:lnTo>
                    <a:pt x="283913" y="38517"/>
                  </a:lnTo>
                  <a:lnTo>
                    <a:pt x="280066" y="34881"/>
                  </a:lnTo>
                  <a:lnTo>
                    <a:pt x="276107" y="31368"/>
                  </a:lnTo>
                  <a:lnTo>
                    <a:pt x="272038" y="27982"/>
                  </a:lnTo>
                  <a:lnTo>
                    <a:pt x="267865" y="24726"/>
                  </a:lnTo>
                  <a:lnTo>
                    <a:pt x="263590" y="21605"/>
                  </a:lnTo>
                  <a:lnTo>
                    <a:pt x="259219" y="18620"/>
                  </a:lnTo>
                  <a:lnTo>
                    <a:pt x="254755" y="15775"/>
                  </a:lnTo>
                  <a:lnTo>
                    <a:pt x="250203" y="13073"/>
                  </a:lnTo>
                  <a:lnTo>
                    <a:pt x="245568" y="10516"/>
                  </a:lnTo>
                  <a:lnTo>
                    <a:pt x="240855" y="8108"/>
                  </a:lnTo>
                  <a:lnTo>
                    <a:pt x="236068" y="5850"/>
                  </a:lnTo>
                  <a:lnTo>
                    <a:pt x="231211" y="3744"/>
                  </a:lnTo>
                  <a:lnTo>
                    <a:pt x="226291" y="1793"/>
                  </a:lnTo>
                  <a:lnTo>
                    <a:pt x="221311" y="0"/>
                  </a:lnTo>
                  <a:lnTo>
                    <a:pt x="167154" y="158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5023544" y="941493"/>
              <a:ext cx="54157" cy="167167"/>
            </a:xfrm>
            <a:custGeom>
              <a:avLst/>
              <a:pathLst>
                <a:path w="54157" h="167167">
                  <a:moveTo>
                    <a:pt x="54157" y="9015"/>
                  </a:move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03074" y="941493"/>
              <a:ext cx="83141" cy="167167"/>
            </a:xfrm>
            <a:custGeom>
              <a:avLst/>
              <a:pathLst>
                <a:path w="83141" h="167167">
                  <a:moveTo>
                    <a:pt x="83141" y="0"/>
                  </a:moveTo>
                  <a:lnTo>
                    <a:pt x="77341" y="100"/>
                  </a:lnTo>
                  <a:lnTo>
                    <a:pt x="71547" y="402"/>
                  </a:lnTo>
                  <a:lnTo>
                    <a:pt x="65768" y="905"/>
                  </a:lnTo>
                  <a:lnTo>
                    <a:pt x="60010" y="1607"/>
                  </a:lnTo>
                  <a:lnTo>
                    <a:pt x="54280" y="2510"/>
                  </a:lnTo>
                  <a:lnTo>
                    <a:pt x="48584" y="3610"/>
                  </a:lnTo>
                  <a:lnTo>
                    <a:pt x="42930" y="4908"/>
                  </a:lnTo>
                  <a:lnTo>
                    <a:pt x="37325" y="6400"/>
                  </a:lnTo>
                  <a:lnTo>
                    <a:pt x="31774" y="8087"/>
                  </a:lnTo>
                  <a:lnTo>
                    <a:pt x="26286" y="9965"/>
                  </a:lnTo>
                  <a:lnTo>
                    <a:pt x="20866" y="12032"/>
                  </a:lnTo>
                  <a:lnTo>
                    <a:pt x="15521" y="14286"/>
                  </a:lnTo>
                  <a:lnTo>
                    <a:pt x="10257" y="16724"/>
                  </a:lnTo>
                  <a:lnTo>
                    <a:pt x="5081" y="19344"/>
                  </a:lnTo>
                  <a:lnTo>
                    <a:pt x="0" y="22141"/>
                  </a:lnTo>
                  <a:lnTo>
                    <a:pt x="8314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03074" y="963634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19057" y="963634"/>
              <a:ext cx="167158" cy="305915"/>
            </a:xfrm>
            <a:custGeom>
              <a:avLst/>
              <a:pathLst>
                <a:path w="167158" h="305915">
                  <a:moveTo>
                    <a:pt x="84017" y="0"/>
                  </a:moveTo>
                  <a:lnTo>
                    <a:pt x="79400" y="2746"/>
                  </a:lnTo>
                  <a:lnTo>
                    <a:pt x="74873" y="5639"/>
                  </a:lnTo>
                  <a:lnTo>
                    <a:pt x="70442" y="8677"/>
                  </a:lnTo>
                  <a:lnTo>
                    <a:pt x="66111" y="11855"/>
                  </a:lnTo>
                  <a:lnTo>
                    <a:pt x="61884" y="15171"/>
                  </a:lnTo>
                  <a:lnTo>
                    <a:pt x="57765" y="18620"/>
                  </a:lnTo>
                  <a:lnTo>
                    <a:pt x="53760" y="22201"/>
                  </a:lnTo>
                  <a:lnTo>
                    <a:pt x="49872" y="25908"/>
                  </a:lnTo>
                  <a:lnTo>
                    <a:pt x="46105" y="29738"/>
                  </a:lnTo>
                  <a:lnTo>
                    <a:pt x="42463" y="33688"/>
                  </a:lnTo>
                  <a:lnTo>
                    <a:pt x="38950" y="37752"/>
                  </a:lnTo>
                  <a:lnTo>
                    <a:pt x="35569" y="41927"/>
                  </a:lnTo>
                  <a:lnTo>
                    <a:pt x="32324" y="46209"/>
                  </a:lnTo>
                  <a:lnTo>
                    <a:pt x="29218" y="50592"/>
                  </a:lnTo>
                  <a:lnTo>
                    <a:pt x="26255" y="55074"/>
                  </a:lnTo>
                  <a:lnTo>
                    <a:pt x="23437" y="59648"/>
                  </a:lnTo>
                  <a:lnTo>
                    <a:pt x="20768" y="64310"/>
                  </a:lnTo>
                  <a:lnTo>
                    <a:pt x="18250" y="69056"/>
                  </a:lnTo>
                  <a:lnTo>
                    <a:pt x="15886" y="73880"/>
                  </a:lnTo>
                  <a:lnTo>
                    <a:pt x="13678" y="78777"/>
                  </a:lnTo>
                  <a:lnTo>
                    <a:pt x="11628" y="83743"/>
                  </a:lnTo>
                  <a:lnTo>
                    <a:pt x="9740" y="88772"/>
                  </a:lnTo>
                  <a:lnTo>
                    <a:pt x="8013" y="93860"/>
                  </a:lnTo>
                  <a:lnTo>
                    <a:pt x="6451" y="99000"/>
                  </a:lnTo>
                  <a:lnTo>
                    <a:pt x="5055" y="104188"/>
                  </a:lnTo>
                  <a:lnTo>
                    <a:pt x="3827" y="109418"/>
                  </a:lnTo>
                  <a:lnTo>
                    <a:pt x="2767" y="114684"/>
                  </a:lnTo>
                  <a:lnTo>
                    <a:pt x="1877" y="119983"/>
                  </a:lnTo>
                  <a:lnTo>
                    <a:pt x="1158" y="125306"/>
                  </a:lnTo>
                  <a:lnTo>
                    <a:pt x="610" y="130651"/>
                  </a:lnTo>
                  <a:lnTo>
                    <a:pt x="234" y="136010"/>
                  </a:lnTo>
                  <a:lnTo>
                    <a:pt x="30" y="141378"/>
                  </a:lnTo>
                  <a:lnTo>
                    <a:pt x="0" y="146750"/>
                  </a:lnTo>
                  <a:lnTo>
                    <a:pt x="141" y="152121"/>
                  </a:lnTo>
                  <a:lnTo>
                    <a:pt x="455" y="157484"/>
                  </a:lnTo>
                  <a:lnTo>
                    <a:pt x="942" y="162834"/>
                  </a:lnTo>
                  <a:lnTo>
                    <a:pt x="1600" y="168166"/>
                  </a:lnTo>
                  <a:lnTo>
                    <a:pt x="2429" y="173474"/>
                  </a:lnTo>
                  <a:lnTo>
                    <a:pt x="3428" y="178752"/>
                  </a:lnTo>
                  <a:lnTo>
                    <a:pt x="4597" y="183996"/>
                  </a:lnTo>
                  <a:lnTo>
                    <a:pt x="5933" y="189200"/>
                  </a:lnTo>
                  <a:lnTo>
                    <a:pt x="7435" y="194358"/>
                  </a:lnTo>
                  <a:lnTo>
                    <a:pt x="9103" y="199464"/>
                  </a:lnTo>
                  <a:lnTo>
                    <a:pt x="10934" y="204515"/>
                  </a:lnTo>
                  <a:lnTo>
                    <a:pt x="12926" y="209504"/>
                  </a:lnTo>
                  <a:lnTo>
                    <a:pt x="15078" y="214427"/>
                  </a:lnTo>
                  <a:lnTo>
                    <a:pt x="17386" y="219278"/>
                  </a:lnTo>
                  <a:lnTo>
                    <a:pt x="19850" y="224052"/>
                  </a:lnTo>
                  <a:lnTo>
                    <a:pt x="22465" y="228745"/>
                  </a:lnTo>
                  <a:lnTo>
                    <a:pt x="25230" y="233351"/>
                  </a:lnTo>
                  <a:lnTo>
                    <a:pt x="28142" y="237866"/>
                  </a:lnTo>
                  <a:lnTo>
                    <a:pt x="31197" y="242285"/>
                  </a:lnTo>
                  <a:lnTo>
                    <a:pt x="34392" y="246604"/>
                  </a:lnTo>
                  <a:lnTo>
                    <a:pt x="37725" y="250817"/>
                  </a:lnTo>
                  <a:lnTo>
                    <a:pt x="41191" y="254922"/>
                  </a:lnTo>
                  <a:lnTo>
                    <a:pt x="44787" y="258913"/>
                  </a:lnTo>
                  <a:lnTo>
                    <a:pt x="48510" y="262786"/>
                  </a:lnTo>
                  <a:lnTo>
                    <a:pt x="52355" y="266538"/>
                  </a:lnTo>
                  <a:lnTo>
                    <a:pt x="56319" y="270164"/>
                  </a:lnTo>
                  <a:lnTo>
                    <a:pt x="60397" y="273661"/>
                  </a:lnTo>
                  <a:lnTo>
                    <a:pt x="64586" y="277025"/>
                  </a:lnTo>
                  <a:lnTo>
                    <a:pt x="68880" y="280253"/>
                  </a:lnTo>
                  <a:lnTo>
                    <a:pt x="73276" y="283341"/>
                  </a:lnTo>
                  <a:lnTo>
                    <a:pt x="77769" y="286286"/>
                  </a:lnTo>
                  <a:lnTo>
                    <a:pt x="82355" y="289086"/>
                  </a:lnTo>
                  <a:lnTo>
                    <a:pt x="87028" y="291736"/>
                  </a:lnTo>
                  <a:lnTo>
                    <a:pt x="91783" y="294235"/>
                  </a:lnTo>
                  <a:lnTo>
                    <a:pt x="96617" y="296580"/>
                  </a:lnTo>
                  <a:lnTo>
                    <a:pt x="101523" y="298769"/>
                  </a:lnTo>
                  <a:lnTo>
                    <a:pt x="106497" y="300798"/>
                  </a:lnTo>
                  <a:lnTo>
                    <a:pt x="111534" y="302667"/>
                  </a:lnTo>
                  <a:lnTo>
                    <a:pt x="116628" y="304373"/>
                  </a:lnTo>
                  <a:lnTo>
                    <a:pt x="121775" y="305915"/>
                  </a:lnTo>
                  <a:lnTo>
                    <a:pt x="167158" y="145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40832" y="941493"/>
              <a:ext cx="212547" cy="334321"/>
            </a:xfrm>
            <a:custGeom>
              <a:avLst/>
              <a:pathLst>
                <a:path w="212547" h="334321">
                  <a:moveTo>
                    <a:pt x="0" y="328056"/>
                  </a:moveTo>
                  <a:lnTo>
                    <a:pt x="5159" y="329423"/>
                  </a:lnTo>
                  <a:lnTo>
                    <a:pt x="10359" y="330624"/>
                  </a:lnTo>
                  <a:lnTo>
                    <a:pt x="15596" y="331659"/>
                  </a:lnTo>
                  <a:lnTo>
                    <a:pt x="20862" y="332526"/>
                  </a:lnTo>
                  <a:lnTo>
                    <a:pt x="26154" y="333225"/>
                  </a:lnTo>
                  <a:lnTo>
                    <a:pt x="31465" y="333754"/>
                  </a:lnTo>
                  <a:lnTo>
                    <a:pt x="36790" y="334113"/>
                  </a:lnTo>
                  <a:lnTo>
                    <a:pt x="42124" y="334303"/>
                  </a:lnTo>
                  <a:lnTo>
                    <a:pt x="47462" y="334321"/>
                  </a:lnTo>
                  <a:lnTo>
                    <a:pt x="52797" y="334170"/>
                  </a:lnTo>
                  <a:lnTo>
                    <a:pt x="58125" y="333848"/>
                  </a:lnTo>
                  <a:lnTo>
                    <a:pt x="63440" y="333356"/>
                  </a:lnTo>
                  <a:lnTo>
                    <a:pt x="68736" y="332695"/>
                  </a:lnTo>
                  <a:lnTo>
                    <a:pt x="74008" y="331865"/>
                  </a:lnTo>
                  <a:lnTo>
                    <a:pt x="79252" y="330867"/>
                  </a:lnTo>
                  <a:lnTo>
                    <a:pt x="84461" y="329703"/>
                  </a:lnTo>
                  <a:lnTo>
                    <a:pt x="89630" y="328372"/>
                  </a:lnTo>
                  <a:lnTo>
                    <a:pt x="94754" y="326878"/>
                  </a:lnTo>
                  <a:lnTo>
                    <a:pt x="99827" y="325220"/>
                  </a:lnTo>
                  <a:lnTo>
                    <a:pt x="104845" y="323401"/>
                  </a:lnTo>
                  <a:lnTo>
                    <a:pt x="109803" y="321423"/>
                  </a:lnTo>
                  <a:lnTo>
                    <a:pt x="114694" y="319288"/>
                  </a:lnTo>
                  <a:lnTo>
                    <a:pt x="119515" y="316998"/>
                  </a:lnTo>
                  <a:lnTo>
                    <a:pt x="124261" y="314555"/>
                  </a:lnTo>
                  <a:lnTo>
                    <a:pt x="128926" y="311962"/>
                  </a:lnTo>
                  <a:lnTo>
                    <a:pt x="133506" y="309221"/>
                  </a:lnTo>
                  <a:lnTo>
                    <a:pt x="137996" y="306335"/>
                  </a:lnTo>
                  <a:lnTo>
                    <a:pt x="142392" y="303307"/>
                  </a:lnTo>
                  <a:lnTo>
                    <a:pt x="146689" y="300141"/>
                  </a:lnTo>
                  <a:lnTo>
                    <a:pt x="150882" y="296839"/>
                  </a:lnTo>
                  <a:lnTo>
                    <a:pt x="154968" y="293405"/>
                  </a:lnTo>
                  <a:lnTo>
                    <a:pt x="158942" y="289842"/>
                  </a:lnTo>
                  <a:lnTo>
                    <a:pt x="162801" y="286154"/>
                  </a:lnTo>
                  <a:lnTo>
                    <a:pt x="166540" y="282345"/>
                  </a:lnTo>
                  <a:lnTo>
                    <a:pt x="170155" y="278418"/>
                  </a:lnTo>
                  <a:lnTo>
                    <a:pt x="173643" y="274378"/>
                  </a:lnTo>
                  <a:lnTo>
                    <a:pt x="177000" y="270229"/>
                  </a:lnTo>
                  <a:lnTo>
                    <a:pt x="180223" y="265975"/>
                  </a:lnTo>
                  <a:lnTo>
                    <a:pt x="183309" y="261620"/>
                  </a:lnTo>
                  <a:lnTo>
                    <a:pt x="186254" y="257168"/>
                  </a:lnTo>
                  <a:lnTo>
                    <a:pt x="189056" y="252625"/>
                  </a:lnTo>
                  <a:lnTo>
                    <a:pt x="191711" y="247995"/>
                  </a:lnTo>
                  <a:lnTo>
                    <a:pt x="194217" y="243282"/>
                  </a:lnTo>
                  <a:lnTo>
                    <a:pt x="196571" y="238492"/>
                  </a:lnTo>
                  <a:lnTo>
                    <a:pt x="198771" y="233629"/>
                  </a:lnTo>
                  <a:lnTo>
                    <a:pt x="200814" y="228698"/>
                  </a:lnTo>
                  <a:lnTo>
                    <a:pt x="202699" y="223705"/>
                  </a:lnTo>
                  <a:lnTo>
                    <a:pt x="204424" y="218653"/>
                  </a:lnTo>
                  <a:lnTo>
                    <a:pt x="205987" y="213550"/>
                  </a:lnTo>
                  <a:lnTo>
                    <a:pt x="207386" y="208399"/>
                  </a:lnTo>
                  <a:lnTo>
                    <a:pt x="208619" y="203206"/>
                  </a:lnTo>
                  <a:lnTo>
                    <a:pt x="209687" y="197976"/>
                  </a:lnTo>
                  <a:lnTo>
                    <a:pt x="210586" y="192715"/>
                  </a:lnTo>
                  <a:lnTo>
                    <a:pt x="211318" y="187428"/>
                  </a:lnTo>
                  <a:lnTo>
                    <a:pt x="211880" y="182121"/>
                  </a:lnTo>
                  <a:lnTo>
                    <a:pt x="212273" y="176798"/>
                  </a:lnTo>
                  <a:lnTo>
                    <a:pt x="212495" y="171465"/>
                  </a:lnTo>
                  <a:lnTo>
                    <a:pt x="212547" y="166127"/>
                  </a:lnTo>
                  <a:lnTo>
                    <a:pt x="212429" y="160791"/>
                  </a:lnTo>
                  <a:lnTo>
                    <a:pt x="212140" y="155462"/>
                  </a:lnTo>
                  <a:lnTo>
                    <a:pt x="211681" y="150144"/>
                  </a:lnTo>
                  <a:lnTo>
                    <a:pt x="211053" y="144844"/>
                  </a:lnTo>
                  <a:lnTo>
                    <a:pt x="210256" y="139566"/>
                  </a:lnTo>
                  <a:lnTo>
                    <a:pt x="209291" y="134317"/>
                  </a:lnTo>
                  <a:lnTo>
                    <a:pt x="208159" y="129101"/>
                  </a:lnTo>
                  <a:lnTo>
                    <a:pt x="206860" y="123923"/>
                  </a:lnTo>
                  <a:lnTo>
                    <a:pt x="205397" y="118790"/>
                  </a:lnTo>
                  <a:lnTo>
                    <a:pt x="203771" y="113707"/>
                  </a:lnTo>
                  <a:lnTo>
                    <a:pt x="201984" y="108677"/>
                  </a:lnTo>
                  <a:lnTo>
                    <a:pt x="200037" y="103708"/>
                  </a:lnTo>
                  <a:lnTo>
                    <a:pt x="197932" y="98803"/>
                  </a:lnTo>
                  <a:lnTo>
                    <a:pt x="195672" y="93967"/>
                  </a:lnTo>
                  <a:lnTo>
                    <a:pt x="193258" y="89207"/>
                  </a:lnTo>
                  <a:lnTo>
                    <a:pt x="190694" y="84526"/>
                  </a:lnTo>
                  <a:lnTo>
                    <a:pt x="187982" y="79929"/>
                  </a:lnTo>
                  <a:lnTo>
                    <a:pt x="185124" y="75421"/>
                  </a:lnTo>
                  <a:lnTo>
                    <a:pt x="182124" y="71006"/>
                  </a:lnTo>
                  <a:lnTo>
                    <a:pt x="178984" y="66690"/>
                  </a:lnTo>
                  <a:lnTo>
                    <a:pt x="175708" y="62476"/>
                  </a:lnTo>
                  <a:lnTo>
                    <a:pt x="172300" y="58369"/>
                  </a:lnTo>
                  <a:lnTo>
                    <a:pt x="168762" y="54372"/>
                  </a:lnTo>
                  <a:lnTo>
                    <a:pt x="165098" y="50491"/>
                  </a:lnTo>
                  <a:lnTo>
                    <a:pt x="161312" y="46729"/>
                  </a:lnTo>
                  <a:lnTo>
                    <a:pt x="157408" y="43089"/>
                  </a:lnTo>
                  <a:lnTo>
                    <a:pt x="153390" y="39576"/>
                  </a:lnTo>
                  <a:lnTo>
                    <a:pt x="149261" y="36193"/>
                  </a:lnTo>
                  <a:lnTo>
                    <a:pt x="145027" y="32943"/>
                  </a:lnTo>
                  <a:lnTo>
                    <a:pt x="140691" y="29831"/>
                  </a:lnTo>
                  <a:lnTo>
                    <a:pt x="136258" y="26858"/>
                  </a:lnTo>
                  <a:lnTo>
                    <a:pt x="131733" y="24028"/>
                  </a:lnTo>
                  <a:lnTo>
                    <a:pt x="127119" y="21345"/>
                  </a:lnTo>
                  <a:lnTo>
                    <a:pt x="122422" y="18809"/>
                  </a:lnTo>
                  <a:lnTo>
                    <a:pt x="117646" y="16426"/>
                  </a:lnTo>
                  <a:lnTo>
                    <a:pt x="112797" y="14196"/>
                  </a:lnTo>
                  <a:lnTo>
                    <a:pt x="107879" y="12121"/>
                  </a:lnTo>
                  <a:lnTo>
                    <a:pt x="102898" y="10205"/>
                  </a:lnTo>
                  <a:lnTo>
                    <a:pt x="97857" y="8449"/>
                  </a:lnTo>
                  <a:lnTo>
                    <a:pt x="92764" y="6855"/>
                  </a:lnTo>
                  <a:lnTo>
                    <a:pt x="87621" y="5424"/>
                  </a:lnTo>
                  <a:lnTo>
                    <a:pt x="82436" y="4158"/>
                  </a:lnTo>
                  <a:lnTo>
                    <a:pt x="77213" y="3058"/>
                  </a:lnTo>
                  <a:lnTo>
                    <a:pt x="71958" y="2125"/>
                  </a:lnTo>
                  <a:lnTo>
                    <a:pt x="66676" y="1361"/>
                  </a:lnTo>
                  <a:lnTo>
                    <a:pt x="61371" y="766"/>
                  </a:lnTo>
                  <a:lnTo>
                    <a:pt x="56051" y="340"/>
                  </a:lnTo>
                  <a:lnTo>
                    <a:pt x="50720" y="85"/>
                  </a:lnTo>
                  <a:lnTo>
                    <a:pt x="45383" y="0"/>
                  </a:lnTo>
                  <a:lnTo>
                    <a:pt x="453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797341" y="1071028"/>
              <a:ext cx="298671" cy="334320"/>
            </a:xfrm>
            <a:custGeom>
              <a:avLst/>
              <a:pathLst>
                <a:path w="298671" h="334320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09" y="1356"/>
                  </a:lnTo>
                  <a:lnTo>
                    <a:pt x="140637" y="2117"/>
                  </a:lnTo>
                  <a:lnTo>
                    <a:pt x="135392" y="3046"/>
                  </a:lnTo>
                  <a:lnTo>
                    <a:pt x="130179" y="4141"/>
                  </a:lnTo>
                  <a:lnTo>
                    <a:pt x="125003" y="5402"/>
                  </a:lnTo>
                  <a:lnTo>
                    <a:pt x="119871" y="6828"/>
                  </a:lnTo>
                  <a:lnTo>
                    <a:pt x="114786" y="8416"/>
                  </a:lnTo>
                  <a:lnTo>
                    <a:pt x="109755" y="10165"/>
                  </a:lnTo>
                  <a:lnTo>
                    <a:pt x="104782" y="12074"/>
                  </a:lnTo>
                  <a:lnTo>
                    <a:pt x="99872" y="14140"/>
                  </a:lnTo>
                  <a:lnTo>
                    <a:pt x="95030" y="16361"/>
                  </a:lnTo>
                  <a:lnTo>
                    <a:pt x="90262" y="18736"/>
                  </a:lnTo>
                  <a:lnTo>
                    <a:pt x="85572" y="21261"/>
                  </a:lnTo>
                  <a:lnTo>
                    <a:pt x="80965" y="23935"/>
                  </a:lnTo>
                  <a:lnTo>
                    <a:pt x="76445" y="26754"/>
                  </a:lnTo>
                  <a:lnTo>
                    <a:pt x="72017" y="29715"/>
                  </a:lnTo>
                  <a:lnTo>
                    <a:pt x="67686" y="32817"/>
                  </a:lnTo>
                  <a:lnTo>
                    <a:pt x="63456" y="36054"/>
                  </a:lnTo>
                  <a:lnTo>
                    <a:pt x="59332" y="39425"/>
                  </a:lnTo>
                  <a:lnTo>
                    <a:pt x="55316" y="42925"/>
                  </a:lnTo>
                  <a:lnTo>
                    <a:pt x="51415" y="46552"/>
                  </a:lnTo>
                  <a:lnTo>
                    <a:pt x="47630" y="50301"/>
                  </a:lnTo>
                  <a:lnTo>
                    <a:pt x="43968" y="54168"/>
                  </a:lnTo>
                  <a:lnTo>
                    <a:pt x="40430" y="58151"/>
                  </a:lnTo>
                  <a:lnTo>
                    <a:pt x="37021" y="62244"/>
                  </a:lnTo>
                  <a:lnTo>
                    <a:pt x="33744" y="66443"/>
                  </a:lnTo>
                  <a:lnTo>
                    <a:pt x="30603" y="70745"/>
                  </a:lnTo>
                  <a:lnTo>
                    <a:pt x="27600" y="75145"/>
                  </a:lnTo>
                  <a:lnTo>
                    <a:pt x="24739" y="79638"/>
                  </a:lnTo>
                  <a:lnTo>
                    <a:pt x="22022" y="84221"/>
                  </a:lnTo>
                  <a:lnTo>
                    <a:pt x="19453" y="88887"/>
                  </a:lnTo>
                  <a:lnTo>
                    <a:pt x="17034" y="93633"/>
                  </a:lnTo>
                  <a:lnTo>
                    <a:pt x="14767" y="98453"/>
                  </a:lnTo>
                  <a:lnTo>
                    <a:pt x="12656" y="103344"/>
                  </a:lnTo>
                  <a:lnTo>
                    <a:pt x="10700" y="108299"/>
                  </a:lnTo>
                  <a:lnTo>
                    <a:pt x="8904" y="113313"/>
                  </a:lnTo>
                  <a:lnTo>
                    <a:pt x="7269" y="118383"/>
                  </a:lnTo>
                  <a:lnTo>
                    <a:pt x="5796" y="123502"/>
                  </a:lnTo>
                  <a:lnTo>
                    <a:pt x="4486" y="128665"/>
                  </a:lnTo>
                  <a:lnTo>
                    <a:pt x="3342" y="133868"/>
                  </a:lnTo>
                  <a:lnTo>
                    <a:pt x="2365" y="139104"/>
                  </a:lnTo>
                  <a:lnTo>
                    <a:pt x="1554" y="144369"/>
                  </a:lnTo>
                  <a:lnTo>
                    <a:pt x="912" y="149657"/>
                  </a:lnTo>
                  <a:lnTo>
                    <a:pt x="438" y="154963"/>
                  </a:lnTo>
                  <a:lnTo>
                    <a:pt x="134" y="160281"/>
                  </a:lnTo>
                  <a:lnTo>
                    <a:pt x="0" y="165606"/>
                  </a:lnTo>
                  <a:lnTo>
                    <a:pt x="35" y="170933"/>
                  </a:lnTo>
                  <a:lnTo>
                    <a:pt x="239" y="176256"/>
                  </a:lnTo>
                  <a:lnTo>
                    <a:pt x="614" y="181569"/>
                  </a:lnTo>
                  <a:lnTo>
                    <a:pt x="1157" y="186868"/>
                  </a:lnTo>
                  <a:lnTo>
                    <a:pt x="1869" y="192147"/>
                  </a:lnTo>
                  <a:lnTo>
                    <a:pt x="2749" y="197401"/>
                  </a:lnTo>
                  <a:lnTo>
                    <a:pt x="3796" y="202624"/>
                  </a:lnTo>
                  <a:lnTo>
                    <a:pt x="5008" y="207811"/>
                  </a:lnTo>
                  <a:lnTo>
                    <a:pt x="6386" y="212957"/>
                  </a:lnTo>
                  <a:lnTo>
                    <a:pt x="7926" y="218056"/>
                  </a:lnTo>
                  <a:lnTo>
                    <a:pt x="9628" y="223103"/>
                  </a:lnTo>
                  <a:lnTo>
                    <a:pt x="11491" y="228094"/>
                  </a:lnTo>
                  <a:lnTo>
                    <a:pt x="13511" y="233023"/>
                  </a:lnTo>
                  <a:lnTo>
                    <a:pt x="15687" y="237885"/>
                  </a:lnTo>
                  <a:lnTo>
                    <a:pt x="18017" y="242675"/>
                  </a:lnTo>
                  <a:lnTo>
                    <a:pt x="20499" y="247388"/>
                  </a:lnTo>
                  <a:lnTo>
                    <a:pt x="23129" y="252021"/>
                  </a:lnTo>
                  <a:lnTo>
                    <a:pt x="25906" y="256566"/>
                  </a:lnTo>
                  <a:lnTo>
                    <a:pt x="28826" y="261022"/>
                  </a:lnTo>
                  <a:lnTo>
                    <a:pt x="31886" y="265381"/>
                  </a:lnTo>
                  <a:lnTo>
                    <a:pt x="35084" y="269641"/>
                  </a:lnTo>
                  <a:lnTo>
                    <a:pt x="38416" y="273798"/>
                  </a:lnTo>
                  <a:lnTo>
                    <a:pt x="41879" y="277845"/>
                  </a:lnTo>
                  <a:lnTo>
                    <a:pt x="45469" y="281781"/>
                  </a:lnTo>
                  <a:lnTo>
                    <a:pt x="49182" y="285600"/>
                  </a:lnTo>
                  <a:lnTo>
                    <a:pt x="53016" y="289298"/>
                  </a:lnTo>
                  <a:lnTo>
                    <a:pt x="56965" y="292873"/>
                  </a:lnTo>
                  <a:lnTo>
                    <a:pt x="61026" y="296320"/>
                  </a:lnTo>
                  <a:lnTo>
                    <a:pt x="65195" y="299636"/>
                  </a:lnTo>
                  <a:lnTo>
                    <a:pt x="69467" y="302818"/>
                  </a:lnTo>
                  <a:lnTo>
                    <a:pt x="73839" y="305861"/>
                  </a:lnTo>
                  <a:lnTo>
                    <a:pt x="78305" y="308764"/>
                  </a:lnTo>
                  <a:lnTo>
                    <a:pt x="82862" y="311523"/>
                  </a:lnTo>
                  <a:lnTo>
                    <a:pt x="87504" y="314136"/>
                  </a:lnTo>
                  <a:lnTo>
                    <a:pt x="92227" y="316599"/>
                  </a:lnTo>
                  <a:lnTo>
                    <a:pt x="97026" y="318911"/>
                  </a:lnTo>
                  <a:lnTo>
                    <a:pt x="101896" y="321068"/>
                  </a:lnTo>
                  <a:lnTo>
                    <a:pt x="106833" y="323070"/>
                  </a:lnTo>
                  <a:lnTo>
                    <a:pt x="111831" y="324913"/>
                  </a:lnTo>
                  <a:lnTo>
                    <a:pt x="116885" y="326595"/>
                  </a:lnTo>
                  <a:lnTo>
                    <a:pt x="121990" y="328116"/>
                  </a:lnTo>
                  <a:lnTo>
                    <a:pt x="127141" y="329474"/>
                  </a:lnTo>
                  <a:lnTo>
                    <a:pt x="132332" y="330666"/>
                  </a:lnTo>
                  <a:lnTo>
                    <a:pt x="137559" y="331693"/>
                  </a:lnTo>
                  <a:lnTo>
                    <a:pt x="142816" y="332552"/>
                  </a:lnTo>
                  <a:lnTo>
                    <a:pt x="148098" y="333244"/>
                  </a:lnTo>
                  <a:lnTo>
                    <a:pt x="153399" y="333767"/>
                  </a:lnTo>
                  <a:lnTo>
                    <a:pt x="158714" y="334121"/>
                  </a:lnTo>
                  <a:lnTo>
                    <a:pt x="164038" y="334305"/>
                  </a:lnTo>
                  <a:lnTo>
                    <a:pt x="169365" y="334320"/>
                  </a:lnTo>
                  <a:lnTo>
                    <a:pt x="174689" y="334165"/>
                  </a:lnTo>
                  <a:lnTo>
                    <a:pt x="180006" y="333840"/>
                  </a:lnTo>
                  <a:lnTo>
                    <a:pt x="185310" y="333346"/>
                  </a:lnTo>
                  <a:lnTo>
                    <a:pt x="190595" y="332683"/>
                  </a:lnTo>
                  <a:lnTo>
                    <a:pt x="195857" y="331853"/>
                  </a:lnTo>
                  <a:lnTo>
                    <a:pt x="201090" y="330855"/>
                  </a:lnTo>
                  <a:lnTo>
                    <a:pt x="206288" y="329691"/>
                  </a:lnTo>
                  <a:lnTo>
                    <a:pt x="211446" y="328361"/>
                  </a:lnTo>
                  <a:lnTo>
                    <a:pt x="216559" y="326869"/>
                  </a:lnTo>
                  <a:lnTo>
                    <a:pt x="221623" y="325214"/>
                  </a:lnTo>
                  <a:lnTo>
                    <a:pt x="226630" y="323398"/>
                  </a:lnTo>
                  <a:lnTo>
                    <a:pt x="231578" y="321424"/>
                  </a:lnTo>
                  <a:lnTo>
                    <a:pt x="236460" y="319293"/>
                  </a:lnTo>
                  <a:lnTo>
                    <a:pt x="241272" y="317008"/>
                  </a:lnTo>
                  <a:lnTo>
                    <a:pt x="246008" y="314571"/>
                  </a:lnTo>
                  <a:lnTo>
                    <a:pt x="250665" y="311984"/>
                  </a:lnTo>
                  <a:lnTo>
                    <a:pt x="255236" y="309250"/>
                  </a:lnTo>
                  <a:lnTo>
                    <a:pt x="259718" y="306371"/>
                  </a:lnTo>
                  <a:lnTo>
                    <a:pt x="264107" y="303351"/>
                  </a:lnTo>
                  <a:lnTo>
                    <a:pt x="268396" y="300193"/>
                  </a:lnTo>
                  <a:lnTo>
                    <a:pt x="272583" y="296900"/>
                  </a:lnTo>
                  <a:lnTo>
                    <a:pt x="276663" y="293476"/>
                  </a:lnTo>
                  <a:lnTo>
                    <a:pt x="280632" y="289923"/>
                  </a:lnTo>
                  <a:lnTo>
                    <a:pt x="284486" y="286245"/>
                  </a:lnTo>
                  <a:lnTo>
                    <a:pt x="288220" y="282446"/>
                  </a:lnTo>
                  <a:lnTo>
                    <a:pt x="291831" y="278531"/>
                  </a:lnTo>
                  <a:lnTo>
                    <a:pt x="295316" y="274502"/>
                  </a:lnTo>
                  <a:lnTo>
                    <a:pt x="298671" y="27036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31511" cy="103197"/>
            </a:xfrm>
            <a:custGeom>
              <a:avLst/>
              <a:pathLst>
                <a:path w="131511" h="103197">
                  <a:moveTo>
                    <a:pt x="131511" y="10319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079651"/>
              <a:ext cx="167146" cy="261741"/>
            </a:xfrm>
            <a:custGeom>
              <a:avLst/>
              <a:pathLst>
                <a:path w="167146" h="261741">
                  <a:moveTo>
                    <a:pt x="131511" y="261741"/>
                  </a:moveTo>
                  <a:lnTo>
                    <a:pt x="134788" y="257422"/>
                  </a:lnTo>
                  <a:lnTo>
                    <a:pt x="137924" y="253000"/>
                  </a:lnTo>
                  <a:lnTo>
                    <a:pt x="140914" y="248477"/>
                  </a:lnTo>
                  <a:lnTo>
                    <a:pt x="143756" y="243861"/>
                  </a:lnTo>
                  <a:lnTo>
                    <a:pt x="146447" y="239154"/>
                  </a:lnTo>
                  <a:lnTo>
                    <a:pt x="148984" y="234363"/>
                  </a:lnTo>
                  <a:lnTo>
                    <a:pt x="151365" y="229492"/>
                  </a:lnTo>
                  <a:lnTo>
                    <a:pt x="153586" y="224546"/>
                  </a:lnTo>
                  <a:lnTo>
                    <a:pt x="155645" y="219531"/>
                  </a:lnTo>
                  <a:lnTo>
                    <a:pt x="157541" y="214452"/>
                  </a:lnTo>
                  <a:lnTo>
                    <a:pt x="159271" y="209314"/>
                  </a:lnTo>
                  <a:lnTo>
                    <a:pt x="160833" y="204122"/>
                  </a:lnTo>
                  <a:lnTo>
                    <a:pt x="162227" y="198883"/>
                  </a:lnTo>
                  <a:lnTo>
                    <a:pt x="163450" y="193601"/>
                  </a:lnTo>
                  <a:lnTo>
                    <a:pt x="164501" y="188282"/>
                  </a:lnTo>
                  <a:lnTo>
                    <a:pt x="165378" y="182932"/>
                  </a:lnTo>
                  <a:lnTo>
                    <a:pt x="166082" y="177557"/>
                  </a:lnTo>
                  <a:lnTo>
                    <a:pt x="166611" y="172161"/>
                  </a:lnTo>
                  <a:lnTo>
                    <a:pt x="166965" y="166751"/>
                  </a:lnTo>
                  <a:lnTo>
                    <a:pt x="167144" y="161333"/>
                  </a:lnTo>
                  <a:lnTo>
                    <a:pt x="167146" y="155911"/>
                  </a:lnTo>
                  <a:lnTo>
                    <a:pt x="166973" y="150492"/>
                  </a:lnTo>
                  <a:lnTo>
                    <a:pt x="166624" y="145082"/>
                  </a:lnTo>
                  <a:lnTo>
                    <a:pt x="166100" y="139686"/>
                  </a:lnTo>
                  <a:lnTo>
                    <a:pt x="165401" y="134310"/>
                  </a:lnTo>
                  <a:lnTo>
                    <a:pt x="164528" y="128959"/>
                  </a:lnTo>
                  <a:lnTo>
                    <a:pt x="163482" y="123639"/>
                  </a:lnTo>
                  <a:lnTo>
                    <a:pt x="162264" y="118356"/>
                  </a:lnTo>
                  <a:lnTo>
                    <a:pt x="160876" y="113116"/>
                  </a:lnTo>
                  <a:lnTo>
                    <a:pt x="159318" y="107923"/>
                  </a:lnTo>
                  <a:lnTo>
                    <a:pt x="157593" y="102783"/>
                  </a:lnTo>
                  <a:lnTo>
                    <a:pt x="155702" y="97702"/>
                  </a:lnTo>
                  <a:lnTo>
                    <a:pt x="153647" y="92685"/>
                  </a:lnTo>
                  <a:lnTo>
                    <a:pt x="151431" y="87737"/>
                  </a:lnTo>
                  <a:lnTo>
                    <a:pt x="149055" y="82864"/>
                  </a:lnTo>
                  <a:lnTo>
                    <a:pt x="146522" y="78070"/>
                  </a:lnTo>
                  <a:lnTo>
                    <a:pt x="143836" y="73361"/>
                  </a:lnTo>
                  <a:lnTo>
                    <a:pt x="140998" y="68742"/>
                  </a:lnTo>
                  <a:lnTo>
                    <a:pt x="138012" y="64217"/>
                  </a:lnTo>
                  <a:lnTo>
                    <a:pt x="134880" y="59791"/>
                  </a:lnTo>
                  <a:lnTo>
                    <a:pt x="131607" y="55469"/>
                  </a:lnTo>
                  <a:lnTo>
                    <a:pt x="128195" y="51256"/>
                  </a:lnTo>
                  <a:lnTo>
                    <a:pt x="124649" y="47155"/>
                  </a:lnTo>
                  <a:lnTo>
                    <a:pt x="120971" y="43172"/>
                  </a:lnTo>
                  <a:lnTo>
                    <a:pt x="117167" y="39310"/>
                  </a:lnTo>
                  <a:lnTo>
                    <a:pt x="113238" y="35573"/>
                  </a:lnTo>
                  <a:lnTo>
                    <a:pt x="109191" y="31966"/>
                  </a:lnTo>
                  <a:lnTo>
                    <a:pt x="105029" y="28491"/>
                  </a:lnTo>
                  <a:lnTo>
                    <a:pt x="100757" y="25154"/>
                  </a:lnTo>
                  <a:lnTo>
                    <a:pt x="96378" y="21957"/>
                  </a:lnTo>
                  <a:lnTo>
                    <a:pt x="91898" y="18903"/>
                  </a:lnTo>
                  <a:lnTo>
                    <a:pt x="87322" y="15997"/>
                  </a:lnTo>
                  <a:lnTo>
                    <a:pt x="82654" y="13240"/>
                  </a:lnTo>
                  <a:lnTo>
                    <a:pt x="77898" y="10636"/>
                  </a:lnTo>
                  <a:lnTo>
                    <a:pt x="73061" y="8188"/>
                  </a:lnTo>
                  <a:lnTo>
                    <a:pt x="68147" y="5898"/>
                  </a:lnTo>
                  <a:lnTo>
                    <a:pt x="63161" y="3768"/>
                  </a:lnTo>
                  <a:lnTo>
                    <a:pt x="58109" y="1801"/>
                  </a:lnTo>
                  <a:lnTo>
                    <a:pt x="52996" y="0"/>
                  </a:lnTo>
                  <a:lnTo>
                    <a:pt x="0" y="158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1028"/>
              <a:ext cx="52996" cy="167167"/>
            </a:xfrm>
            <a:custGeom>
              <a:avLst/>
              <a:pathLst>
                <a:path w="52996" h="167167">
                  <a:moveTo>
                    <a:pt x="52996" y="8622"/>
                  </a:moveTo>
                  <a:lnTo>
                    <a:pt x="47280" y="6825"/>
                  </a:lnTo>
                  <a:lnTo>
                    <a:pt x="41504" y="5234"/>
                  </a:lnTo>
                  <a:lnTo>
                    <a:pt x="35674" y="3850"/>
                  </a:lnTo>
                  <a:lnTo>
                    <a:pt x="29799" y="2677"/>
                  </a:lnTo>
                  <a:lnTo>
                    <a:pt x="23885" y="1715"/>
                  </a:lnTo>
                  <a:lnTo>
                    <a:pt x="17940" y="965"/>
                  </a:lnTo>
                  <a:lnTo>
                    <a:pt x="11973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4166" y="1322571"/>
              <a:ext cx="94554" cy="167167"/>
            </a:xfrm>
            <a:custGeom>
              <a:avLst/>
              <a:pathLst>
                <a:path w="94554" h="167167">
                  <a:moveTo>
                    <a:pt x="94554" y="0"/>
                  </a:moveTo>
                  <a:lnTo>
                    <a:pt x="88971" y="93"/>
                  </a:lnTo>
                  <a:lnTo>
                    <a:pt x="83395" y="372"/>
                  </a:lnTo>
                  <a:lnTo>
                    <a:pt x="77832" y="838"/>
                  </a:lnTo>
                  <a:lnTo>
                    <a:pt x="72287" y="1489"/>
                  </a:lnTo>
                  <a:lnTo>
                    <a:pt x="66767" y="2325"/>
                  </a:lnTo>
                  <a:lnTo>
                    <a:pt x="61278" y="3345"/>
                  </a:lnTo>
                  <a:lnTo>
                    <a:pt x="55826" y="4547"/>
                  </a:lnTo>
                  <a:lnTo>
                    <a:pt x="50417" y="5931"/>
                  </a:lnTo>
                  <a:lnTo>
                    <a:pt x="45057" y="7495"/>
                  </a:lnTo>
                  <a:lnTo>
                    <a:pt x="39753" y="9237"/>
                  </a:lnTo>
                  <a:lnTo>
                    <a:pt x="34510" y="11155"/>
                  </a:lnTo>
                  <a:lnTo>
                    <a:pt x="29333" y="13247"/>
                  </a:lnTo>
                  <a:lnTo>
                    <a:pt x="24230" y="15511"/>
                  </a:lnTo>
                  <a:lnTo>
                    <a:pt x="19205" y="17944"/>
                  </a:lnTo>
                  <a:lnTo>
                    <a:pt x="14264" y="20543"/>
                  </a:lnTo>
                  <a:lnTo>
                    <a:pt x="9412" y="23306"/>
                  </a:lnTo>
                  <a:lnTo>
                    <a:pt x="4656" y="26230"/>
                  </a:lnTo>
                  <a:lnTo>
                    <a:pt x="0" y="29310"/>
                  </a:lnTo>
                  <a:lnTo>
                    <a:pt x="945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21571" y="1351882"/>
              <a:ext cx="334298" cy="305024"/>
            </a:xfrm>
            <a:custGeom>
              <a:avLst/>
              <a:pathLst>
                <a:path w="334298" h="305024">
                  <a:moveTo>
                    <a:pt x="72595" y="0"/>
                  </a:moveTo>
                  <a:lnTo>
                    <a:pt x="68265" y="3071"/>
                  </a:lnTo>
                  <a:lnTo>
                    <a:pt x="64036" y="6278"/>
                  </a:lnTo>
                  <a:lnTo>
                    <a:pt x="59911" y="9618"/>
                  </a:lnTo>
                  <a:lnTo>
                    <a:pt x="55893" y="13088"/>
                  </a:lnTo>
                  <a:lnTo>
                    <a:pt x="51988" y="16683"/>
                  </a:lnTo>
                  <a:lnTo>
                    <a:pt x="48199" y="20400"/>
                  </a:lnTo>
                  <a:lnTo>
                    <a:pt x="44530" y="24236"/>
                  </a:lnTo>
                  <a:lnTo>
                    <a:pt x="40984" y="28186"/>
                  </a:lnTo>
                  <a:lnTo>
                    <a:pt x="37566" y="32247"/>
                  </a:lnTo>
                  <a:lnTo>
                    <a:pt x="34278" y="36414"/>
                  </a:lnTo>
                  <a:lnTo>
                    <a:pt x="31125" y="40684"/>
                  </a:lnTo>
                  <a:lnTo>
                    <a:pt x="28108" y="45051"/>
                  </a:lnTo>
                  <a:lnTo>
                    <a:pt x="25232" y="49513"/>
                  </a:lnTo>
                  <a:lnTo>
                    <a:pt x="22499" y="54063"/>
                  </a:lnTo>
                  <a:lnTo>
                    <a:pt x="19911" y="58698"/>
                  </a:lnTo>
                  <a:lnTo>
                    <a:pt x="17472" y="63412"/>
                  </a:lnTo>
                  <a:lnTo>
                    <a:pt x="15184" y="68202"/>
                  </a:lnTo>
                  <a:lnTo>
                    <a:pt x="13049" y="73061"/>
                  </a:lnTo>
                  <a:lnTo>
                    <a:pt x="11070" y="77987"/>
                  </a:lnTo>
                  <a:lnTo>
                    <a:pt x="9248" y="82972"/>
                  </a:lnTo>
                  <a:lnTo>
                    <a:pt x="7585" y="88013"/>
                  </a:lnTo>
                  <a:lnTo>
                    <a:pt x="6083" y="93104"/>
                  </a:lnTo>
                  <a:lnTo>
                    <a:pt x="4743" y="98240"/>
                  </a:lnTo>
                  <a:lnTo>
                    <a:pt x="3567" y="103416"/>
                  </a:lnTo>
                  <a:lnTo>
                    <a:pt x="2556" y="108627"/>
                  </a:lnTo>
                  <a:lnTo>
                    <a:pt x="1711" y="113867"/>
                  </a:lnTo>
                  <a:lnTo>
                    <a:pt x="1033" y="119132"/>
                  </a:lnTo>
                  <a:lnTo>
                    <a:pt x="522" y="124415"/>
                  </a:lnTo>
                  <a:lnTo>
                    <a:pt x="180" y="129712"/>
                  </a:lnTo>
                  <a:lnTo>
                    <a:pt x="5" y="135018"/>
                  </a:lnTo>
                  <a:lnTo>
                    <a:pt x="0" y="140326"/>
                  </a:lnTo>
                  <a:lnTo>
                    <a:pt x="162" y="145631"/>
                  </a:lnTo>
                  <a:lnTo>
                    <a:pt x="493" y="150929"/>
                  </a:lnTo>
                  <a:lnTo>
                    <a:pt x="992" y="156213"/>
                  </a:lnTo>
                  <a:lnTo>
                    <a:pt x="1659" y="161479"/>
                  </a:lnTo>
                  <a:lnTo>
                    <a:pt x="2492" y="166722"/>
                  </a:lnTo>
                  <a:lnTo>
                    <a:pt x="3492" y="171935"/>
                  </a:lnTo>
                  <a:lnTo>
                    <a:pt x="4656" y="177113"/>
                  </a:lnTo>
                  <a:lnTo>
                    <a:pt x="5984" y="182252"/>
                  </a:lnTo>
                  <a:lnTo>
                    <a:pt x="7475" y="187347"/>
                  </a:lnTo>
                  <a:lnTo>
                    <a:pt x="9127" y="192391"/>
                  </a:lnTo>
                  <a:lnTo>
                    <a:pt x="10938" y="197381"/>
                  </a:lnTo>
                  <a:lnTo>
                    <a:pt x="12907" y="202310"/>
                  </a:lnTo>
                  <a:lnTo>
                    <a:pt x="15031" y="207175"/>
                  </a:lnTo>
                  <a:lnTo>
                    <a:pt x="17308" y="211969"/>
                  </a:lnTo>
                  <a:lnTo>
                    <a:pt x="19737" y="216689"/>
                  </a:lnTo>
                  <a:lnTo>
                    <a:pt x="22314" y="221330"/>
                  </a:lnTo>
                  <a:lnTo>
                    <a:pt x="25037" y="225886"/>
                  </a:lnTo>
                  <a:lnTo>
                    <a:pt x="27904" y="230353"/>
                  </a:lnTo>
                  <a:lnTo>
                    <a:pt x="30910" y="234728"/>
                  </a:lnTo>
                  <a:lnTo>
                    <a:pt x="34055" y="239004"/>
                  </a:lnTo>
                  <a:lnTo>
                    <a:pt x="37333" y="243179"/>
                  </a:lnTo>
                  <a:lnTo>
                    <a:pt x="40742" y="247247"/>
                  </a:lnTo>
                  <a:lnTo>
                    <a:pt x="44279" y="251205"/>
                  </a:lnTo>
                  <a:lnTo>
                    <a:pt x="47940" y="255049"/>
                  </a:lnTo>
                  <a:lnTo>
                    <a:pt x="51721" y="258775"/>
                  </a:lnTo>
                  <a:lnTo>
                    <a:pt x="55618" y="262379"/>
                  </a:lnTo>
                  <a:lnTo>
                    <a:pt x="59628" y="265857"/>
                  </a:lnTo>
                  <a:lnTo>
                    <a:pt x="63746" y="269206"/>
                  </a:lnTo>
                  <a:lnTo>
                    <a:pt x="67968" y="272423"/>
                  </a:lnTo>
                  <a:lnTo>
                    <a:pt x="72290" y="275504"/>
                  </a:lnTo>
                  <a:lnTo>
                    <a:pt x="76708" y="278446"/>
                  </a:lnTo>
                  <a:lnTo>
                    <a:pt x="81217" y="281246"/>
                  </a:lnTo>
                  <a:lnTo>
                    <a:pt x="85813" y="283902"/>
                  </a:lnTo>
                  <a:lnTo>
                    <a:pt x="90491" y="286411"/>
                  </a:lnTo>
                  <a:lnTo>
                    <a:pt x="95246" y="288770"/>
                  </a:lnTo>
                  <a:lnTo>
                    <a:pt x="100074" y="290977"/>
                  </a:lnTo>
                  <a:lnTo>
                    <a:pt x="104969" y="293029"/>
                  </a:lnTo>
                  <a:lnTo>
                    <a:pt x="109927" y="294925"/>
                  </a:lnTo>
                  <a:lnTo>
                    <a:pt x="114942" y="296662"/>
                  </a:lnTo>
                  <a:lnTo>
                    <a:pt x="120010" y="298240"/>
                  </a:lnTo>
                  <a:lnTo>
                    <a:pt x="125126" y="299656"/>
                  </a:lnTo>
                  <a:lnTo>
                    <a:pt x="130284" y="300908"/>
                  </a:lnTo>
                  <a:lnTo>
                    <a:pt x="135480" y="301996"/>
                  </a:lnTo>
                  <a:lnTo>
                    <a:pt x="140707" y="302919"/>
                  </a:lnTo>
                  <a:lnTo>
                    <a:pt x="145961" y="303675"/>
                  </a:lnTo>
                  <a:lnTo>
                    <a:pt x="151236" y="304265"/>
                  </a:lnTo>
                  <a:lnTo>
                    <a:pt x="156527" y="304686"/>
                  </a:lnTo>
                  <a:lnTo>
                    <a:pt x="161829" y="304939"/>
                  </a:lnTo>
                  <a:lnTo>
                    <a:pt x="167137" y="305024"/>
                  </a:lnTo>
                  <a:lnTo>
                    <a:pt x="172444" y="304940"/>
                  </a:lnTo>
                  <a:lnTo>
                    <a:pt x="177746" y="304687"/>
                  </a:lnTo>
                  <a:lnTo>
                    <a:pt x="183037" y="304267"/>
                  </a:lnTo>
                  <a:lnTo>
                    <a:pt x="188313" y="303678"/>
                  </a:lnTo>
                  <a:lnTo>
                    <a:pt x="193567" y="302923"/>
                  </a:lnTo>
                  <a:lnTo>
                    <a:pt x="198794" y="302001"/>
                  </a:lnTo>
                  <a:lnTo>
                    <a:pt x="203989" y="300914"/>
                  </a:lnTo>
                  <a:lnTo>
                    <a:pt x="209148" y="299662"/>
                  </a:lnTo>
                  <a:lnTo>
                    <a:pt x="214264" y="298247"/>
                  </a:lnTo>
                  <a:lnTo>
                    <a:pt x="219332" y="296670"/>
                  </a:lnTo>
                  <a:lnTo>
                    <a:pt x="224348" y="294933"/>
                  </a:lnTo>
                  <a:lnTo>
                    <a:pt x="229306" y="293038"/>
                  </a:lnTo>
                  <a:lnTo>
                    <a:pt x="234202" y="290986"/>
                  </a:lnTo>
                  <a:lnTo>
                    <a:pt x="239029" y="288780"/>
                  </a:lnTo>
                  <a:lnTo>
                    <a:pt x="243785" y="286422"/>
                  </a:lnTo>
                  <a:lnTo>
                    <a:pt x="248463" y="283914"/>
                  </a:lnTo>
                  <a:lnTo>
                    <a:pt x="253059" y="281259"/>
                  </a:lnTo>
                  <a:lnTo>
                    <a:pt x="257569" y="278459"/>
                  </a:lnTo>
                  <a:lnTo>
                    <a:pt x="261987" y="275517"/>
                  </a:lnTo>
                  <a:lnTo>
                    <a:pt x="266310" y="272437"/>
                  </a:lnTo>
                  <a:lnTo>
                    <a:pt x="270533" y="269221"/>
                  </a:lnTo>
                  <a:lnTo>
                    <a:pt x="274651" y="265872"/>
                  </a:lnTo>
                  <a:lnTo>
                    <a:pt x="278661" y="262395"/>
                  </a:lnTo>
                  <a:lnTo>
                    <a:pt x="282559" y="258792"/>
                  </a:lnTo>
                  <a:lnTo>
                    <a:pt x="286341" y="255067"/>
                  </a:lnTo>
                  <a:lnTo>
                    <a:pt x="290002" y="251223"/>
                  </a:lnTo>
                  <a:lnTo>
                    <a:pt x="293539" y="247266"/>
                  </a:lnTo>
                  <a:lnTo>
                    <a:pt x="296949" y="243198"/>
                  </a:lnTo>
                  <a:lnTo>
                    <a:pt x="300228" y="239024"/>
                  </a:lnTo>
                  <a:lnTo>
                    <a:pt x="303373" y="234748"/>
                  </a:lnTo>
                  <a:lnTo>
                    <a:pt x="306380" y="230374"/>
                  </a:lnTo>
                  <a:lnTo>
                    <a:pt x="309247" y="225907"/>
                  </a:lnTo>
                  <a:lnTo>
                    <a:pt x="311971" y="221351"/>
                  </a:lnTo>
                  <a:lnTo>
                    <a:pt x="314549" y="216711"/>
                  </a:lnTo>
                  <a:lnTo>
                    <a:pt x="316978" y="211991"/>
                  </a:lnTo>
                  <a:lnTo>
                    <a:pt x="319257" y="207197"/>
                  </a:lnTo>
                  <a:lnTo>
                    <a:pt x="321381" y="202333"/>
                  </a:lnTo>
                  <a:lnTo>
                    <a:pt x="323351" y="197404"/>
                  </a:lnTo>
                  <a:lnTo>
                    <a:pt x="325162" y="192414"/>
                  </a:lnTo>
                  <a:lnTo>
                    <a:pt x="326815" y="187370"/>
                  </a:lnTo>
                  <a:lnTo>
                    <a:pt x="328307" y="182276"/>
                  </a:lnTo>
                  <a:lnTo>
                    <a:pt x="329636" y="177137"/>
                  </a:lnTo>
                  <a:lnTo>
                    <a:pt x="330801" y="171958"/>
                  </a:lnTo>
                  <a:lnTo>
                    <a:pt x="331801" y="166745"/>
                  </a:lnTo>
                  <a:lnTo>
                    <a:pt x="332635" y="161503"/>
                  </a:lnTo>
                  <a:lnTo>
                    <a:pt x="333302" y="156238"/>
                  </a:lnTo>
                  <a:lnTo>
                    <a:pt x="333802" y="150953"/>
                  </a:lnTo>
                  <a:lnTo>
                    <a:pt x="334134" y="145655"/>
                  </a:lnTo>
                  <a:lnTo>
                    <a:pt x="334298" y="140350"/>
                  </a:lnTo>
                  <a:lnTo>
                    <a:pt x="334292" y="135042"/>
                  </a:lnTo>
                  <a:lnTo>
                    <a:pt x="334119" y="129737"/>
                  </a:lnTo>
                  <a:lnTo>
                    <a:pt x="333777" y="124440"/>
                  </a:lnTo>
                  <a:lnTo>
                    <a:pt x="333267" y="119156"/>
                  </a:lnTo>
                  <a:lnTo>
                    <a:pt x="332589" y="113892"/>
                  </a:lnTo>
                  <a:lnTo>
                    <a:pt x="331745" y="108651"/>
                  </a:lnTo>
                  <a:lnTo>
                    <a:pt x="330735" y="103440"/>
                  </a:lnTo>
                  <a:lnTo>
                    <a:pt x="329560" y="98264"/>
                  </a:lnTo>
                  <a:lnTo>
                    <a:pt x="328221" y="93127"/>
                  </a:lnTo>
                  <a:lnTo>
                    <a:pt x="326720" y="88036"/>
                  </a:lnTo>
                  <a:lnTo>
                    <a:pt x="325058" y="82995"/>
                  </a:lnTo>
                  <a:lnTo>
                    <a:pt x="323236" y="78009"/>
                  </a:lnTo>
                  <a:lnTo>
                    <a:pt x="321257" y="73084"/>
                  </a:lnTo>
                  <a:lnTo>
                    <a:pt x="319123" y="68224"/>
                  </a:lnTo>
                  <a:lnTo>
                    <a:pt x="316836" y="63434"/>
                  </a:lnTo>
                  <a:lnTo>
                    <a:pt x="314398" y="58719"/>
                  </a:lnTo>
                  <a:lnTo>
                    <a:pt x="311811" y="54084"/>
                  </a:lnTo>
                  <a:lnTo>
                    <a:pt x="309078" y="49533"/>
                  </a:lnTo>
                  <a:lnTo>
                    <a:pt x="306203" y="45072"/>
                  </a:lnTo>
                  <a:lnTo>
                    <a:pt x="303187" y="40704"/>
                  </a:lnTo>
                  <a:lnTo>
                    <a:pt x="300034" y="36434"/>
                  </a:lnTo>
                  <a:lnTo>
                    <a:pt x="296747" y="32266"/>
                  </a:lnTo>
                  <a:lnTo>
                    <a:pt x="167149" y="137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88720" y="1322571"/>
              <a:ext cx="129597" cy="167167"/>
            </a:xfrm>
            <a:custGeom>
              <a:avLst/>
              <a:pathLst>
                <a:path w="129597" h="167167">
                  <a:moveTo>
                    <a:pt x="129597" y="61577"/>
                  </a:moveTo>
                  <a:lnTo>
                    <a:pt x="126059" y="57376"/>
                  </a:lnTo>
                  <a:lnTo>
                    <a:pt x="122384" y="53294"/>
                  </a:lnTo>
                  <a:lnTo>
                    <a:pt x="118577" y="49335"/>
                  </a:lnTo>
                  <a:lnTo>
                    <a:pt x="114642" y="45504"/>
                  </a:lnTo>
                  <a:lnTo>
                    <a:pt x="110584" y="41803"/>
                  </a:lnTo>
                  <a:lnTo>
                    <a:pt x="106406" y="38238"/>
                  </a:lnTo>
                  <a:lnTo>
                    <a:pt x="102113" y="34812"/>
                  </a:lnTo>
                  <a:lnTo>
                    <a:pt x="97710" y="31529"/>
                  </a:lnTo>
                  <a:lnTo>
                    <a:pt x="93202" y="28393"/>
                  </a:lnTo>
                  <a:lnTo>
                    <a:pt x="88592" y="25406"/>
                  </a:lnTo>
                  <a:lnTo>
                    <a:pt x="83888" y="22572"/>
                  </a:lnTo>
                  <a:lnTo>
                    <a:pt x="79092" y="19894"/>
                  </a:lnTo>
                  <a:lnTo>
                    <a:pt x="74212" y="17375"/>
                  </a:lnTo>
                  <a:lnTo>
                    <a:pt x="69251" y="15018"/>
                  </a:lnTo>
                  <a:lnTo>
                    <a:pt x="64215" y="12826"/>
                  </a:lnTo>
                  <a:lnTo>
                    <a:pt x="59111" y="10799"/>
                  </a:lnTo>
                  <a:lnTo>
                    <a:pt x="53942" y="8942"/>
                  </a:lnTo>
                  <a:lnTo>
                    <a:pt x="48715" y="7255"/>
                  </a:lnTo>
                  <a:lnTo>
                    <a:pt x="43435" y="5741"/>
                  </a:lnTo>
                  <a:lnTo>
                    <a:pt x="38109" y="4401"/>
                  </a:lnTo>
                  <a:lnTo>
                    <a:pt x="32742" y="3237"/>
                  </a:lnTo>
                  <a:lnTo>
                    <a:pt x="27339" y="2250"/>
                  </a:lnTo>
                  <a:lnTo>
                    <a:pt x="21906" y="1441"/>
                  </a:lnTo>
                  <a:lnTo>
                    <a:pt x="16450" y="811"/>
                  </a:lnTo>
                  <a:lnTo>
                    <a:pt x="10977" y="360"/>
                  </a:lnTo>
                  <a:lnTo>
                    <a:pt x="549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71058" y="1681503"/>
              <a:ext cx="115466" cy="167167"/>
            </a:xfrm>
            <a:custGeom>
              <a:avLst/>
              <a:pathLst>
                <a:path w="115466" h="167167">
                  <a:moveTo>
                    <a:pt x="115466" y="0"/>
                  </a:moveTo>
                  <a:lnTo>
                    <a:pt x="109925" y="91"/>
                  </a:lnTo>
                  <a:lnTo>
                    <a:pt x="104390" y="367"/>
                  </a:lnTo>
                  <a:lnTo>
                    <a:pt x="98868" y="826"/>
                  </a:lnTo>
                  <a:lnTo>
                    <a:pt x="93363" y="1467"/>
                  </a:lnTo>
                  <a:lnTo>
                    <a:pt x="87883" y="2291"/>
                  </a:lnTo>
                  <a:lnTo>
                    <a:pt x="82433" y="3296"/>
                  </a:lnTo>
                  <a:lnTo>
                    <a:pt x="77020" y="4481"/>
                  </a:lnTo>
                  <a:lnTo>
                    <a:pt x="71649" y="5844"/>
                  </a:lnTo>
                  <a:lnTo>
                    <a:pt x="66326" y="7385"/>
                  </a:lnTo>
                  <a:lnTo>
                    <a:pt x="61057" y="9102"/>
                  </a:lnTo>
                  <a:lnTo>
                    <a:pt x="55847" y="10992"/>
                  </a:lnTo>
                  <a:lnTo>
                    <a:pt x="50704" y="13054"/>
                  </a:lnTo>
                  <a:lnTo>
                    <a:pt x="45631" y="15285"/>
                  </a:lnTo>
                  <a:lnTo>
                    <a:pt x="40635" y="17683"/>
                  </a:lnTo>
                  <a:lnTo>
                    <a:pt x="35722" y="20246"/>
                  </a:lnTo>
                  <a:lnTo>
                    <a:pt x="30896" y="22970"/>
                  </a:lnTo>
                  <a:lnTo>
                    <a:pt x="26163" y="25852"/>
                  </a:lnTo>
                  <a:lnTo>
                    <a:pt x="21528" y="28890"/>
                  </a:lnTo>
                  <a:lnTo>
                    <a:pt x="16996" y="32079"/>
                  </a:lnTo>
                  <a:lnTo>
                    <a:pt x="12573" y="35417"/>
                  </a:lnTo>
                  <a:lnTo>
                    <a:pt x="8262" y="38900"/>
                  </a:lnTo>
                  <a:lnTo>
                    <a:pt x="4070" y="42524"/>
                  </a:lnTo>
                  <a:lnTo>
                    <a:pt x="0" y="46285"/>
                  </a:lnTo>
                  <a:lnTo>
                    <a:pt x="11546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1058" y="1727788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51682" y="46285"/>
                  </a:moveTo>
                  <a:lnTo>
                    <a:pt x="47905" y="50008"/>
                  </a:lnTo>
                  <a:lnTo>
                    <a:pt x="44248" y="53850"/>
                  </a:lnTo>
                  <a:lnTo>
                    <a:pt x="40716" y="57806"/>
                  </a:lnTo>
                  <a:lnTo>
                    <a:pt x="37310" y="61872"/>
                  </a:lnTo>
                  <a:lnTo>
                    <a:pt x="34035" y="66044"/>
                  </a:lnTo>
                  <a:lnTo>
                    <a:pt x="30894" y="70317"/>
                  </a:lnTo>
                  <a:lnTo>
                    <a:pt x="27890" y="74688"/>
                  </a:lnTo>
                  <a:lnTo>
                    <a:pt x="25027" y="79152"/>
                  </a:lnTo>
                  <a:lnTo>
                    <a:pt x="22306" y="83705"/>
                  </a:lnTo>
                  <a:lnTo>
                    <a:pt x="19731" y="88342"/>
                  </a:lnTo>
                  <a:lnTo>
                    <a:pt x="17305" y="93058"/>
                  </a:lnTo>
                  <a:lnTo>
                    <a:pt x="15030" y="97849"/>
                  </a:lnTo>
                  <a:lnTo>
                    <a:pt x="12907" y="102709"/>
                  </a:lnTo>
                  <a:lnTo>
                    <a:pt x="10940" y="107635"/>
                  </a:lnTo>
                  <a:lnTo>
                    <a:pt x="9130" y="112620"/>
                  </a:lnTo>
                  <a:lnTo>
                    <a:pt x="7479" y="117660"/>
                  </a:lnTo>
                  <a:lnTo>
                    <a:pt x="5989" y="122750"/>
                  </a:lnTo>
                  <a:lnTo>
                    <a:pt x="4661" y="127885"/>
                  </a:lnTo>
                  <a:lnTo>
                    <a:pt x="3497" y="133059"/>
                  </a:lnTo>
                  <a:lnTo>
                    <a:pt x="2497" y="138268"/>
                  </a:lnTo>
                  <a:lnTo>
                    <a:pt x="1663" y="143506"/>
                  </a:lnTo>
                  <a:lnTo>
                    <a:pt x="996" y="148767"/>
                  </a:lnTo>
                  <a:lnTo>
                    <a:pt x="496" y="154047"/>
                  </a:lnTo>
                  <a:lnTo>
                    <a:pt x="164" y="159341"/>
                  </a:lnTo>
                  <a:lnTo>
                    <a:pt x="0" y="164642"/>
                  </a:lnTo>
                  <a:lnTo>
                    <a:pt x="4" y="169946"/>
                  </a:lnTo>
                  <a:lnTo>
                    <a:pt x="176" y="175246"/>
                  </a:lnTo>
                  <a:lnTo>
                    <a:pt x="516" y="180539"/>
                  </a:lnTo>
                  <a:lnTo>
                    <a:pt x="1024" y="185819"/>
                  </a:lnTo>
                  <a:lnTo>
                    <a:pt x="1699" y="191079"/>
                  </a:lnTo>
                  <a:lnTo>
                    <a:pt x="2541" y="196315"/>
                  </a:lnTo>
                  <a:lnTo>
                    <a:pt x="3549" y="201523"/>
                  </a:lnTo>
                  <a:lnTo>
                    <a:pt x="4721" y="206695"/>
                  </a:lnTo>
                  <a:lnTo>
                    <a:pt x="6057" y="211828"/>
                  </a:lnTo>
                  <a:lnTo>
                    <a:pt x="7555" y="216916"/>
                  </a:lnTo>
                  <a:lnTo>
                    <a:pt x="9213" y="221953"/>
                  </a:lnTo>
                  <a:lnTo>
                    <a:pt x="11031" y="226936"/>
                  </a:lnTo>
                  <a:lnTo>
                    <a:pt x="13005" y="231858"/>
                  </a:lnTo>
                  <a:lnTo>
                    <a:pt x="15135" y="236716"/>
                  </a:lnTo>
                  <a:lnTo>
                    <a:pt x="17418" y="241503"/>
                  </a:lnTo>
                  <a:lnTo>
                    <a:pt x="19851" y="246215"/>
                  </a:lnTo>
                  <a:lnTo>
                    <a:pt x="22433" y="250848"/>
                  </a:lnTo>
                  <a:lnTo>
                    <a:pt x="25160" y="255397"/>
                  </a:lnTo>
                  <a:lnTo>
                    <a:pt x="28031" y="259857"/>
                  </a:lnTo>
                  <a:lnTo>
                    <a:pt x="31041" y="264223"/>
                  </a:lnTo>
                  <a:lnTo>
                    <a:pt x="34189" y="268492"/>
                  </a:lnTo>
                  <a:lnTo>
                    <a:pt x="37470" y="272659"/>
                  </a:lnTo>
                  <a:lnTo>
                    <a:pt x="40882" y="276720"/>
                  </a:lnTo>
                  <a:lnTo>
                    <a:pt x="44420" y="280670"/>
                  </a:lnTo>
                  <a:lnTo>
                    <a:pt x="48083" y="284506"/>
                  </a:lnTo>
                  <a:lnTo>
                    <a:pt x="51865" y="288224"/>
                  </a:lnTo>
                  <a:lnTo>
                    <a:pt x="55763" y="291820"/>
                  </a:lnTo>
                  <a:lnTo>
                    <a:pt x="59774" y="295291"/>
                  </a:lnTo>
                  <a:lnTo>
                    <a:pt x="63892" y="298633"/>
                  </a:lnTo>
                  <a:lnTo>
                    <a:pt x="68115" y="301842"/>
                  </a:lnTo>
                  <a:lnTo>
                    <a:pt x="72437" y="304916"/>
                  </a:lnTo>
                  <a:lnTo>
                    <a:pt x="76854" y="307851"/>
                  </a:lnTo>
                  <a:lnTo>
                    <a:pt x="81363" y="310645"/>
                  </a:lnTo>
                  <a:lnTo>
                    <a:pt x="85957" y="313294"/>
                  </a:lnTo>
                  <a:lnTo>
                    <a:pt x="90634" y="315796"/>
                  </a:lnTo>
                  <a:lnTo>
                    <a:pt x="95387" y="318148"/>
                  </a:lnTo>
                  <a:lnTo>
                    <a:pt x="100213" y="320349"/>
                  </a:lnTo>
                  <a:lnTo>
                    <a:pt x="105106" y="322395"/>
                  </a:lnTo>
                  <a:lnTo>
                    <a:pt x="110061" y="324285"/>
                  </a:lnTo>
                  <a:lnTo>
                    <a:pt x="115074" y="326017"/>
                  </a:lnTo>
                  <a:lnTo>
                    <a:pt x="120140" y="327589"/>
                  </a:lnTo>
                  <a:lnTo>
                    <a:pt x="125253" y="328999"/>
                  </a:lnTo>
                  <a:lnTo>
                    <a:pt x="130407" y="330247"/>
                  </a:lnTo>
                  <a:lnTo>
                    <a:pt x="135599" y="331330"/>
                  </a:lnTo>
                  <a:lnTo>
                    <a:pt x="140823" y="332249"/>
                  </a:lnTo>
                  <a:lnTo>
                    <a:pt x="146073" y="333001"/>
                  </a:lnTo>
                  <a:lnTo>
                    <a:pt x="151344" y="333586"/>
                  </a:lnTo>
                  <a:lnTo>
                    <a:pt x="156632" y="334003"/>
                  </a:lnTo>
                  <a:lnTo>
                    <a:pt x="161929" y="334253"/>
                  </a:lnTo>
                  <a:lnTo>
                    <a:pt x="167232" y="334334"/>
                  </a:lnTo>
                  <a:lnTo>
                    <a:pt x="172535" y="334248"/>
                  </a:lnTo>
                  <a:lnTo>
                    <a:pt x="177833" y="333993"/>
                  </a:lnTo>
                  <a:lnTo>
                    <a:pt x="183120" y="333570"/>
                  </a:lnTo>
                  <a:lnTo>
                    <a:pt x="188390" y="332979"/>
                  </a:lnTo>
                  <a:lnTo>
                    <a:pt x="193640" y="332222"/>
                  </a:lnTo>
                  <a:lnTo>
                    <a:pt x="198862" y="331298"/>
                  </a:lnTo>
                  <a:lnTo>
                    <a:pt x="204053" y="330210"/>
                  </a:lnTo>
                  <a:lnTo>
                    <a:pt x="209207" y="328957"/>
                  </a:lnTo>
                  <a:lnTo>
                    <a:pt x="214318" y="327541"/>
                  </a:lnTo>
                  <a:lnTo>
                    <a:pt x="219382" y="325964"/>
                  </a:lnTo>
                  <a:lnTo>
                    <a:pt x="224393" y="324227"/>
                  </a:lnTo>
                  <a:lnTo>
                    <a:pt x="229347" y="322332"/>
                  </a:lnTo>
                  <a:lnTo>
                    <a:pt x="234238" y="320281"/>
                  </a:lnTo>
                  <a:lnTo>
                    <a:pt x="239061" y="318076"/>
                  </a:lnTo>
                  <a:lnTo>
                    <a:pt x="243812" y="315718"/>
                  </a:lnTo>
                  <a:lnTo>
                    <a:pt x="248486" y="313212"/>
                  </a:lnTo>
                  <a:lnTo>
                    <a:pt x="253078" y="310558"/>
                  </a:lnTo>
                  <a:lnTo>
                    <a:pt x="257584" y="307760"/>
                  </a:lnTo>
                  <a:lnTo>
                    <a:pt x="261998" y="304820"/>
                  </a:lnTo>
                  <a:lnTo>
                    <a:pt x="266317" y="301742"/>
                  </a:lnTo>
                  <a:lnTo>
                    <a:pt x="270536" y="298528"/>
                  </a:lnTo>
                  <a:lnTo>
                    <a:pt x="274651" y="295182"/>
                  </a:lnTo>
                  <a:lnTo>
                    <a:pt x="278658" y="291708"/>
                  </a:lnTo>
                  <a:lnTo>
                    <a:pt x="282553" y="288108"/>
                  </a:lnTo>
                  <a:lnTo>
                    <a:pt x="286331" y="284386"/>
                  </a:lnTo>
                  <a:lnTo>
                    <a:pt x="289990" y="280546"/>
                  </a:lnTo>
                  <a:lnTo>
                    <a:pt x="293525" y="276592"/>
                  </a:lnTo>
                  <a:lnTo>
                    <a:pt x="296933" y="272528"/>
                  </a:lnTo>
                  <a:lnTo>
                    <a:pt x="300210" y="268358"/>
                  </a:lnTo>
                  <a:lnTo>
                    <a:pt x="303353" y="264086"/>
                  </a:lnTo>
                  <a:lnTo>
                    <a:pt x="306359" y="259716"/>
                  </a:lnTo>
                  <a:lnTo>
                    <a:pt x="309224" y="255253"/>
                  </a:lnTo>
                  <a:lnTo>
                    <a:pt x="311947" y="250702"/>
                  </a:lnTo>
                  <a:lnTo>
                    <a:pt x="314524" y="246066"/>
                  </a:lnTo>
                  <a:lnTo>
                    <a:pt x="316953" y="241351"/>
                  </a:lnTo>
                  <a:lnTo>
                    <a:pt x="319231" y="236562"/>
                  </a:lnTo>
                  <a:lnTo>
                    <a:pt x="321356" y="231702"/>
                  </a:lnTo>
                  <a:lnTo>
                    <a:pt x="323326" y="226778"/>
                  </a:lnTo>
                  <a:lnTo>
                    <a:pt x="325138" y="221794"/>
                  </a:lnTo>
                  <a:lnTo>
                    <a:pt x="326791" y="216754"/>
                  </a:lnTo>
                  <a:lnTo>
                    <a:pt x="328284" y="211665"/>
                  </a:lnTo>
                  <a:lnTo>
                    <a:pt x="329615" y="206531"/>
                  </a:lnTo>
                  <a:lnTo>
                    <a:pt x="330782" y="201357"/>
                  </a:lnTo>
                  <a:lnTo>
                    <a:pt x="331784" y="196149"/>
                  </a:lnTo>
                  <a:lnTo>
                    <a:pt x="332620" y="190912"/>
                  </a:lnTo>
                  <a:lnTo>
                    <a:pt x="333290" y="185651"/>
                  </a:lnTo>
                  <a:lnTo>
                    <a:pt x="333793" y="180371"/>
                  </a:lnTo>
                  <a:lnTo>
                    <a:pt x="334128" y="175078"/>
                  </a:lnTo>
                  <a:lnTo>
                    <a:pt x="334295" y="169777"/>
                  </a:lnTo>
                  <a:lnTo>
                    <a:pt x="334294" y="164473"/>
                  </a:lnTo>
                  <a:lnTo>
                    <a:pt x="334124" y="159172"/>
                  </a:lnTo>
                  <a:lnTo>
                    <a:pt x="333786" y="153879"/>
                  </a:lnTo>
                  <a:lnTo>
                    <a:pt x="333281" y="148599"/>
                  </a:lnTo>
                  <a:lnTo>
                    <a:pt x="332608" y="143339"/>
                  </a:lnTo>
                  <a:lnTo>
                    <a:pt x="331769" y="138102"/>
                  </a:lnTo>
                  <a:lnTo>
                    <a:pt x="330764" y="132894"/>
                  </a:lnTo>
                  <a:lnTo>
                    <a:pt x="329595" y="127721"/>
                  </a:lnTo>
                  <a:lnTo>
                    <a:pt x="328262" y="122587"/>
                  </a:lnTo>
                  <a:lnTo>
                    <a:pt x="326766" y="117499"/>
                  </a:lnTo>
                  <a:lnTo>
                    <a:pt x="325110" y="112460"/>
                  </a:lnTo>
                  <a:lnTo>
                    <a:pt x="323295" y="107477"/>
                  </a:lnTo>
                  <a:lnTo>
                    <a:pt x="321323" y="102553"/>
                  </a:lnTo>
                  <a:lnTo>
                    <a:pt x="319196" y="97695"/>
                  </a:lnTo>
                  <a:lnTo>
                    <a:pt x="316916" y="92907"/>
                  </a:lnTo>
                  <a:lnTo>
                    <a:pt x="314484" y="88193"/>
                  </a:lnTo>
                  <a:lnTo>
                    <a:pt x="311905" y="83559"/>
                  </a:lnTo>
                  <a:lnTo>
                    <a:pt x="309180" y="79009"/>
                  </a:lnTo>
                  <a:lnTo>
                    <a:pt x="306312" y="74548"/>
                  </a:lnTo>
                  <a:lnTo>
                    <a:pt x="303304" y="70179"/>
                  </a:lnTo>
                  <a:lnTo>
                    <a:pt x="300158" y="65909"/>
                  </a:lnTo>
                  <a:lnTo>
                    <a:pt x="296879" y="61741"/>
                  </a:lnTo>
                  <a:lnTo>
                    <a:pt x="293469" y="57678"/>
                  </a:lnTo>
                  <a:lnTo>
                    <a:pt x="289933" y="53726"/>
                  </a:lnTo>
                  <a:lnTo>
                    <a:pt x="286272" y="49888"/>
                  </a:lnTo>
                  <a:lnTo>
                    <a:pt x="282492" y="46168"/>
                  </a:lnTo>
                  <a:lnTo>
                    <a:pt x="278595" y="42570"/>
                  </a:lnTo>
                  <a:lnTo>
                    <a:pt x="274587" y="39097"/>
                  </a:lnTo>
                  <a:lnTo>
                    <a:pt x="270470" y="35753"/>
                  </a:lnTo>
                  <a:lnTo>
                    <a:pt x="266249" y="32542"/>
                  </a:lnTo>
                  <a:lnTo>
                    <a:pt x="261928" y="29466"/>
                  </a:lnTo>
                  <a:lnTo>
                    <a:pt x="257512" y="26528"/>
                  </a:lnTo>
                  <a:lnTo>
                    <a:pt x="253006" y="23733"/>
                  </a:lnTo>
                  <a:lnTo>
                    <a:pt x="248412" y="21081"/>
                  </a:lnTo>
                  <a:lnTo>
                    <a:pt x="243737" y="18577"/>
                  </a:lnTo>
                  <a:lnTo>
                    <a:pt x="238985" y="16222"/>
                  </a:lnTo>
                  <a:lnTo>
                    <a:pt x="234160" y="14019"/>
                  </a:lnTo>
                  <a:lnTo>
                    <a:pt x="229268" y="11970"/>
                  </a:lnTo>
                  <a:lnTo>
                    <a:pt x="224314" y="10078"/>
                  </a:lnTo>
                  <a:lnTo>
                    <a:pt x="219302" y="8343"/>
                  </a:lnTo>
                  <a:lnTo>
                    <a:pt x="214237" y="6769"/>
                  </a:lnTo>
                  <a:lnTo>
                    <a:pt x="209125" y="5356"/>
                  </a:lnTo>
                  <a:lnTo>
                    <a:pt x="203971" y="4106"/>
                  </a:lnTo>
                  <a:lnTo>
                    <a:pt x="198779" y="3019"/>
                  </a:lnTo>
                  <a:lnTo>
                    <a:pt x="193556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3620" y="2126963"/>
              <a:ext cx="37667" cy="167167"/>
            </a:xfrm>
            <a:custGeom>
              <a:avLst/>
              <a:pathLst>
                <a:path w="37667" h="167167">
                  <a:moveTo>
                    <a:pt x="37667" y="0"/>
                  </a:moveTo>
                  <a:lnTo>
                    <a:pt x="31336" y="119"/>
                  </a:lnTo>
                  <a:lnTo>
                    <a:pt x="25015" y="479"/>
                  </a:lnTo>
                  <a:lnTo>
                    <a:pt x="18711" y="1078"/>
                  </a:lnTo>
                  <a:lnTo>
                    <a:pt x="12435" y="1915"/>
                  </a:lnTo>
                  <a:lnTo>
                    <a:pt x="6194" y="2989"/>
                  </a:lnTo>
                  <a:lnTo>
                    <a:pt x="0" y="4299"/>
                  </a:lnTo>
                  <a:lnTo>
                    <a:pt x="376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3620" y="213126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14133" y="2127327"/>
              <a:ext cx="334302" cy="333970"/>
            </a:xfrm>
            <a:custGeom>
              <a:avLst/>
              <a:pathLst>
                <a:path w="334302" h="333970">
                  <a:moveTo>
                    <a:pt x="129487" y="3935"/>
                  </a:moveTo>
                  <a:lnTo>
                    <a:pt x="124345" y="5210"/>
                  </a:lnTo>
                  <a:lnTo>
                    <a:pt x="119246" y="6648"/>
                  </a:lnTo>
                  <a:lnTo>
                    <a:pt x="114195" y="8246"/>
                  </a:lnTo>
                  <a:lnTo>
                    <a:pt x="109197" y="10004"/>
                  </a:lnTo>
                  <a:lnTo>
                    <a:pt x="104258" y="11919"/>
                  </a:lnTo>
                  <a:lnTo>
                    <a:pt x="99381" y="13990"/>
                  </a:lnTo>
                  <a:lnTo>
                    <a:pt x="94573" y="16214"/>
                  </a:lnTo>
                  <a:lnTo>
                    <a:pt x="89838" y="18590"/>
                  </a:lnTo>
                  <a:lnTo>
                    <a:pt x="85180" y="21114"/>
                  </a:lnTo>
                  <a:lnTo>
                    <a:pt x="80605" y="23785"/>
                  </a:lnTo>
                  <a:lnTo>
                    <a:pt x="76116" y="26599"/>
                  </a:lnTo>
                  <a:lnTo>
                    <a:pt x="71719" y="29555"/>
                  </a:lnTo>
                  <a:lnTo>
                    <a:pt x="67418" y="32648"/>
                  </a:lnTo>
                  <a:lnTo>
                    <a:pt x="63217" y="35875"/>
                  </a:lnTo>
                  <a:lnTo>
                    <a:pt x="59121" y="39234"/>
                  </a:lnTo>
                  <a:lnTo>
                    <a:pt x="55133" y="42722"/>
                  </a:lnTo>
                  <a:lnTo>
                    <a:pt x="51257" y="46334"/>
                  </a:lnTo>
                  <a:lnTo>
                    <a:pt x="47498" y="50067"/>
                  </a:lnTo>
                  <a:lnTo>
                    <a:pt x="43859" y="53917"/>
                  </a:lnTo>
                  <a:lnTo>
                    <a:pt x="40344" y="57881"/>
                  </a:lnTo>
                  <a:lnTo>
                    <a:pt x="36956" y="61954"/>
                  </a:lnTo>
                  <a:lnTo>
                    <a:pt x="33699" y="66132"/>
                  </a:lnTo>
                  <a:lnTo>
                    <a:pt x="30576" y="70411"/>
                  </a:lnTo>
                  <a:lnTo>
                    <a:pt x="27590" y="74787"/>
                  </a:lnTo>
                  <a:lnTo>
                    <a:pt x="24745" y="79256"/>
                  </a:lnTo>
                  <a:lnTo>
                    <a:pt x="22042" y="83813"/>
                  </a:lnTo>
                  <a:lnTo>
                    <a:pt x="19485" y="88453"/>
                  </a:lnTo>
                  <a:lnTo>
                    <a:pt x="17076" y="93171"/>
                  </a:lnTo>
                  <a:lnTo>
                    <a:pt x="14819" y="97964"/>
                  </a:lnTo>
                  <a:lnTo>
                    <a:pt x="12714" y="102825"/>
                  </a:lnTo>
                  <a:lnTo>
                    <a:pt x="10764" y="107751"/>
                  </a:lnTo>
                  <a:lnTo>
                    <a:pt x="8971" y="112737"/>
                  </a:lnTo>
                  <a:lnTo>
                    <a:pt x="7338" y="117776"/>
                  </a:lnTo>
                  <a:lnTo>
                    <a:pt x="5864" y="122865"/>
                  </a:lnTo>
                  <a:lnTo>
                    <a:pt x="4553" y="127998"/>
                  </a:lnTo>
                  <a:lnTo>
                    <a:pt x="3405" y="133170"/>
                  </a:lnTo>
                  <a:lnTo>
                    <a:pt x="2421" y="138375"/>
                  </a:lnTo>
                  <a:lnTo>
                    <a:pt x="1603" y="143610"/>
                  </a:lnTo>
                  <a:lnTo>
                    <a:pt x="952" y="148867"/>
                  </a:lnTo>
                  <a:lnTo>
                    <a:pt x="467" y="154143"/>
                  </a:lnTo>
                  <a:lnTo>
                    <a:pt x="149" y="159431"/>
                  </a:lnTo>
                  <a:lnTo>
                    <a:pt x="0" y="164726"/>
                  </a:lnTo>
                  <a:lnTo>
                    <a:pt x="18" y="170024"/>
                  </a:lnTo>
                  <a:lnTo>
                    <a:pt x="204" y="175319"/>
                  </a:lnTo>
                  <a:lnTo>
                    <a:pt x="557" y="180605"/>
                  </a:lnTo>
                  <a:lnTo>
                    <a:pt x="1078" y="185877"/>
                  </a:lnTo>
                  <a:lnTo>
                    <a:pt x="1766" y="191130"/>
                  </a:lnTo>
                  <a:lnTo>
                    <a:pt x="2620" y="196358"/>
                  </a:lnTo>
                  <a:lnTo>
                    <a:pt x="3639" y="201557"/>
                  </a:lnTo>
                  <a:lnTo>
                    <a:pt x="4823" y="206721"/>
                  </a:lnTo>
                  <a:lnTo>
                    <a:pt x="6169" y="211845"/>
                  </a:lnTo>
                  <a:lnTo>
                    <a:pt x="7677" y="216923"/>
                  </a:lnTo>
                  <a:lnTo>
                    <a:pt x="9345" y="221952"/>
                  </a:lnTo>
                  <a:lnTo>
                    <a:pt x="11172" y="226924"/>
                  </a:lnTo>
                  <a:lnTo>
                    <a:pt x="13155" y="231837"/>
                  </a:lnTo>
                  <a:lnTo>
                    <a:pt x="15294" y="236684"/>
                  </a:lnTo>
                  <a:lnTo>
                    <a:pt x="17584" y="241461"/>
                  </a:lnTo>
                  <a:lnTo>
                    <a:pt x="20025" y="246163"/>
                  </a:lnTo>
                  <a:lnTo>
                    <a:pt x="22614" y="250785"/>
                  </a:lnTo>
                  <a:lnTo>
                    <a:pt x="25347" y="255323"/>
                  </a:lnTo>
                  <a:lnTo>
                    <a:pt x="28223" y="259772"/>
                  </a:lnTo>
                  <a:lnTo>
                    <a:pt x="31239" y="264128"/>
                  </a:lnTo>
                  <a:lnTo>
                    <a:pt x="34391" y="268386"/>
                  </a:lnTo>
                  <a:lnTo>
                    <a:pt x="37677" y="272542"/>
                  </a:lnTo>
                  <a:lnTo>
                    <a:pt x="41093" y="276591"/>
                  </a:lnTo>
                  <a:lnTo>
                    <a:pt x="44635" y="280531"/>
                  </a:lnTo>
                  <a:lnTo>
                    <a:pt x="48300" y="284356"/>
                  </a:lnTo>
                  <a:lnTo>
                    <a:pt x="52085" y="288063"/>
                  </a:lnTo>
                  <a:lnTo>
                    <a:pt x="55985" y="291649"/>
                  </a:lnTo>
                  <a:lnTo>
                    <a:pt x="59997" y="295109"/>
                  </a:lnTo>
                  <a:lnTo>
                    <a:pt x="64116" y="298440"/>
                  </a:lnTo>
                  <a:lnTo>
                    <a:pt x="68339" y="301639"/>
                  </a:lnTo>
                  <a:lnTo>
                    <a:pt x="72661" y="304702"/>
                  </a:lnTo>
                  <a:lnTo>
                    <a:pt x="77078" y="307627"/>
                  </a:lnTo>
                  <a:lnTo>
                    <a:pt x="81586" y="310411"/>
                  </a:lnTo>
                  <a:lnTo>
                    <a:pt x="86180" y="313050"/>
                  </a:lnTo>
                  <a:lnTo>
                    <a:pt x="90854" y="315542"/>
                  </a:lnTo>
                  <a:lnTo>
                    <a:pt x="95606" y="317885"/>
                  </a:lnTo>
                  <a:lnTo>
                    <a:pt x="100429" y="320077"/>
                  </a:lnTo>
                  <a:lnTo>
                    <a:pt x="105320" y="322114"/>
                  </a:lnTo>
                  <a:lnTo>
                    <a:pt x="110272" y="323995"/>
                  </a:lnTo>
                  <a:lnTo>
                    <a:pt x="115282" y="325719"/>
                  </a:lnTo>
                  <a:lnTo>
                    <a:pt x="120343" y="327283"/>
                  </a:lnTo>
                  <a:lnTo>
                    <a:pt x="125452" y="328685"/>
                  </a:lnTo>
                  <a:lnTo>
                    <a:pt x="130603" y="329926"/>
                  </a:lnTo>
                  <a:lnTo>
                    <a:pt x="135790" y="331002"/>
                  </a:lnTo>
                  <a:lnTo>
                    <a:pt x="141009" y="331913"/>
                  </a:lnTo>
                  <a:lnTo>
                    <a:pt x="146254" y="332659"/>
                  </a:lnTo>
                  <a:lnTo>
                    <a:pt x="151520" y="333238"/>
                  </a:lnTo>
                  <a:lnTo>
                    <a:pt x="156801" y="333650"/>
                  </a:lnTo>
                  <a:lnTo>
                    <a:pt x="162094" y="333894"/>
                  </a:lnTo>
                  <a:lnTo>
                    <a:pt x="167391" y="333970"/>
                  </a:lnTo>
                  <a:lnTo>
                    <a:pt x="172688" y="333879"/>
                  </a:lnTo>
                  <a:lnTo>
                    <a:pt x="177979" y="333620"/>
                  </a:lnTo>
                  <a:lnTo>
                    <a:pt x="183260" y="333193"/>
                  </a:lnTo>
                  <a:lnTo>
                    <a:pt x="188524" y="332599"/>
                  </a:lnTo>
                  <a:lnTo>
                    <a:pt x="193767" y="331839"/>
                  </a:lnTo>
                  <a:lnTo>
                    <a:pt x="198983" y="330912"/>
                  </a:lnTo>
                  <a:lnTo>
                    <a:pt x="204167" y="329821"/>
                  </a:lnTo>
                  <a:lnTo>
                    <a:pt x="209314" y="328567"/>
                  </a:lnTo>
                  <a:lnTo>
                    <a:pt x="214419" y="327150"/>
                  </a:lnTo>
                  <a:lnTo>
                    <a:pt x="219476" y="325571"/>
                  </a:lnTo>
                  <a:lnTo>
                    <a:pt x="224481" y="323834"/>
                  </a:lnTo>
                  <a:lnTo>
                    <a:pt x="229428" y="321938"/>
                  </a:lnTo>
                  <a:lnTo>
                    <a:pt x="234313" y="319887"/>
                  </a:lnTo>
                  <a:lnTo>
                    <a:pt x="239130" y="317682"/>
                  </a:lnTo>
                  <a:lnTo>
                    <a:pt x="243875" y="315326"/>
                  </a:lnTo>
                  <a:lnTo>
                    <a:pt x="248542" y="312820"/>
                  </a:lnTo>
                  <a:lnTo>
                    <a:pt x="253128" y="310168"/>
                  </a:lnTo>
                  <a:lnTo>
                    <a:pt x="257628" y="307371"/>
                  </a:lnTo>
                  <a:lnTo>
                    <a:pt x="262037" y="304434"/>
                  </a:lnTo>
                  <a:lnTo>
                    <a:pt x="266350" y="301358"/>
                  </a:lnTo>
                  <a:lnTo>
                    <a:pt x="270564" y="298147"/>
                  </a:lnTo>
                  <a:lnTo>
                    <a:pt x="274674" y="294805"/>
                  </a:lnTo>
                  <a:lnTo>
                    <a:pt x="278676" y="291333"/>
                  </a:lnTo>
                  <a:lnTo>
                    <a:pt x="282566" y="287737"/>
                  </a:lnTo>
                  <a:lnTo>
                    <a:pt x="286340" y="284019"/>
                  </a:lnTo>
                  <a:lnTo>
                    <a:pt x="289995" y="280183"/>
                  </a:lnTo>
                  <a:lnTo>
                    <a:pt x="293526" y="276234"/>
                  </a:lnTo>
                  <a:lnTo>
                    <a:pt x="296930" y="272175"/>
                  </a:lnTo>
                  <a:lnTo>
                    <a:pt x="300204" y="268009"/>
                  </a:lnTo>
                  <a:lnTo>
                    <a:pt x="303344" y="263743"/>
                  </a:lnTo>
                  <a:lnTo>
                    <a:pt x="306347" y="259378"/>
                  </a:lnTo>
                  <a:lnTo>
                    <a:pt x="309211" y="254921"/>
                  </a:lnTo>
                  <a:lnTo>
                    <a:pt x="311932" y="250376"/>
                  </a:lnTo>
                  <a:lnTo>
                    <a:pt x="314507" y="245746"/>
                  </a:lnTo>
                  <a:lnTo>
                    <a:pt x="316935" y="241037"/>
                  </a:lnTo>
                  <a:lnTo>
                    <a:pt x="319212" y="236254"/>
                  </a:lnTo>
                  <a:lnTo>
                    <a:pt x="321336" y="231401"/>
                  </a:lnTo>
                  <a:lnTo>
                    <a:pt x="323306" y="226482"/>
                  </a:lnTo>
                  <a:lnTo>
                    <a:pt x="325118" y="221504"/>
                  </a:lnTo>
                  <a:lnTo>
                    <a:pt x="326772" y="216472"/>
                  </a:lnTo>
                  <a:lnTo>
                    <a:pt x="328266" y="211389"/>
                  </a:lnTo>
                  <a:lnTo>
                    <a:pt x="329598" y="206261"/>
                  </a:lnTo>
                  <a:lnTo>
                    <a:pt x="330767" y="201094"/>
                  </a:lnTo>
                  <a:lnTo>
                    <a:pt x="331771" y="195892"/>
                  </a:lnTo>
                  <a:lnTo>
                    <a:pt x="332610" y="190661"/>
                  </a:lnTo>
                  <a:lnTo>
                    <a:pt x="333283" y="185406"/>
                  </a:lnTo>
                  <a:lnTo>
                    <a:pt x="333789" y="180133"/>
                  </a:lnTo>
                  <a:lnTo>
                    <a:pt x="334128" y="174846"/>
                  </a:lnTo>
                  <a:lnTo>
                    <a:pt x="334299" y="169551"/>
                  </a:lnTo>
                  <a:lnTo>
                    <a:pt x="334302" y="164253"/>
                  </a:lnTo>
                  <a:lnTo>
                    <a:pt x="334137" y="158958"/>
                  </a:lnTo>
                  <a:lnTo>
                    <a:pt x="333805" y="153671"/>
                  </a:lnTo>
                  <a:lnTo>
                    <a:pt x="333305" y="148396"/>
                  </a:lnTo>
                  <a:lnTo>
                    <a:pt x="332638" y="143141"/>
                  </a:lnTo>
                  <a:lnTo>
                    <a:pt x="331805" y="137909"/>
                  </a:lnTo>
                  <a:lnTo>
                    <a:pt x="330807" y="132706"/>
                  </a:lnTo>
                  <a:lnTo>
                    <a:pt x="329645" y="127537"/>
                  </a:lnTo>
                  <a:lnTo>
                    <a:pt x="328319" y="122408"/>
                  </a:lnTo>
                  <a:lnTo>
                    <a:pt x="326831" y="117324"/>
                  </a:lnTo>
                  <a:lnTo>
                    <a:pt x="325183" y="112289"/>
                  </a:lnTo>
                  <a:lnTo>
                    <a:pt x="323376" y="107309"/>
                  </a:lnTo>
                  <a:lnTo>
                    <a:pt x="321413" y="102388"/>
                  </a:lnTo>
                  <a:lnTo>
                    <a:pt x="319294" y="97533"/>
                  </a:lnTo>
                  <a:lnTo>
                    <a:pt x="317022" y="92746"/>
                  </a:lnTo>
                  <a:lnTo>
                    <a:pt x="314601" y="88035"/>
                  </a:lnTo>
                  <a:lnTo>
                    <a:pt x="312031" y="83402"/>
                  </a:lnTo>
                  <a:lnTo>
                    <a:pt x="309315" y="78853"/>
                  </a:lnTo>
                  <a:lnTo>
                    <a:pt x="306457" y="74393"/>
                  </a:lnTo>
                  <a:lnTo>
                    <a:pt x="303459" y="70025"/>
                  </a:lnTo>
                  <a:lnTo>
                    <a:pt x="300323" y="65754"/>
                  </a:lnTo>
                  <a:lnTo>
                    <a:pt x="297055" y="61585"/>
                  </a:lnTo>
                  <a:lnTo>
                    <a:pt x="293655" y="57522"/>
                  </a:lnTo>
                  <a:lnTo>
                    <a:pt x="290129" y="53568"/>
                  </a:lnTo>
                  <a:lnTo>
                    <a:pt x="286479" y="49728"/>
                  </a:lnTo>
                  <a:lnTo>
                    <a:pt x="282709" y="46006"/>
                  </a:lnTo>
                  <a:lnTo>
                    <a:pt x="278824" y="42405"/>
                  </a:lnTo>
                  <a:lnTo>
                    <a:pt x="274826" y="38929"/>
                  </a:lnTo>
                  <a:lnTo>
                    <a:pt x="270720" y="35581"/>
                  </a:lnTo>
                  <a:lnTo>
                    <a:pt x="266509" y="32366"/>
                  </a:lnTo>
                  <a:lnTo>
                    <a:pt x="262200" y="29285"/>
                  </a:lnTo>
                  <a:lnTo>
                    <a:pt x="257794" y="26342"/>
                  </a:lnTo>
                  <a:lnTo>
                    <a:pt x="253298" y="23541"/>
                  </a:lnTo>
                  <a:lnTo>
                    <a:pt x="248715" y="20883"/>
                  </a:lnTo>
                  <a:lnTo>
                    <a:pt x="244050" y="18372"/>
                  </a:lnTo>
                  <a:lnTo>
                    <a:pt x="239308" y="16009"/>
                  </a:lnTo>
                  <a:lnTo>
                    <a:pt x="234494" y="13799"/>
                  </a:lnTo>
                  <a:lnTo>
                    <a:pt x="229612" y="11742"/>
                  </a:lnTo>
                  <a:lnTo>
                    <a:pt x="224667" y="9841"/>
                  </a:lnTo>
                  <a:lnTo>
                    <a:pt x="219664" y="8097"/>
                  </a:lnTo>
                  <a:lnTo>
                    <a:pt x="214609" y="6513"/>
                  </a:lnTo>
                  <a:lnTo>
                    <a:pt x="209506" y="5090"/>
                  </a:lnTo>
                  <a:lnTo>
                    <a:pt x="204360" y="3829"/>
                  </a:lnTo>
                  <a:lnTo>
                    <a:pt x="199177" y="2732"/>
                  </a:lnTo>
                  <a:lnTo>
                    <a:pt x="193962" y="1799"/>
                  </a:lnTo>
                  <a:lnTo>
                    <a:pt x="188720" y="1033"/>
                  </a:lnTo>
                  <a:lnTo>
                    <a:pt x="183457" y="433"/>
                  </a:lnTo>
                  <a:lnTo>
                    <a:pt x="178176" y="0"/>
                  </a:lnTo>
                  <a:lnTo>
                    <a:pt x="167154" y="166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81287" y="2126963"/>
              <a:ext cx="11022" cy="167167"/>
            </a:xfrm>
            <a:custGeom>
              <a:avLst/>
              <a:pathLst>
                <a:path w="11022" h="167167">
                  <a:moveTo>
                    <a:pt x="11022" y="3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423595" y="263306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5" y="1349"/>
                  </a:lnTo>
                  <a:lnTo>
                    <a:pt x="140696" y="2106"/>
                  </a:lnTo>
                  <a:lnTo>
                    <a:pt x="135463" y="3031"/>
                  </a:lnTo>
                  <a:lnTo>
                    <a:pt x="130263" y="4121"/>
                  </a:lnTo>
                  <a:lnTo>
                    <a:pt x="125100" y="5375"/>
                  </a:lnTo>
                  <a:lnTo>
                    <a:pt x="119979" y="6793"/>
                  </a:lnTo>
                  <a:lnTo>
                    <a:pt x="114906" y="8374"/>
                  </a:lnTo>
                  <a:lnTo>
                    <a:pt x="109886" y="10114"/>
                  </a:lnTo>
                  <a:lnTo>
                    <a:pt x="104923" y="12014"/>
                  </a:lnTo>
                  <a:lnTo>
                    <a:pt x="100024" y="14070"/>
                  </a:lnTo>
                  <a:lnTo>
                    <a:pt x="95192" y="16280"/>
                  </a:lnTo>
                  <a:lnTo>
                    <a:pt x="90433" y="18644"/>
                  </a:lnTo>
                  <a:lnTo>
                    <a:pt x="85752" y="21157"/>
                  </a:lnTo>
                  <a:lnTo>
                    <a:pt x="81153" y="23818"/>
                  </a:lnTo>
                  <a:lnTo>
                    <a:pt x="76640" y="26623"/>
                  </a:lnTo>
                  <a:lnTo>
                    <a:pt x="72219" y="29571"/>
                  </a:lnTo>
                  <a:lnTo>
                    <a:pt x="67894" y="32657"/>
                  </a:lnTo>
                  <a:lnTo>
                    <a:pt x="63670" y="35880"/>
                  </a:lnTo>
                  <a:lnTo>
                    <a:pt x="59550" y="39235"/>
                  </a:lnTo>
                  <a:lnTo>
                    <a:pt x="55538" y="42719"/>
                  </a:lnTo>
                  <a:lnTo>
                    <a:pt x="51639" y="46329"/>
                  </a:lnTo>
                  <a:lnTo>
                    <a:pt x="47857" y="50061"/>
                  </a:lnTo>
                  <a:lnTo>
                    <a:pt x="44196" y="53912"/>
                  </a:lnTo>
                  <a:lnTo>
                    <a:pt x="40659" y="57877"/>
                  </a:lnTo>
                  <a:lnTo>
                    <a:pt x="37249" y="61952"/>
                  </a:lnTo>
                  <a:lnTo>
                    <a:pt x="33971" y="66134"/>
                  </a:lnTo>
                  <a:lnTo>
                    <a:pt x="30827" y="70417"/>
                  </a:lnTo>
                  <a:lnTo>
                    <a:pt x="27821" y="74799"/>
                  </a:lnTo>
                  <a:lnTo>
                    <a:pt x="24956" y="79274"/>
                  </a:lnTo>
                  <a:lnTo>
                    <a:pt x="22235" y="83837"/>
                  </a:lnTo>
                  <a:lnTo>
                    <a:pt x="19660" y="88485"/>
                  </a:lnTo>
                  <a:lnTo>
                    <a:pt x="17234" y="93212"/>
                  </a:lnTo>
                  <a:lnTo>
                    <a:pt x="14959" y="98014"/>
                  </a:lnTo>
                  <a:lnTo>
                    <a:pt x="12838" y="102886"/>
                  </a:lnTo>
                  <a:lnTo>
                    <a:pt x="10873" y="107822"/>
                  </a:lnTo>
                  <a:lnTo>
                    <a:pt x="9066" y="112819"/>
                  </a:lnTo>
                  <a:lnTo>
                    <a:pt x="7419" y="117871"/>
                  </a:lnTo>
                  <a:lnTo>
                    <a:pt x="5933" y="122972"/>
                  </a:lnTo>
                  <a:lnTo>
                    <a:pt x="4609" y="128118"/>
                  </a:lnTo>
                  <a:lnTo>
                    <a:pt x="3451" y="133304"/>
                  </a:lnTo>
                  <a:lnTo>
                    <a:pt x="2457" y="138523"/>
                  </a:lnTo>
                  <a:lnTo>
                    <a:pt x="1630" y="143772"/>
                  </a:lnTo>
                  <a:lnTo>
                    <a:pt x="970" y="149044"/>
                  </a:lnTo>
                  <a:lnTo>
                    <a:pt x="478" y="154335"/>
                  </a:lnTo>
                  <a:lnTo>
                    <a:pt x="154" y="159638"/>
                  </a:lnTo>
                  <a:lnTo>
                    <a:pt x="0" y="164950"/>
                  </a:lnTo>
                  <a:lnTo>
                    <a:pt x="13" y="170263"/>
                  </a:lnTo>
                  <a:lnTo>
                    <a:pt x="196" y="175573"/>
                  </a:lnTo>
                  <a:lnTo>
                    <a:pt x="548" y="180875"/>
                  </a:lnTo>
                  <a:lnTo>
                    <a:pt x="1068" y="186163"/>
                  </a:lnTo>
                  <a:lnTo>
                    <a:pt x="1755" y="191432"/>
                  </a:lnTo>
                  <a:lnTo>
                    <a:pt x="2610" y="196676"/>
                  </a:lnTo>
                  <a:lnTo>
                    <a:pt x="3631" y="201890"/>
                  </a:lnTo>
                  <a:lnTo>
                    <a:pt x="4817" y="207070"/>
                  </a:lnTo>
                  <a:lnTo>
                    <a:pt x="6167" y="212209"/>
                  </a:lnTo>
                  <a:lnTo>
                    <a:pt x="7680" y="217302"/>
                  </a:lnTo>
                  <a:lnTo>
                    <a:pt x="9354" y="222345"/>
                  </a:lnTo>
                  <a:lnTo>
                    <a:pt x="11187" y="227332"/>
                  </a:lnTo>
                  <a:lnTo>
                    <a:pt x="13178" y="232259"/>
                  </a:lnTo>
                  <a:lnTo>
                    <a:pt x="15325" y="237119"/>
                  </a:lnTo>
                  <a:lnTo>
                    <a:pt x="17624" y="241909"/>
                  </a:lnTo>
                  <a:lnTo>
                    <a:pt x="20075" y="246623"/>
                  </a:lnTo>
                  <a:lnTo>
                    <a:pt x="22675" y="251258"/>
                  </a:lnTo>
                  <a:lnTo>
                    <a:pt x="25420" y="255807"/>
                  </a:lnTo>
                  <a:lnTo>
                    <a:pt x="28309" y="260266"/>
                  </a:lnTo>
                  <a:lnTo>
                    <a:pt x="31338" y="264632"/>
                  </a:lnTo>
                  <a:lnTo>
                    <a:pt x="34504" y="268899"/>
                  </a:lnTo>
                  <a:lnTo>
                    <a:pt x="37804" y="273063"/>
                  </a:lnTo>
                  <a:lnTo>
                    <a:pt x="41235" y="277121"/>
                  </a:lnTo>
                  <a:lnTo>
                    <a:pt x="44793" y="281067"/>
                  </a:lnTo>
                  <a:lnTo>
                    <a:pt x="48475" y="284898"/>
                  </a:lnTo>
                  <a:lnTo>
                    <a:pt x="52276" y="288610"/>
                  </a:lnTo>
                  <a:lnTo>
                    <a:pt x="56194" y="292200"/>
                  </a:lnTo>
                  <a:lnTo>
                    <a:pt x="60224" y="295663"/>
                  </a:lnTo>
                  <a:lnTo>
                    <a:pt x="64361" y="298996"/>
                  </a:lnTo>
                  <a:lnTo>
                    <a:pt x="68603" y="302197"/>
                  </a:lnTo>
                  <a:lnTo>
                    <a:pt x="72944" y="305260"/>
                  </a:lnTo>
                  <a:lnTo>
                    <a:pt x="77380" y="308185"/>
                  </a:lnTo>
                  <a:lnTo>
                    <a:pt x="81907" y="310966"/>
                  </a:lnTo>
                  <a:lnTo>
                    <a:pt x="86521" y="313603"/>
                  </a:lnTo>
                  <a:lnTo>
                    <a:pt x="91215" y="316092"/>
                  </a:lnTo>
                  <a:lnTo>
                    <a:pt x="95987" y="318430"/>
                  </a:lnTo>
                  <a:lnTo>
                    <a:pt x="100830" y="320615"/>
                  </a:lnTo>
                  <a:lnTo>
                    <a:pt x="105740" y="322645"/>
                  </a:lnTo>
                  <a:lnTo>
                    <a:pt x="110712" y="324518"/>
                  </a:lnTo>
                  <a:lnTo>
                    <a:pt x="115742" y="326233"/>
                  </a:lnTo>
                  <a:lnTo>
                    <a:pt x="120823" y="327786"/>
                  </a:lnTo>
                  <a:lnTo>
                    <a:pt x="125951" y="329177"/>
                  </a:lnTo>
                  <a:lnTo>
                    <a:pt x="131121" y="330405"/>
                  </a:lnTo>
                  <a:lnTo>
                    <a:pt x="136327" y="331468"/>
                  </a:lnTo>
                  <a:lnTo>
                    <a:pt x="141564" y="332364"/>
                  </a:lnTo>
                  <a:lnTo>
                    <a:pt x="146827" y="333094"/>
                  </a:lnTo>
                  <a:lnTo>
                    <a:pt x="152111" y="333656"/>
                  </a:lnTo>
                  <a:lnTo>
                    <a:pt x="157409" y="334050"/>
                  </a:lnTo>
                  <a:lnTo>
                    <a:pt x="162718" y="334276"/>
                  </a:lnTo>
                  <a:lnTo>
                    <a:pt x="168031" y="334332"/>
                  </a:lnTo>
                  <a:lnTo>
                    <a:pt x="173343" y="334220"/>
                  </a:lnTo>
                  <a:lnTo>
                    <a:pt x="178649" y="333939"/>
                  </a:lnTo>
                  <a:lnTo>
                    <a:pt x="183944" y="333489"/>
                  </a:lnTo>
                  <a:lnTo>
                    <a:pt x="189221" y="332871"/>
                  </a:lnTo>
                  <a:lnTo>
                    <a:pt x="194476" y="332086"/>
                  </a:lnTo>
                  <a:lnTo>
                    <a:pt x="199704" y="331134"/>
                  </a:lnTo>
                  <a:lnTo>
                    <a:pt x="204898" y="330017"/>
                  </a:lnTo>
                  <a:lnTo>
                    <a:pt x="210055" y="328735"/>
                  </a:lnTo>
                  <a:lnTo>
                    <a:pt x="215168" y="327290"/>
                  </a:lnTo>
                  <a:lnTo>
                    <a:pt x="220233" y="325683"/>
                  </a:lnTo>
                  <a:lnTo>
                    <a:pt x="225244" y="323916"/>
                  </a:lnTo>
                  <a:lnTo>
                    <a:pt x="230196" y="321991"/>
                  </a:lnTo>
                  <a:lnTo>
                    <a:pt x="235084" y="319909"/>
                  </a:lnTo>
                  <a:lnTo>
                    <a:pt x="239904" y="317673"/>
                  </a:lnTo>
                  <a:lnTo>
                    <a:pt x="244651" y="315285"/>
                  </a:lnTo>
                  <a:lnTo>
                    <a:pt x="249319" y="312747"/>
                  </a:lnTo>
                  <a:lnTo>
                    <a:pt x="253904" y="310062"/>
                  </a:lnTo>
                  <a:lnTo>
                    <a:pt x="258402" y="307233"/>
                  </a:lnTo>
                  <a:lnTo>
                    <a:pt x="262807" y="304262"/>
                  </a:lnTo>
                  <a:lnTo>
                    <a:pt x="267116" y="301153"/>
                  </a:lnTo>
                  <a:lnTo>
                    <a:pt x="271324" y="297908"/>
                  </a:lnTo>
                  <a:lnTo>
                    <a:pt x="275426" y="294532"/>
                  </a:lnTo>
                  <a:lnTo>
                    <a:pt x="279419" y="291026"/>
                  </a:lnTo>
                  <a:lnTo>
                    <a:pt x="283299" y="287396"/>
                  </a:lnTo>
                  <a:lnTo>
                    <a:pt x="287061" y="283644"/>
                  </a:lnTo>
                  <a:lnTo>
                    <a:pt x="290702" y="279774"/>
                  </a:lnTo>
                  <a:lnTo>
                    <a:pt x="294219" y="275791"/>
                  </a:lnTo>
                  <a:lnTo>
                    <a:pt x="297607" y="271697"/>
                  </a:lnTo>
                  <a:lnTo>
                    <a:pt x="300863" y="267499"/>
                  </a:lnTo>
                  <a:lnTo>
                    <a:pt x="303984" y="263198"/>
                  </a:lnTo>
                  <a:lnTo>
                    <a:pt x="306967" y="258801"/>
                  </a:lnTo>
                  <a:lnTo>
                    <a:pt x="309808" y="254312"/>
                  </a:lnTo>
                  <a:lnTo>
                    <a:pt x="312506" y="249734"/>
                  </a:lnTo>
                  <a:lnTo>
                    <a:pt x="315056" y="245073"/>
                  </a:lnTo>
                  <a:lnTo>
                    <a:pt x="317458" y="240333"/>
                  </a:lnTo>
                  <a:lnTo>
                    <a:pt x="319707" y="235519"/>
                  </a:lnTo>
                  <a:lnTo>
                    <a:pt x="321802" y="230636"/>
                  </a:lnTo>
                  <a:lnTo>
                    <a:pt x="323741" y="225689"/>
                  </a:lnTo>
                  <a:lnTo>
                    <a:pt x="325522" y="220683"/>
                  </a:lnTo>
                  <a:lnTo>
                    <a:pt x="327143" y="215623"/>
                  </a:lnTo>
                  <a:lnTo>
                    <a:pt x="328602" y="210514"/>
                  </a:lnTo>
                  <a:lnTo>
                    <a:pt x="329898" y="205361"/>
                  </a:lnTo>
                  <a:lnTo>
                    <a:pt x="331030" y="200169"/>
                  </a:lnTo>
                  <a:lnTo>
                    <a:pt x="331996" y="194944"/>
                  </a:lnTo>
                  <a:lnTo>
                    <a:pt x="332795" y="189691"/>
                  </a:lnTo>
                  <a:lnTo>
                    <a:pt x="333427" y="184416"/>
                  </a:lnTo>
                  <a:lnTo>
                    <a:pt x="333892" y="179123"/>
                  </a:lnTo>
                  <a:lnTo>
                    <a:pt x="334187" y="173817"/>
                  </a:lnTo>
                  <a:lnTo>
                    <a:pt x="334314" y="168505"/>
                  </a:lnTo>
                  <a:lnTo>
                    <a:pt x="334272" y="163192"/>
                  </a:lnTo>
                  <a:lnTo>
                    <a:pt x="334062" y="157883"/>
                  </a:lnTo>
                  <a:lnTo>
                    <a:pt x="333682" y="152583"/>
                  </a:lnTo>
                  <a:lnTo>
                    <a:pt x="333135" y="14729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80362"/>
              <a:ext cx="165982" cy="19869"/>
            </a:xfrm>
            <a:custGeom>
              <a:avLst/>
              <a:pathLst>
                <a:path w="165982" h="19869">
                  <a:moveTo>
                    <a:pt x="165982" y="0"/>
                  </a:moveTo>
                  <a:lnTo>
                    <a:pt x="0" y="198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56440"/>
              <a:ext cx="165982" cy="143791"/>
            </a:xfrm>
            <a:custGeom>
              <a:avLst/>
              <a:pathLst>
                <a:path w="165982" h="143791">
                  <a:moveTo>
                    <a:pt x="165982" y="123922"/>
                  </a:moveTo>
                  <a:lnTo>
                    <a:pt x="165243" y="118501"/>
                  </a:lnTo>
                  <a:lnTo>
                    <a:pt x="164327" y="113107"/>
                  </a:lnTo>
                  <a:lnTo>
                    <a:pt x="163235" y="107746"/>
                  </a:lnTo>
                  <a:lnTo>
                    <a:pt x="161968" y="102423"/>
                  </a:lnTo>
                  <a:lnTo>
                    <a:pt x="160527" y="97145"/>
                  </a:lnTo>
                  <a:lnTo>
                    <a:pt x="158915" y="91917"/>
                  </a:lnTo>
                  <a:lnTo>
                    <a:pt x="157132" y="86744"/>
                  </a:lnTo>
                  <a:lnTo>
                    <a:pt x="155181" y="81633"/>
                  </a:lnTo>
                  <a:lnTo>
                    <a:pt x="153064" y="76588"/>
                  </a:lnTo>
                  <a:lnTo>
                    <a:pt x="150783" y="71615"/>
                  </a:lnTo>
                  <a:lnTo>
                    <a:pt x="148340" y="66719"/>
                  </a:lnTo>
                  <a:lnTo>
                    <a:pt x="145738" y="61906"/>
                  </a:lnTo>
                  <a:lnTo>
                    <a:pt x="142981" y="57181"/>
                  </a:lnTo>
                  <a:lnTo>
                    <a:pt x="140070" y="52548"/>
                  </a:lnTo>
                  <a:lnTo>
                    <a:pt x="137009" y="48013"/>
                  </a:lnTo>
                  <a:lnTo>
                    <a:pt x="133801" y="43581"/>
                  </a:lnTo>
                  <a:lnTo>
                    <a:pt x="130450" y="39256"/>
                  </a:lnTo>
                  <a:lnTo>
                    <a:pt x="126960" y="35043"/>
                  </a:lnTo>
                  <a:lnTo>
                    <a:pt x="123333" y="30946"/>
                  </a:lnTo>
                  <a:lnTo>
                    <a:pt x="119574" y="26971"/>
                  </a:lnTo>
                  <a:lnTo>
                    <a:pt x="115687" y="23120"/>
                  </a:lnTo>
                  <a:lnTo>
                    <a:pt x="111676" y="19399"/>
                  </a:lnTo>
                  <a:lnTo>
                    <a:pt x="107546" y="15811"/>
                  </a:lnTo>
                  <a:lnTo>
                    <a:pt x="103300" y="12360"/>
                  </a:lnTo>
                  <a:lnTo>
                    <a:pt x="98944" y="9050"/>
                  </a:lnTo>
                  <a:lnTo>
                    <a:pt x="94481" y="5885"/>
                  </a:lnTo>
                  <a:lnTo>
                    <a:pt x="89918" y="2867"/>
                  </a:lnTo>
                  <a:lnTo>
                    <a:pt x="85258" y="0"/>
                  </a:lnTo>
                  <a:lnTo>
                    <a:pt x="0" y="143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33064"/>
              <a:ext cx="85258" cy="167167"/>
            </a:xfrm>
            <a:custGeom>
              <a:avLst/>
              <a:pathLst>
                <a:path w="85258" h="167167">
                  <a:moveTo>
                    <a:pt x="85258" y="23376"/>
                  </a:moveTo>
                  <a:lnTo>
                    <a:pt x="80401" y="20605"/>
                  </a:lnTo>
                  <a:lnTo>
                    <a:pt x="75455" y="17998"/>
                  </a:lnTo>
                  <a:lnTo>
                    <a:pt x="70424" y="15558"/>
                  </a:lnTo>
                  <a:lnTo>
                    <a:pt x="65314" y="13287"/>
                  </a:lnTo>
                  <a:lnTo>
                    <a:pt x="60131" y="11189"/>
                  </a:lnTo>
                  <a:lnTo>
                    <a:pt x="54881" y="9265"/>
                  </a:lnTo>
                  <a:lnTo>
                    <a:pt x="49569" y="7518"/>
                  </a:lnTo>
                  <a:lnTo>
                    <a:pt x="44202" y="5949"/>
                  </a:lnTo>
                  <a:lnTo>
                    <a:pt x="38786" y="4561"/>
                  </a:lnTo>
                  <a:lnTo>
                    <a:pt x="33326" y="3355"/>
                  </a:lnTo>
                  <a:lnTo>
                    <a:pt x="27828" y="2332"/>
                  </a:lnTo>
                  <a:lnTo>
                    <a:pt x="22300" y="1494"/>
                  </a:lnTo>
                  <a:lnTo>
                    <a:pt x="16747" y="841"/>
                  </a:lnTo>
                  <a:lnTo>
                    <a:pt x="11175" y="373"/>
                  </a:lnTo>
                  <a:lnTo>
                    <a:pt x="559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358824" y="3170392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3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9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3" y="11908"/>
                  </a:lnTo>
                  <a:lnTo>
                    <a:pt x="100312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7"/>
                  </a:lnTo>
                  <a:lnTo>
                    <a:pt x="44620" y="53457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4"/>
                  </a:lnTo>
                  <a:lnTo>
                    <a:pt x="31246" y="69836"/>
                  </a:lnTo>
                  <a:lnTo>
                    <a:pt x="28235" y="74184"/>
                  </a:lnTo>
                  <a:lnTo>
                    <a:pt x="25362" y="78626"/>
                  </a:lnTo>
                  <a:lnTo>
                    <a:pt x="22632" y="83157"/>
                  </a:lnTo>
                  <a:lnTo>
                    <a:pt x="20046" y="87771"/>
                  </a:lnTo>
                  <a:lnTo>
                    <a:pt x="17608" y="92465"/>
                  </a:lnTo>
                  <a:lnTo>
                    <a:pt x="15319" y="97234"/>
                  </a:lnTo>
                  <a:lnTo>
                    <a:pt x="13183" y="102073"/>
                  </a:lnTo>
                  <a:lnTo>
                    <a:pt x="11201" y="106977"/>
                  </a:lnTo>
                  <a:lnTo>
                    <a:pt x="9374" y="111942"/>
                  </a:lnTo>
                  <a:lnTo>
                    <a:pt x="7706" y="116961"/>
                  </a:lnTo>
                  <a:lnTo>
                    <a:pt x="6197" y="122031"/>
                  </a:lnTo>
                  <a:lnTo>
                    <a:pt x="4850" y="127146"/>
                  </a:lnTo>
                  <a:lnTo>
                    <a:pt x="3665" y="132301"/>
                  </a:lnTo>
                  <a:lnTo>
                    <a:pt x="2644" y="137491"/>
                  </a:lnTo>
                  <a:lnTo>
                    <a:pt x="1787" y="142711"/>
                  </a:lnTo>
                  <a:lnTo>
                    <a:pt x="1096" y="147956"/>
                  </a:lnTo>
                  <a:lnTo>
                    <a:pt x="572" y="153219"/>
                  </a:lnTo>
                  <a:lnTo>
                    <a:pt x="214" y="158497"/>
                  </a:lnTo>
                  <a:lnTo>
                    <a:pt x="23" y="163783"/>
                  </a:lnTo>
                  <a:lnTo>
                    <a:pt x="0" y="169072"/>
                  </a:lnTo>
                  <a:lnTo>
                    <a:pt x="143" y="174360"/>
                  </a:lnTo>
                  <a:lnTo>
                    <a:pt x="455" y="179640"/>
                  </a:lnTo>
                  <a:lnTo>
                    <a:pt x="933" y="184908"/>
                  </a:lnTo>
                  <a:lnTo>
                    <a:pt x="1577" y="190158"/>
                  </a:lnTo>
                  <a:lnTo>
                    <a:pt x="2388" y="195386"/>
                  </a:lnTo>
                  <a:lnTo>
                    <a:pt x="3363" y="200585"/>
                  </a:lnTo>
                  <a:lnTo>
                    <a:pt x="4502" y="205750"/>
                  </a:lnTo>
                  <a:lnTo>
                    <a:pt x="5804" y="210877"/>
                  </a:lnTo>
                  <a:lnTo>
                    <a:pt x="7268" y="215960"/>
                  </a:lnTo>
                  <a:lnTo>
                    <a:pt x="8892" y="220994"/>
                  </a:lnTo>
                  <a:lnTo>
                    <a:pt x="10674" y="225974"/>
                  </a:lnTo>
                  <a:lnTo>
                    <a:pt x="12613" y="230896"/>
                  </a:lnTo>
                  <a:lnTo>
                    <a:pt x="14707" y="235753"/>
                  </a:lnTo>
                  <a:lnTo>
                    <a:pt x="16953" y="240542"/>
                  </a:lnTo>
                  <a:lnTo>
                    <a:pt x="19350" y="245258"/>
                  </a:lnTo>
                  <a:lnTo>
                    <a:pt x="21894" y="249895"/>
                  </a:lnTo>
                  <a:lnTo>
                    <a:pt x="24584" y="254450"/>
                  </a:lnTo>
                  <a:lnTo>
                    <a:pt x="27417" y="258917"/>
                  </a:lnTo>
                  <a:lnTo>
                    <a:pt x="30390" y="263292"/>
                  </a:lnTo>
                  <a:lnTo>
                    <a:pt x="33500" y="267571"/>
                  </a:lnTo>
                  <a:lnTo>
                    <a:pt x="36743" y="271749"/>
                  </a:lnTo>
                  <a:lnTo>
                    <a:pt x="40118" y="275823"/>
                  </a:lnTo>
                  <a:lnTo>
                    <a:pt x="43619" y="279788"/>
                  </a:lnTo>
                  <a:lnTo>
                    <a:pt x="47244" y="283640"/>
                  </a:lnTo>
                  <a:lnTo>
                    <a:pt x="50989" y="287376"/>
                  </a:lnTo>
                  <a:lnTo>
                    <a:pt x="54850" y="290991"/>
                  </a:lnTo>
                  <a:lnTo>
                    <a:pt x="58824" y="294482"/>
                  </a:lnTo>
                  <a:lnTo>
                    <a:pt x="62906" y="297846"/>
                  </a:lnTo>
                  <a:lnTo>
                    <a:pt x="67093" y="301079"/>
                  </a:lnTo>
                  <a:lnTo>
                    <a:pt x="71380" y="304178"/>
                  </a:lnTo>
                  <a:lnTo>
                    <a:pt x="75763" y="307139"/>
                  </a:lnTo>
                  <a:lnTo>
                    <a:pt x="80237" y="309961"/>
                  </a:lnTo>
                  <a:lnTo>
                    <a:pt x="84798" y="312639"/>
                  </a:lnTo>
                  <a:lnTo>
                    <a:pt x="89442" y="315172"/>
                  </a:lnTo>
                  <a:lnTo>
                    <a:pt x="94164" y="317557"/>
                  </a:lnTo>
                  <a:lnTo>
                    <a:pt x="98958" y="319791"/>
                  </a:lnTo>
                  <a:lnTo>
                    <a:pt x="103821" y="321872"/>
                  </a:lnTo>
                  <a:lnTo>
                    <a:pt x="108748" y="323798"/>
                  </a:lnTo>
                  <a:lnTo>
                    <a:pt x="113733" y="325568"/>
                  </a:lnTo>
                  <a:lnTo>
                    <a:pt x="118771" y="327179"/>
                  </a:lnTo>
                  <a:lnTo>
                    <a:pt x="123858" y="328630"/>
                  </a:lnTo>
                  <a:lnTo>
                    <a:pt x="128988" y="329919"/>
                  </a:lnTo>
                  <a:lnTo>
                    <a:pt x="134156" y="331045"/>
                  </a:lnTo>
                  <a:lnTo>
                    <a:pt x="139358" y="332007"/>
                  </a:lnTo>
                  <a:lnTo>
                    <a:pt x="144587" y="332804"/>
                  </a:lnTo>
                  <a:lnTo>
                    <a:pt x="149839" y="333435"/>
                  </a:lnTo>
                  <a:lnTo>
                    <a:pt x="155108" y="333900"/>
                  </a:lnTo>
                  <a:lnTo>
                    <a:pt x="160389" y="334197"/>
                  </a:lnTo>
                  <a:lnTo>
                    <a:pt x="165677" y="334328"/>
                  </a:lnTo>
                  <a:lnTo>
                    <a:pt x="170966" y="334291"/>
                  </a:lnTo>
                  <a:lnTo>
                    <a:pt x="176252" y="334087"/>
                  </a:lnTo>
                  <a:lnTo>
                    <a:pt x="181529" y="333715"/>
                  </a:lnTo>
                  <a:lnTo>
                    <a:pt x="186791" y="333177"/>
                  </a:lnTo>
                  <a:lnTo>
                    <a:pt x="192033" y="332473"/>
                  </a:lnTo>
                  <a:lnTo>
                    <a:pt x="197251" y="331603"/>
                  </a:lnTo>
                  <a:lnTo>
                    <a:pt x="202438" y="330569"/>
                  </a:lnTo>
                  <a:lnTo>
                    <a:pt x="207590" y="329371"/>
                  </a:lnTo>
                  <a:lnTo>
                    <a:pt x="212702" y="328010"/>
                  </a:lnTo>
                  <a:lnTo>
                    <a:pt x="217768" y="326489"/>
                  </a:lnTo>
                  <a:lnTo>
                    <a:pt x="222784" y="324807"/>
                  </a:lnTo>
                  <a:lnTo>
                    <a:pt x="227743" y="322969"/>
                  </a:lnTo>
                  <a:lnTo>
                    <a:pt x="232642" y="320974"/>
                  </a:lnTo>
                  <a:lnTo>
                    <a:pt x="237476" y="318825"/>
                  </a:lnTo>
                  <a:lnTo>
                    <a:pt x="242239" y="316524"/>
                  </a:lnTo>
                  <a:lnTo>
                    <a:pt x="246927" y="314074"/>
                  </a:lnTo>
                  <a:lnTo>
                    <a:pt x="251535" y="311476"/>
                  </a:lnTo>
                  <a:lnTo>
                    <a:pt x="256058" y="308735"/>
                  </a:lnTo>
                  <a:lnTo>
                    <a:pt x="260493" y="305851"/>
                  </a:lnTo>
                  <a:lnTo>
                    <a:pt x="264834" y="302828"/>
                  </a:lnTo>
                  <a:lnTo>
                    <a:pt x="269077" y="299670"/>
                  </a:lnTo>
                  <a:lnTo>
                    <a:pt x="273218" y="296379"/>
                  </a:lnTo>
                  <a:lnTo>
                    <a:pt x="277253" y="292959"/>
                  </a:lnTo>
                  <a:lnTo>
                    <a:pt x="281178" y="289413"/>
                  </a:lnTo>
                  <a:lnTo>
                    <a:pt x="284988" y="285744"/>
                  </a:lnTo>
                  <a:lnTo>
                    <a:pt x="288681" y="281956"/>
                  </a:lnTo>
                  <a:lnTo>
                    <a:pt x="292252" y="278054"/>
                  </a:lnTo>
                  <a:lnTo>
                    <a:pt x="295698" y="274041"/>
                  </a:lnTo>
                  <a:lnTo>
                    <a:pt x="299015" y="269920"/>
                  </a:lnTo>
                  <a:lnTo>
                    <a:pt x="302200" y="265697"/>
                  </a:lnTo>
                  <a:lnTo>
                    <a:pt x="305249" y="261375"/>
                  </a:lnTo>
                  <a:lnTo>
                    <a:pt x="308161" y="256959"/>
                  </a:lnTo>
                  <a:lnTo>
                    <a:pt x="310931" y="252453"/>
                  </a:lnTo>
                  <a:lnTo>
                    <a:pt x="313558" y="247861"/>
                  </a:lnTo>
                  <a:lnTo>
                    <a:pt x="316037" y="243189"/>
                  </a:lnTo>
                  <a:lnTo>
                    <a:pt x="318368" y="238440"/>
                  </a:lnTo>
                  <a:lnTo>
                    <a:pt x="320547" y="233621"/>
                  </a:lnTo>
                  <a:lnTo>
                    <a:pt x="322573" y="228734"/>
                  </a:lnTo>
                  <a:lnTo>
                    <a:pt x="324443" y="223786"/>
                  </a:lnTo>
                  <a:lnTo>
                    <a:pt x="326156" y="218782"/>
                  </a:lnTo>
                  <a:lnTo>
                    <a:pt x="327709" y="213725"/>
                  </a:lnTo>
                  <a:lnTo>
                    <a:pt x="329102" y="208622"/>
                  </a:lnTo>
                  <a:lnTo>
                    <a:pt x="330332" y="203478"/>
                  </a:lnTo>
                  <a:lnTo>
                    <a:pt x="331399" y="198297"/>
                  </a:lnTo>
                  <a:lnTo>
                    <a:pt x="332302" y="193085"/>
                  </a:lnTo>
                  <a:lnTo>
                    <a:pt x="333039" y="187847"/>
                  </a:lnTo>
                  <a:lnTo>
                    <a:pt x="333611" y="182588"/>
                  </a:lnTo>
                  <a:lnTo>
                    <a:pt x="334015" y="177314"/>
                  </a:lnTo>
                  <a:lnTo>
                    <a:pt x="334253" y="172030"/>
                  </a:lnTo>
                  <a:lnTo>
                    <a:pt x="334323" y="166741"/>
                  </a:lnTo>
                  <a:lnTo>
                    <a:pt x="334226" y="161452"/>
                  </a:lnTo>
                  <a:lnTo>
                    <a:pt x="333961" y="156169"/>
                  </a:lnTo>
                  <a:lnTo>
                    <a:pt x="333530" y="150897"/>
                  </a:lnTo>
                  <a:lnTo>
                    <a:pt x="332932" y="145641"/>
                  </a:lnTo>
                  <a:lnTo>
                    <a:pt x="332168" y="140407"/>
                  </a:lnTo>
                  <a:lnTo>
                    <a:pt x="331239" y="135200"/>
                  </a:lnTo>
                  <a:lnTo>
                    <a:pt x="330145" y="130025"/>
                  </a:lnTo>
                  <a:lnTo>
                    <a:pt x="328888" y="124886"/>
                  </a:lnTo>
                  <a:lnTo>
                    <a:pt x="327470" y="119791"/>
                  </a:lnTo>
                  <a:lnTo>
                    <a:pt x="325890" y="114742"/>
                  </a:lnTo>
                  <a:lnTo>
                    <a:pt x="324152" y="109746"/>
                  </a:lnTo>
                  <a:lnTo>
                    <a:pt x="322257" y="104808"/>
                  </a:lnTo>
                  <a:lnTo>
                    <a:pt x="320206" y="99932"/>
                  </a:lnTo>
                  <a:lnTo>
                    <a:pt x="318003" y="95123"/>
                  </a:lnTo>
                  <a:lnTo>
                    <a:pt x="315648" y="90387"/>
                  </a:lnTo>
                  <a:lnTo>
                    <a:pt x="313144" y="85727"/>
                  </a:lnTo>
                  <a:lnTo>
                    <a:pt x="310494" y="81149"/>
                  </a:lnTo>
                  <a:lnTo>
                    <a:pt x="307701" y="76657"/>
                  </a:lnTo>
                  <a:lnTo>
                    <a:pt x="304767" y="72256"/>
                  </a:lnTo>
                  <a:lnTo>
                    <a:pt x="301696" y="67950"/>
                  </a:lnTo>
                  <a:lnTo>
                    <a:pt x="298489" y="63743"/>
                  </a:lnTo>
                  <a:lnTo>
                    <a:pt x="295151" y="59639"/>
                  </a:lnTo>
                  <a:lnTo>
                    <a:pt x="291685" y="55643"/>
                  </a:lnTo>
                  <a:lnTo>
                    <a:pt x="288094" y="51759"/>
                  </a:lnTo>
                  <a:lnTo>
                    <a:pt x="284382" y="4799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0913"/>
              <a:ext cx="117226" cy="126646"/>
            </a:xfrm>
            <a:custGeom>
              <a:avLst/>
              <a:pathLst>
                <a:path w="117226" h="126646">
                  <a:moveTo>
                    <a:pt x="117226" y="7470"/>
                  </a:moveTo>
                  <a:lnTo>
                    <a:pt x="109113" y="0"/>
                  </a:lnTo>
                  <a:lnTo>
                    <a:pt x="0" y="126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0392"/>
              <a:ext cx="109113" cy="167167"/>
            </a:xfrm>
            <a:custGeom>
              <a:avLst/>
              <a:pathLst>
                <a:path w="109113" h="167167">
                  <a:moveTo>
                    <a:pt x="109113" y="40521"/>
                  </a:moveTo>
                  <a:lnTo>
                    <a:pt x="104762" y="36899"/>
                  </a:lnTo>
                  <a:lnTo>
                    <a:pt x="100291" y="33426"/>
                  </a:lnTo>
                  <a:lnTo>
                    <a:pt x="95705" y="30107"/>
                  </a:lnTo>
                  <a:lnTo>
                    <a:pt x="91010" y="26945"/>
                  </a:lnTo>
                  <a:lnTo>
                    <a:pt x="86210" y="23944"/>
                  </a:lnTo>
                  <a:lnTo>
                    <a:pt x="81311" y="21108"/>
                  </a:lnTo>
                  <a:lnTo>
                    <a:pt x="76319" y="18438"/>
                  </a:lnTo>
                  <a:lnTo>
                    <a:pt x="71240" y="15939"/>
                  </a:lnTo>
                  <a:lnTo>
                    <a:pt x="66079" y="13614"/>
                  </a:lnTo>
                  <a:lnTo>
                    <a:pt x="60842" y="11465"/>
                  </a:lnTo>
                  <a:lnTo>
                    <a:pt x="55535" y="9494"/>
                  </a:lnTo>
                  <a:lnTo>
                    <a:pt x="50165" y="7704"/>
                  </a:lnTo>
                  <a:lnTo>
                    <a:pt x="44737" y="6097"/>
                  </a:lnTo>
                  <a:lnTo>
                    <a:pt x="39257" y="4675"/>
                  </a:lnTo>
                  <a:lnTo>
                    <a:pt x="33733" y="3439"/>
                  </a:lnTo>
                  <a:lnTo>
                    <a:pt x="28170" y="2390"/>
                  </a:lnTo>
                  <a:lnTo>
                    <a:pt x="22575" y="1531"/>
                  </a:lnTo>
                  <a:lnTo>
                    <a:pt x="16954" y="861"/>
                  </a:lnTo>
                  <a:lnTo>
                    <a:pt x="11313" y="383"/>
                  </a:lnTo>
                  <a:lnTo>
                    <a:pt x="566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423600" y="3707720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2" y="757"/>
                  </a:lnTo>
                  <a:lnTo>
                    <a:pt x="145978" y="1345"/>
                  </a:lnTo>
                  <a:lnTo>
                    <a:pt x="140726" y="2101"/>
                  </a:lnTo>
                  <a:lnTo>
                    <a:pt x="135500" y="3023"/>
                  </a:lnTo>
                  <a:lnTo>
                    <a:pt x="130306" y="4110"/>
                  </a:lnTo>
                  <a:lnTo>
                    <a:pt x="125149" y="5361"/>
                  </a:lnTo>
                  <a:lnTo>
                    <a:pt x="120035" y="6776"/>
                  </a:lnTo>
                  <a:lnTo>
                    <a:pt x="114968" y="8352"/>
                  </a:lnTo>
                  <a:lnTo>
                    <a:pt x="109954" y="10088"/>
                  </a:lnTo>
                  <a:lnTo>
                    <a:pt x="104997" y="11982"/>
                  </a:lnTo>
                  <a:lnTo>
                    <a:pt x="100103" y="14033"/>
                  </a:lnTo>
                  <a:lnTo>
                    <a:pt x="95276" y="16238"/>
                  </a:lnTo>
                  <a:lnTo>
                    <a:pt x="90522" y="18595"/>
                  </a:lnTo>
                  <a:lnTo>
                    <a:pt x="85845" y="21102"/>
                  </a:lnTo>
                  <a:lnTo>
                    <a:pt x="81250" y="23756"/>
                  </a:lnTo>
                  <a:lnTo>
                    <a:pt x="76742" y="26555"/>
                  </a:lnTo>
                  <a:lnTo>
                    <a:pt x="72325" y="29495"/>
                  </a:lnTo>
                  <a:lnTo>
                    <a:pt x="68003" y="32574"/>
                  </a:lnTo>
                  <a:lnTo>
                    <a:pt x="63781" y="35788"/>
                  </a:lnTo>
                  <a:lnTo>
                    <a:pt x="59663" y="39135"/>
                  </a:lnTo>
                  <a:lnTo>
                    <a:pt x="55654" y="42611"/>
                  </a:lnTo>
                  <a:lnTo>
                    <a:pt x="51757" y="46213"/>
                  </a:lnTo>
                  <a:lnTo>
                    <a:pt x="47976" y="49936"/>
                  </a:lnTo>
                  <a:lnTo>
                    <a:pt x="44315" y="53777"/>
                  </a:lnTo>
                  <a:lnTo>
                    <a:pt x="40778" y="57733"/>
                  </a:lnTo>
                  <a:lnTo>
                    <a:pt x="37368" y="61799"/>
                  </a:lnTo>
                  <a:lnTo>
                    <a:pt x="34089" y="65971"/>
                  </a:lnTo>
                  <a:lnTo>
                    <a:pt x="30945" y="70245"/>
                  </a:lnTo>
                  <a:lnTo>
                    <a:pt x="27937" y="74617"/>
                  </a:lnTo>
                  <a:lnTo>
                    <a:pt x="25070" y="79082"/>
                  </a:lnTo>
                  <a:lnTo>
                    <a:pt x="22346" y="83636"/>
                  </a:lnTo>
                  <a:lnTo>
                    <a:pt x="19767" y="88274"/>
                  </a:lnTo>
                  <a:lnTo>
                    <a:pt x="17338" y="92991"/>
                  </a:lnTo>
                  <a:lnTo>
                    <a:pt x="15059" y="97783"/>
                  </a:lnTo>
                  <a:lnTo>
                    <a:pt x="12933" y="102646"/>
                  </a:lnTo>
                  <a:lnTo>
                    <a:pt x="10963" y="107573"/>
                  </a:lnTo>
                  <a:lnTo>
                    <a:pt x="9150" y="112560"/>
                  </a:lnTo>
                  <a:lnTo>
                    <a:pt x="7497" y="117602"/>
                  </a:lnTo>
                  <a:lnTo>
                    <a:pt x="6004" y="122694"/>
                  </a:lnTo>
                  <a:lnTo>
                    <a:pt x="4674" y="127831"/>
                  </a:lnTo>
                  <a:lnTo>
                    <a:pt x="3507" y="133008"/>
                  </a:lnTo>
                  <a:lnTo>
                    <a:pt x="2505" y="138219"/>
                  </a:lnTo>
                  <a:lnTo>
                    <a:pt x="1670" y="143459"/>
                  </a:lnTo>
                  <a:lnTo>
                    <a:pt x="1000" y="148723"/>
                  </a:lnTo>
                  <a:lnTo>
                    <a:pt x="499" y="154005"/>
                  </a:lnTo>
                  <a:lnTo>
                    <a:pt x="165" y="159301"/>
                  </a:lnTo>
                  <a:lnTo>
                    <a:pt x="0" y="164605"/>
                  </a:lnTo>
                  <a:lnTo>
                    <a:pt x="2" y="169911"/>
                  </a:lnTo>
                  <a:lnTo>
                    <a:pt x="174" y="175215"/>
                  </a:lnTo>
                  <a:lnTo>
                    <a:pt x="513" y="180511"/>
                  </a:lnTo>
                  <a:lnTo>
                    <a:pt x="1021" y="185793"/>
                  </a:lnTo>
                  <a:lnTo>
                    <a:pt x="1696" y="191056"/>
                  </a:lnTo>
                  <a:lnTo>
                    <a:pt x="2537" y="196295"/>
                  </a:lnTo>
                  <a:lnTo>
                    <a:pt x="3545" y="201505"/>
                  </a:lnTo>
                  <a:lnTo>
                    <a:pt x="4717" y="206680"/>
                  </a:lnTo>
                  <a:lnTo>
                    <a:pt x="6053" y="211816"/>
                  </a:lnTo>
                  <a:lnTo>
                    <a:pt x="7551" y="216906"/>
                  </a:lnTo>
                  <a:lnTo>
                    <a:pt x="9210" y="221947"/>
                  </a:lnTo>
                  <a:lnTo>
                    <a:pt x="11028" y="226932"/>
                  </a:lnTo>
                  <a:lnTo>
                    <a:pt x="13004" y="231857"/>
                  </a:lnTo>
                  <a:lnTo>
                    <a:pt x="15135" y="236716"/>
                  </a:lnTo>
                  <a:lnTo>
                    <a:pt x="17419" y="241506"/>
                  </a:lnTo>
                  <a:lnTo>
                    <a:pt x="19854" y="246221"/>
                  </a:lnTo>
                  <a:lnTo>
                    <a:pt x="22437" y="250856"/>
                  </a:lnTo>
                  <a:lnTo>
                    <a:pt x="25166" y="255407"/>
                  </a:lnTo>
                  <a:lnTo>
                    <a:pt x="28038" y="259869"/>
                  </a:lnTo>
                  <a:lnTo>
                    <a:pt x="31051" y="264237"/>
                  </a:lnTo>
                  <a:lnTo>
                    <a:pt x="34200" y="268508"/>
                  </a:lnTo>
                  <a:lnTo>
                    <a:pt x="37483" y="272676"/>
                  </a:lnTo>
                  <a:lnTo>
                    <a:pt x="40898" y="276739"/>
                  </a:lnTo>
                  <a:lnTo>
                    <a:pt x="44439" y="280690"/>
                  </a:lnTo>
                  <a:lnTo>
                    <a:pt x="48104" y="284528"/>
                  </a:lnTo>
                  <a:lnTo>
                    <a:pt x="51889" y="288247"/>
                  </a:lnTo>
                  <a:lnTo>
                    <a:pt x="55790" y="291844"/>
                  </a:lnTo>
                  <a:lnTo>
                    <a:pt x="59803" y="295316"/>
                  </a:lnTo>
                  <a:lnTo>
                    <a:pt x="63924" y="298658"/>
                  </a:lnTo>
                  <a:lnTo>
                    <a:pt x="68150" y="301868"/>
                  </a:lnTo>
                  <a:lnTo>
                    <a:pt x="72475" y="304942"/>
                  </a:lnTo>
                  <a:lnTo>
                    <a:pt x="76895" y="307878"/>
                  </a:lnTo>
                  <a:lnTo>
                    <a:pt x="81407" y="310671"/>
                  </a:lnTo>
                  <a:lnTo>
                    <a:pt x="86005" y="313320"/>
                  </a:lnTo>
                  <a:lnTo>
                    <a:pt x="90684" y="315822"/>
                  </a:lnTo>
                  <a:lnTo>
                    <a:pt x="95441" y="318174"/>
                  </a:lnTo>
                  <a:lnTo>
                    <a:pt x="100270" y="320374"/>
                  </a:lnTo>
                  <a:lnTo>
                    <a:pt x="105166" y="322419"/>
                  </a:lnTo>
                  <a:lnTo>
                    <a:pt x="110125" y="324308"/>
                  </a:lnTo>
                  <a:lnTo>
                    <a:pt x="115141" y="326039"/>
                  </a:lnTo>
                  <a:lnTo>
                    <a:pt x="120210" y="327610"/>
                  </a:lnTo>
                  <a:lnTo>
                    <a:pt x="125326" y="329019"/>
                  </a:lnTo>
                  <a:lnTo>
                    <a:pt x="130484" y="330264"/>
                  </a:lnTo>
                  <a:lnTo>
                    <a:pt x="135679" y="331346"/>
                  </a:lnTo>
                  <a:lnTo>
                    <a:pt x="140906" y="332262"/>
                  </a:lnTo>
                  <a:lnTo>
                    <a:pt x="146159" y="333012"/>
                  </a:lnTo>
                  <a:lnTo>
                    <a:pt x="151433" y="333594"/>
                  </a:lnTo>
                  <a:lnTo>
                    <a:pt x="156723" y="334009"/>
                  </a:lnTo>
                  <a:lnTo>
                    <a:pt x="162024" y="334256"/>
                  </a:lnTo>
                  <a:lnTo>
                    <a:pt x="167330" y="334334"/>
                  </a:lnTo>
                  <a:lnTo>
                    <a:pt x="172635" y="334244"/>
                  </a:lnTo>
                  <a:lnTo>
                    <a:pt x="177936" y="333986"/>
                  </a:lnTo>
                  <a:lnTo>
                    <a:pt x="183225" y="333559"/>
                  </a:lnTo>
                  <a:lnTo>
                    <a:pt x="188498" y="332965"/>
                  </a:lnTo>
                  <a:lnTo>
                    <a:pt x="193749" y="332204"/>
                  </a:lnTo>
                  <a:lnTo>
                    <a:pt x="198974" y="331277"/>
                  </a:lnTo>
                  <a:lnTo>
                    <a:pt x="204167" y="330184"/>
                  </a:lnTo>
                  <a:lnTo>
                    <a:pt x="209322" y="328927"/>
                  </a:lnTo>
                  <a:lnTo>
                    <a:pt x="214435" y="327507"/>
                  </a:lnTo>
                  <a:lnTo>
                    <a:pt x="219500" y="325925"/>
                  </a:lnTo>
                  <a:lnTo>
                    <a:pt x="224512" y="324183"/>
                  </a:lnTo>
                  <a:lnTo>
                    <a:pt x="229467" y="322284"/>
                  </a:lnTo>
                  <a:lnTo>
                    <a:pt x="234359" y="320228"/>
                  </a:lnTo>
                  <a:lnTo>
                    <a:pt x="239183" y="318017"/>
                  </a:lnTo>
                  <a:lnTo>
                    <a:pt x="243935" y="315655"/>
                  </a:lnTo>
                  <a:lnTo>
                    <a:pt x="248609" y="313143"/>
                  </a:lnTo>
                  <a:lnTo>
                    <a:pt x="253201" y="310484"/>
                  </a:lnTo>
                  <a:lnTo>
                    <a:pt x="257706" y="307680"/>
                  </a:lnTo>
                  <a:lnTo>
                    <a:pt x="262120" y="304735"/>
                  </a:lnTo>
                  <a:lnTo>
                    <a:pt x="266439" y="301652"/>
                  </a:lnTo>
                  <a:lnTo>
                    <a:pt x="270657" y="298433"/>
                  </a:lnTo>
                  <a:lnTo>
                    <a:pt x="274771" y="295081"/>
                  </a:lnTo>
                  <a:lnTo>
                    <a:pt x="278777" y="291601"/>
                  </a:lnTo>
                  <a:lnTo>
                    <a:pt x="282670" y="287995"/>
                  </a:lnTo>
                  <a:lnTo>
                    <a:pt x="286447" y="284268"/>
                  </a:lnTo>
                  <a:lnTo>
                    <a:pt x="290103" y="280422"/>
                  </a:lnTo>
                  <a:lnTo>
                    <a:pt x="293636" y="276463"/>
                  </a:lnTo>
                  <a:lnTo>
                    <a:pt x="297041" y="272393"/>
                  </a:lnTo>
                  <a:lnTo>
                    <a:pt x="300316" y="268217"/>
                  </a:lnTo>
                  <a:lnTo>
                    <a:pt x="303456" y="263940"/>
                  </a:lnTo>
                  <a:lnTo>
                    <a:pt x="306459" y="259565"/>
                  </a:lnTo>
                  <a:lnTo>
                    <a:pt x="309321" y="255097"/>
                  </a:lnTo>
                  <a:lnTo>
                    <a:pt x="312040" y="250540"/>
                  </a:lnTo>
                  <a:lnTo>
                    <a:pt x="314613" y="245899"/>
                  </a:lnTo>
                  <a:lnTo>
                    <a:pt x="317038" y="241179"/>
                  </a:lnTo>
                  <a:lnTo>
                    <a:pt x="319311" y="236384"/>
                  </a:lnTo>
                  <a:lnTo>
                    <a:pt x="321432" y="231520"/>
                  </a:lnTo>
                  <a:lnTo>
                    <a:pt x="323396" y="226591"/>
                  </a:lnTo>
                  <a:lnTo>
                    <a:pt x="325204" y="221602"/>
                  </a:lnTo>
                  <a:lnTo>
                    <a:pt x="326852" y="216558"/>
                  </a:lnTo>
                  <a:lnTo>
                    <a:pt x="328339" y="211464"/>
                  </a:lnTo>
                  <a:lnTo>
                    <a:pt x="329664" y="206325"/>
                  </a:lnTo>
                  <a:lnTo>
                    <a:pt x="330825" y="201148"/>
                  </a:lnTo>
                  <a:lnTo>
                    <a:pt x="331821" y="195936"/>
                  </a:lnTo>
                  <a:lnTo>
                    <a:pt x="332651" y="190695"/>
                  </a:lnTo>
                  <a:lnTo>
                    <a:pt x="333314" y="185430"/>
                  </a:lnTo>
                  <a:lnTo>
                    <a:pt x="333810" y="180147"/>
                  </a:lnTo>
                  <a:lnTo>
                    <a:pt x="334138" y="174850"/>
                  </a:lnTo>
                  <a:lnTo>
                    <a:pt x="334298" y="169546"/>
                  </a:lnTo>
                  <a:lnTo>
                    <a:pt x="334289" y="164240"/>
                  </a:lnTo>
                  <a:lnTo>
                    <a:pt x="334112" y="158937"/>
                  </a:lnTo>
                  <a:lnTo>
                    <a:pt x="333767" y="153641"/>
                  </a:lnTo>
                  <a:lnTo>
                    <a:pt x="333253" y="148360"/>
                  </a:lnTo>
                  <a:lnTo>
                    <a:pt x="332573" y="143097"/>
                  </a:lnTo>
                  <a:lnTo>
                    <a:pt x="331726" y="137859"/>
                  </a:lnTo>
                  <a:lnTo>
                    <a:pt x="330712" y="132650"/>
                  </a:lnTo>
                  <a:lnTo>
                    <a:pt x="329535" y="127476"/>
                  </a:lnTo>
                  <a:lnTo>
                    <a:pt x="328193" y="122342"/>
                  </a:lnTo>
                  <a:lnTo>
                    <a:pt x="326689" y="117253"/>
                  </a:lnTo>
                  <a:lnTo>
                    <a:pt x="325025" y="112215"/>
                  </a:lnTo>
                  <a:lnTo>
                    <a:pt x="323201" y="107232"/>
                  </a:lnTo>
                  <a:lnTo>
                    <a:pt x="321220" y="102309"/>
                  </a:lnTo>
                  <a:lnTo>
                    <a:pt x="319084" y="97451"/>
                  </a:lnTo>
                  <a:lnTo>
                    <a:pt x="316795" y="92664"/>
                  </a:lnTo>
                  <a:lnTo>
                    <a:pt x="314355" y="87952"/>
                  </a:lnTo>
                  <a:lnTo>
                    <a:pt x="311766" y="83320"/>
                  </a:lnTo>
                  <a:lnTo>
                    <a:pt x="309032" y="78772"/>
                  </a:lnTo>
                  <a:lnTo>
                    <a:pt x="306155" y="74313"/>
                  </a:lnTo>
                  <a:lnTo>
                    <a:pt x="303138" y="69948"/>
                  </a:lnTo>
                  <a:lnTo>
                    <a:pt x="299984" y="65681"/>
                  </a:lnTo>
                  <a:lnTo>
                    <a:pt x="296696" y="61516"/>
                  </a:lnTo>
                  <a:lnTo>
                    <a:pt x="293277" y="57457"/>
                  </a:lnTo>
                  <a:lnTo>
                    <a:pt x="289732" y="53509"/>
                  </a:lnTo>
                  <a:lnTo>
                    <a:pt x="286063" y="49676"/>
                  </a:lnTo>
                  <a:lnTo>
                    <a:pt x="282274" y="45961"/>
                  </a:lnTo>
                  <a:lnTo>
                    <a:pt x="278369" y="42368"/>
                  </a:lnTo>
                  <a:lnTo>
                    <a:pt x="274352" y="38901"/>
                  </a:lnTo>
                  <a:lnTo>
                    <a:pt x="270227" y="35563"/>
                  </a:lnTo>
                  <a:lnTo>
                    <a:pt x="265998" y="32358"/>
                  </a:lnTo>
                  <a:lnTo>
                    <a:pt x="261669" y="29288"/>
                  </a:lnTo>
                  <a:lnTo>
                    <a:pt x="257245" y="26358"/>
                  </a:lnTo>
                  <a:lnTo>
                    <a:pt x="252731" y="23569"/>
                  </a:lnTo>
                  <a:lnTo>
                    <a:pt x="248130" y="20925"/>
                  </a:lnTo>
                  <a:lnTo>
                    <a:pt x="243448" y="18428"/>
                  </a:lnTo>
                  <a:lnTo>
                    <a:pt x="238689" y="16082"/>
                  </a:lnTo>
                  <a:lnTo>
                    <a:pt x="233857" y="13887"/>
                  </a:lnTo>
                  <a:lnTo>
                    <a:pt x="228959" y="11847"/>
                  </a:lnTo>
                  <a:lnTo>
                    <a:pt x="223998" y="9963"/>
                  </a:lnTo>
                  <a:lnTo>
                    <a:pt x="218980" y="823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51832" cy="167167"/>
            </a:xfrm>
            <a:custGeom>
              <a:avLst/>
              <a:pathLst>
                <a:path w="51832" h="167167">
                  <a:moveTo>
                    <a:pt x="51832" y="8238"/>
                  </a:moveTo>
                  <a:lnTo>
                    <a:pt x="46234" y="6520"/>
                  </a:lnTo>
                  <a:lnTo>
                    <a:pt x="40580" y="5000"/>
                  </a:lnTo>
                  <a:lnTo>
                    <a:pt x="34875" y="3678"/>
                  </a:lnTo>
                  <a:lnTo>
                    <a:pt x="29128" y="2557"/>
                  </a:lnTo>
                  <a:lnTo>
                    <a:pt x="23346" y="1638"/>
                  </a:lnTo>
                  <a:lnTo>
                    <a:pt x="17534" y="922"/>
                  </a:lnTo>
                  <a:lnTo>
                    <a:pt x="11701" y="410"/>
                  </a:lnTo>
                  <a:lnTo>
                    <a:pt x="585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4140" y="4213821"/>
              <a:ext cx="224194" cy="334334"/>
            </a:xfrm>
            <a:custGeom>
              <a:avLst/>
              <a:pathLst>
                <a:path w="224194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0" y="756"/>
                  </a:lnTo>
                  <a:lnTo>
                    <a:pt x="145990" y="1344"/>
                  </a:lnTo>
                  <a:lnTo>
                    <a:pt x="140740" y="2098"/>
                  </a:lnTo>
                  <a:lnTo>
                    <a:pt x="135518" y="3019"/>
                  </a:lnTo>
                  <a:lnTo>
                    <a:pt x="130327" y="4105"/>
                  </a:lnTo>
                  <a:lnTo>
                    <a:pt x="125173" y="5355"/>
                  </a:lnTo>
                  <a:lnTo>
                    <a:pt x="120061" y="6768"/>
                  </a:lnTo>
                  <a:lnTo>
                    <a:pt x="114997" y="8342"/>
                  </a:lnTo>
                  <a:lnTo>
                    <a:pt x="109985" y="10076"/>
                  </a:lnTo>
                  <a:lnTo>
                    <a:pt x="105031" y="11969"/>
                  </a:lnTo>
                  <a:lnTo>
                    <a:pt x="100139" y="14017"/>
                  </a:lnTo>
                  <a:lnTo>
                    <a:pt x="95315" y="16220"/>
                  </a:lnTo>
                  <a:lnTo>
                    <a:pt x="90563" y="18574"/>
                  </a:lnTo>
                  <a:lnTo>
                    <a:pt x="85888" y="21078"/>
                  </a:lnTo>
                  <a:lnTo>
                    <a:pt x="81295" y="23729"/>
                  </a:lnTo>
                  <a:lnTo>
                    <a:pt x="76788" y="26525"/>
                  </a:lnTo>
                  <a:lnTo>
                    <a:pt x="72372" y="29462"/>
                  </a:lnTo>
                  <a:lnTo>
                    <a:pt x="68052" y="32537"/>
                  </a:lnTo>
                  <a:lnTo>
                    <a:pt x="63831" y="35748"/>
                  </a:lnTo>
                  <a:lnTo>
                    <a:pt x="59715" y="39092"/>
                  </a:lnTo>
                  <a:lnTo>
                    <a:pt x="55706" y="42564"/>
                  </a:lnTo>
                  <a:lnTo>
                    <a:pt x="51810" y="46162"/>
                  </a:lnTo>
                  <a:lnTo>
                    <a:pt x="48029" y="49881"/>
                  </a:lnTo>
                  <a:lnTo>
                    <a:pt x="44369" y="53719"/>
                  </a:lnTo>
                  <a:lnTo>
                    <a:pt x="40832" y="57670"/>
                  </a:lnTo>
                  <a:lnTo>
                    <a:pt x="37422" y="61732"/>
                  </a:lnTo>
                  <a:lnTo>
                    <a:pt x="34143" y="65900"/>
                  </a:lnTo>
                  <a:lnTo>
                    <a:pt x="30998" y="70170"/>
                  </a:lnTo>
                  <a:lnTo>
                    <a:pt x="27990" y="74538"/>
                  </a:lnTo>
                  <a:lnTo>
                    <a:pt x="25121" y="78998"/>
                  </a:lnTo>
                  <a:lnTo>
                    <a:pt x="22396" y="83548"/>
                  </a:lnTo>
                  <a:lnTo>
                    <a:pt x="19816" y="88181"/>
                  </a:lnTo>
                  <a:lnTo>
                    <a:pt x="17385" y="92895"/>
                  </a:lnTo>
                  <a:lnTo>
                    <a:pt x="15105" y="97683"/>
                  </a:lnTo>
                  <a:lnTo>
                    <a:pt x="12977" y="102540"/>
                  </a:lnTo>
                  <a:lnTo>
                    <a:pt x="11005" y="107463"/>
                  </a:lnTo>
                  <a:lnTo>
                    <a:pt x="9189" y="112446"/>
                  </a:lnTo>
                  <a:lnTo>
                    <a:pt x="7533" y="117484"/>
                  </a:lnTo>
                  <a:lnTo>
                    <a:pt x="6037" y="122572"/>
                  </a:lnTo>
                  <a:lnTo>
                    <a:pt x="4704" y="127705"/>
                  </a:lnTo>
                  <a:lnTo>
                    <a:pt x="3534" y="132878"/>
                  </a:lnTo>
                  <a:lnTo>
                    <a:pt x="2529" y="138085"/>
                  </a:lnTo>
                  <a:lnTo>
                    <a:pt x="1689" y="143321"/>
                  </a:lnTo>
                  <a:lnTo>
                    <a:pt x="1016" y="148582"/>
                  </a:lnTo>
                  <a:lnTo>
                    <a:pt x="510" y="153861"/>
                  </a:lnTo>
                  <a:lnTo>
                    <a:pt x="172" y="159153"/>
                  </a:lnTo>
                  <a:lnTo>
                    <a:pt x="1" y="164454"/>
                  </a:lnTo>
                  <a:lnTo>
                    <a:pt x="0" y="169757"/>
                  </a:lnTo>
                  <a:lnTo>
                    <a:pt x="166" y="175058"/>
                  </a:lnTo>
                  <a:lnTo>
                    <a:pt x="500" y="180351"/>
                  </a:lnTo>
                  <a:lnTo>
                    <a:pt x="1002" y="185630"/>
                  </a:lnTo>
                  <a:lnTo>
                    <a:pt x="1671" y="190891"/>
                  </a:lnTo>
                  <a:lnTo>
                    <a:pt x="2507" y="196128"/>
                  </a:lnTo>
                  <a:lnTo>
                    <a:pt x="3509" y="201336"/>
                  </a:lnTo>
                  <a:lnTo>
                    <a:pt x="4675" y="206510"/>
                  </a:lnTo>
                  <a:lnTo>
                    <a:pt x="6005" y="211643"/>
                  </a:lnTo>
                  <a:lnTo>
                    <a:pt x="7497" y="216733"/>
                  </a:lnTo>
                  <a:lnTo>
                    <a:pt x="9149" y="221772"/>
                  </a:lnTo>
                  <a:lnTo>
                    <a:pt x="10961" y="226756"/>
                  </a:lnTo>
                  <a:lnTo>
                    <a:pt x="12930" y="231680"/>
                  </a:lnTo>
                  <a:lnTo>
                    <a:pt x="15054" y="236540"/>
                  </a:lnTo>
                  <a:lnTo>
                    <a:pt x="17331" y="241329"/>
                  </a:lnTo>
                  <a:lnTo>
                    <a:pt x="19759" y="246044"/>
                  </a:lnTo>
                  <a:lnTo>
                    <a:pt x="22335" y="250680"/>
                  </a:lnTo>
                  <a:lnTo>
                    <a:pt x="25057" y="255231"/>
                  </a:lnTo>
                  <a:lnTo>
                    <a:pt x="27922" y="259694"/>
                  </a:lnTo>
                  <a:lnTo>
                    <a:pt x="30927" y="264064"/>
                  </a:lnTo>
                  <a:lnTo>
                    <a:pt x="34069" y="268336"/>
                  </a:lnTo>
                  <a:lnTo>
                    <a:pt x="37345" y="272507"/>
                  </a:lnTo>
                  <a:lnTo>
                    <a:pt x="40752" y="276571"/>
                  </a:lnTo>
                  <a:lnTo>
                    <a:pt x="44286" y="280525"/>
                  </a:lnTo>
                  <a:lnTo>
                    <a:pt x="47943" y="284365"/>
                  </a:lnTo>
                  <a:lnTo>
                    <a:pt x="51721" y="288088"/>
                  </a:lnTo>
                  <a:lnTo>
                    <a:pt x="55615" y="291688"/>
                  </a:lnTo>
                  <a:lnTo>
                    <a:pt x="59621" y="295163"/>
                  </a:lnTo>
                  <a:lnTo>
                    <a:pt x="63735" y="298510"/>
                  </a:lnTo>
                  <a:lnTo>
                    <a:pt x="67953" y="301724"/>
                  </a:lnTo>
                  <a:lnTo>
                    <a:pt x="72271" y="304803"/>
                  </a:lnTo>
                  <a:lnTo>
                    <a:pt x="76685" y="307743"/>
                  </a:lnTo>
                  <a:lnTo>
                    <a:pt x="81190" y="310542"/>
                  </a:lnTo>
                  <a:lnTo>
                    <a:pt x="85781" y="313196"/>
                  </a:lnTo>
                  <a:lnTo>
                    <a:pt x="90454" y="315704"/>
                  </a:lnTo>
                  <a:lnTo>
                    <a:pt x="95204" y="318062"/>
                  </a:lnTo>
                  <a:lnTo>
                    <a:pt x="100027" y="320268"/>
                  </a:lnTo>
                  <a:lnTo>
                    <a:pt x="104917" y="322320"/>
                  </a:lnTo>
                  <a:lnTo>
                    <a:pt x="109870" y="324216"/>
                  </a:lnTo>
                  <a:lnTo>
                    <a:pt x="114880" y="325953"/>
                  </a:lnTo>
                  <a:lnTo>
                    <a:pt x="119943" y="327532"/>
                  </a:lnTo>
                  <a:lnTo>
                    <a:pt x="125054" y="328948"/>
                  </a:lnTo>
                  <a:lnTo>
                    <a:pt x="130207" y="330202"/>
                  </a:lnTo>
                  <a:lnTo>
                    <a:pt x="135397" y="331292"/>
                  </a:lnTo>
                  <a:lnTo>
                    <a:pt x="140619" y="332216"/>
                  </a:lnTo>
                  <a:lnTo>
                    <a:pt x="145868" y="332975"/>
                  </a:lnTo>
                  <a:lnTo>
                    <a:pt x="151138" y="333566"/>
                  </a:lnTo>
                  <a:lnTo>
                    <a:pt x="156425" y="333990"/>
                  </a:lnTo>
                  <a:lnTo>
                    <a:pt x="161722" y="334246"/>
                  </a:lnTo>
                  <a:lnTo>
                    <a:pt x="167024" y="334334"/>
                  </a:lnTo>
                  <a:lnTo>
                    <a:pt x="172327" y="334254"/>
                  </a:lnTo>
                  <a:lnTo>
                    <a:pt x="177624" y="334006"/>
                  </a:lnTo>
                  <a:lnTo>
                    <a:pt x="182911" y="333589"/>
                  </a:lnTo>
                  <a:lnTo>
                    <a:pt x="188183" y="333006"/>
                  </a:lnTo>
                  <a:lnTo>
                    <a:pt x="193432" y="332255"/>
                  </a:lnTo>
                  <a:lnTo>
                    <a:pt x="198656" y="331338"/>
                  </a:lnTo>
                  <a:lnTo>
                    <a:pt x="203848" y="330256"/>
                  </a:lnTo>
                  <a:lnTo>
                    <a:pt x="209002" y="329010"/>
                  </a:lnTo>
                  <a:lnTo>
                    <a:pt x="214115" y="327601"/>
                  </a:lnTo>
                  <a:lnTo>
                    <a:pt x="219180" y="326030"/>
                  </a:lnTo>
                  <a:lnTo>
                    <a:pt x="224194" y="32429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57046" cy="157132"/>
            </a:xfrm>
            <a:custGeom>
              <a:avLst/>
              <a:pathLst>
                <a:path w="57046" h="157132">
                  <a:moveTo>
                    <a:pt x="57046" y="1571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167166" cy="324299"/>
            </a:xfrm>
            <a:custGeom>
              <a:avLst/>
              <a:pathLst>
                <a:path w="167166" h="324299">
                  <a:moveTo>
                    <a:pt x="57046" y="324299"/>
                  </a:moveTo>
                  <a:lnTo>
                    <a:pt x="62061" y="322387"/>
                  </a:lnTo>
                  <a:lnTo>
                    <a:pt x="67012" y="320315"/>
                  </a:lnTo>
                  <a:lnTo>
                    <a:pt x="71894" y="318085"/>
                  </a:lnTo>
                  <a:lnTo>
                    <a:pt x="76701" y="315699"/>
                  </a:lnTo>
                  <a:lnTo>
                    <a:pt x="81430" y="313160"/>
                  </a:lnTo>
                  <a:lnTo>
                    <a:pt x="86075" y="310471"/>
                  </a:lnTo>
                  <a:lnTo>
                    <a:pt x="90631" y="307634"/>
                  </a:lnTo>
                  <a:lnTo>
                    <a:pt x="95093" y="304652"/>
                  </a:lnTo>
                  <a:lnTo>
                    <a:pt x="99458" y="301528"/>
                  </a:lnTo>
                  <a:lnTo>
                    <a:pt x="103720" y="298266"/>
                  </a:lnTo>
                  <a:lnTo>
                    <a:pt x="107875" y="294869"/>
                  </a:lnTo>
                  <a:lnTo>
                    <a:pt x="111919" y="291340"/>
                  </a:lnTo>
                  <a:lnTo>
                    <a:pt x="115847" y="287684"/>
                  </a:lnTo>
                  <a:lnTo>
                    <a:pt x="119656" y="283903"/>
                  </a:lnTo>
                  <a:lnTo>
                    <a:pt x="123342" y="280001"/>
                  </a:lnTo>
                  <a:lnTo>
                    <a:pt x="126901" y="275984"/>
                  </a:lnTo>
                  <a:lnTo>
                    <a:pt x="130328" y="271854"/>
                  </a:lnTo>
                  <a:lnTo>
                    <a:pt x="133622" y="267616"/>
                  </a:lnTo>
                  <a:lnTo>
                    <a:pt x="136778" y="263275"/>
                  </a:lnTo>
                  <a:lnTo>
                    <a:pt x="139792" y="258834"/>
                  </a:lnTo>
                  <a:lnTo>
                    <a:pt x="142663" y="254299"/>
                  </a:lnTo>
                  <a:lnTo>
                    <a:pt x="145387" y="249675"/>
                  </a:lnTo>
                  <a:lnTo>
                    <a:pt x="147960" y="244965"/>
                  </a:lnTo>
                  <a:lnTo>
                    <a:pt x="150382" y="240175"/>
                  </a:lnTo>
                  <a:lnTo>
                    <a:pt x="152648" y="235310"/>
                  </a:lnTo>
                  <a:lnTo>
                    <a:pt x="154757" y="230375"/>
                  </a:lnTo>
                  <a:lnTo>
                    <a:pt x="156706" y="225374"/>
                  </a:lnTo>
                  <a:lnTo>
                    <a:pt x="158494" y="220313"/>
                  </a:lnTo>
                  <a:lnTo>
                    <a:pt x="160118" y="215198"/>
                  </a:lnTo>
                  <a:lnTo>
                    <a:pt x="161577" y="210033"/>
                  </a:lnTo>
                  <a:lnTo>
                    <a:pt x="162870" y="204824"/>
                  </a:lnTo>
                  <a:lnTo>
                    <a:pt x="163995" y="199576"/>
                  </a:lnTo>
                  <a:lnTo>
                    <a:pt x="164951" y="194295"/>
                  </a:lnTo>
                  <a:lnTo>
                    <a:pt x="165737" y="188986"/>
                  </a:lnTo>
                  <a:lnTo>
                    <a:pt x="166352" y="183654"/>
                  </a:lnTo>
                  <a:lnTo>
                    <a:pt x="166795" y="178305"/>
                  </a:lnTo>
                  <a:lnTo>
                    <a:pt x="167067" y="172945"/>
                  </a:lnTo>
                  <a:lnTo>
                    <a:pt x="167166" y="167579"/>
                  </a:lnTo>
                  <a:lnTo>
                    <a:pt x="167094" y="162212"/>
                  </a:lnTo>
                  <a:lnTo>
                    <a:pt x="166848" y="156851"/>
                  </a:lnTo>
                  <a:lnTo>
                    <a:pt x="166431" y="151500"/>
                  </a:lnTo>
                  <a:lnTo>
                    <a:pt x="165842" y="146165"/>
                  </a:lnTo>
                  <a:lnTo>
                    <a:pt x="165083" y="140852"/>
                  </a:lnTo>
                  <a:lnTo>
                    <a:pt x="164153" y="135566"/>
                  </a:lnTo>
                  <a:lnTo>
                    <a:pt x="163054" y="130313"/>
                  </a:lnTo>
                  <a:lnTo>
                    <a:pt x="161787" y="125098"/>
                  </a:lnTo>
                  <a:lnTo>
                    <a:pt x="160353" y="119926"/>
                  </a:lnTo>
                  <a:lnTo>
                    <a:pt x="158754" y="114802"/>
                  </a:lnTo>
                  <a:lnTo>
                    <a:pt x="156991" y="109733"/>
                  </a:lnTo>
                  <a:lnTo>
                    <a:pt x="155066" y="104723"/>
                  </a:lnTo>
                  <a:lnTo>
                    <a:pt x="152982" y="99777"/>
                  </a:lnTo>
                  <a:lnTo>
                    <a:pt x="150740" y="94901"/>
                  </a:lnTo>
                  <a:lnTo>
                    <a:pt x="148342" y="90099"/>
                  </a:lnTo>
                  <a:lnTo>
                    <a:pt x="145792" y="85377"/>
                  </a:lnTo>
                  <a:lnTo>
                    <a:pt x="143091" y="80739"/>
                  </a:lnTo>
                  <a:lnTo>
                    <a:pt x="140243" y="76190"/>
                  </a:lnTo>
                  <a:lnTo>
                    <a:pt x="137250" y="71735"/>
                  </a:lnTo>
                  <a:lnTo>
                    <a:pt x="134115" y="67378"/>
                  </a:lnTo>
                  <a:lnTo>
                    <a:pt x="130843" y="63124"/>
                  </a:lnTo>
                  <a:lnTo>
                    <a:pt x="127436" y="58977"/>
                  </a:lnTo>
                  <a:lnTo>
                    <a:pt x="123897" y="54942"/>
                  </a:lnTo>
                  <a:lnTo>
                    <a:pt x="120230" y="51023"/>
                  </a:lnTo>
                  <a:lnTo>
                    <a:pt x="116440" y="47223"/>
                  </a:lnTo>
                  <a:lnTo>
                    <a:pt x="112529" y="43547"/>
                  </a:lnTo>
                  <a:lnTo>
                    <a:pt x="108503" y="39998"/>
                  </a:lnTo>
                  <a:lnTo>
                    <a:pt x="104365" y="36580"/>
                  </a:lnTo>
                  <a:lnTo>
                    <a:pt x="100119" y="33297"/>
                  </a:lnTo>
                  <a:lnTo>
                    <a:pt x="95770" y="30152"/>
                  </a:lnTo>
                  <a:lnTo>
                    <a:pt x="91322" y="27149"/>
                  </a:lnTo>
                  <a:lnTo>
                    <a:pt x="86780" y="24289"/>
                  </a:lnTo>
                  <a:lnTo>
                    <a:pt x="82149" y="21577"/>
                  </a:lnTo>
                  <a:lnTo>
                    <a:pt x="77433" y="19015"/>
                  </a:lnTo>
                  <a:lnTo>
                    <a:pt x="72637" y="16605"/>
                  </a:lnTo>
                  <a:lnTo>
                    <a:pt x="67766" y="14351"/>
                  </a:lnTo>
                  <a:lnTo>
                    <a:pt x="62825" y="12255"/>
                  </a:lnTo>
                  <a:lnTo>
                    <a:pt x="57820" y="10318"/>
                  </a:lnTo>
                  <a:lnTo>
                    <a:pt x="52755" y="8542"/>
                  </a:lnTo>
                  <a:lnTo>
                    <a:pt x="47636" y="6930"/>
                  </a:lnTo>
                  <a:lnTo>
                    <a:pt x="42467" y="5484"/>
                  </a:lnTo>
                  <a:lnTo>
                    <a:pt x="37255" y="4204"/>
                  </a:lnTo>
                  <a:lnTo>
                    <a:pt x="32005" y="3092"/>
                  </a:lnTo>
                  <a:lnTo>
                    <a:pt x="26721" y="2149"/>
                  </a:lnTo>
                  <a:lnTo>
                    <a:pt x="21410" y="1376"/>
                  </a:lnTo>
                  <a:lnTo>
                    <a:pt x="16077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358" y="4659281"/>
              <a:ext cx="167166" cy="240289"/>
            </a:xfrm>
            <a:custGeom>
              <a:avLst/>
              <a:pathLst>
                <a:path w="167166" h="240289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3" y="775"/>
                  </a:lnTo>
                  <a:lnTo>
                    <a:pt x="145748" y="1377"/>
                  </a:lnTo>
                  <a:lnTo>
                    <a:pt x="140435" y="2151"/>
                  </a:lnTo>
                  <a:lnTo>
                    <a:pt x="135149" y="3094"/>
                  </a:lnTo>
                  <a:lnTo>
                    <a:pt x="129897" y="4207"/>
                  </a:lnTo>
                  <a:lnTo>
                    <a:pt x="124683" y="5488"/>
                  </a:lnTo>
                  <a:lnTo>
                    <a:pt x="119513" y="6936"/>
                  </a:lnTo>
                  <a:lnTo>
                    <a:pt x="114391" y="8549"/>
                  </a:lnTo>
                  <a:lnTo>
                    <a:pt x="109325" y="10325"/>
                  </a:lnTo>
                  <a:lnTo>
                    <a:pt x="104318" y="12264"/>
                  </a:lnTo>
                  <a:lnTo>
                    <a:pt x="99376" y="14362"/>
                  </a:lnTo>
                  <a:lnTo>
                    <a:pt x="94503" y="16618"/>
                  </a:lnTo>
                  <a:lnTo>
                    <a:pt x="89706" y="19029"/>
                  </a:lnTo>
                  <a:lnTo>
                    <a:pt x="84989" y="21593"/>
                  </a:lnTo>
                  <a:lnTo>
                    <a:pt x="80356" y="24307"/>
                  </a:lnTo>
                  <a:lnTo>
                    <a:pt x="75813" y="27168"/>
                  </a:lnTo>
                  <a:lnTo>
                    <a:pt x="71365" y="30174"/>
                  </a:lnTo>
                  <a:lnTo>
                    <a:pt x="67015" y="33321"/>
                  </a:lnTo>
                  <a:lnTo>
                    <a:pt x="62768" y="36607"/>
                  </a:lnTo>
                  <a:lnTo>
                    <a:pt x="58629" y="40027"/>
                  </a:lnTo>
                  <a:lnTo>
                    <a:pt x="54602" y="43578"/>
                  </a:lnTo>
                  <a:lnTo>
                    <a:pt x="50691" y="47256"/>
                  </a:lnTo>
                  <a:lnTo>
                    <a:pt x="46900" y="51059"/>
                  </a:lnTo>
                  <a:lnTo>
                    <a:pt x="43234" y="54981"/>
                  </a:lnTo>
                  <a:lnTo>
                    <a:pt x="39695" y="59019"/>
                  </a:lnTo>
                  <a:lnTo>
                    <a:pt x="36288" y="63168"/>
                  </a:lnTo>
                  <a:lnTo>
                    <a:pt x="33015" y="67425"/>
                  </a:lnTo>
                  <a:lnTo>
                    <a:pt x="29881" y="71784"/>
                  </a:lnTo>
                  <a:lnTo>
                    <a:pt x="26889" y="76242"/>
                  </a:lnTo>
                  <a:lnTo>
                    <a:pt x="24042" y="80794"/>
                  </a:lnTo>
                  <a:lnTo>
                    <a:pt x="21342" y="85435"/>
                  </a:lnTo>
                  <a:lnTo>
                    <a:pt x="18792" y="90160"/>
                  </a:lnTo>
                  <a:lnTo>
                    <a:pt x="16396" y="94965"/>
                  </a:lnTo>
                  <a:lnTo>
                    <a:pt x="14155" y="99844"/>
                  </a:lnTo>
                  <a:lnTo>
                    <a:pt x="12072" y="104792"/>
                  </a:lnTo>
                  <a:lnTo>
                    <a:pt x="10148" y="109805"/>
                  </a:lnTo>
                  <a:lnTo>
                    <a:pt x="8387" y="114877"/>
                  </a:lnTo>
                  <a:lnTo>
                    <a:pt x="6790" y="120003"/>
                  </a:lnTo>
                  <a:lnTo>
                    <a:pt x="5358" y="125178"/>
                  </a:lnTo>
                  <a:lnTo>
                    <a:pt x="4093" y="130396"/>
                  </a:lnTo>
                  <a:lnTo>
                    <a:pt x="2996" y="135651"/>
                  </a:lnTo>
                  <a:lnTo>
                    <a:pt x="2069" y="140940"/>
                  </a:lnTo>
                  <a:lnTo>
                    <a:pt x="1312" y="146255"/>
                  </a:lnTo>
                  <a:lnTo>
                    <a:pt x="726" y="151592"/>
                  </a:lnTo>
                  <a:lnTo>
                    <a:pt x="312" y="156945"/>
                  </a:lnTo>
                  <a:lnTo>
                    <a:pt x="69" y="162309"/>
                  </a:lnTo>
                  <a:lnTo>
                    <a:pt x="0" y="167678"/>
                  </a:lnTo>
                  <a:lnTo>
                    <a:pt x="102" y="173046"/>
                  </a:lnTo>
                  <a:lnTo>
                    <a:pt x="377" y="178408"/>
                  </a:lnTo>
                  <a:lnTo>
                    <a:pt x="824" y="183758"/>
                  </a:lnTo>
                  <a:lnTo>
                    <a:pt x="1443" y="189092"/>
                  </a:lnTo>
                  <a:lnTo>
                    <a:pt x="2232" y="194402"/>
                  </a:lnTo>
                  <a:lnTo>
                    <a:pt x="3192" y="199685"/>
                  </a:lnTo>
                  <a:lnTo>
                    <a:pt x="4321" y="204934"/>
                  </a:lnTo>
                  <a:lnTo>
                    <a:pt x="5618" y="210144"/>
                  </a:lnTo>
                  <a:lnTo>
                    <a:pt x="7081" y="215310"/>
                  </a:lnTo>
                  <a:lnTo>
                    <a:pt x="8710" y="220426"/>
                  </a:lnTo>
                  <a:lnTo>
                    <a:pt x="10502" y="225487"/>
                  </a:lnTo>
                  <a:lnTo>
                    <a:pt x="12456" y="230488"/>
                  </a:lnTo>
                  <a:lnTo>
                    <a:pt x="14569" y="235424"/>
                  </a:lnTo>
                  <a:lnTo>
                    <a:pt x="16840" y="24028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36198" y="4826449"/>
              <a:ext cx="150326" cy="73122"/>
            </a:xfrm>
            <a:custGeom>
              <a:avLst/>
              <a:pathLst>
                <a:path w="150326" h="73122">
                  <a:moveTo>
                    <a:pt x="0" y="73122"/>
                  </a:moveTo>
                  <a:lnTo>
                    <a:pt x="1503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36198" y="4826449"/>
              <a:ext cx="150326" cy="89179"/>
            </a:xfrm>
            <a:custGeom>
              <a:avLst/>
              <a:pathLst>
                <a:path w="150326" h="89179">
                  <a:moveTo>
                    <a:pt x="0" y="73122"/>
                  </a:moveTo>
                  <a:lnTo>
                    <a:pt x="4245" y="81273"/>
                  </a:lnTo>
                  <a:lnTo>
                    <a:pt x="8933" y="89179"/>
                  </a:lnTo>
                  <a:lnTo>
                    <a:pt x="15032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45131" y="4659281"/>
              <a:ext cx="308546" cy="334332"/>
            </a:xfrm>
            <a:custGeom>
              <a:avLst/>
              <a:pathLst>
                <a:path w="308546" h="334332">
                  <a:moveTo>
                    <a:pt x="0" y="256346"/>
                  </a:moveTo>
                  <a:lnTo>
                    <a:pt x="2895" y="260780"/>
                  </a:lnTo>
                  <a:lnTo>
                    <a:pt x="5929" y="265119"/>
                  </a:lnTo>
                  <a:lnTo>
                    <a:pt x="9100" y="269360"/>
                  </a:lnTo>
                  <a:lnTo>
                    <a:pt x="12403" y="273499"/>
                  </a:lnTo>
                  <a:lnTo>
                    <a:pt x="15835" y="277531"/>
                  </a:lnTo>
                  <a:lnTo>
                    <a:pt x="19393" y="281452"/>
                  </a:lnTo>
                  <a:lnTo>
                    <a:pt x="23074" y="285259"/>
                  </a:lnTo>
                  <a:lnTo>
                    <a:pt x="26874" y="288947"/>
                  </a:lnTo>
                  <a:lnTo>
                    <a:pt x="30788" y="292513"/>
                  </a:lnTo>
                  <a:lnTo>
                    <a:pt x="34814" y="295953"/>
                  </a:lnTo>
                  <a:lnTo>
                    <a:pt x="38946" y="299264"/>
                  </a:lnTo>
                  <a:lnTo>
                    <a:pt x="43181" y="302442"/>
                  </a:lnTo>
                  <a:lnTo>
                    <a:pt x="47515" y="305485"/>
                  </a:lnTo>
                  <a:lnTo>
                    <a:pt x="51943" y="308389"/>
                  </a:lnTo>
                  <a:lnTo>
                    <a:pt x="56460" y="311151"/>
                  </a:lnTo>
                  <a:lnTo>
                    <a:pt x="61063" y="313769"/>
                  </a:lnTo>
                  <a:lnTo>
                    <a:pt x="65746" y="316239"/>
                  </a:lnTo>
                  <a:lnTo>
                    <a:pt x="70506" y="318560"/>
                  </a:lnTo>
                  <a:lnTo>
                    <a:pt x="75336" y="320730"/>
                  </a:lnTo>
                  <a:lnTo>
                    <a:pt x="80233" y="322745"/>
                  </a:lnTo>
                  <a:lnTo>
                    <a:pt x="85191" y="324604"/>
                  </a:lnTo>
                  <a:lnTo>
                    <a:pt x="90206" y="326305"/>
                  </a:lnTo>
                  <a:lnTo>
                    <a:pt x="95271" y="327846"/>
                  </a:lnTo>
                  <a:lnTo>
                    <a:pt x="100384" y="329226"/>
                  </a:lnTo>
                  <a:lnTo>
                    <a:pt x="105537" y="330444"/>
                  </a:lnTo>
                  <a:lnTo>
                    <a:pt x="110726" y="331497"/>
                  </a:lnTo>
                  <a:lnTo>
                    <a:pt x="115946" y="332386"/>
                  </a:lnTo>
                  <a:lnTo>
                    <a:pt x="121192" y="333109"/>
                  </a:lnTo>
                  <a:lnTo>
                    <a:pt x="126457" y="333666"/>
                  </a:lnTo>
                  <a:lnTo>
                    <a:pt x="131738" y="334055"/>
                  </a:lnTo>
                  <a:lnTo>
                    <a:pt x="137029" y="334277"/>
                  </a:lnTo>
                  <a:lnTo>
                    <a:pt x="142324" y="334332"/>
                  </a:lnTo>
                  <a:lnTo>
                    <a:pt x="147617" y="334218"/>
                  </a:lnTo>
                  <a:lnTo>
                    <a:pt x="152905" y="333937"/>
                  </a:lnTo>
                  <a:lnTo>
                    <a:pt x="158181" y="333489"/>
                  </a:lnTo>
                  <a:lnTo>
                    <a:pt x="163441" y="332874"/>
                  </a:lnTo>
                  <a:lnTo>
                    <a:pt x="168678" y="332093"/>
                  </a:lnTo>
                  <a:lnTo>
                    <a:pt x="173888" y="331146"/>
                  </a:lnTo>
                  <a:lnTo>
                    <a:pt x="179065" y="330034"/>
                  </a:lnTo>
                  <a:lnTo>
                    <a:pt x="184204" y="328759"/>
                  </a:lnTo>
                  <a:lnTo>
                    <a:pt x="189301" y="327322"/>
                  </a:lnTo>
                  <a:lnTo>
                    <a:pt x="194349" y="325725"/>
                  </a:lnTo>
                  <a:lnTo>
                    <a:pt x="199344" y="323968"/>
                  </a:lnTo>
                  <a:lnTo>
                    <a:pt x="204281" y="322054"/>
                  </a:lnTo>
                  <a:lnTo>
                    <a:pt x="209155" y="319984"/>
                  </a:lnTo>
                  <a:lnTo>
                    <a:pt x="213961" y="317762"/>
                  </a:lnTo>
                  <a:lnTo>
                    <a:pt x="218694" y="315388"/>
                  </a:lnTo>
                  <a:lnTo>
                    <a:pt x="223350" y="312865"/>
                  </a:lnTo>
                  <a:lnTo>
                    <a:pt x="227923" y="310196"/>
                  </a:lnTo>
                  <a:lnTo>
                    <a:pt x="232410" y="307384"/>
                  </a:lnTo>
                  <a:lnTo>
                    <a:pt x="236805" y="304431"/>
                  </a:lnTo>
                  <a:lnTo>
                    <a:pt x="241105" y="301340"/>
                  </a:lnTo>
                  <a:lnTo>
                    <a:pt x="245304" y="298115"/>
                  </a:lnTo>
                  <a:lnTo>
                    <a:pt x="249399" y="294758"/>
                  </a:lnTo>
                  <a:lnTo>
                    <a:pt x="253386" y="291273"/>
                  </a:lnTo>
                  <a:lnTo>
                    <a:pt x="257261" y="287664"/>
                  </a:lnTo>
                  <a:lnTo>
                    <a:pt x="261019" y="283934"/>
                  </a:lnTo>
                  <a:lnTo>
                    <a:pt x="264657" y="280086"/>
                  </a:lnTo>
                  <a:lnTo>
                    <a:pt x="268172" y="276126"/>
                  </a:lnTo>
                  <a:lnTo>
                    <a:pt x="271559" y="272056"/>
                  </a:lnTo>
                  <a:lnTo>
                    <a:pt x="274816" y="267881"/>
                  </a:lnTo>
                  <a:lnTo>
                    <a:pt x="277939" y="263604"/>
                  </a:lnTo>
                  <a:lnTo>
                    <a:pt x="280924" y="259231"/>
                  </a:lnTo>
                  <a:lnTo>
                    <a:pt x="283770" y="254766"/>
                  </a:lnTo>
                  <a:lnTo>
                    <a:pt x="286473" y="250213"/>
                  </a:lnTo>
                  <a:lnTo>
                    <a:pt x="289031" y="245576"/>
                  </a:lnTo>
                  <a:lnTo>
                    <a:pt x="291440" y="240861"/>
                  </a:lnTo>
                  <a:lnTo>
                    <a:pt x="293699" y="236072"/>
                  </a:lnTo>
                  <a:lnTo>
                    <a:pt x="295805" y="231213"/>
                  </a:lnTo>
                  <a:lnTo>
                    <a:pt x="297756" y="226291"/>
                  </a:lnTo>
                  <a:lnTo>
                    <a:pt x="299550" y="221309"/>
                  </a:lnTo>
                  <a:lnTo>
                    <a:pt x="301185" y="216272"/>
                  </a:lnTo>
                  <a:lnTo>
                    <a:pt x="302660" y="211187"/>
                  </a:lnTo>
                  <a:lnTo>
                    <a:pt x="303973" y="206057"/>
                  </a:lnTo>
                  <a:lnTo>
                    <a:pt x="305124" y="200888"/>
                  </a:lnTo>
                  <a:lnTo>
                    <a:pt x="306109" y="195686"/>
                  </a:lnTo>
                  <a:lnTo>
                    <a:pt x="306930" y="190455"/>
                  </a:lnTo>
                  <a:lnTo>
                    <a:pt x="307585" y="185200"/>
                  </a:lnTo>
                  <a:lnTo>
                    <a:pt x="308072" y="179927"/>
                  </a:lnTo>
                  <a:lnTo>
                    <a:pt x="308393" y="174642"/>
                  </a:lnTo>
                  <a:lnTo>
                    <a:pt x="308546" y="169349"/>
                  </a:lnTo>
                  <a:lnTo>
                    <a:pt x="308531" y="164054"/>
                  </a:lnTo>
                  <a:lnTo>
                    <a:pt x="308349" y="158762"/>
                  </a:lnTo>
                  <a:lnTo>
                    <a:pt x="307999" y="153478"/>
                  </a:lnTo>
                  <a:lnTo>
                    <a:pt x="307482" y="148209"/>
                  </a:lnTo>
                  <a:lnTo>
                    <a:pt x="306798" y="142958"/>
                  </a:lnTo>
                  <a:lnTo>
                    <a:pt x="305948" y="137731"/>
                  </a:lnTo>
                  <a:lnTo>
                    <a:pt x="304933" y="132534"/>
                  </a:lnTo>
                  <a:lnTo>
                    <a:pt x="303754" y="127372"/>
                  </a:lnTo>
                  <a:lnTo>
                    <a:pt x="302413" y="122250"/>
                  </a:lnTo>
                  <a:lnTo>
                    <a:pt x="300909" y="117172"/>
                  </a:lnTo>
                  <a:lnTo>
                    <a:pt x="299246" y="112145"/>
                  </a:lnTo>
                  <a:lnTo>
                    <a:pt x="297424" y="107174"/>
                  </a:lnTo>
                  <a:lnTo>
                    <a:pt x="295446" y="102262"/>
                  </a:lnTo>
                  <a:lnTo>
                    <a:pt x="293313" y="97415"/>
                  </a:lnTo>
                  <a:lnTo>
                    <a:pt x="291027" y="92639"/>
                  </a:lnTo>
                  <a:lnTo>
                    <a:pt x="288592" y="87937"/>
                  </a:lnTo>
                  <a:lnTo>
                    <a:pt x="286008" y="83315"/>
                  </a:lnTo>
                  <a:lnTo>
                    <a:pt x="283280" y="78776"/>
                  </a:lnTo>
                  <a:lnTo>
                    <a:pt x="280410" y="74327"/>
                  </a:lnTo>
                  <a:lnTo>
                    <a:pt x="277399" y="69971"/>
                  </a:lnTo>
                  <a:lnTo>
                    <a:pt x="274253" y="65712"/>
                  </a:lnTo>
                  <a:lnTo>
                    <a:pt x="270973" y="61555"/>
                  </a:lnTo>
                  <a:lnTo>
                    <a:pt x="267563" y="57504"/>
                  </a:lnTo>
                  <a:lnTo>
                    <a:pt x="264026" y="53563"/>
                  </a:lnTo>
                  <a:lnTo>
                    <a:pt x="260367" y="49736"/>
                  </a:lnTo>
                  <a:lnTo>
                    <a:pt x="256588" y="46027"/>
                  </a:lnTo>
                  <a:lnTo>
                    <a:pt x="252693" y="42439"/>
                  </a:lnTo>
                  <a:lnTo>
                    <a:pt x="248687" y="38976"/>
                  </a:lnTo>
                  <a:lnTo>
                    <a:pt x="244573" y="35642"/>
                  </a:lnTo>
                  <a:lnTo>
                    <a:pt x="240356" y="32441"/>
                  </a:lnTo>
                  <a:lnTo>
                    <a:pt x="236039" y="29374"/>
                  </a:lnTo>
                  <a:lnTo>
                    <a:pt x="231628" y="26445"/>
                  </a:lnTo>
                  <a:lnTo>
                    <a:pt x="227126" y="23658"/>
                  </a:lnTo>
                  <a:lnTo>
                    <a:pt x="222537" y="21015"/>
                  </a:lnTo>
                  <a:lnTo>
                    <a:pt x="217868" y="18518"/>
                  </a:lnTo>
                  <a:lnTo>
                    <a:pt x="213121" y="16170"/>
                  </a:lnTo>
                  <a:lnTo>
                    <a:pt x="208303" y="13974"/>
                  </a:lnTo>
                  <a:lnTo>
                    <a:pt x="203418" y="11932"/>
                  </a:lnTo>
                  <a:lnTo>
                    <a:pt x="198470" y="10046"/>
                  </a:lnTo>
                  <a:lnTo>
                    <a:pt x="193465" y="8317"/>
                  </a:lnTo>
                  <a:lnTo>
                    <a:pt x="188408" y="6747"/>
                  </a:lnTo>
                  <a:lnTo>
                    <a:pt x="183304" y="5339"/>
                  </a:lnTo>
                  <a:lnTo>
                    <a:pt x="178157" y="4092"/>
                  </a:lnTo>
                  <a:lnTo>
                    <a:pt x="172974" y="3010"/>
                  </a:lnTo>
                  <a:lnTo>
                    <a:pt x="167759" y="2092"/>
                  </a:lnTo>
                  <a:lnTo>
                    <a:pt x="162517" y="1340"/>
                  </a:lnTo>
                  <a:lnTo>
                    <a:pt x="157255" y="754"/>
                  </a:lnTo>
                  <a:lnTo>
                    <a:pt x="151976" y="335"/>
                  </a:lnTo>
                  <a:lnTo>
                    <a:pt x="146687" y="83"/>
                  </a:lnTo>
                  <a:lnTo>
                    <a:pt x="141393" y="0"/>
                  </a:lnTo>
                  <a:lnTo>
                    <a:pt x="1413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321569" y="5018217"/>
              <a:ext cx="334314" cy="334329"/>
            </a:xfrm>
            <a:custGeom>
              <a:avLst/>
              <a:pathLst>
                <a:path w="334314" h="334329">
                  <a:moveTo>
                    <a:pt x="165925" y="0"/>
                  </a:moveTo>
                  <a:lnTo>
                    <a:pt x="160640" y="122"/>
                  </a:lnTo>
                  <a:lnTo>
                    <a:pt x="155362" y="411"/>
                  </a:lnTo>
                  <a:lnTo>
                    <a:pt x="150096" y="867"/>
                  </a:lnTo>
                  <a:lnTo>
                    <a:pt x="144847" y="1490"/>
                  </a:lnTo>
                  <a:lnTo>
                    <a:pt x="139620" y="2278"/>
                  </a:lnTo>
                  <a:lnTo>
                    <a:pt x="134421" y="3230"/>
                  </a:lnTo>
                  <a:lnTo>
                    <a:pt x="129254" y="4347"/>
                  </a:lnTo>
                  <a:lnTo>
                    <a:pt x="124125" y="5627"/>
                  </a:lnTo>
                  <a:lnTo>
                    <a:pt x="119039" y="7068"/>
                  </a:lnTo>
                  <a:lnTo>
                    <a:pt x="114002" y="8669"/>
                  </a:lnTo>
                  <a:lnTo>
                    <a:pt x="109017" y="10429"/>
                  </a:lnTo>
                  <a:lnTo>
                    <a:pt x="104091" y="12345"/>
                  </a:lnTo>
                  <a:lnTo>
                    <a:pt x="99228" y="14416"/>
                  </a:lnTo>
                  <a:lnTo>
                    <a:pt x="94432" y="16640"/>
                  </a:lnTo>
                  <a:lnTo>
                    <a:pt x="89710" y="19014"/>
                  </a:lnTo>
                  <a:lnTo>
                    <a:pt x="85064" y="21537"/>
                  </a:lnTo>
                  <a:lnTo>
                    <a:pt x="80501" y="24205"/>
                  </a:lnTo>
                  <a:lnTo>
                    <a:pt x="76025" y="27016"/>
                  </a:lnTo>
                  <a:lnTo>
                    <a:pt x="71639" y="29967"/>
                  </a:lnTo>
                  <a:lnTo>
                    <a:pt x="67349" y="33056"/>
                  </a:lnTo>
                  <a:lnTo>
                    <a:pt x="63159" y="36278"/>
                  </a:lnTo>
                  <a:lnTo>
                    <a:pt x="59073" y="39631"/>
                  </a:lnTo>
                  <a:lnTo>
                    <a:pt x="55095" y="43112"/>
                  </a:lnTo>
                  <a:lnTo>
                    <a:pt x="51229" y="46717"/>
                  </a:lnTo>
                  <a:lnTo>
                    <a:pt x="47479" y="50443"/>
                  </a:lnTo>
                  <a:lnTo>
                    <a:pt x="43848" y="54285"/>
                  </a:lnTo>
                  <a:lnTo>
                    <a:pt x="40341" y="58239"/>
                  </a:lnTo>
                  <a:lnTo>
                    <a:pt x="36960" y="62303"/>
                  </a:lnTo>
                  <a:lnTo>
                    <a:pt x="33710" y="66472"/>
                  </a:lnTo>
                  <a:lnTo>
                    <a:pt x="30593" y="70741"/>
                  </a:lnTo>
                  <a:lnTo>
                    <a:pt x="27613" y="75107"/>
                  </a:lnTo>
                  <a:lnTo>
                    <a:pt x="24772" y="79565"/>
                  </a:lnTo>
                  <a:lnTo>
                    <a:pt x="22074" y="84110"/>
                  </a:lnTo>
                  <a:lnTo>
                    <a:pt x="19521" y="88738"/>
                  </a:lnTo>
                  <a:lnTo>
                    <a:pt x="17115" y="93445"/>
                  </a:lnTo>
                  <a:lnTo>
                    <a:pt x="14859" y="98226"/>
                  </a:lnTo>
                  <a:lnTo>
                    <a:pt x="12756" y="103075"/>
                  </a:lnTo>
                  <a:lnTo>
                    <a:pt x="10807" y="107989"/>
                  </a:lnTo>
                  <a:lnTo>
                    <a:pt x="9014" y="112961"/>
                  </a:lnTo>
                  <a:lnTo>
                    <a:pt x="7379" y="117988"/>
                  </a:lnTo>
                  <a:lnTo>
                    <a:pt x="5904" y="123064"/>
                  </a:lnTo>
                  <a:lnTo>
                    <a:pt x="4591" y="128184"/>
                  </a:lnTo>
                  <a:lnTo>
                    <a:pt x="3440" y="133344"/>
                  </a:lnTo>
                  <a:lnTo>
                    <a:pt x="2452" y="138537"/>
                  </a:lnTo>
                  <a:lnTo>
                    <a:pt x="1630" y="143758"/>
                  </a:lnTo>
                  <a:lnTo>
                    <a:pt x="972" y="149003"/>
                  </a:lnTo>
                  <a:lnTo>
                    <a:pt x="481" y="154266"/>
                  </a:lnTo>
                  <a:lnTo>
                    <a:pt x="157" y="159542"/>
                  </a:lnTo>
                  <a:lnTo>
                    <a:pt x="0" y="164826"/>
                  </a:lnTo>
                  <a:lnTo>
                    <a:pt x="9" y="170112"/>
                  </a:lnTo>
                  <a:lnTo>
                    <a:pt x="186" y="175395"/>
                  </a:lnTo>
                  <a:lnTo>
                    <a:pt x="530" y="180670"/>
                  </a:lnTo>
                  <a:lnTo>
                    <a:pt x="1040" y="185931"/>
                  </a:lnTo>
                  <a:lnTo>
                    <a:pt x="1717" y="191173"/>
                  </a:lnTo>
                  <a:lnTo>
                    <a:pt x="2558" y="196392"/>
                  </a:lnTo>
                  <a:lnTo>
                    <a:pt x="3565" y="201581"/>
                  </a:lnTo>
                  <a:lnTo>
                    <a:pt x="4735" y="206736"/>
                  </a:lnTo>
                  <a:lnTo>
                    <a:pt x="6067" y="211851"/>
                  </a:lnTo>
                  <a:lnTo>
                    <a:pt x="7561" y="216922"/>
                  </a:lnTo>
                  <a:lnTo>
                    <a:pt x="9214" y="221943"/>
                  </a:lnTo>
                  <a:lnTo>
                    <a:pt x="11025" y="226909"/>
                  </a:lnTo>
                  <a:lnTo>
                    <a:pt x="12992" y="231815"/>
                  </a:lnTo>
                  <a:lnTo>
                    <a:pt x="15113" y="236657"/>
                  </a:lnTo>
                  <a:lnTo>
                    <a:pt x="17386" y="241429"/>
                  </a:lnTo>
                  <a:lnTo>
                    <a:pt x="19809" y="246127"/>
                  </a:lnTo>
                  <a:lnTo>
                    <a:pt x="22379" y="250746"/>
                  </a:lnTo>
                  <a:lnTo>
                    <a:pt x="25094" y="255282"/>
                  </a:lnTo>
                  <a:lnTo>
                    <a:pt x="27951" y="259729"/>
                  </a:lnTo>
                  <a:lnTo>
                    <a:pt x="30948" y="264084"/>
                  </a:lnTo>
                  <a:lnTo>
                    <a:pt x="34080" y="268342"/>
                  </a:lnTo>
                  <a:lnTo>
                    <a:pt x="37346" y="272498"/>
                  </a:lnTo>
                  <a:lnTo>
                    <a:pt x="40741" y="276550"/>
                  </a:lnTo>
                  <a:lnTo>
                    <a:pt x="44263" y="280492"/>
                  </a:lnTo>
                  <a:lnTo>
                    <a:pt x="47907" y="284320"/>
                  </a:lnTo>
                  <a:lnTo>
                    <a:pt x="51671" y="288032"/>
                  </a:lnTo>
                  <a:lnTo>
                    <a:pt x="55550" y="291623"/>
                  </a:lnTo>
                  <a:lnTo>
                    <a:pt x="59541" y="295089"/>
                  </a:lnTo>
                  <a:lnTo>
                    <a:pt x="63639" y="298427"/>
                  </a:lnTo>
                  <a:lnTo>
                    <a:pt x="67841" y="301634"/>
                  </a:lnTo>
                  <a:lnTo>
                    <a:pt x="72143" y="304707"/>
                  </a:lnTo>
                  <a:lnTo>
                    <a:pt x="76539" y="307642"/>
                  </a:lnTo>
                  <a:lnTo>
                    <a:pt x="81026" y="310436"/>
                  </a:lnTo>
                  <a:lnTo>
                    <a:pt x="85599" y="313088"/>
                  </a:lnTo>
                  <a:lnTo>
                    <a:pt x="90253" y="315593"/>
                  </a:lnTo>
                  <a:lnTo>
                    <a:pt x="94984" y="317950"/>
                  </a:lnTo>
                  <a:lnTo>
                    <a:pt x="99788" y="320157"/>
                  </a:lnTo>
                  <a:lnTo>
                    <a:pt x="104659" y="322210"/>
                  </a:lnTo>
                  <a:lnTo>
                    <a:pt x="109592" y="324108"/>
                  </a:lnTo>
                  <a:lnTo>
                    <a:pt x="114583" y="325850"/>
                  </a:lnTo>
                  <a:lnTo>
                    <a:pt x="119627" y="327432"/>
                  </a:lnTo>
                  <a:lnTo>
                    <a:pt x="124718" y="328855"/>
                  </a:lnTo>
                  <a:lnTo>
                    <a:pt x="129851" y="330116"/>
                  </a:lnTo>
                  <a:lnTo>
                    <a:pt x="135022" y="331213"/>
                  </a:lnTo>
                  <a:lnTo>
                    <a:pt x="140225" y="332147"/>
                  </a:lnTo>
                  <a:lnTo>
                    <a:pt x="145454" y="332916"/>
                  </a:lnTo>
                  <a:lnTo>
                    <a:pt x="150706" y="333519"/>
                  </a:lnTo>
                  <a:lnTo>
                    <a:pt x="155974" y="333956"/>
                  </a:lnTo>
                  <a:lnTo>
                    <a:pt x="161253" y="334226"/>
                  </a:lnTo>
                  <a:lnTo>
                    <a:pt x="166538" y="334329"/>
                  </a:lnTo>
                  <a:lnTo>
                    <a:pt x="171823" y="334265"/>
                  </a:lnTo>
                  <a:lnTo>
                    <a:pt x="177104" y="334033"/>
                  </a:lnTo>
                  <a:lnTo>
                    <a:pt x="182375" y="333635"/>
                  </a:lnTo>
                  <a:lnTo>
                    <a:pt x="187631" y="333071"/>
                  </a:lnTo>
                  <a:lnTo>
                    <a:pt x="192866" y="332340"/>
                  </a:lnTo>
                  <a:lnTo>
                    <a:pt x="198076" y="331444"/>
                  </a:lnTo>
                  <a:lnTo>
                    <a:pt x="203254" y="330385"/>
                  </a:lnTo>
                  <a:lnTo>
                    <a:pt x="208397" y="329161"/>
                  </a:lnTo>
                  <a:lnTo>
                    <a:pt x="213498" y="327776"/>
                  </a:lnTo>
                  <a:lnTo>
                    <a:pt x="218553" y="326231"/>
                  </a:lnTo>
                  <a:lnTo>
                    <a:pt x="223557" y="324526"/>
                  </a:lnTo>
                  <a:lnTo>
                    <a:pt x="228504" y="322664"/>
                  </a:lnTo>
                  <a:lnTo>
                    <a:pt x="233390" y="320646"/>
                  </a:lnTo>
                  <a:lnTo>
                    <a:pt x="238209" y="318475"/>
                  </a:lnTo>
                  <a:lnTo>
                    <a:pt x="242958" y="316153"/>
                  </a:lnTo>
                  <a:lnTo>
                    <a:pt x="247631" y="313682"/>
                  </a:lnTo>
                  <a:lnTo>
                    <a:pt x="252223" y="311064"/>
                  </a:lnTo>
                  <a:lnTo>
                    <a:pt x="256730" y="308302"/>
                  </a:lnTo>
                  <a:lnTo>
                    <a:pt x="261148" y="305400"/>
                  </a:lnTo>
                  <a:lnTo>
                    <a:pt x="265471" y="302359"/>
                  </a:lnTo>
                  <a:lnTo>
                    <a:pt x="269697" y="299182"/>
                  </a:lnTo>
                  <a:lnTo>
                    <a:pt x="273819" y="295874"/>
                  </a:lnTo>
                  <a:lnTo>
                    <a:pt x="277836" y="292437"/>
                  </a:lnTo>
                  <a:lnTo>
                    <a:pt x="281741" y="288875"/>
                  </a:lnTo>
                  <a:lnTo>
                    <a:pt x="285532" y="285191"/>
                  </a:lnTo>
                  <a:lnTo>
                    <a:pt x="289204" y="281390"/>
                  </a:lnTo>
                  <a:lnTo>
                    <a:pt x="292755" y="277473"/>
                  </a:lnTo>
                  <a:lnTo>
                    <a:pt x="296180" y="273447"/>
                  </a:lnTo>
                  <a:lnTo>
                    <a:pt x="299476" y="269314"/>
                  </a:lnTo>
                  <a:lnTo>
                    <a:pt x="302639" y="265080"/>
                  </a:lnTo>
                  <a:lnTo>
                    <a:pt x="305667" y="260747"/>
                  </a:lnTo>
                  <a:lnTo>
                    <a:pt x="308557" y="256321"/>
                  </a:lnTo>
                  <a:lnTo>
                    <a:pt x="311305" y="251805"/>
                  </a:lnTo>
                  <a:lnTo>
                    <a:pt x="313909" y="247205"/>
                  </a:lnTo>
                  <a:lnTo>
                    <a:pt x="316367" y="242525"/>
                  </a:lnTo>
                  <a:lnTo>
                    <a:pt x="318675" y="237770"/>
                  </a:lnTo>
                  <a:lnTo>
                    <a:pt x="320831" y="232944"/>
                  </a:lnTo>
                  <a:lnTo>
                    <a:pt x="322834" y="228052"/>
                  </a:lnTo>
                  <a:lnTo>
                    <a:pt x="324682" y="223099"/>
                  </a:lnTo>
                  <a:lnTo>
                    <a:pt x="326371" y="218091"/>
                  </a:lnTo>
                  <a:lnTo>
                    <a:pt x="327902" y="213031"/>
                  </a:lnTo>
                  <a:lnTo>
                    <a:pt x="329272" y="207926"/>
                  </a:lnTo>
                  <a:lnTo>
                    <a:pt x="330480" y="202780"/>
                  </a:lnTo>
                  <a:lnTo>
                    <a:pt x="331524" y="197598"/>
                  </a:lnTo>
                  <a:lnTo>
                    <a:pt x="332404" y="192386"/>
                  </a:lnTo>
                  <a:lnTo>
                    <a:pt x="333119" y="187148"/>
                  </a:lnTo>
                  <a:lnTo>
                    <a:pt x="333668" y="181891"/>
                  </a:lnTo>
                  <a:lnTo>
                    <a:pt x="334050" y="176619"/>
                  </a:lnTo>
                  <a:lnTo>
                    <a:pt x="334266" y="171337"/>
                  </a:lnTo>
                  <a:lnTo>
                    <a:pt x="334314" y="166051"/>
                  </a:lnTo>
                  <a:lnTo>
                    <a:pt x="334196" y="160767"/>
                  </a:lnTo>
                  <a:lnTo>
                    <a:pt x="333910" y="155488"/>
                  </a:lnTo>
                  <a:lnTo>
                    <a:pt x="333457" y="150222"/>
                  </a:lnTo>
                  <a:lnTo>
                    <a:pt x="332839" y="144972"/>
                  </a:lnTo>
                  <a:lnTo>
                    <a:pt x="332054" y="139745"/>
                  </a:lnTo>
                  <a:lnTo>
                    <a:pt x="331105" y="134545"/>
                  </a:lnTo>
                  <a:lnTo>
                    <a:pt x="329992" y="129377"/>
                  </a:lnTo>
                  <a:lnTo>
                    <a:pt x="328716" y="124248"/>
                  </a:lnTo>
                  <a:lnTo>
                    <a:pt x="327278" y="119161"/>
                  </a:lnTo>
                  <a:lnTo>
                    <a:pt x="325680" y="114122"/>
                  </a:lnTo>
                  <a:lnTo>
                    <a:pt x="323924" y="109137"/>
                  </a:lnTo>
                  <a:lnTo>
                    <a:pt x="322011" y="104209"/>
                  </a:lnTo>
                  <a:lnTo>
                    <a:pt x="319943" y="99344"/>
                  </a:lnTo>
                  <a:lnTo>
                    <a:pt x="317723" y="94547"/>
                  </a:lnTo>
                  <a:lnTo>
                    <a:pt x="315352" y="89823"/>
                  </a:lnTo>
                  <a:lnTo>
                    <a:pt x="312832" y="85176"/>
                  </a:lnTo>
                  <a:lnTo>
                    <a:pt x="310167" y="80611"/>
                  </a:lnTo>
                  <a:lnTo>
                    <a:pt x="307359" y="76132"/>
                  </a:lnTo>
                  <a:lnTo>
                    <a:pt x="304411" y="71745"/>
                  </a:lnTo>
                  <a:lnTo>
                    <a:pt x="301326" y="67453"/>
                  </a:lnTo>
                  <a:lnTo>
                    <a:pt x="298106" y="63261"/>
                  </a:lnTo>
                  <a:lnTo>
                    <a:pt x="294756" y="59172"/>
                  </a:lnTo>
                  <a:lnTo>
                    <a:pt x="291277" y="55192"/>
                  </a:lnTo>
                  <a:lnTo>
                    <a:pt x="287675" y="51323"/>
                  </a:lnTo>
                  <a:lnTo>
                    <a:pt x="283952" y="47570"/>
                  </a:lnTo>
                  <a:lnTo>
                    <a:pt x="280113" y="43937"/>
                  </a:lnTo>
                  <a:lnTo>
                    <a:pt x="276160" y="40427"/>
                  </a:lnTo>
                  <a:lnTo>
                    <a:pt x="272099" y="37044"/>
                  </a:lnTo>
                  <a:lnTo>
                    <a:pt x="267933" y="33791"/>
                  </a:lnTo>
                  <a:lnTo>
                    <a:pt x="263665" y="30671"/>
                  </a:lnTo>
                  <a:lnTo>
                    <a:pt x="259302" y="27688"/>
                  </a:lnTo>
                  <a:lnTo>
                    <a:pt x="254846" y="24844"/>
                  </a:lnTo>
                  <a:lnTo>
                    <a:pt x="250302" y="22143"/>
                  </a:lnTo>
                  <a:lnTo>
                    <a:pt x="245676" y="19586"/>
                  </a:lnTo>
                  <a:lnTo>
                    <a:pt x="240971" y="17177"/>
                  </a:lnTo>
                  <a:lnTo>
                    <a:pt x="236192" y="14918"/>
                  </a:lnTo>
                  <a:lnTo>
                    <a:pt x="231344" y="12812"/>
                  </a:lnTo>
                  <a:lnTo>
                    <a:pt x="226431" y="10859"/>
                  </a:lnTo>
                  <a:lnTo>
                    <a:pt x="221460" y="9063"/>
                  </a:lnTo>
                  <a:lnTo>
                    <a:pt x="216434" y="7425"/>
                  </a:lnTo>
                  <a:lnTo>
                    <a:pt x="211359" y="5947"/>
                  </a:lnTo>
                  <a:lnTo>
                    <a:pt x="206240" y="4629"/>
                  </a:lnTo>
                  <a:lnTo>
                    <a:pt x="201082" y="3475"/>
                  </a:lnTo>
                  <a:lnTo>
                    <a:pt x="195889" y="2484"/>
                  </a:lnTo>
                  <a:lnTo>
                    <a:pt x="190668" y="1658"/>
                  </a:lnTo>
                  <a:lnTo>
                    <a:pt x="185424" y="997"/>
                  </a:lnTo>
                  <a:lnTo>
                    <a:pt x="180161" y="502"/>
                  </a:lnTo>
                  <a:lnTo>
                    <a:pt x="174885" y="174"/>
                  </a:lnTo>
                  <a:lnTo>
                    <a:pt x="169602" y="13"/>
                  </a:lnTo>
                  <a:lnTo>
                    <a:pt x="167151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2451" cy="167167"/>
            </a:xfrm>
            <a:custGeom>
              <a:avLst/>
              <a:pathLst>
                <a:path w="2451" h="167167">
                  <a:moveTo>
                    <a:pt x="2451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7334" y="5269756"/>
              <a:ext cx="167166" cy="198539"/>
            </a:xfrm>
            <a:custGeom>
              <a:avLst/>
              <a:pathLst>
                <a:path w="167166" h="198539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2" y="1366"/>
                  </a:lnTo>
                  <a:lnTo>
                    <a:pt x="140540" y="2134"/>
                  </a:lnTo>
                  <a:lnTo>
                    <a:pt x="135274" y="3070"/>
                  </a:lnTo>
                  <a:lnTo>
                    <a:pt x="130042" y="4174"/>
                  </a:lnTo>
                  <a:lnTo>
                    <a:pt x="124847" y="5445"/>
                  </a:lnTo>
                  <a:lnTo>
                    <a:pt x="119696" y="6881"/>
                  </a:lnTo>
                  <a:lnTo>
                    <a:pt x="114593" y="8482"/>
                  </a:lnTo>
                  <a:lnTo>
                    <a:pt x="109544" y="10245"/>
                  </a:lnTo>
                  <a:lnTo>
                    <a:pt x="104554" y="12168"/>
                  </a:lnTo>
                  <a:lnTo>
                    <a:pt x="99628" y="14250"/>
                  </a:lnTo>
                  <a:lnTo>
                    <a:pt x="94771" y="16489"/>
                  </a:lnTo>
                  <a:lnTo>
                    <a:pt x="89988" y="18882"/>
                  </a:lnTo>
                  <a:lnTo>
                    <a:pt x="85285" y="21426"/>
                  </a:lnTo>
                  <a:lnTo>
                    <a:pt x="80665" y="24120"/>
                  </a:lnTo>
                  <a:lnTo>
                    <a:pt x="76133" y="26960"/>
                  </a:lnTo>
                  <a:lnTo>
                    <a:pt x="71695" y="29944"/>
                  </a:lnTo>
                  <a:lnTo>
                    <a:pt x="67355" y="33068"/>
                  </a:lnTo>
                  <a:lnTo>
                    <a:pt x="63116" y="36329"/>
                  </a:lnTo>
                  <a:lnTo>
                    <a:pt x="58984" y="39724"/>
                  </a:lnTo>
                  <a:lnTo>
                    <a:pt x="54963" y="43250"/>
                  </a:lnTo>
                  <a:lnTo>
                    <a:pt x="51057" y="46902"/>
                  </a:lnTo>
                  <a:lnTo>
                    <a:pt x="47269" y="50678"/>
                  </a:lnTo>
                  <a:lnTo>
                    <a:pt x="43605" y="54572"/>
                  </a:lnTo>
                  <a:lnTo>
                    <a:pt x="40066" y="58582"/>
                  </a:lnTo>
                  <a:lnTo>
                    <a:pt x="36658" y="62703"/>
                  </a:lnTo>
                  <a:lnTo>
                    <a:pt x="33383" y="66931"/>
                  </a:lnTo>
                  <a:lnTo>
                    <a:pt x="30246" y="71262"/>
                  </a:lnTo>
                  <a:lnTo>
                    <a:pt x="27248" y="75691"/>
                  </a:lnTo>
                  <a:lnTo>
                    <a:pt x="24394" y="80213"/>
                  </a:lnTo>
                  <a:lnTo>
                    <a:pt x="21685" y="84825"/>
                  </a:lnTo>
                  <a:lnTo>
                    <a:pt x="19126" y="89520"/>
                  </a:lnTo>
                  <a:lnTo>
                    <a:pt x="16718" y="94295"/>
                  </a:lnTo>
                  <a:lnTo>
                    <a:pt x="14464" y="99145"/>
                  </a:lnTo>
                  <a:lnTo>
                    <a:pt x="12366" y="104064"/>
                  </a:lnTo>
                  <a:lnTo>
                    <a:pt x="10427" y="109048"/>
                  </a:lnTo>
                  <a:lnTo>
                    <a:pt x="8648" y="114092"/>
                  </a:lnTo>
                  <a:lnTo>
                    <a:pt x="7032" y="119189"/>
                  </a:lnTo>
                  <a:lnTo>
                    <a:pt x="5579" y="124336"/>
                  </a:lnTo>
                  <a:lnTo>
                    <a:pt x="4291" y="129527"/>
                  </a:lnTo>
                  <a:lnTo>
                    <a:pt x="3171" y="134756"/>
                  </a:lnTo>
                  <a:lnTo>
                    <a:pt x="2218" y="140018"/>
                  </a:lnTo>
                  <a:lnTo>
                    <a:pt x="1434" y="145308"/>
                  </a:lnTo>
                  <a:lnTo>
                    <a:pt x="820" y="150621"/>
                  </a:lnTo>
                  <a:lnTo>
                    <a:pt x="375" y="155950"/>
                  </a:lnTo>
                  <a:lnTo>
                    <a:pt x="102" y="161291"/>
                  </a:lnTo>
                  <a:lnTo>
                    <a:pt x="0" y="166638"/>
                  </a:lnTo>
                  <a:lnTo>
                    <a:pt x="68" y="171985"/>
                  </a:lnTo>
                  <a:lnTo>
                    <a:pt x="308" y="177328"/>
                  </a:lnTo>
                  <a:lnTo>
                    <a:pt x="718" y="182660"/>
                  </a:lnTo>
                  <a:lnTo>
                    <a:pt x="1299" y="187976"/>
                  </a:lnTo>
                  <a:lnTo>
                    <a:pt x="2049" y="193271"/>
                  </a:lnTo>
                  <a:lnTo>
                    <a:pt x="2969" y="19853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800304" y="5269756"/>
              <a:ext cx="331356" cy="334322"/>
            </a:xfrm>
            <a:custGeom>
              <a:avLst/>
              <a:pathLst>
                <a:path w="331356" h="334322">
                  <a:moveTo>
                    <a:pt x="0" y="198539"/>
                  </a:moveTo>
                  <a:lnTo>
                    <a:pt x="1082" y="203753"/>
                  </a:lnTo>
                  <a:lnTo>
                    <a:pt x="2330" y="208930"/>
                  </a:lnTo>
                  <a:lnTo>
                    <a:pt x="3742" y="214064"/>
                  </a:lnTo>
                  <a:lnTo>
                    <a:pt x="5318" y="219151"/>
                  </a:lnTo>
                  <a:lnTo>
                    <a:pt x="7054" y="224185"/>
                  </a:lnTo>
                  <a:lnTo>
                    <a:pt x="8950" y="229161"/>
                  </a:lnTo>
                  <a:lnTo>
                    <a:pt x="11003" y="234075"/>
                  </a:lnTo>
                  <a:lnTo>
                    <a:pt x="13212" y="238920"/>
                  </a:lnTo>
                  <a:lnTo>
                    <a:pt x="15574" y="243693"/>
                  </a:lnTo>
                  <a:lnTo>
                    <a:pt x="18087" y="248388"/>
                  </a:lnTo>
                  <a:lnTo>
                    <a:pt x="20748" y="253000"/>
                  </a:lnTo>
                  <a:lnTo>
                    <a:pt x="23554" y="257526"/>
                  </a:lnTo>
                  <a:lnTo>
                    <a:pt x="26504" y="261959"/>
                  </a:lnTo>
                  <a:lnTo>
                    <a:pt x="29593" y="266297"/>
                  </a:lnTo>
                  <a:lnTo>
                    <a:pt x="32819" y="270534"/>
                  </a:lnTo>
                  <a:lnTo>
                    <a:pt x="36178" y="274666"/>
                  </a:lnTo>
                  <a:lnTo>
                    <a:pt x="39666" y="278689"/>
                  </a:lnTo>
                  <a:lnTo>
                    <a:pt x="43282" y="282599"/>
                  </a:lnTo>
                  <a:lnTo>
                    <a:pt x="47020" y="286392"/>
                  </a:lnTo>
                  <a:lnTo>
                    <a:pt x="50877" y="290063"/>
                  </a:lnTo>
                  <a:lnTo>
                    <a:pt x="54848" y="293610"/>
                  </a:lnTo>
                  <a:lnTo>
                    <a:pt x="58931" y="297029"/>
                  </a:lnTo>
                  <a:lnTo>
                    <a:pt x="63121" y="300316"/>
                  </a:lnTo>
                  <a:lnTo>
                    <a:pt x="67413" y="303468"/>
                  </a:lnTo>
                  <a:lnTo>
                    <a:pt x="71804" y="306481"/>
                  </a:lnTo>
                  <a:lnTo>
                    <a:pt x="76288" y="309353"/>
                  </a:lnTo>
                  <a:lnTo>
                    <a:pt x="80861" y="312081"/>
                  </a:lnTo>
                  <a:lnTo>
                    <a:pt x="85519" y="314662"/>
                  </a:lnTo>
                  <a:lnTo>
                    <a:pt x="90257" y="317093"/>
                  </a:lnTo>
                  <a:lnTo>
                    <a:pt x="95070" y="319372"/>
                  </a:lnTo>
                  <a:lnTo>
                    <a:pt x="99953" y="321497"/>
                  </a:lnTo>
                  <a:lnTo>
                    <a:pt x="104901" y="323465"/>
                  </a:lnTo>
                  <a:lnTo>
                    <a:pt x="109909" y="325274"/>
                  </a:lnTo>
                  <a:lnTo>
                    <a:pt x="114972" y="326923"/>
                  </a:lnTo>
                  <a:lnTo>
                    <a:pt x="120086" y="328410"/>
                  </a:lnTo>
                  <a:lnTo>
                    <a:pt x="125244" y="329733"/>
                  </a:lnTo>
                  <a:lnTo>
                    <a:pt x="130441" y="330891"/>
                  </a:lnTo>
                  <a:lnTo>
                    <a:pt x="135673" y="331883"/>
                  </a:lnTo>
                  <a:lnTo>
                    <a:pt x="140934" y="332708"/>
                  </a:lnTo>
                  <a:lnTo>
                    <a:pt x="146219" y="333365"/>
                  </a:lnTo>
                  <a:lnTo>
                    <a:pt x="151521" y="333853"/>
                  </a:lnTo>
                  <a:lnTo>
                    <a:pt x="156837" y="334172"/>
                  </a:lnTo>
                  <a:lnTo>
                    <a:pt x="162160" y="334322"/>
                  </a:lnTo>
                  <a:lnTo>
                    <a:pt x="167485" y="334302"/>
                  </a:lnTo>
                  <a:lnTo>
                    <a:pt x="172807" y="334113"/>
                  </a:lnTo>
                  <a:lnTo>
                    <a:pt x="178120" y="333754"/>
                  </a:lnTo>
                  <a:lnTo>
                    <a:pt x="183419" y="333226"/>
                  </a:lnTo>
                  <a:lnTo>
                    <a:pt x="188698" y="332529"/>
                  </a:lnTo>
                  <a:lnTo>
                    <a:pt x="193952" y="331665"/>
                  </a:lnTo>
                  <a:lnTo>
                    <a:pt x="199177" y="330634"/>
                  </a:lnTo>
                  <a:lnTo>
                    <a:pt x="204366" y="329437"/>
                  </a:lnTo>
                  <a:lnTo>
                    <a:pt x="209514" y="328075"/>
                  </a:lnTo>
                  <a:lnTo>
                    <a:pt x="214616" y="326550"/>
                  </a:lnTo>
                  <a:lnTo>
                    <a:pt x="219667" y="324863"/>
                  </a:lnTo>
                  <a:lnTo>
                    <a:pt x="224661" y="323016"/>
                  </a:lnTo>
                  <a:lnTo>
                    <a:pt x="229595" y="321011"/>
                  </a:lnTo>
                  <a:lnTo>
                    <a:pt x="234461" y="318850"/>
                  </a:lnTo>
                  <a:lnTo>
                    <a:pt x="239257" y="316535"/>
                  </a:lnTo>
                  <a:lnTo>
                    <a:pt x="243977" y="314069"/>
                  </a:lnTo>
                  <a:lnTo>
                    <a:pt x="248615" y="311453"/>
                  </a:lnTo>
                  <a:lnTo>
                    <a:pt x="253168" y="308691"/>
                  </a:lnTo>
                  <a:lnTo>
                    <a:pt x="257630" y="305786"/>
                  </a:lnTo>
                  <a:lnTo>
                    <a:pt x="261998" y="302739"/>
                  </a:lnTo>
                  <a:lnTo>
                    <a:pt x="266267" y="299555"/>
                  </a:lnTo>
                  <a:lnTo>
                    <a:pt x="270431" y="296237"/>
                  </a:lnTo>
                  <a:lnTo>
                    <a:pt x="274489" y="292788"/>
                  </a:lnTo>
                  <a:lnTo>
                    <a:pt x="278434" y="289211"/>
                  </a:lnTo>
                  <a:lnTo>
                    <a:pt x="282263" y="285511"/>
                  </a:lnTo>
                  <a:lnTo>
                    <a:pt x="285973" y="281690"/>
                  </a:lnTo>
                  <a:lnTo>
                    <a:pt x="289558" y="277754"/>
                  </a:lnTo>
                  <a:lnTo>
                    <a:pt x="293017" y="273705"/>
                  </a:lnTo>
                  <a:lnTo>
                    <a:pt x="296345" y="269547"/>
                  </a:lnTo>
                  <a:lnTo>
                    <a:pt x="299539" y="265286"/>
                  </a:lnTo>
                  <a:lnTo>
                    <a:pt x="302595" y="260926"/>
                  </a:lnTo>
                  <a:lnTo>
                    <a:pt x="305512" y="256470"/>
                  </a:lnTo>
                  <a:lnTo>
                    <a:pt x="308284" y="251924"/>
                  </a:lnTo>
                  <a:lnTo>
                    <a:pt x="310911" y="247292"/>
                  </a:lnTo>
                  <a:lnTo>
                    <a:pt x="313388" y="242578"/>
                  </a:lnTo>
                  <a:lnTo>
                    <a:pt x="315715" y="237788"/>
                  </a:lnTo>
                  <a:lnTo>
                    <a:pt x="317887" y="232926"/>
                  </a:lnTo>
                  <a:lnTo>
                    <a:pt x="319904" y="227997"/>
                  </a:lnTo>
                  <a:lnTo>
                    <a:pt x="321762" y="223007"/>
                  </a:lnTo>
                  <a:lnTo>
                    <a:pt x="323461" y="217960"/>
                  </a:lnTo>
                  <a:lnTo>
                    <a:pt x="324998" y="212862"/>
                  </a:lnTo>
                  <a:lnTo>
                    <a:pt x="326372" y="207717"/>
                  </a:lnTo>
                  <a:lnTo>
                    <a:pt x="327581" y="202531"/>
                  </a:lnTo>
                  <a:lnTo>
                    <a:pt x="328624" y="197309"/>
                  </a:lnTo>
                  <a:lnTo>
                    <a:pt x="329501" y="192057"/>
                  </a:lnTo>
                  <a:lnTo>
                    <a:pt x="330210" y="186779"/>
                  </a:lnTo>
                  <a:lnTo>
                    <a:pt x="330750" y="181481"/>
                  </a:lnTo>
                  <a:lnTo>
                    <a:pt x="331122" y="176169"/>
                  </a:lnTo>
                  <a:lnTo>
                    <a:pt x="331324" y="170848"/>
                  </a:lnTo>
                  <a:lnTo>
                    <a:pt x="331356" y="165523"/>
                  </a:lnTo>
                  <a:lnTo>
                    <a:pt x="331219" y="160199"/>
                  </a:lnTo>
                  <a:lnTo>
                    <a:pt x="330912" y="154883"/>
                  </a:lnTo>
                  <a:lnTo>
                    <a:pt x="330436" y="149579"/>
                  </a:lnTo>
                  <a:lnTo>
                    <a:pt x="329792" y="144293"/>
                  </a:lnTo>
                  <a:lnTo>
                    <a:pt x="328979" y="139031"/>
                  </a:lnTo>
                  <a:lnTo>
                    <a:pt x="328000" y="133796"/>
                  </a:lnTo>
                  <a:lnTo>
                    <a:pt x="326854" y="128596"/>
                  </a:lnTo>
                  <a:lnTo>
                    <a:pt x="325543" y="123435"/>
                  </a:lnTo>
                  <a:lnTo>
                    <a:pt x="324068" y="118318"/>
                  </a:lnTo>
                  <a:lnTo>
                    <a:pt x="322431" y="113251"/>
                  </a:lnTo>
                  <a:lnTo>
                    <a:pt x="320633" y="108238"/>
                  </a:lnTo>
                  <a:lnTo>
                    <a:pt x="318677" y="103285"/>
                  </a:lnTo>
                  <a:lnTo>
                    <a:pt x="316564" y="98398"/>
                  </a:lnTo>
                  <a:lnTo>
                    <a:pt x="314296" y="93579"/>
                  </a:lnTo>
                  <a:lnTo>
                    <a:pt x="311876" y="88836"/>
                  </a:lnTo>
                  <a:lnTo>
                    <a:pt x="309306" y="84172"/>
                  </a:lnTo>
                  <a:lnTo>
                    <a:pt x="306589" y="79592"/>
                  </a:lnTo>
                  <a:lnTo>
                    <a:pt x="303728" y="75101"/>
                  </a:lnTo>
                  <a:lnTo>
                    <a:pt x="300724" y="70704"/>
                  </a:lnTo>
                  <a:lnTo>
                    <a:pt x="297583" y="66404"/>
                  </a:lnTo>
                  <a:lnTo>
                    <a:pt x="294306" y="62207"/>
                  </a:lnTo>
                  <a:lnTo>
                    <a:pt x="290897" y="58116"/>
                  </a:lnTo>
                  <a:lnTo>
                    <a:pt x="287359" y="54136"/>
                  </a:lnTo>
                  <a:lnTo>
                    <a:pt x="283696" y="50270"/>
                  </a:lnTo>
                  <a:lnTo>
                    <a:pt x="279912" y="46523"/>
                  </a:lnTo>
                  <a:lnTo>
                    <a:pt x="276011" y="42899"/>
                  </a:lnTo>
                  <a:lnTo>
                    <a:pt x="271996" y="39401"/>
                  </a:lnTo>
                  <a:lnTo>
                    <a:pt x="267872" y="36032"/>
                  </a:lnTo>
                  <a:lnTo>
                    <a:pt x="263643" y="32796"/>
                  </a:lnTo>
                  <a:lnTo>
                    <a:pt x="259312" y="29697"/>
                  </a:lnTo>
                  <a:lnTo>
                    <a:pt x="254886" y="26737"/>
                  </a:lnTo>
                  <a:lnTo>
                    <a:pt x="250367" y="23920"/>
                  </a:lnTo>
                  <a:lnTo>
                    <a:pt x="245761" y="21248"/>
                  </a:lnTo>
                  <a:lnTo>
                    <a:pt x="241071" y="18724"/>
                  </a:lnTo>
                  <a:lnTo>
                    <a:pt x="236304" y="16351"/>
                  </a:lnTo>
                  <a:lnTo>
                    <a:pt x="231464" y="14131"/>
                  </a:lnTo>
                  <a:lnTo>
                    <a:pt x="226556" y="12066"/>
                  </a:lnTo>
                  <a:lnTo>
                    <a:pt x="221584" y="10158"/>
                  </a:lnTo>
                  <a:lnTo>
                    <a:pt x="216554" y="8410"/>
                  </a:lnTo>
                  <a:lnTo>
                    <a:pt x="211471" y="6823"/>
                  </a:lnTo>
                  <a:lnTo>
                    <a:pt x="206340" y="5399"/>
                  </a:lnTo>
                  <a:lnTo>
                    <a:pt x="201166" y="4139"/>
                  </a:lnTo>
                  <a:lnTo>
                    <a:pt x="195955" y="3044"/>
                  </a:lnTo>
                  <a:lnTo>
                    <a:pt x="190711" y="2116"/>
                  </a:lnTo>
                  <a:lnTo>
                    <a:pt x="185441" y="1355"/>
                  </a:lnTo>
                  <a:lnTo>
                    <a:pt x="180148" y="762"/>
                  </a:lnTo>
                  <a:lnTo>
                    <a:pt x="174840" y="339"/>
                  </a:lnTo>
                  <a:lnTo>
                    <a:pt x="169521" y="84"/>
                  </a:lnTo>
                  <a:lnTo>
                    <a:pt x="164197" y="0"/>
                  </a:lnTo>
                  <a:lnTo>
                    <a:pt x="1641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6651" y="5399291"/>
              <a:ext cx="19564" cy="167167"/>
            </a:xfrm>
            <a:custGeom>
              <a:avLst/>
              <a:pathLst>
                <a:path w="19564" h="167167">
                  <a:moveTo>
                    <a:pt x="19564" y="0"/>
                  </a:moveTo>
                  <a:lnTo>
                    <a:pt x="9765" y="287"/>
                  </a:lnTo>
                  <a:lnTo>
                    <a:pt x="0" y="1148"/>
                  </a:lnTo>
                  <a:lnTo>
                    <a:pt x="195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319049" y="5400440"/>
              <a:ext cx="334332" cy="333168"/>
            </a:xfrm>
            <a:custGeom>
              <a:avLst/>
              <a:pathLst>
                <a:path w="334332" h="333168">
                  <a:moveTo>
                    <a:pt x="147602" y="0"/>
                  </a:moveTo>
                  <a:lnTo>
                    <a:pt x="142357" y="702"/>
                  </a:lnTo>
                  <a:lnTo>
                    <a:pt x="137138" y="1570"/>
                  </a:lnTo>
                  <a:lnTo>
                    <a:pt x="131948" y="2603"/>
                  </a:lnTo>
                  <a:lnTo>
                    <a:pt x="126794" y="3799"/>
                  </a:lnTo>
                  <a:lnTo>
                    <a:pt x="121680" y="5158"/>
                  </a:lnTo>
                  <a:lnTo>
                    <a:pt x="116612" y="6678"/>
                  </a:lnTo>
                  <a:lnTo>
                    <a:pt x="111594" y="8358"/>
                  </a:lnTo>
                  <a:lnTo>
                    <a:pt x="106632" y="10196"/>
                  </a:lnTo>
                  <a:lnTo>
                    <a:pt x="101731" y="12190"/>
                  </a:lnTo>
                  <a:lnTo>
                    <a:pt x="96895" y="14338"/>
                  </a:lnTo>
                  <a:lnTo>
                    <a:pt x="92130" y="16638"/>
                  </a:lnTo>
                  <a:lnTo>
                    <a:pt x="87440" y="19087"/>
                  </a:lnTo>
                  <a:lnTo>
                    <a:pt x="82830" y="21684"/>
                  </a:lnTo>
                  <a:lnTo>
                    <a:pt x="78304" y="24426"/>
                  </a:lnTo>
                  <a:lnTo>
                    <a:pt x="73867" y="27309"/>
                  </a:lnTo>
                  <a:lnTo>
                    <a:pt x="69524" y="30331"/>
                  </a:lnTo>
                  <a:lnTo>
                    <a:pt x="65279" y="33489"/>
                  </a:lnTo>
                  <a:lnTo>
                    <a:pt x="61136" y="36780"/>
                  </a:lnTo>
                  <a:lnTo>
                    <a:pt x="57098" y="40201"/>
                  </a:lnTo>
                  <a:lnTo>
                    <a:pt x="53172" y="43747"/>
                  </a:lnTo>
                  <a:lnTo>
                    <a:pt x="49359" y="47416"/>
                  </a:lnTo>
                  <a:lnTo>
                    <a:pt x="45664" y="51204"/>
                  </a:lnTo>
                  <a:lnTo>
                    <a:pt x="42092" y="55107"/>
                  </a:lnTo>
                  <a:lnTo>
                    <a:pt x="38644" y="59121"/>
                  </a:lnTo>
                  <a:lnTo>
                    <a:pt x="35325" y="63242"/>
                  </a:lnTo>
                  <a:lnTo>
                    <a:pt x="32139" y="67466"/>
                  </a:lnTo>
                  <a:lnTo>
                    <a:pt x="29087" y="71789"/>
                  </a:lnTo>
                  <a:lnTo>
                    <a:pt x="26174" y="76206"/>
                  </a:lnTo>
                  <a:lnTo>
                    <a:pt x="23402" y="80713"/>
                  </a:lnTo>
                  <a:lnTo>
                    <a:pt x="20775" y="85306"/>
                  </a:lnTo>
                  <a:lnTo>
                    <a:pt x="18294" y="89980"/>
                  </a:lnTo>
                  <a:lnTo>
                    <a:pt x="15962" y="94729"/>
                  </a:lnTo>
                  <a:lnTo>
                    <a:pt x="13781" y="99551"/>
                  </a:lnTo>
                  <a:lnTo>
                    <a:pt x="11754" y="104438"/>
                  </a:lnTo>
                  <a:lnTo>
                    <a:pt x="9883" y="109388"/>
                  </a:lnTo>
                  <a:lnTo>
                    <a:pt x="8170" y="114394"/>
                  </a:lnTo>
                  <a:lnTo>
                    <a:pt x="6616" y="119452"/>
                  </a:lnTo>
                  <a:lnTo>
                    <a:pt x="5222" y="124556"/>
                  </a:lnTo>
                  <a:lnTo>
                    <a:pt x="3991" y="129702"/>
                  </a:lnTo>
                  <a:lnTo>
                    <a:pt x="2924" y="134885"/>
                  </a:lnTo>
                  <a:lnTo>
                    <a:pt x="2021" y="140098"/>
                  </a:lnTo>
                  <a:lnTo>
                    <a:pt x="1283" y="145338"/>
                  </a:lnTo>
                  <a:lnTo>
                    <a:pt x="712" y="150598"/>
                  </a:lnTo>
                  <a:lnTo>
                    <a:pt x="307" y="155874"/>
                  </a:lnTo>
                  <a:lnTo>
                    <a:pt x="70" y="161160"/>
                  </a:lnTo>
                  <a:lnTo>
                    <a:pt x="0" y="166451"/>
                  </a:lnTo>
                  <a:lnTo>
                    <a:pt x="97" y="171741"/>
                  </a:lnTo>
                  <a:lnTo>
                    <a:pt x="362" y="177026"/>
                  </a:lnTo>
                  <a:lnTo>
                    <a:pt x="794" y="182300"/>
                  </a:lnTo>
                  <a:lnTo>
                    <a:pt x="1392" y="187557"/>
                  </a:lnTo>
                  <a:lnTo>
                    <a:pt x="2157" y="192793"/>
                  </a:lnTo>
                  <a:lnTo>
                    <a:pt x="3087" y="198002"/>
                  </a:lnTo>
                  <a:lnTo>
                    <a:pt x="4182" y="203178"/>
                  </a:lnTo>
                  <a:lnTo>
                    <a:pt x="5439" y="208318"/>
                  </a:lnTo>
                  <a:lnTo>
                    <a:pt x="6859" y="213415"/>
                  </a:lnTo>
                  <a:lnTo>
                    <a:pt x="8439" y="218465"/>
                  </a:lnTo>
                  <a:lnTo>
                    <a:pt x="10179" y="223462"/>
                  </a:lnTo>
                  <a:lnTo>
                    <a:pt x="12075" y="228402"/>
                  </a:lnTo>
                  <a:lnTo>
                    <a:pt x="14127" y="233279"/>
                  </a:lnTo>
                  <a:lnTo>
                    <a:pt x="16333" y="238089"/>
                  </a:lnTo>
                  <a:lnTo>
                    <a:pt x="18689" y="242826"/>
                  </a:lnTo>
                  <a:lnTo>
                    <a:pt x="21195" y="247487"/>
                  </a:lnTo>
                  <a:lnTo>
                    <a:pt x="23846" y="252066"/>
                  </a:lnTo>
                  <a:lnTo>
                    <a:pt x="26641" y="256559"/>
                  </a:lnTo>
                  <a:lnTo>
                    <a:pt x="29577" y="260961"/>
                  </a:lnTo>
                  <a:lnTo>
                    <a:pt x="32651" y="265268"/>
                  </a:lnTo>
                  <a:lnTo>
                    <a:pt x="35859" y="269475"/>
                  </a:lnTo>
                  <a:lnTo>
                    <a:pt x="39199" y="273579"/>
                  </a:lnTo>
                  <a:lnTo>
                    <a:pt x="42668" y="277575"/>
                  </a:lnTo>
                  <a:lnTo>
                    <a:pt x="46261" y="281460"/>
                  </a:lnTo>
                  <a:lnTo>
                    <a:pt x="49975" y="285228"/>
                  </a:lnTo>
                  <a:lnTo>
                    <a:pt x="53806" y="288878"/>
                  </a:lnTo>
                  <a:lnTo>
                    <a:pt x="57751" y="292404"/>
                  </a:lnTo>
                  <a:lnTo>
                    <a:pt x="61806" y="295803"/>
                  </a:lnTo>
                  <a:lnTo>
                    <a:pt x="65967" y="299073"/>
                  </a:lnTo>
                  <a:lnTo>
                    <a:pt x="70228" y="302209"/>
                  </a:lnTo>
                  <a:lnTo>
                    <a:pt x="74587" y="305209"/>
                  </a:lnTo>
                  <a:lnTo>
                    <a:pt x="79039" y="308069"/>
                  </a:lnTo>
                  <a:lnTo>
                    <a:pt x="83578" y="310787"/>
                  </a:lnTo>
                  <a:lnTo>
                    <a:pt x="88202" y="313360"/>
                  </a:lnTo>
                  <a:lnTo>
                    <a:pt x="92905" y="315785"/>
                  </a:lnTo>
                  <a:lnTo>
                    <a:pt x="97682" y="318060"/>
                  </a:lnTo>
                  <a:lnTo>
                    <a:pt x="102529" y="320183"/>
                  </a:lnTo>
                  <a:lnTo>
                    <a:pt x="107440" y="322152"/>
                  </a:lnTo>
                  <a:lnTo>
                    <a:pt x="112411" y="323964"/>
                  </a:lnTo>
                  <a:lnTo>
                    <a:pt x="117438" y="325618"/>
                  </a:lnTo>
                  <a:lnTo>
                    <a:pt x="122514" y="327112"/>
                  </a:lnTo>
                  <a:lnTo>
                    <a:pt x="127634" y="328444"/>
                  </a:lnTo>
                  <a:lnTo>
                    <a:pt x="132795" y="329614"/>
                  </a:lnTo>
                  <a:lnTo>
                    <a:pt x="137990" y="330620"/>
                  </a:lnTo>
                  <a:lnTo>
                    <a:pt x="143214" y="331461"/>
                  </a:lnTo>
                  <a:lnTo>
                    <a:pt x="148462" y="332136"/>
                  </a:lnTo>
                  <a:lnTo>
                    <a:pt x="153728" y="332645"/>
                  </a:lnTo>
                  <a:lnTo>
                    <a:pt x="159009" y="332986"/>
                  </a:lnTo>
                  <a:lnTo>
                    <a:pt x="164297" y="333161"/>
                  </a:lnTo>
                  <a:lnTo>
                    <a:pt x="169588" y="333168"/>
                  </a:lnTo>
                  <a:lnTo>
                    <a:pt x="174877" y="333008"/>
                  </a:lnTo>
                  <a:lnTo>
                    <a:pt x="180158" y="332680"/>
                  </a:lnTo>
                  <a:lnTo>
                    <a:pt x="185426" y="332185"/>
                  </a:lnTo>
                  <a:lnTo>
                    <a:pt x="190676" y="331524"/>
                  </a:lnTo>
                  <a:lnTo>
                    <a:pt x="195902" y="330697"/>
                  </a:lnTo>
                  <a:lnTo>
                    <a:pt x="201100" y="329705"/>
                  </a:lnTo>
                  <a:lnTo>
                    <a:pt x="206263" y="328549"/>
                  </a:lnTo>
                  <a:lnTo>
                    <a:pt x="211388" y="327230"/>
                  </a:lnTo>
                  <a:lnTo>
                    <a:pt x="216468" y="325750"/>
                  </a:lnTo>
                  <a:lnTo>
                    <a:pt x="221498" y="324110"/>
                  </a:lnTo>
                  <a:lnTo>
                    <a:pt x="226475" y="322311"/>
                  </a:lnTo>
                  <a:lnTo>
                    <a:pt x="231391" y="320356"/>
                  </a:lnTo>
                  <a:lnTo>
                    <a:pt x="236244" y="318246"/>
                  </a:lnTo>
                  <a:lnTo>
                    <a:pt x="241027" y="315983"/>
                  </a:lnTo>
                  <a:lnTo>
                    <a:pt x="245736" y="313571"/>
                  </a:lnTo>
                  <a:lnTo>
                    <a:pt x="250367" y="311010"/>
                  </a:lnTo>
                  <a:lnTo>
                    <a:pt x="254914" y="308304"/>
                  </a:lnTo>
                  <a:lnTo>
                    <a:pt x="259373" y="305456"/>
                  </a:lnTo>
                  <a:lnTo>
                    <a:pt x="263740" y="302468"/>
                  </a:lnTo>
                  <a:lnTo>
                    <a:pt x="268010" y="299343"/>
                  </a:lnTo>
                  <a:lnTo>
                    <a:pt x="272179" y="296085"/>
                  </a:lnTo>
                  <a:lnTo>
                    <a:pt x="276243" y="292696"/>
                  </a:lnTo>
                  <a:lnTo>
                    <a:pt x="280197" y="289181"/>
                  </a:lnTo>
                  <a:lnTo>
                    <a:pt x="284038" y="285542"/>
                  </a:lnTo>
                  <a:lnTo>
                    <a:pt x="287763" y="281783"/>
                  </a:lnTo>
                  <a:lnTo>
                    <a:pt x="291366" y="277908"/>
                  </a:lnTo>
                  <a:lnTo>
                    <a:pt x="294845" y="273921"/>
                  </a:lnTo>
                  <a:lnTo>
                    <a:pt x="298196" y="269826"/>
                  </a:lnTo>
                  <a:lnTo>
                    <a:pt x="301416" y="265628"/>
                  </a:lnTo>
                  <a:lnTo>
                    <a:pt x="304501" y="261329"/>
                  </a:lnTo>
                  <a:lnTo>
                    <a:pt x="307449" y="256935"/>
                  </a:lnTo>
                  <a:lnTo>
                    <a:pt x="310256" y="252449"/>
                  </a:lnTo>
                  <a:lnTo>
                    <a:pt x="312920" y="247878"/>
                  </a:lnTo>
                  <a:lnTo>
                    <a:pt x="315437" y="243224"/>
                  </a:lnTo>
                  <a:lnTo>
                    <a:pt x="317806" y="238492"/>
                  </a:lnTo>
                  <a:lnTo>
                    <a:pt x="320025" y="233689"/>
                  </a:lnTo>
                  <a:lnTo>
                    <a:pt x="322090" y="228817"/>
                  </a:lnTo>
                  <a:lnTo>
                    <a:pt x="324000" y="223882"/>
                  </a:lnTo>
                  <a:lnTo>
                    <a:pt x="325752" y="218890"/>
                  </a:lnTo>
                  <a:lnTo>
                    <a:pt x="327346" y="213844"/>
                  </a:lnTo>
                  <a:lnTo>
                    <a:pt x="328780" y="208751"/>
                  </a:lnTo>
                  <a:lnTo>
                    <a:pt x="330051" y="203615"/>
                  </a:lnTo>
                  <a:lnTo>
                    <a:pt x="331159" y="198441"/>
                  </a:lnTo>
                  <a:lnTo>
                    <a:pt x="332103" y="193234"/>
                  </a:lnTo>
                  <a:lnTo>
                    <a:pt x="332882" y="188001"/>
                  </a:lnTo>
                  <a:lnTo>
                    <a:pt x="333495" y="182745"/>
                  </a:lnTo>
                  <a:lnTo>
                    <a:pt x="333941" y="177472"/>
                  </a:lnTo>
                  <a:lnTo>
                    <a:pt x="334220" y="172188"/>
                  </a:lnTo>
                  <a:lnTo>
                    <a:pt x="334332" y="166898"/>
                  </a:lnTo>
                  <a:lnTo>
                    <a:pt x="334276" y="161607"/>
                  </a:lnTo>
                  <a:lnTo>
                    <a:pt x="334052" y="156321"/>
                  </a:lnTo>
                  <a:lnTo>
                    <a:pt x="333662" y="151044"/>
                  </a:lnTo>
                  <a:lnTo>
                    <a:pt x="333105" y="145782"/>
                  </a:lnTo>
                  <a:lnTo>
                    <a:pt x="332381" y="140541"/>
                  </a:lnTo>
                  <a:lnTo>
                    <a:pt x="331492" y="135325"/>
                  </a:lnTo>
                  <a:lnTo>
                    <a:pt x="330438" y="130139"/>
                  </a:lnTo>
                  <a:lnTo>
                    <a:pt x="329221" y="124990"/>
                  </a:lnTo>
                  <a:lnTo>
                    <a:pt x="327841" y="119882"/>
                  </a:lnTo>
                  <a:lnTo>
                    <a:pt x="326300" y="114820"/>
                  </a:lnTo>
                  <a:lnTo>
                    <a:pt x="324600" y="109809"/>
                  </a:lnTo>
                  <a:lnTo>
                    <a:pt x="322743" y="104854"/>
                  </a:lnTo>
                  <a:lnTo>
                    <a:pt x="320729" y="99961"/>
                  </a:lnTo>
                  <a:lnTo>
                    <a:pt x="318561" y="95134"/>
                  </a:lnTo>
                  <a:lnTo>
                    <a:pt x="316242" y="90378"/>
                  </a:lnTo>
                  <a:lnTo>
                    <a:pt x="313774" y="85698"/>
                  </a:lnTo>
                  <a:lnTo>
                    <a:pt x="311158" y="81099"/>
                  </a:lnTo>
                  <a:lnTo>
                    <a:pt x="308398" y="76584"/>
                  </a:lnTo>
                  <a:lnTo>
                    <a:pt x="305497" y="72159"/>
                  </a:lnTo>
                  <a:lnTo>
                    <a:pt x="302457" y="67828"/>
                  </a:lnTo>
                  <a:lnTo>
                    <a:pt x="299282" y="63595"/>
                  </a:lnTo>
                  <a:lnTo>
                    <a:pt x="295974" y="59465"/>
                  </a:lnTo>
                  <a:lnTo>
                    <a:pt x="292538" y="55442"/>
                  </a:lnTo>
                  <a:lnTo>
                    <a:pt x="288975" y="51530"/>
                  </a:lnTo>
                  <a:lnTo>
                    <a:pt x="285291" y="47732"/>
                  </a:lnTo>
                  <a:lnTo>
                    <a:pt x="281488" y="44053"/>
                  </a:lnTo>
                  <a:lnTo>
                    <a:pt x="277571" y="40496"/>
                  </a:lnTo>
                  <a:lnTo>
                    <a:pt x="273543" y="37065"/>
                  </a:lnTo>
                  <a:lnTo>
                    <a:pt x="269408" y="33762"/>
                  </a:lnTo>
                  <a:lnTo>
                    <a:pt x="265171" y="30593"/>
                  </a:lnTo>
                  <a:lnTo>
                    <a:pt x="260836" y="27559"/>
                  </a:lnTo>
                  <a:lnTo>
                    <a:pt x="256407" y="24664"/>
                  </a:lnTo>
                  <a:lnTo>
                    <a:pt x="251889" y="21910"/>
                  </a:lnTo>
                  <a:lnTo>
                    <a:pt x="247286" y="19301"/>
                  </a:lnTo>
                  <a:lnTo>
                    <a:pt x="242602" y="16839"/>
                  </a:lnTo>
                  <a:lnTo>
                    <a:pt x="237843" y="14526"/>
                  </a:lnTo>
                  <a:lnTo>
                    <a:pt x="233013" y="12365"/>
                  </a:lnTo>
                  <a:lnTo>
                    <a:pt x="228117" y="10358"/>
                  </a:lnTo>
                  <a:lnTo>
                    <a:pt x="223160" y="8507"/>
                  </a:lnTo>
                  <a:lnTo>
                    <a:pt x="218147" y="6814"/>
                  </a:lnTo>
                  <a:lnTo>
                    <a:pt x="213083" y="5280"/>
                  </a:lnTo>
                  <a:lnTo>
                    <a:pt x="207973" y="3908"/>
                  </a:lnTo>
                  <a:lnTo>
                    <a:pt x="202822" y="2697"/>
                  </a:lnTo>
                  <a:lnTo>
                    <a:pt x="197635" y="1651"/>
                  </a:lnTo>
                  <a:lnTo>
                    <a:pt x="167166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30468" cy="167167"/>
            </a:xfrm>
            <a:custGeom>
              <a:avLst/>
              <a:pathLst>
                <a:path w="30468" h="167167">
                  <a:moveTo>
                    <a:pt x="30468" y="2800"/>
                  </a:moveTo>
                  <a:lnTo>
                    <a:pt x="22907" y="1577"/>
                  </a:lnTo>
                  <a:lnTo>
                    <a:pt x="15298" y="701"/>
                  </a:lnTo>
                  <a:lnTo>
                    <a:pt x="7657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56377" y="5399291"/>
              <a:ext cx="167167" cy="287625"/>
            </a:xfrm>
            <a:custGeom>
              <a:avLst/>
              <a:pathLst>
                <a:path w="167167" h="287625">
                  <a:moveTo>
                    <a:pt x="167167" y="0"/>
                  </a:moveTo>
                  <a:lnTo>
                    <a:pt x="161801" y="86"/>
                  </a:lnTo>
                  <a:lnTo>
                    <a:pt x="156442" y="344"/>
                  </a:lnTo>
                  <a:lnTo>
                    <a:pt x="151093" y="774"/>
                  </a:lnTo>
                  <a:lnTo>
                    <a:pt x="145761" y="1376"/>
                  </a:lnTo>
                  <a:lnTo>
                    <a:pt x="140451" y="2148"/>
                  </a:lnTo>
                  <a:lnTo>
                    <a:pt x="135168" y="3091"/>
                  </a:lnTo>
                  <a:lnTo>
                    <a:pt x="129919" y="4202"/>
                  </a:lnTo>
                  <a:lnTo>
                    <a:pt x="124708" y="5481"/>
                  </a:lnTo>
                  <a:lnTo>
                    <a:pt x="119540" y="6928"/>
                  </a:lnTo>
                  <a:lnTo>
                    <a:pt x="114422" y="8539"/>
                  </a:lnTo>
                  <a:lnTo>
                    <a:pt x="109358" y="10313"/>
                  </a:lnTo>
                  <a:lnTo>
                    <a:pt x="104353" y="12249"/>
                  </a:lnTo>
                  <a:lnTo>
                    <a:pt x="99414" y="14345"/>
                  </a:lnTo>
                  <a:lnTo>
                    <a:pt x="94544" y="16598"/>
                  </a:lnTo>
                  <a:lnTo>
                    <a:pt x="89749" y="19007"/>
                  </a:lnTo>
                  <a:lnTo>
                    <a:pt x="85033" y="21568"/>
                  </a:lnTo>
                  <a:lnTo>
                    <a:pt x="80403" y="24279"/>
                  </a:lnTo>
                  <a:lnTo>
                    <a:pt x="75861" y="27137"/>
                  </a:lnTo>
                  <a:lnTo>
                    <a:pt x="71414" y="30140"/>
                  </a:lnTo>
                  <a:lnTo>
                    <a:pt x="67066" y="33284"/>
                  </a:lnTo>
                  <a:lnTo>
                    <a:pt x="62820" y="36565"/>
                  </a:lnTo>
                  <a:lnTo>
                    <a:pt x="58682" y="39982"/>
                  </a:lnTo>
                  <a:lnTo>
                    <a:pt x="54656" y="43529"/>
                  </a:lnTo>
                  <a:lnTo>
                    <a:pt x="50746" y="47204"/>
                  </a:lnTo>
                  <a:lnTo>
                    <a:pt x="46956" y="51002"/>
                  </a:lnTo>
                  <a:lnTo>
                    <a:pt x="43289" y="54920"/>
                  </a:lnTo>
                  <a:lnTo>
                    <a:pt x="39750" y="58954"/>
                  </a:lnTo>
                  <a:lnTo>
                    <a:pt x="36343" y="63099"/>
                  </a:lnTo>
                  <a:lnTo>
                    <a:pt x="33070" y="67351"/>
                  </a:lnTo>
                  <a:lnTo>
                    <a:pt x="29936" y="71707"/>
                  </a:lnTo>
                  <a:lnTo>
                    <a:pt x="26943" y="76160"/>
                  </a:lnTo>
                  <a:lnTo>
                    <a:pt x="24094" y="80708"/>
                  </a:lnTo>
                  <a:lnTo>
                    <a:pt x="21393" y="85344"/>
                  </a:lnTo>
                  <a:lnTo>
                    <a:pt x="18842" y="90065"/>
                  </a:lnTo>
                  <a:lnTo>
                    <a:pt x="16444" y="94865"/>
                  </a:lnTo>
                  <a:lnTo>
                    <a:pt x="14201" y="99740"/>
                  </a:lnTo>
                  <a:lnTo>
                    <a:pt x="12116" y="104684"/>
                  </a:lnTo>
                  <a:lnTo>
                    <a:pt x="10190" y="109692"/>
                  </a:lnTo>
                  <a:lnTo>
                    <a:pt x="8426" y="114760"/>
                  </a:lnTo>
                  <a:lnTo>
                    <a:pt x="6826" y="119882"/>
                  </a:lnTo>
                  <a:lnTo>
                    <a:pt x="5391" y="125052"/>
                  </a:lnTo>
                  <a:lnTo>
                    <a:pt x="4123" y="130266"/>
                  </a:lnTo>
                  <a:lnTo>
                    <a:pt x="3022" y="135518"/>
                  </a:lnTo>
                  <a:lnTo>
                    <a:pt x="2091" y="140803"/>
                  </a:lnTo>
                  <a:lnTo>
                    <a:pt x="1330" y="146114"/>
                  </a:lnTo>
                  <a:lnTo>
                    <a:pt x="740" y="151448"/>
                  </a:lnTo>
                  <a:lnTo>
                    <a:pt x="321" y="156797"/>
                  </a:lnTo>
                  <a:lnTo>
                    <a:pt x="74" y="162158"/>
                  </a:lnTo>
                  <a:lnTo>
                    <a:pt x="0" y="167523"/>
                  </a:lnTo>
                  <a:lnTo>
                    <a:pt x="97" y="172888"/>
                  </a:lnTo>
                  <a:lnTo>
                    <a:pt x="367" y="178247"/>
                  </a:lnTo>
                  <a:lnTo>
                    <a:pt x="808" y="183595"/>
                  </a:lnTo>
                  <a:lnTo>
                    <a:pt x="1421" y="188926"/>
                  </a:lnTo>
                  <a:lnTo>
                    <a:pt x="2205" y="194234"/>
                  </a:lnTo>
                  <a:lnTo>
                    <a:pt x="3159" y="199515"/>
                  </a:lnTo>
                  <a:lnTo>
                    <a:pt x="4281" y="204762"/>
                  </a:lnTo>
                  <a:lnTo>
                    <a:pt x="5572" y="209970"/>
                  </a:lnTo>
                  <a:lnTo>
                    <a:pt x="7029" y="215135"/>
                  </a:lnTo>
                  <a:lnTo>
                    <a:pt x="8651" y="220250"/>
                  </a:lnTo>
                  <a:lnTo>
                    <a:pt x="10436" y="225310"/>
                  </a:lnTo>
                  <a:lnTo>
                    <a:pt x="12383" y="230310"/>
                  </a:lnTo>
                  <a:lnTo>
                    <a:pt x="14489" y="235245"/>
                  </a:lnTo>
                  <a:lnTo>
                    <a:pt x="16753" y="240110"/>
                  </a:lnTo>
                  <a:lnTo>
                    <a:pt x="19172" y="244900"/>
                  </a:lnTo>
                  <a:lnTo>
                    <a:pt x="21743" y="249610"/>
                  </a:lnTo>
                  <a:lnTo>
                    <a:pt x="24464" y="254235"/>
                  </a:lnTo>
                  <a:lnTo>
                    <a:pt x="27332" y="258770"/>
                  </a:lnTo>
                  <a:lnTo>
                    <a:pt x="30344" y="263211"/>
                  </a:lnTo>
                  <a:lnTo>
                    <a:pt x="33497" y="267553"/>
                  </a:lnTo>
                  <a:lnTo>
                    <a:pt x="36788" y="271791"/>
                  </a:lnTo>
                  <a:lnTo>
                    <a:pt x="40213" y="275922"/>
                  </a:lnTo>
                  <a:lnTo>
                    <a:pt x="43769" y="279941"/>
                  </a:lnTo>
                  <a:lnTo>
                    <a:pt x="47452" y="283843"/>
                  </a:lnTo>
                  <a:lnTo>
                    <a:pt x="51258" y="28762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07635" y="5566459"/>
              <a:ext cx="115908" cy="120458"/>
            </a:xfrm>
            <a:custGeom>
              <a:avLst/>
              <a:pathLst>
                <a:path w="115908" h="120458">
                  <a:moveTo>
                    <a:pt x="0" y="120458"/>
                  </a:moveTo>
                  <a:lnTo>
                    <a:pt x="11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07635" y="5566459"/>
              <a:ext cx="115908" cy="120458"/>
            </a:xfrm>
            <a:custGeom>
              <a:avLst/>
              <a:pathLst>
                <a:path w="115908" h="120458">
                  <a:moveTo>
                    <a:pt x="0" y="120458"/>
                  </a:moveTo>
                  <a:lnTo>
                    <a:pt x="11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07635" y="5566459"/>
              <a:ext cx="115908" cy="120458"/>
            </a:xfrm>
            <a:custGeom>
              <a:avLst/>
              <a:pathLst>
                <a:path w="115908" h="120458">
                  <a:moveTo>
                    <a:pt x="0" y="120458"/>
                  </a:moveTo>
                  <a:lnTo>
                    <a:pt x="11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07635" y="5566459"/>
              <a:ext cx="115908" cy="120458"/>
            </a:xfrm>
            <a:custGeom>
              <a:avLst/>
              <a:pathLst>
                <a:path w="115908" h="120458">
                  <a:moveTo>
                    <a:pt x="0" y="120458"/>
                  </a:moveTo>
                  <a:lnTo>
                    <a:pt x="1159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07635" y="5566459"/>
              <a:ext cx="115908" cy="120458"/>
            </a:xfrm>
            <a:custGeom>
              <a:avLst/>
              <a:pathLst>
                <a:path w="115908" h="120458">
                  <a:moveTo>
                    <a:pt x="0" y="120458"/>
                  </a:moveTo>
                  <a:lnTo>
                    <a:pt x="1159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07635" y="5566459"/>
              <a:ext cx="115908" cy="166465"/>
            </a:xfrm>
            <a:custGeom>
              <a:avLst/>
              <a:pathLst>
                <a:path w="115908" h="166465">
                  <a:moveTo>
                    <a:pt x="0" y="120458"/>
                  </a:moveTo>
                  <a:lnTo>
                    <a:pt x="4127" y="124297"/>
                  </a:lnTo>
                  <a:lnTo>
                    <a:pt x="8382" y="127996"/>
                  </a:lnTo>
                  <a:lnTo>
                    <a:pt x="12759" y="131549"/>
                  </a:lnTo>
                  <a:lnTo>
                    <a:pt x="17253" y="134952"/>
                  </a:lnTo>
                  <a:lnTo>
                    <a:pt x="21860" y="138202"/>
                  </a:lnTo>
                  <a:lnTo>
                    <a:pt x="26573" y="141294"/>
                  </a:lnTo>
                  <a:lnTo>
                    <a:pt x="31389" y="144226"/>
                  </a:lnTo>
                  <a:lnTo>
                    <a:pt x="36300" y="146994"/>
                  </a:lnTo>
                  <a:lnTo>
                    <a:pt x="41302" y="149595"/>
                  </a:lnTo>
                  <a:lnTo>
                    <a:pt x="46388" y="152026"/>
                  </a:lnTo>
                  <a:lnTo>
                    <a:pt x="51554" y="154283"/>
                  </a:lnTo>
                  <a:lnTo>
                    <a:pt x="56793" y="156366"/>
                  </a:lnTo>
                  <a:lnTo>
                    <a:pt x="62099" y="158270"/>
                  </a:lnTo>
                  <a:lnTo>
                    <a:pt x="67466" y="159994"/>
                  </a:lnTo>
                  <a:lnTo>
                    <a:pt x="72889" y="161537"/>
                  </a:lnTo>
                  <a:lnTo>
                    <a:pt x="78360" y="162895"/>
                  </a:lnTo>
                  <a:lnTo>
                    <a:pt x="83874" y="164069"/>
                  </a:lnTo>
                  <a:lnTo>
                    <a:pt x="89424" y="165056"/>
                  </a:lnTo>
                  <a:lnTo>
                    <a:pt x="95005" y="165855"/>
                  </a:lnTo>
                  <a:lnTo>
                    <a:pt x="100609" y="166465"/>
                  </a:lnTo>
                  <a:lnTo>
                    <a:pt x="11590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08245" y="5399291"/>
              <a:ext cx="182465" cy="334333"/>
            </a:xfrm>
            <a:custGeom>
              <a:avLst/>
              <a:pathLst>
                <a:path w="182465" h="334333">
                  <a:moveTo>
                    <a:pt x="0" y="333633"/>
                  </a:moveTo>
                  <a:lnTo>
                    <a:pt x="5335" y="334037"/>
                  </a:lnTo>
                  <a:lnTo>
                    <a:pt x="10681" y="334271"/>
                  </a:lnTo>
                  <a:lnTo>
                    <a:pt x="16032" y="334333"/>
                  </a:lnTo>
                  <a:lnTo>
                    <a:pt x="21382" y="334224"/>
                  </a:lnTo>
                  <a:lnTo>
                    <a:pt x="26726" y="333943"/>
                  </a:lnTo>
                  <a:lnTo>
                    <a:pt x="32058" y="333492"/>
                  </a:lnTo>
                  <a:lnTo>
                    <a:pt x="37373" y="332870"/>
                  </a:lnTo>
                  <a:lnTo>
                    <a:pt x="42666" y="332079"/>
                  </a:lnTo>
                  <a:lnTo>
                    <a:pt x="47930" y="331119"/>
                  </a:lnTo>
                  <a:lnTo>
                    <a:pt x="53161" y="329990"/>
                  </a:lnTo>
                  <a:lnTo>
                    <a:pt x="58353" y="328695"/>
                  </a:lnTo>
                  <a:lnTo>
                    <a:pt x="63501" y="327234"/>
                  </a:lnTo>
                  <a:lnTo>
                    <a:pt x="68599" y="325609"/>
                  </a:lnTo>
                  <a:lnTo>
                    <a:pt x="73643" y="323822"/>
                  </a:lnTo>
                  <a:lnTo>
                    <a:pt x="78627" y="321874"/>
                  </a:lnTo>
                  <a:lnTo>
                    <a:pt x="83547" y="319768"/>
                  </a:lnTo>
                  <a:lnTo>
                    <a:pt x="88396" y="317506"/>
                  </a:lnTo>
                  <a:lnTo>
                    <a:pt x="93170" y="315089"/>
                  </a:lnTo>
                  <a:lnTo>
                    <a:pt x="97865" y="312521"/>
                  </a:lnTo>
                  <a:lnTo>
                    <a:pt x="102475" y="309803"/>
                  </a:lnTo>
                  <a:lnTo>
                    <a:pt x="106995" y="306940"/>
                  </a:lnTo>
                  <a:lnTo>
                    <a:pt x="111422" y="303934"/>
                  </a:lnTo>
                  <a:lnTo>
                    <a:pt x="115750" y="300787"/>
                  </a:lnTo>
                  <a:lnTo>
                    <a:pt x="119976" y="297503"/>
                  </a:lnTo>
                  <a:lnTo>
                    <a:pt x="124094" y="294086"/>
                  </a:lnTo>
                  <a:lnTo>
                    <a:pt x="128100" y="290539"/>
                  </a:lnTo>
                  <a:lnTo>
                    <a:pt x="131991" y="286865"/>
                  </a:lnTo>
                  <a:lnTo>
                    <a:pt x="135763" y="283069"/>
                  </a:lnTo>
                  <a:lnTo>
                    <a:pt x="139410" y="279154"/>
                  </a:lnTo>
                  <a:lnTo>
                    <a:pt x="142931" y="275124"/>
                  </a:lnTo>
                  <a:lnTo>
                    <a:pt x="146321" y="270984"/>
                  </a:lnTo>
                  <a:lnTo>
                    <a:pt x="149577" y="266737"/>
                  </a:lnTo>
                  <a:lnTo>
                    <a:pt x="152695" y="262388"/>
                  </a:lnTo>
                  <a:lnTo>
                    <a:pt x="155672" y="257942"/>
                  </a:lnTo>
                  <a:lnTo>
                    <a:pt x="158506" y="253402"/>
                  </a:lnTo>
                  <a:lnTo>
                    <a:pt x="161193" y="248774"/>
                  </a:lnTo>
                  <a:lnTo>
                    <a:pt x="163730" y="244063"/>
                  </a:lnTo>
                  <a:lnTo>
                    <a:pt x="166115" y="239273"/>
                  </a:lnTo>
                  <a:lnTo>
                    <a:pt x="168346" y="234409"/>
                  </a:lnTo>
                  <a:lnTo>
                    <a:pt x="170419" y="229476"/>
                  </a:lnTo>
                  <a:lnTo>
                    <a:pt x="172334" y="224479"/>
                  </a:lnTo>
                  <a:lnTo>
                    <a:pt x="174088" y="219423"/>
                  </a:lnTo>
                  <a:lnTo>
                    <a:pt x="175679" y="214314"/>
                  </a:lnTo>
                  <a:lnTo>
                    <a:pt x="177106" y="209157"/>
                  </a:lnTo>
                  <a:lnTo>
                    <a:pt x="178367" y="203956"/>
                  </a:lnTo>
                  <a:lnTo>
                    <a:pt x="179461" y="198718"/>
                  </a:lnTo>
                  <a:lnTo>
                    <a:pt x="180387" y="193447"/>
                  </a:lnTo>
                  <a:lnTo>
                    <a:pt x="181143" y="188150"/>
                  </a:lnTo>
                  <a:lnTo>
                    <a:pt x="181730" y="182831"/>
                  </a:lnTo>
                  <a:lnTo>
                    <a:pt x="182146" y="177496"/>
                  </a:lnTo>
                  <a:lnTo>
                    <a:pt x="182391" y="172151"/>
                  </a:lnTo>
                  <a:lnTo>
                    <a:pt x="182465" y="166800"/>
                  </a:lnTo>
                  <a:lnTo>
                    <a:pt x="182368" y="161450"/>
                  </a:lnTo>
                  <a:lnTo>
                    <a:pt x="182099" y="156105"/>
                  </a:lnTo>
                  <a:lnTo>
                    <a:pt x="181660" y="150772"/>
                  </a:lnTo>
                  <a:lnTo>
                    <a:pt x="181050" y="145456"/>
                  </a:lnTo>
                  <a:lnTo>
                    <a:pt x="180270" y="140162"/>
                  </a:lnTo>
                  <a:lnTo>
                    <a:pt x="179321" y="134895"/>
                  </a:lnTo>
                  <a:lnTo>
                    <a:pt x="178204" y="129662"/>
                  </a:lnTo>
                  <a:lnTo>
                    <a:pt x="176920" y="124467"/>
                  </a:lnTo>
                  <a:lnTo>
                    <a:pt x="175471" y="119316"/>
                  </a:lnTo>
                  <a:lnTo>
                    <a:pt x="173857" y="114214"/>
                  </a:lnTo>
                  <a:lnTo>
                    <a:pt x="172081" y="109166"/>
                  </a:lnTo>
                  <a:lnTo>
                    <a:pt x="170144" y="104178"/>
                  </a:lnTo>
                  <a:lnTo>
                    <a:pt x="168049" y="99254"/>
                  </a:lnTo>
                  <a:lnTo>
                    <a:pt x="165797" y="94400"/>
                  </a:lnTo>
                  <a:lnTo>
                    <a:pt x="163391" y="89620"/>
                  </a:lnTo>
                  <a:lnTo>
                    <a:pt x="160833" y="84920"/>
                  </a:lnTo>
                  <a:lnTo>
                    <a:pt x="158126" y="80304"/>
                  </a:lnTo>
                  <a:lnTo>
                    <a:pt x="155272" y="75777"/>
                  </a:lnTo>
                  <a:lnTo>
                    <a:pt x="152276" y="71343"/>
                  </a:lnTo>
                  <a:lnTo>
                    <a:pt x="149138" y="67008"/>
                  </a:lnTo>
                  <a:lnTo>
                    <a:pt x="145864" y="62776"/>
                  </a:lnTo>
                  <a:lnTo>
                    <a:pt x="142456" y="58650"/>
                  </a:lnTo>
                  <a:lnTo>
                    <a:pt x="138917" y="54636"/>
                  </a:lnTo>
                  <a:lnTo>
                    <a:pt x="135252" y="50737"/>
                  </a:lnTo>
                  <a:lnTo>
                    <a:pt x="131464" y="46957"/>
                  </a:lnTo>
                  <a:lnTo>
                    <a:pt x="127557" y="43301"/>
                  </a:lnTo>
                  <a:lnTo>
                    <a:pt x="123535" y="39771"/>
                  </a:lnTo>
                  <a:lnTo>
                    <a:pt x="119402" y="36372"/>
                  </a:lnTo>
                  <a:lnTo>
                    <a:pt x="115163" y="33107"/>
                  </a:lnTo>
                  <a:lnTo>
                    <a:pt x="110821" y="29979"/>
                  </a:lnTo>
                  <a:lnTo>
                    <a:pt x="106381" y="26992"/>
                  </a:lnTo>
                  <a:lnTo>
                    <a:pt x="101848" y="24149"/>
                  </a:lnTo>
                  <a:lnTo>
                    <a:pt x="97226" y="21452"/>
                  </a:lnTo>
                  <a:lnTo>
                    <a:pt x="92520" y="18904"/>
                  </a:lnTo>
                  <a:lnTo>
                    <a:pt x="87735" y="16509"/>
                  </a:lnTo>
                  <a:lnTo>
                    <a:pt x="82876" y="14268"/>
                  </a:lnTo>
                  <a:lnTo>
                    <a:pt x="77947" y="12183"/>
                  </a:lnTo>
                  <a:lnTo>
                    <a:pt x="72955" y="10257"/>
                  </a:lnTo>
                  <a:lnTo>
                    <a:pt x="67903" y="8492"/>
                  </a:lnTo>
                  <a:lnTo>
                    <a:pt x="62797" y="6890"/>
                  </a:lnTo>
                  <a:lnTo>
                    <a:pt x="57643" y="5452"/>
                  </a:lnTo>
                  <a:lnTo>
                    <a:pt x="52445" y="4179"/>
                  </a:lnTo>
                  <a:lnTo>
                    <a:pt x="47210" y="3074"/>
                  </a:lnTo>
                  <a:lnTo>
                    <a:pt x="41941" y="2136"/>
                  </a:lnTo>
                  <a:lnTo>
                    <a:pt x="36645" y="1368"/>
                  </a:lnTo>
                  <a:lnTo>
                    <a:pt x="31328" y="770"/>
                  </a:lnTo>
                  <a:lnTo>
                    <a:pt x="25994" y="342"/>
                  </a:lnTo>
                  <a:lnTo>
                    <a:pt x="20649" y="85"/>
                  </a:lnTo>
                  <a:lnTo>
                    <a:pt x="15298" y="0"/>
                  </a:lnTo>
                  <a:lnTo>
                    <a:pt x="152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26297" y="5269756"/>
              <a:ext cx="118961" cy="167167"/>
            </a:xfrm>
            <a:custGeom>
              <a:avLst/>
              <a:pathLst>
                <a:path w="118961" h="167167">
                  <a:moveTo>
                    <a:pt x="118961" y="0"/>
                  </a:moveTo>
                  <a:lnTo>
                    <a:pt x="113446" y="90"/>
                  </a:lnTo>
                  <a:lnTo>
                    <a:pt x="107938" y="363"/>
                  </a:lnTo>
                  <a:lnTo>
                    <a:pt x="102442" y="818"/>
                  </a:lnTo>
                  <a:lnTo>
                    <a:pt x="96964" y="1453"/>
                  </a:lnTo>
                  <a:lnTo>
                    <a:pt x="91509" y="2269"/>
                  </a:lnTo>
                  <a:lnTo>
                    <a:pt x="86085" y="3264"/>
                  </a:lnTo>
                  <a:lnTo>
                    <a:pt x="80696" y="4438"/>
                  </a:lnTo>
                  <a:lnTo>
                    <a:pt x="75349" y="5788"/>
                  </a:lnTo>
                  <a:lnTo>
                    <a:pt x="70050" y="7315"/>
                  </a:lnTo>
                  <a:lnTo>
                    <a:pt x="64803" y="9015"/>
                  </a:lnTo>
                  <a:lnTo>
                    <a:pt x="59616" y="10888"/>
                  </a:lnTo>
                  <a:lnTo>
                    <a:pt x="54493" y="12930"/>
                  </a:lnTo>
                  <a:lnTo>
                    <a:pt x="49441" y="15141"/>
                  </a:lnTo>
                  <a:lnTo>
                    <a:pt x="44464" y="17517"/>
                  </a:lnTo>
                  <a:lnTo>
                    <a:pt x="39568" y="20056"/>
                  </a:lnTo>
                  <a:lnTo>
                    <a:pt x="34758" y="22754"/>
                  </a:lnTo>
                  <a:lnTo>
                    <a:pt x="30041" y="25611"/>
                  </a:lnTo>
                  <a:lnTo>
                    <a:pt x="25420" y="28621"/>
                  </a:lnTo>
                  <a:lnTo>
                    <a:pt x="20900" y="31782"/>
                  </a:lnTo>
                  <a:lnTo>
                    <a:pt x="16488" y="35090"/>
                  </a:lnTo>
                  <a:lnTo>
                    <a:pt x="12187" y="38542"/>
                  </a:lnTo>
                  <a:lnTo>
                    <a:pt x="8002" y="42134"/>
                  </a:lnTo>
                  <a:lnTo>
                    <a:pt x="3938" y="45862"/>
                  </a:lnTo>
                  <a:lnTo>
                    <a:pt x="0" y="49722"/>
                  </a:lnTo>
                  <a:lnTo>
                    <a:pt x="1189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26297" y="5319479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5745" y="5319479"/>
              <a:ext cx="149513" cy="117444"/>
            </a:xfrm>
            <a:custGeom>
              <a:avLst/>
              <a:pathLst>
                <a:path w="149513" h="117444">
                  <a:moveTo>
                    <a:pt x="30552" y="0"/>
                  </a:moveTo>
                  <a:lnTo>
                    <a:pt x="26512" y="4238"/>
                  </a:lnTo>
                  <a:lnTo>
                    <a:pt x="22622" y="8615"/>
                  </a:lnTo>
                  <a:lnTo>
                    <a:pt x="18889" y="13126"/>
                  </a:lnTo>
                  <a:lnTo>
                    <a:pt x="15316" y="17764"/>
                  </a:lnTo>
                  <a:lnTo>
                    <a:pt x="11907" y="22525"/>
                  </a:lnTo>
                  <a:lnTo>
                    <a:pt x="8667" y="27403"/>
                  </a:lnTo>
                  <a:lnTo>
                    <a:pt x="5600" y="32390"/>
                  </a:lnTo>
                  <a:lnTo>
                    <a:pt x="2710" y="37483"/>
                  </a:lnTo>
                  <a:lnTo>
                    <a:pt x="0" y="42673"/>
                  </a:lnTo>
                  <a:lnTo>
                    <a:pt x="149513" y="117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17640" y="92396"/>
                  </a:moveTo>
                  <a:lnTo>
                    <a:pt x="15342" y="97181"/>
                  </a:lnTo>
                  <a:lnTo>
                    <a:pt x="13196" y="102036"/>
                  </a:lnTo>
                  <a:lnTo>
                    <a:pt x="11206" y="106957"/>
                  </a:lnTo>
                  <a:lnTo>
                    <a:pt x="9373" y="111939"/>
                  </a:lnTo>
                  <a:lnTo>
                    <a:pt x="7699" y="116976"/>
                  </a:lnTo>
                  <a:lnTo>
                    <a:pt x="6186" y="122064"/>
                  </a:lnTo>
                  <a:lnTo>
                    <a:pt x="4835" y="127198"/>
                  </a:lnTo>
                  <a:lnTo>
                    <a:pt x="3648" y="132371"/>
                  </a:lnTo>
                  <a:lnTo>
                    <a:pt x="2625" y="137580"/>
                  </a:lnTo>
                  <a:lnTo>
                    <a:pt x="1769" y="142819"/>
                  </a:lnTo>
                  <a:lnTo>
                    <a:pt x="1079" y="148082"/>
                  </a:lnTo>
                  <a:lnTo>
                    <a:pt x="557" y="153365"/>
                  </a:lnTo>
                  <a:lnTo>
                    <a:pt x="203" y="158661"/>
                  </a:lnTo>
                  <a:lnTo>
                    <a:pt x="17" y="163966"/>
                  </a:lnTo>
                  <a:lnTo>
                    <a:pt x="0" y="169274"/>
                  </a:lnTo>
                  <a:lnTo>
                    <a:pt x="151" y="174580"/>
                  </a:lnTo>
                  <a:lnTo>
                    <a:pt x="470" y="179879"/>
                  </a:lnTo>
                  <a:lnTo>
                    <a:pt x="958" y="185165"/>
                  </a:lnTo>
                  <a:lnTo>
                    <a:pt x="1613" y="190432"/>
                  </a:lnTo>
                  <a:lnTo>
                    <a:pt x="2435" y="195676"/>
                  </a:lnTo>
                  <a:lnTo>
                    <a:pt x="3423" y="200892"/>
                  </a:lnTo>
                  <a:lnTo>
                    <a:pt x="4577" y="206073"/>
                  </a:lnTo>
                  <a:lnTo>
                    <a:pt x="5894" y="211215"/>
                  </a:lnTo>
                  <a:lnTo>
                    <a:pt x="7374" y="216313"/>
                  </a:lnTo>
                  <a:lnTo>
                    <a:pt x="9015" y="221361"/>
                  </a:lnTo>
                  <a:lnTo>
                    <a:pt x="10815" y="226355"/>
                  </a:lnTo>
                  <a:lnTo>
                    <a:pt x="12773" y="231289"/>
                  </a:lnTo>
                  <a:lnTo>
                    <a:pt x="14887" y="236158"/>
                  </a:lnTo>
                  <a:lnTo>
                    <a:pt x="17154" y="240958"/>
                  </a:lnTo>
                  <a:lnTo>
                    <a:pt x="19573" y="245683"/>
                  </a:lnTo>
                  <a:lnTo>
                    <a:pt x="22140" y="250329"/>
                  </a:lnTo>
                  <a:lnTo>
                    <a:pt x="24853" y="254891"/>
                  </a:lnTo>
                  <a:lnTo>
                    <a:pt x="27710" y="259365"/>
                  </a:lnTo>
                  <a:lnTo>
                    <a:pt x="30708" y="263746"/>
                  </a:lnTo>
                  <a:lnTo>
                    <a:pt x="33843" y="268030"/>
                  </a:lnTo>
                  <a:lnTo>
                    <a:pt x="37113" y="272211"/>
                  </a:lnTo>
                  <a:lnTo>
                    <a:pt x="40513" y="276287"/>
                  </a:lnTo>
                  <a:lnTo>
                    <a:pt x="44042" y="280253"/>
                  </a:lnTo>
                  <a:lnTo>
                    <a:pt x="47694" y="284105"/>
                  </a:lnTo>
                  <a:lnTo>
                    <a:pt x="51467" y="287839"/>
                  </a:lnTo>
                  <a:lnTo>
                    <a:pt x="55357" y="291451"/>
                  </a:lnTo>
                  <a:lnTo>
                    <a:pt x="59359" y="294938"/>
                  </a:lnTo>
                  <a:lnTo>
                    <a:pt x="63471" y="298296"/>
                  </a:lnTo>
                  <a:lnTo>
                    <a:pt x="67686" y="301522"/>
                  </a:lnTo>
                  <a:lnTo>
                    <a:pt x="72002" y="304612"/>
                  </a:lnTo>
                  <a:lnTo>
                    <a:pt x="76414" y="307564"/>
                  </a:lnTo>
                  <a:lnTo>
                    <a:pt x="80917" y="310374"/>
                  </a:lnTo>
                  <a:lnTo>
                    <a:pt x="85507" y="313040"/>
                  </a:lnTo>
                  <a:lnTo>
                    <a:pt x="90180" y="315558"/>
                  </a:lnTo>
                  <a:lnTo>
                    <a:pt x="94930" y="317927"/>
                  </a:lnTo>
                  <a:lnTo>
                    <a:pt x="99753" y="320145"/>
                  </a:lnTo>
                  <a:lnTo>
                    <a:pt x="104644" y="322207"/>
                  </a:lnTo>
                  <a:lnTo>
                    <a:pt x="109598" y="324114"/>
                  </a:lnTo>
                  <a:lnTo>
                    <a:pt x="114611" y="325862"/>
                  </a:lnTo>
                  <a:lnTo>
                    <a:pt x="119676" y="327450"/>
                  </a:lnTo>
                  <a:lnTo>
                    <a:pt x="124789" y="328877"/>
                  </a:lnTo>
                  <a:lnTo>
                    <a:pt x="129944" y="330141"/>
                  </a:lnTo>
                  <a:lnTo>
                    <a:pt x="135137" y="331240"/>
                  </a:lnTo>
                  <a:lnTo>
                    <a:pt x="140363" y="332174"/>
                  </a:lnTo>
                  <a:lnTo>
                    <a:pt x="145615" y="332941"/>
                  </a:lnTo>
                  <a:lnTo>
                    <a:pt x="150889" y="333541"/>
                  </a:lnTo>
                  <a:lnTo>
                    <a:pt x="156180" y="333974"/>
                  </a:lnTo>
                  <a:lnTo>
                    <a:pt x="161482" y="334238"/>
                  </a:lnTo>
                  <a:lnTo>
                    <a:pt x="166789" y="334334"/>
                  </a:lnTo>
                  <a:lnTo>
                    <a:pt x="172097" y="334261"/>
                  </a:lnTo>
                  <a:lnTo>
                    <a:pt x="177399" y="334020"/>
                  </a:lnTo>
                  <a:lnTo>
                    <a:pt x="182692" y="333611"/>
                  </a:lnTo>
                  <a:lnTo>
                    <a:pt x="187969" y="333033"/>
                  </a:lnTo>
                  <a:lnTo>
                    <a:pt x="193224" y="332289"/>
                  </a:lnTo>
                  <a:lnTo>
                    <a:pt x="198454" y="331378"/>
                  </a:lnTo>
                  <a:lnTo>
                    <a:pt x="203652" y="330301"/>
                  </a:lnTo>
                  <a:lnTo>
                    <a:pt x="208813" y="329060"/>
                  </a:lnTo>
                  <a:lnTo>
                    <a:pt x="213932" y="327656"/>
                  </a:lnTo>
                  <a:lnTo>
                    <a:pt x="219004" y="326090"/>
                  </a:lnTo>
                  <a:lnTo>
                    <a:pt x="224024" y="324364"/>
                  </a:lnTo>
                  <a:lnTo>
                    <a:pt x="228986" y="322479"/>
                  </a:lnTo>
                  <a:lnTo>
                    <a:pt x="233886" y="320437"/>
                  </a:lnTo>
                  <a:lnTo>
                    <a:pt x="238719" y="318241"/>
                  </a:lnTo>
                  <a:lnTo>
                    <a:pt x="243479" y="315893"/>
                  </a:lnTo>
                  <a:lnTo>
                    <a:pt x="248163" y="313395"/>
                  </a:lnTo>
                  <a:lnTo>
                    <a:pt x="252764" y="310749"/>
                  </a:lnTo>
                  <a:lnTo>
                    <a:pt x="257280" y="307958"/>
                  </a:lnTo>
                  <a:lnTo>
                    <a:pt x="261705" y="305026"/>
                  </a:lnTo>
                  <a:lnTo>
                    <a:pt x="266034" y="301954"/>
                  </a:lnTo>
                  <a:lnTo>
                    <a:pt x="270264" y="298747"/>
                  </a:lnTo>
                  <a:lnTo>
                    <a:pt x="274389" y="295407"/>
                  </a:lnTo>
                  <a:lnTo>
                    <a:pt x="278407" y="291937"/>
                  </a:lnTo>
                  <a:lnTo>
                    <a:pt x="282312" y="288342"/>
                  </a:lnTo>
                  <a:lnTo>
                    <a:pt x="286102" y="284625"/>
                  </a:lnTo>
                  <a:lnTo>
                    <a:pt x="289771" y="280789"/>
                  </a:lnTo>
                  <a:lnTo>
                    <a:pt x="293317" y="276839"/>
                  </a:lnTo>
                  <a:lnTo>
                    <a:pt x="296735" y="272778"/>
                  </a:lnTo>
                  <a:lnTo>
                    <a:pt x="300023" y="268610"/>
                  </a:lnTo>
                  <a:lnTo>
                    <a:pt x="303177" y="264340"/>
                  </a:lnTo>
                  <a:lnTo>
                    <a:pt x="306193" y="259973"/>
                  </a:lnTo>
                  <a:lnTo>
                    <a:pt x="309070" y="255511"/>
                  </a:lnTo>
                  <a:lnTo>
                    <a:pt x="311803" y="250961"/>
                  </a:lnTo>
                  <a:lnTo>
                    <a:pt x="314391" y="246326"/>
                  </a:lnTo>
                  <a:lnTo>
                    <a:pt x="316830" y="241612"/>
                  </a:lnTo>
                  <a:lnTo>
                    <a:pt x="319118" y="236822"/>
                  </a:lnTo>
                  <a:lnTo>
                    <a:pt x="321253" y="231962"/>
                  </a:lnTo>
                  <a:lnTo>
                    <a:pt x="323232" y="227037"/>
                  </a:lnTo>
                  <a:lnTo>
                    <a:pt x="325055" y="222051"/>
                  </a:lnTo>
                  <a:lnTo>
                    <a:pt x="326718" y="217010"/>
                  </a:lnTo>
                  <a:lnTo>
                    <a:pt x="328220" y="211919"/>
                  </a:lnTo>
                  <a:lnTo>
                    <a:pt x="329559" y="206782"/>
                  </a:lnTo>
                  <a:lnTo>
                    <a:pt x="330735" y="201606"/>
                  </a:lnTo>
                  <a:lnTo>
                    <a:pt x="331746" y="196395"/>
                  </a:lnTo>
                  <a:lnTo>
                    <a:pt x="332591" y="191154"/>
                  </a:lnTo>
                  <a:lnTo>
                    <a:pt x="333269" y="185889"/>
                  </a:lnTo>
                  <a:lnTo>
                    <a:pt x="333780" y="180606"/>
                  </a:lnTo>
                  <a:lnTo>
                    <a:pt x="334123" y="175309"/>
                  </a:lnTo>
                  <a:lnTo>
                    <a:pt x="334297" y="170003"/>
                  </a:lnTo>
                  <a:lnTo>
                    <a:pt x="334303" y="164695"/>
                  </a:lnTo>
                  <a:lnTo>
                    <a:pt x="334140" y="159389"/>
                  </a:lnTo>
                  <a:lnTo>
                    <a:pt x="333809" y="154092"/>
                  </a:lnTo>
                  <a:lnTo>
                    <a:pt x="333310" y="148807"/>
                  </a:lnTo>
                  <a:lnTo>
                    <a:pt x="332643" y="143541"/>
                  </a:lnTo>
                  <a:lnTo>
                    <a:pt x="331810" y="138298"/>
                  </a:lnTo>
                  <a:lnTo>
                    <a:pt x="330810" y="133085"/>
                  </a:lnTo>
                  <a:lnTo>
                    <a:pt x="329645" y="127906"/>
                  </a:lnTo>
                  <a:lnTo>
                    <a:pt x="328317" y="122767"/>
                  </a:lnTo>
                  <a:lnTo>
                    <a:pt x="326826" y="117672"/>
                  </a:lnTo>
                  <a:lnTo>
                    <a:pt x="325174" y="112628"/>
                  </a:lnTo>
                  <a:lnTo>
                    <a:pt x="323363" y="107638"/>
                  </a:lnTo>
                  <a:lnTo>
                    <a:pt x="321394" y="102708"/>
                  </a:lnTo>
                  <a:lnTo>
                    <a:pt x="319270" y="97844"/>
                  </a:lnTo>
                  <a:lnTo>
                    <a:pt x="316992" y="93049"/>
                  </a:lnTo>
                  <a:lnTo>
                    <a:pt x="314563" y="88329"/>
                  </a:lnTo>
                  <a:lnTo>
                    <a:pt x="311986" y="83689"/>
                  </a:lnTo>
                  <a:lnTo>
                    <a:pt x="309262" y="79132"/>
                  </a:lnTo>
                  <a:lnTo>
                    <a:pt x="306395" y="74665"/>
                  </a:lnTo>
                  <a:lnTo>
                    <a:pt x="303388" y="70290"/>
                  </a:lnTo>
                  <a:lnTo>
                    <a:pt x="300244" y="66014"/>
                  </a:lnTo>
                  <a:lnTo>
                    <a:pt x="296965" y="61839"/>
                  </a:lnTo>
                  <a:lnTo>
                    <a:pt x="293555" y="57771"/>
                  </a:lnTo>
                  <a:lnTo>
                    <a:pt x="290018" y="53813"/>
                  </a:lnTo>
                  <a:lnTo>
                    <a:pt x="286358" y="49969"/>
                  </a:lnTo>
                  <a:lnTo>
                    <a:pt x="282576" y="46243"/>
                  </a:lnTo>
                  <a:lnTo>
                    <a:pt x="278679" y="42639"/>
                  </a:lnTo>
                  <a:lnTo>
                    <a:pt x="274669" y="39161"/>
                  </a:lnTo>
                  <a:lnTo>
                    <a:pt x="270551" y="35812"/>
                  </a:lnTo>
                  <a:lnTo>
                    <a:pt x="266328" y="32596"/>
                  </a:lnTo>
                  <a:lnTo>
                    <a:pt x="262005" y="29515"/>
                  </a:lnTo>
                  <a:lnTo>
                    <a:pt x="257587" y="26573"/>
                  </a:lnTo>
                  <a:lnTo>
                    <a:pt x="253078" y="23772"/>
                  </a:lnTo>
                  <a:lnTo>
                    <a:pt x="248481" y="21116"/>
                  </a:lnTo>
                  <a:lnTo>
                    <a:pt x="243803" y="18608"/>
                  </a:lnTo>
                  <a:lnTo>
                    <a:pt x="239048" y="16249"/>
                  </a:lnTo>
                  <a:lnTo>
                    <a:pt x="234220" y="14043"/>
                  </a:lnTo>
                  <a:lnTo>
                    <a:pt x="229325" y="11990"/>
                  </a:lnTo>
                  <a:lnTo>
                    <a:pt x="224366" y="10095"/>
                  </a:lnTo>
                  <a:lnTo>
                    <a:pt x="219350" y="8357"/>
                  </a:lnTo>
                  <a:lnTo>
                    <a:pt x="214282" y="6780"/>
                  </a:lnTo>
                  <a:lnTo>
                    <a:pt x="209166" y="5365"/>
                  </a:lnTo>
                  <a:lnTo>
                    <a:pt x="204008" y="4113"/>
                  </a:lnTo>
                  <a:lnTo>
                    <a:pt x="198812" y="3025"/>
                  </a:lnTo>
                  <a:lnTo>
                    <a:pt x="193585" y="2102"/>
                  </a:lnTo>
                  <a:lnTo>
                    <a:pt x="188330" y="1346"/>
                  </a:lnTo>
                  <a:lnTo>
                    <a:pt x="183055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65988" y="5018213"/>
              <a:ext cx="155051" cy="167167"/>
            </a:xfrm>
            <a:custGeom>
              <a:avLst/>
              <a:pathLst>
                <a:path w="155051" h="167167">
                  <a:moveTo>
                    <a:pt x="155051" y="0"/>
                  </a:moveTo>
                  <a:lnTo>
                    <a:pt x="149536" y="90"/>
                  </a:lnTo>
                  <a:lnTo>
                    <a:pt x="144028" y="363"/>
                  </a:lnTo>
                  <a:lnTo>
                    <a:pt x="138532" y="818"/>
                  </a:lnTo>
                  <a:lnTo>
                    <a:pt x="133054" y="1453"/>
                  </a:lnTo>
                  <a:lnTo>
                    <a:pt x="127599" y="2269"/>
                  </a:lnTo>
                  <a:lnTo>
                    <a:pt x="122175" y="3264"/>
                  </a:lnTo>
                  <a:lnTo>
                    <a:pt x="116786" y="4438"/>
                  </a:lnTo>
                  <a:lnTo>
                    <a:pt x="111439" y="5788"/>
                  </a:lnTo>
                  <a:lnTo>
                    <a:pt x="106140" y="7315"/>
                  </a:lnTo>
                  <a:lnTo>
                    <a:pt x="100893" y="9015"/>
                  </a:lnTo>
                  <a:lnTo>
                    <a:pt x="95706" y="10888"/>
                  </a:lnTo>
                  <a:lnTo>
                    <a:pt x="90583" y="12930"/>
                  </a:lnTo>
                  <a:lnTo>
                    <a:pt x="85531" y="15141"/>
                  </a:lnTo>
                  <a:lnTo>
                    <a:pt x="80554" y="17517"/>
                  </a:lnTo>
                  <a:lnTo>
                    <a:pt x="75658" y="20056"/>
                  </a:lnTo>
                  <a:lnTo>
                    <a:pt x="70848" y="22754"/>
                  </a:lnTo>
                  <a:lnTo>
                    <a:pt x="66131" y="25611"/>
                  </a:lnTo>
                  <a:lnTo>
                    <a:pt x="61510" y="28621"/>
                  </a:lnTo>
                  <a:lnTo>
                    <a:pt x="56990" y="31782"/>
                  </a:lnTo>
                  <a:lnTo>
                    <a:pt x="52578" y="35090"/>
                  </a:lnTo>
                  <a:lnTo>
                    <a:pt x="48277" y="38542"/>
                  </a:lnTo>
                  <a:lnTo>
                    <a:pt x="44092" y="42134"/>
                  </a:lnTo>
                  <a:lnTo>
                    <a:pt x="40028" y="45862"/>
                  </a:lnTo>
                  <a:lnTo>
                    <a:pt x="36089" y="49722"/>
                  </a:lnTo>
                  <a:lnTo>
                    <a:pt x="32280" y="53710"/>
                  </a:lnTo>
                  <a:lnTo>
                    <a:pt x="28604" y="57822"/>
                  </a:lnTo>
                  <a:lnTo>
                    <a:pt x="25066" y="62052"/>
                  </a:lnTo>
                  <a:lnTo>
                    <a:pt x="21670" y="66397"/>
                  </a:lnTo>
                  <a:lnTo>
                    <a:pt x="18418" y="70852"/>
                  </a:lnTo>
                  <a:lnTo>
                    <a:pt x="15316" y="75411"/>
                  </a:lnTo>
                  <a:lnTo>
                    <a:pt x="12365" y="80071"/>
                  </a:lnTo>
                  <a:lnTo>
                    <a:pt x="9570" y="84825"/>
                  </a:lnTo>
                  <a:lnTo>
                    <a:pt x="6933" y="89668"/>
                  </a:lnTo>
                  <a:lnTo>
                    <a:pt x="4457" y="94596"/>
                  </a:lnTo>
                  <a:lnTo>
                    <a:pt x="2145" y="99603"/>
                  </a:lnTo>
                  <a:lnTo>
                    <a:pt x="0" y="104684"/>
                  </a:lnTo>
                  <a:lnTo>
                    <a:pt x="1550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65988" y="5122897"/>
              <a:ext cx="155051" cy="62483"/>
            </a:xfrm>
            <a:custGeom>
              <a:avLst/>
              <a:pathLst>
                <a:path w="155051" h="62483">
                  <a:moveTo>
                    <a:pt x="0" y="0"/>
                  </a:moveTo>
                  <a:lnTo>
                    <a:pt x="155051" y="62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65988" y="5122897"/>
              <a:ext cx="155051" cy="62483"/>
            </a:xfrm>
            <a:custGeom>
              <a:avLst/>
              <a:pathLst>
                <a:path w="155051" h="62483">
                  <a:moveTo>
                    <a:pt x="0" y="0"/>
                  </a:moveTo>
                  <a:lnTo>
                    <a:pt x="155051" y="624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5988" y="5122897"/>
              <a:ext cx="155051" cy="62483"/>
            </a:xfrm>
            <a:custGeom>
              <a:avLst/>
              <a:pathLst>
                <a:path w="155051" h="62483">
                  <a:moveTo>
                    <a:pt x="0" y="0"/>
                  </a:moveTo>
                  <a:lnTo>
                    <a:pt x="155051" y="624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4915" y="5122897"/>
              <a:ext cx="166123" cy="62483"/>
            </a:xfrm>
            <a:custGeom>
              <a:avLst/>
              <a:pathLst>
                <a:path w="166123" h="62483">
                  <a:moveTo>
                    <a:pt x="11072" y="0"/>
                  </a:moveTo>
                  <a:lnTo>
                    <a:pt x="8768" y="6054"/>
                  </a:lnTo>
                  <a:lnTo>
                    <a:pt x="6700" y="12192"/>
                  </a:lnTo>
                  <a:lnTo>
                    <a:pt x="4871" y="18407"/>
                  </a:lnTo>
                  <a:lnTo>
                    <a:pt x="3284" y="24687"/>
                  </a:lnTo>
                  <a:lnTo>
                    <a:pt x="1942" y="31024"/>
                  </a:lnTo>
                  <a:lnTo>
                    <a:pt x="847" y="37409"/>
                  </a:lnTo>
                  <a:lnTo>
                    <a:pt x="0" y="43831"/>
                  </a:lnTo>
                  <a:lnTo>
                    <a:pt x="166123" y="624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890" y="5018213"/>
              <a:ext cx="334295" cy="334334"/>
            </a:xfrm>
            <a:custGeom>
              <a:avLst/>
              <a:pathLst>
                <a:path w="334295" h="334334">
                  <a:moveTo>
                    <a:pt x="1024" y="148515"/>
                  </a:moveTo>
                  <a:lnTo>
                    <a:pt x="516" y="153796"/>
                  </a:lnTo>
                  <a:lnTo>
                    <a:pt x="176" y="159091"/>
                  </a:lnTo>
                  <a:lnTo>
                    <a:pt x="3" y="164393"/>
                  </a:lnTo>
                  <a:lnTo>
                    <a:pt x="0" y="169699"/>
                  </a:lnTo>
                  <a:lnTo>
                    <a:pt x="164" y="175001"/>
                  </a:lnTo>
                  <a:lnTo>
                    <a:pt x="497" y="180296"/>
                  </a:lnTo>
                  <a:lnTo>
                    <a:pt x="997" y="185578"/>
                  </a:lnTo>
                  <a:lnTo>
                    <a:pt x="1665" y="190841"/>
                  </a:lnTo>
                  <a:lnTo>
                    <a:pt x="2500" y="196081"/>
                  </a:lnTo>
                  <a:lnTo>
                    <a:pt x="3500" y="201291"/>
                  </a:lnTo>
                  <a:lnTo>
                    <a:pt x="4665" y="206467"/>
                  </a:lnTo>
                  <a:lnTo>
                    <a:pt x="5994" y="211603"/>
                  </a:lnTo>
                  <a:lnTo>
                    <a:pt x="7486" y="216694"/>
                  </a:lnTo>
                  <a:lnTo>
                    <a:pt x="9138" y="221736"/>
                  </a:lnTo>
                  <a:lnTo>
                    <a:pt x="10949" y="226722"/>
                  </a:lnTo>
                  <a:lnTo>
                    <a:pt x="12917" y="231649"/>
                  </a:lnTo>
                  <a:lnTo>
                    <a:pt x="15041" y="236511"/>
                  </a:lnTo>
                  <a:lnTo>
                    <a:pt x="17318" y="241303"/>
                  </a:lnTo>
                  <a:lnTo>
                    <a:pt x="19746" y="246020"/>
                  </a:lnTo>
                  <a:lnTo>
                    <a:pt x="22323" y="250658"/>
                  </a:lnTo>
                  <a:lnTo>
                    <a:pt x="25045" y="255211"/>
                  </a:lnTo>
                  <a:lnTo>
                    <a:pt x="27911" y="259676"/>
                  </a:lnTo>
                  <a:lnTo>
                    <a:pt x="30916" y="264048"/>
                  </a:lnTo>
                  <a:lnTo>
                    <a:pt x="34059" y="268322"/>
                  </a:lnTo>
                  <a:lnTo>
                    <a:pt x="37336" y="272495"/>
                  </a:lnTo>
                  <a:lnTo>
                    <a:pt x="40744" y="276561"/>
                  </a:lnTo>
                  <a:lnTo>
                    <a:pt x="44279" y="280517"/>
                  </a:lnTo>
                  <a:lnTo>
                    <a:pt x="47938" y="284359"/>
                  </a:lnTo>
                  <a:lnTo>
                    <a:pt x="51717" y="288083"/>
                  </a:lnTo>
                  <a:lnTo>
                    <a:pt x="55612" y="291685"/>
                  </a:lnTo>
                  <a:lnTo>
                    <a:pt x="59619" y="295161"/>
                  </a:lnTo>
                  <a:lnTo>
                    <a:pt x="63735" y="298509"/>
                  </a:lnTo>
                  <a:lnTo>
                    <a:pt x="67955" y="301724"/>
                  </a:lnTo>
                  <a:lnTo>
                    <a:pt x="72275" y="304804"/>
                  </a:lnTo>
                  <a:lnTo>
                    <a:pt x="76690" y="307746"/>
                  </a:lnTo>
                  <a:lnTo>
                    <a:pt x="81197" y="310545"/>
                  </a:lnTo>
                  <a:lnTo>
                    <a:pt x="85790" y="313201"/>
                  </a:lnTo>
                  <a:lnTo>
                    <a:pt x="90465" y="315709"/>
                  </a:lnTo>
                  <a:lnTo>
                    <a:pt x="95217" y="318067"/>
                  </a:lnTo>
                  <a:lnTo>
                    <a:pt x="100042" y="320274"/>
                  </a:lnTo>
                  <a:lnTo>
                    <a:pt x="104934" y="322326"/>
                  </a:lnTo>
                  <a:lnTo>
                    <a:pt x="109889" y="324222"/>
                  </a:lnTo>
                  <a:lnTo>
                    <a:pt x="114902" y="325960"/>
                  </a:lnTo>
                  <a:lnTo>
                    <a:pt x="119967" y="327538"/>
                  </a:lnTo>
                  <a:lnTo>
                    <a:pt x="125080" y="328955"/>
                  </a:lnTo>
                  <a:lnTo>
                    <a:pt x="130235" y="330208"/>
                  </a:lnTo>
                  <a:lnTo>
                    <a:pt x="135427" y="331297"/>
                  </a:lnTo>
                  <a:lnTo>
                    <a:pt x="140651" y="332221"/>
                  </a:lnTo>
                  <a:lnTo>
                    <a:pt x="145902" y="332979"/>
                  </a:lnTo>
                  <a:lnTo>
                    <a:pt x="151175" y="333570"/>
                  </a:lnTo>
                  <a:lnTo>
                    <a:pt x="156463" y="333993"/>
                  </a:lnTo>
                  <a:lnTo>
                    <a:pt x="161762" y="334248"/>
                  </a:lnTo>
                  <a:lnTo>
                    <a:pt x="167067" y="334334"/>
                  </a:lnTo>
                  <a:lnTo>
                    <a:pt x="172372" y="334253"/>
                  </a:lnTo>
                  <a:lnTo>
                    <a:pt x="177671" y="334003"/>
                  </a:lnTo>
                  <a:lnTo>
                    <a:pt x="182960" y="333585"/>
                  </a:lnTo>
                  <a:lnTo>
                    <a:pt x="188233" y="332999"/>
                  </a:lnTo>
                  <a:lnTo>
                    <a:pt x="193485" y="332247"/>
                  </a:lnTo>
                  <a:lnTo>
                    <a:pt x="198710" y="331328"/>
                  </a:lnTo>
                  <a:lnTo>
                    <a:pt x="203903" y="330244"/>
                  </a:lnTo>
                  <a:lnTo>
                    <a:pt x="209060" y="328995"/>
                  </a:lnTo>
                  <a:lnTo>
                    <a:pt x="214174" y="327584"/>
                  </a:lnTo>
                  <a:lnTo>
                    <a:pt x="219241" y="326011"/>
                  </a:lnTo>
                  <a:lnTo>
                    <a:pt x="224255" y="324277"/>
                  </a:lnTo>
                  <a:lnTo>
                    <a:pt x="229212" y="322386"/>
                  </a:lnTo>
                  <a:lnTo>
                    <a:pt x="234106" y="320339"/>
                  </a:lnTo>
                  <a:lnTo>
                    <a:pt x="238933" y="318137"/>
                  </a:lnTo>
                  <a:lnTo>
                    <a:pt x="243688" y="315783"/>
                  </a:lnTo>
                  <a:lnTo>
                    <a:pt x="248365" y="313279"/>
                  </a:lnTo>
                  <a:lnTo>
                    <a:pt x="252961" y="310628"/>
                  </a:lnTo>
                  <a:lnTo>
                    <a:pt x="257470" y="307833"/>
                  </a:lnTo>
                  <a:lnTo>
                    <a:pt x="261888" y="304896"/>
                  </a:lnTo>
                  <a:lnTo>
                    <a:pt x="266211" y="301820"/>
                  </a:lnTo>
                  <a:lnTo>
                    <a:pt x="270434" y="298609"/>
                  </a:lnTo>
                  <a:lnTo>
                    <a:pt x="274553" y="295265"/>
                  </a:lnTo>
                  <a:lnTo>
                    <a:pt x="278564" y="291792"/>
                  </a:lnTo>
                  <a:lnTo>
                    <a:pt x="282462" y="288194"/>
                  </a:lnTo>
                  <a:lnTo>
                    <a:pt x="286245" y="284474"/>
                  </a:lnTo>
                  <a:lnTo>
                    <a:pt x="289907" y="280635"/>
                  </a:lnTo>
                  <a:lnTo>
                    <a:pt x="293446" y="276683"/>
                  </a:lnTo>
                  <a:lnTo>
                    <a:pt x="296858" y="272620"/>
                  </a:lnTo>
                  <a:lnTo>
                    <a:pt x="300139" y="268451"/>
                  </a:lnTo>
                  <a:lnTo>
                    <a:pt x="303286" y="264179"/>
                  </a:lnTo>
                  <a:lnTo>
                    <a:pt x="306296" y="259810"/>
                  </a:lnTo>
                  <a:lnTo>
                    <a:pt x="309165" y="255348"/>
                  </a:lnTo>
                  <a:lnTo>
                    <a:pt x="311892" y="250797"/>
                  </a:lnTo>
                  <a:lnTo>
                    <a:pt x="314473" y="246162"/>
                  </a:lnTo>
                  <a:lnTo>
                    <a:pt x="316906" y="241447"/>
                  </a:lnTo>
                  <a:lnTo>
                    <a:pt x="319187" y="236657"/>
                  </a:lnTo>
                  <a:lnTo>
                    <a:pt x="321316" y="231798"/>
                  </a:lnTo>
                  <a:lnTo>
                    <a:pt x="323289" y="226873"/>
                  </a:lnTo>
                  <a:lnTo>
                    <a:pt x="325105" y="221888"/>
                  </a:lnTo>
                  <a:lnTo>
                    <a:pt x="326762" y="216848"/>
                  </a:lnTo>
                  <a:lnTo>
                    <a:pt x="328258" y="211758"/>
                  </a:lnTo>
                  <a:lnTo>
                    <a:pt x="329592" y="206623"/>
                  </a:lnTo>
                  <a:lnTo>
                    <a:pt x="330762" y="201449"/>
                  </a:lnTo>
                  <a:lnTo>
                    <a:pt x="331768" y="196239"/>
                  </a:lnTo>
                  <a:lnTo>
                    <a:pt x="332607" y="191001"/>
                  </a:lnTo>
                  <a:lnTo>
                    <a:pt x="333280" y="185738"/>
                  </a:lnTo>
                  <a:lnTo>
                    <a:pt x="333786" y="180457"/>
                  </a:lnTo>
                  <a:lnTo>
                    <a:pt x="334124" y="175163"/>
                  </a:lnTo>
                  <a:lnTo>
                    <a:pt x="334294" y="169860"/>
                  </a:lnTo>
                  <a:lnTo>
                    <a:pt x="334295" y="164555"/>
                  </a:lnTo>
                  <a:lnTo>
                    <a:pt x="334128" y="159252"/>
                  </a:lnTo>
                  <a:lnTo>
                    <a:pt x="333792" y="153957"/>
                  </a:lnTo>
                  <a:lnTo>
                    <a:pt x="333289" y="148676"/>
                  </a:lnTo>
                  <a:lnTo>
                    <a:pt x="332619" y="143413"/>
                  </a:lnTo>
                  <a:lnTo>
                    <a:pt x="331782" y="138174"/>
                  </a:lnTo>
                  <a:lnTo>
                    <a:pt x="330779" y="132964"/>
                  </a:lnTo>
                  <a:lnTo>
                    <a:pt x="329611" y="127789"/>
                  </a:lnTo>
                  <a:lnTo>
                    <a:pt x="328280" y="122653"/>
                  </a:lnTo>
                  <a:lnTo>
                    <a:pt x="326786" y="117563"/>
                  </a:lnTo>
                  <a:lnTo>
                    <a:pt x="325132" y="112522"/>
                  </a:lnTo>
                  <a:lnTo>
                    <a:pt x="323318" y="107536"/>
                  </a:lnTo>
                  <a:lnTo>
                    <a:pt x="321347" y="102610"/>
                  </a:lnTo>
                  <a:lnTo>
                    <a:pt x="319221" y="97750"/>
                  </a:lnTo>
                  <a:lnTo>
                    <a:pt x="316941" y="92959"/>
                  </a:lnTo>
                  <a:lnTo>
                    <a:pt x="314511" y="88243"/>
                  </a:lnTo>
                  <a:lnTo>
                    <a:pt x="311932" y="83606"/>
                  </a:lnTo>
                  <a:lnTo>
                    <a:pt x="309208" y="79054"/>
                  </a:lnTo>
                  <a:lnTo>
                    <a:pt x="306340" y="74591"/>
                  </a:lnTo>
                  <a:lnTo>
                    <a:pt x="303333" y="70220"/>
                  </a:lnTo>
                  <a:lnTo>
                    <a:pt x="300188" y="65948"/>
                  </a:lnTo>
                  <a:lnTo>
                    <a:pt x="296909" y="61777"/>
                  </a:lnTo>
                  <a:lnTo>
                    <a:pt x="293499" y="57712"/>
                  </a:lnTo>
                  <a:lnTo>
                    <a:pt x="289962" y="53758"/>
                  </a:lnTo>
                  <a:lnTo>
                    <a:pt x="286301" y="49918"/>
                  </a:lnTo>
                  <a:lnTo>
                    <a:pt x="282521" y="46196"/>
                  </a:lnTo>
                  <a:lnTo>
                    <a:pt x="278624" y="42595"/>
                  </a:lnTo>
                  <a:lnTo>
                    <a:pt x="274615" y="39121"/>
                  </a:lnTo>
                  <a:lnTo>
                    <a:pt x="270497" y="35775"/>
                  </a:lnTo>
                  <a:lnTo>
                    <a:pt x="266276" y="32562"/>
                  </a:lnTo>
                  <a:lnTo>
                    <a:pt x="261954" y="29484"/>
                  </a:lnTo>
                  <a:lnTo>
                    <a:pt x="257538" y="26545"/>
                  </a:lnTo>
                  <a:lnTo>
                    <a:pt x="253030" y="23747"/>
                  </a:lnTo>
                  <a:lnTo>
                    <a:pt x="248435" y="21094"/>
                  </a:lnTo>
                  <a:lnTo>
                    <a:pt x="243759" y="18588"/>
                  </a:lnTo>
                  <a:lnTo>
                    <a:pt x="239006" y="16232"/>
                  </a:lnTo>
                  <a:lnTo>
                    <a:pt x="234180" y="14028"/>
                  </a:lnTo>
                  <a:lnTo>
                    <a:pt x="229287" y="11978"/>
                  </a:lnTo>
                  <a:lnTo>
                    <a:pt x="224331" y="10084"/>
                  </a:lnTo>
                  <a:lnTo>
                    <a:pt x="219317" y="8349"/>
                  </a:lnTo>
                  <a:lnTo>
                    <a:pt x="214251" y="6773"/>
                  </a:lnTo>
                  <a:lnTo>
                    <a:pt x="209138" y="5359"/>
                  </a:lnTo>
                  <a:lnTo>
                    <a:pt x="203982" y="4108"/>
                  </a:lnTo>
                  <a:lnTo>
                    <a:pt x="198789" y="3021"/>
                  </a:lnTo>
                  <a:lnTo>
                    <a:pt x="193564" y="2100"/>
                  </a:lnTo>
                  <a:lnTo>
                    <a:pt x="188313" y="1345"/>
                  </a:lnTo>
                  <a:lnTo>
                    <a:pt x="183040" y="757"/>
                  </a:lnTo>
                  <a:lnTo>
                    <a:pt x="177752" y="336"/>
                  </a:lnTo>
                  <a:lnTo>
                    <a:pt x="172452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256084" y="4659281"/>
              <a:ext cx="183669" cy="334333"/>
            </a:xfrm>
            <a:custGeom>
              <a:avLst/>
              <a:pathLst>
                <a:path w="18366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826449"/>
              <a:ext cx="16518" cy="166349"/>
            </a:xfrm>
            <a:custGeom>
              <a:avLst/>
              <a:pathLst>
                <a:path w="16518" h="166349">
                  <a:moveTo>
                    <a:pt x="16518" y="1663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826449"/>
              <a:ext cx="16518" cy="166349"/>
            </a:xfrm>
            <a:custGeom>
              <a:avLst/>
              <a:pathLst>
                <a:path w="16518" h="166349">
                  <a:moveTo>
                    <a:pt x="16518" y="1663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826449"/>
              <a:ext cx="121093" cy="166349"/>
            </a:xfrm>
            <a:custGeom>
              <a:avLst/>
              <a:pathLst>
                <a:path w="121093" h="166349">
                  <a:moveTo>
                    <a:pt x="16518" y="166349"/>
                  </a:moveTo>
                  <a:lnTo>
                    <a:pt x="22141" y="165694"/>
                  </a:lnTo>
                  <a:lnTo>
                    <a:pt x="27739" y="164849"/>
                  </a:lnTo>
                  <a:lnTo>
                    <a:pt x="33304" y="163816"/>
                  </a:lnTo>
                  <a:lnTo>
                    <a:pt x="38832" y="162594"/>
                  </a:lnTo>
                  <a:lnTo>
                    <a:pt x="44315" y="161186"/>
                  </a:lnTo>
                  <a:lnTo>
                    <a:pt x="49747" y="159593"/>
                  </a:lnTo>
                  <a:lnTo>
                    <a:pt x="55122" y="157817"/>
                  </a:lnTo>
                  <a:lnTo>
                    <a:pt x="60434" y="155861"/>
                  </a:lnTo>
                  <a:lnTo>
                    <a:pt x="65676" y="153725"/>
                  </a:lnTo>
                  <a:lnTo>
                    <a:pt x="70844" y="151413"/>
                  </a:lnTo>
                  <a:lnTo>
                    <a:pt x="75930" y="148928"/>
                  </a:lnTo>
                  <a:lnTo>
                    <a:pt x="80929" y="146271"/>
                  </a:lnTo>
                  <a:lnTo>
                    <a:pt x="85835" y="143447"/>
                  </a:lnTo>
                  <a:lnTo>
                    <a:pt x="90642" y="140459"/>
                  </a:lnTo>
                  <a:lnTo>
                    <a:pt x="95346" y="137309"/>
                  </a:lnTo>
                  <a:lnTo>
                    <a:pt x="99941" y="134002"/>
                  </a:lnTo>
                  <a:lnTo>
                    <a:pt x="104421" y="130541"/>
                  </a:lnTo>
                  <a:lnTo>
                    <a:pt x="108781" y="126931"/>
                  </a:lnTo>
                  <a:lnTo>
                    <a:pt x="113016" y="123175"/>
                  </a:lnTo>
                  <a:lnTo>
                    <a:pt x="117122" y="119278"/>
                  </a:lnTo>
                  <a:lnTo>
                    <a:pt x="121093" y="115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167164" cy="282411"/>
            </a:xfrm>
            <a:custGeom>
              <a:avLst/>
              <a:pathLst>
                <a:path w="167164" h="282411">
                  <a:moveTo>
                    <a:pt x="121093" y="282411"/>
                  </a:moveTo>
                  <a:lnTo>
                    <a:pt x="124711" y="278486"/>
                  </a:lnTo>
                  <a:lnTo>
                    <a:pt x="128202" y="274447"/>
                  </a:lnTo>
                  <a:lnTo>
                    <a:pt x="131563" y="270298"/>
                  </a:lnTo>
                  <a:lnTo>
                    <a:pt x="134789" y="266045"/>
                  </a:lnTo>
                  <a:lnTo>
                    <a:pt x="137878" y="261690"/>
                  </a:lnTo>
                  <a:lnTo>
                    <a:pt x="140826" y="257239"/>
                  </a:lnTo>
                  <a:lnTo>
                    <a:pt x="143630" y="252696"/>
                  </a:lnTo>
                  <a:lnTo>
                    <a:pt x="146288" y="248066"/>
                  </a:lnTo>
                  <a:lnTo>
                    <a:pt x="148797" y="243354"/>
                  </a:lnTo>
                  <a:lnTo>
                    <a:pt x="151153" y="238563"/>
                  </a:lnTo>
                  <a:lnTo>
                    <a:pt x="153356" y="233700"/>
                  </a:lnTo>
                  <a:lnTo>
                    <a:pt x="155403" y="228769"/>
                  </a:lnTo>
                  <a:lnTo>
                    <a:pt x="157290" y="223775"/>
                  </a:lnTo>
                  <a:lnTo>
                    <a:pt x="159018" y="218724"/>
                  </a:lnTo>
                  <a:lnTo>
                    <a:pt x="160583" y="213620"/>
                  </a:lnTo>
                  <a:lnTo>
                    <a:pt x="161985" y="208468"/>
                  </a:lnTo>
                  <a:lnTo>
                    <a:pt x="163221" y="203275"/>
                  </a:lnTo>
                  <a:lnTo>
                    <a:pt x="164291" y="198044"/>
                  </a:lnTo>
                  <a:lnTo>
                    <a:pt x="165193" y="192782"/>
                  </a:lnTo>
                  <a:lnTo>
                    <a:pt x="165926" y="187494"/>
                  </a:lnTo>
                  <a:lnTo>
                    <a:pt x="166491" y="182186"/>
                  </a:lnTo>
                  <a:lnTo>
                    <a:pt x="166886" y="176861"/>
                  </a:lnTo>
                  <a:lnTo>
                    <a:pt x="167110" y="171527"/>
                  </a:lnTo>
                  <a:lnTo>
                    <a:pt x="167164" y="166189"/>
                  </a:lnTo>
                  <a:lnTo>
                    <a:pt x="167048" y="160852"/>
                  </a:lnTo>
                  <a:lnTo>
                    <a:pt x="166761" y="155521"/>
                  </a:lnTo>
                  <a:lnTo>
                    <a:pt x="166304" y="150201"/>
                  </a:lnTo>
                  <a:lnTo>
                    <a:pt x="165677" y="144900"/>
                  </a:lnTo>
                  <a:lnTo>
                    <a:pt x="164882" y="139620"/>
                  </a:lnTo>
                  <a:lnTo>
                    <a:pt x="163918" y="134369"/>
                  </a:lnTo>
                  <a:lnTo>
                    <a:pt x="162787" y="129152"/>
                  </a:lnTo>
                  <a:lnTo>
                    <a:pt x="161490" y="123973"/>
                  </a:lnTo>
                  <a:lnTo>
                    <a:pt x="160029" y="118838"/>
                  </a:lnTo>
                  <a:lnTo>
                    <a:pt x="158404" y="113753"/>
                  </a:lnTo>
                  <a:lnTo>
                    <a:pt x="156617" y="108722"/>
                  </a:lnTo>
                  <a:lnTo>
                    <a:pt x="154671" y="103751"/>
                  </a:lnTo>
                  <a:lnTo>
                    <a:pt x="152567" y="98844"/>
                  </a:lnTo>
                  <a:lnTo>
                    <a:pt x="150308" y="94007"/>
                  </a:lnTo>
                  <a:lnTo>
                    <a:pt x="147895" y="89245"/>
                  </a:lnTo>
                  <a:lnTo>
                    <a:pt x="145331" y="84562"/>
                  </a:lnTo>
                  <a:lnTo>
                    <a:pt x="142619" y="79963"/>
                  </a:lnTo>
                  <a:lnTo>
                    <a:pt x="139762" y="75453"/>
                  </a:lnTo>
                  <a:lnTo>
                    <a:pt x="136762" y="71037"/>
                  </a:lnTo>
                  <a:lnTo>
                    <a:pt x="133623" y="66719"/>
                  </a:lnTo>
                  <a:lnTo>
                    <a:pt x="130347" y="62503"/>
                  </a:lnTo>
                  <a:lnTo>
                    <a:pt x="126938" y="58394"/>
                  </a:lnTo>
                  <a:lnTo>
                    <a:pt x="123400" y="54397"/>
                  </a:lnTo>
                  <a:lnTo>
                    <a:pt x="119736" y="50514"/>
                  </a:lnTo>
                  <a:lnTo>
                    <a:pt x="115950" y="46750"/>
                  </a:lnTo>
                  <a:lnTo>
                    <a:pt x="112046" y="43108"/>
                  </a:lnTo>
                  <a:lnTo>
                    <a:pt x="108027" y="39594"/>
                  </a:lnTo>
                  <a:lnTo>
                    <a:pt x="103899" y="36209"/>
                  </a:lnTo>
                  <a:lnTo>
                    <a:pt x="99664" y="32958"/>
                  </a:lnTo>
                  <a:lnTo>
                    <a:pt x="95328" y="29844"/>
                  </a:lnTo>
                  <a:lnTo>
                    <a:pt x="90894" y="26870"/>
                  </a:lnTo>
                  <a:lnTo>
                    <a:pt x="86368" y="24039"/>
                  </a:lnTo>
                  <a:lnTo>
                    <a:pt x="81753" y="21354"/>
                  </a:lnTo>
                  <a:lnTo>
                    <a:pt x="77055" y="18818"/>
                  </a:lnTo>
                  <a:lnTo>
                    <a:pt x="72279" y="16433"/>
                  </a:lnTo>
                  <a:lnTo>
                    <a:pt x="67429" y="14202"/>
                  </a:lnTo>
                  <a:lnTo>
                    <a:pt x="62510" y="12127"/>
                  </a:lnTo>
                  <a:lnTo>
                    <a:pt x="57527" y="10210"/>
                  </a:lnTo>
                  <a:lnTo>
                    <a:pt x="52486" y="8453"/>
                  </a:lnTo>
                  <a:lnTo>
                    <a:pt x="47391" y="6858"/>
                  </a:lnTo>
                  <a:lnTo>
                    <a:pt x="42248" y="5426"/>
                  </a:lnTo>
                  <a:lnTo>
                    <a:pt x="37062" y="4160"/>
                  </a:lnTo>
                  <a:lnTo>
                    <a:pt x="31837" y="3059"/>
                  </a:lnTo>
                  <a:lnTo>
                    <a:pt x="26581" y="2126"/>
                  </a:lnTo>
                  <a:lnTo>
                    <a:pt x="21297" y="1362"/>
                  </a:lnTo>
                  <a:lnTo>
                    <a:pt x="15992" y="766"/>
                  </a:lnTo>
                  <a:lnTo>
                    <a:pt x="10670" y="340"/>
                  </a:lnTo>
                  <a:lnTo>
                    <a:pt x="533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561321" y="4213821"/>
              <a:ext cx="305868" cy="334333"/>
            </a:xfrm>
            <a:custGeom>
              <a:avLst/>
              <a:pathLst>
                <a:path w="305868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4" y="1341"/>
                  </a:lnTo>
                  <a:lnTo>
                    <a:pt x="140769" y="2094"/>
                  </a:lnTo>
                  <a:lnTo>
                    <a:pt x="135552" y="3013"/>
                  </a:lnTo>
                  <a:lnTo>
                    <a:pt x="130365" y="4097"/>
                  </a:lnTo>
                  <a:lnTo>
                    <a:pt x="125216" y="5345"/>
                  </a:lnTo>
                  <a:lnTo>
                    <a:pt x="120109" y="6755"/>
                  </a:lnTo>
                  <a:lnTo>
                    <a:pt x="115049" y="8326"/>
                  </a:lnTo>
                  <a:lnTo>
                    <a:pt x="110042" y="10057"/>
                  </a:lnTo>
                  <a:lnTo>
                    <a:pt x="105092" y="11946"/>
                  </a:lnTo>
                  <a:lnTo>
                    <a:pt x="100204" y="13990"/>
                  </a:lnTo>
                  <a:lnTo>
                    <a:pt x="95384" y="16189"/>
                  </a:lnTo>
                  <a:lnTo>
                    <a:pt x="90635" y="18539"/>
                  </a:lnTo>
                  <a:lnTo>
                    <a:pt x="85964" y="21038"/>
                  </a:lnTo>
                  <a:lnTo>
                    <a:pt x="81374" y="23684"/>
                  </a:lnTo>
                  <a:lnTo>
                    <a:pt x="76870" y="26475"/>
                  </a:lnTo>
                  <a:lnTo>
                    <a:pt x="72457" y="29406"/>
                  </a:lnTo>
                  <a:lnTo>
                    <a:pt x="68139" y="32476"/>
                  </a:lnTo>
                  <a:lnTo>
                    <a:pt x="63920" y="35682"/>
                  </a:lnTo>
                  <a:lnTo>
                    <a:pt x="59805" y="39019"/>
                  </a:lnTo>
                  <a:lnTo>
                    <a:pt x="55798" y="42485"/>
                  </a:lnTo>
                  <a:lnTo>
                    <a:pt x="51903" y="46077"/>
                  </a:lnTo>
                  <a:lnTo>
                    <a:pt x="48123" y="49790"/>
                  </a:lnTo>
                  <a:lnTo>
                    <a:pt x="44463" y="53620"/>
                  </a:lnTo>
                  <a:lnTo>
                    <a:pt x="40927" y="57565"/>
                  </a:lnTo>
                  <a:lnTo>
                    <a:pt x="37517" y="61620"/>
                  </a:lnTo>
                  <a:lnTo>
                    <a:pt x="34237" y="65782"/>
                  </a:lnTo>
                  <a:lnTo>
                    <a:pt x="31091" y="70044"/>
                  </a:lnTo>
                  <a:lnTo>
                    <a:pt x="28082" y="74405"/>
                  </a:lnTo>
                  <a:lnTo>
                    <a:pt x="25212" y="78859"/>
                  </a:lnTo>
                  <a:lnTo>
                    <a:pt x="22485" y="83401"/>
                  </a:lnTo>
                  <a:lnTo>
                    <a:pt x="19903" y="88027"/>
                  </a:lnTo>
                  <a:lnTo>
                    <a:pt x="17469" y="92733"/>
                  </a:lnTo>
                  <a:lnTo>
                    <a:pt x="15185" y="97514"/>
                  </a:lnTo>
                  <a:lnTo>
                    <a:pt x="13054" y="102365"/>
                  </a:lnTo>
                  <a:lnTo>
                    <a:pt x="11078" y="107281"/>
                  </a:lnTo>
                  <a:lnTo>
                    <a:pt x="9259" y="112257"/>
                  </a:lnTo>
                  <a:lnTo>
                    <a:pt x="7598" y="117288"/>
                  </a:lnTo>
                  <a:lnTo>
                    <a:pt x="6098" y="122369"/>
                  </a:lnTo>
                  <a:lnTo>
                    <a:pt x="4759" y="127495"/>
                  </a:lnTo>
                  <a:lnTo>
                    <a:pt x="3583" y="132661"/>
                  </a:lnTo>
                  <a:lnTo>
                    <a:pt x="2572" y="137862"/>
                  </a:lnTo>
                  <a:lnTo>
                    <a:pt x="1726" y="143092"/>
                  </a:lnTo>
                  <a:lnTo>
                    <a:pt x="1046" y="148347"/>
                  </a:lnTo>
                  <a:lnTo>
                    <a:pt x="533" y="153620"/>
                  </a:lnTo>
                  <a:lnTo>
                    <a:pt x="187" y="158907"/>
                  </a:lnTo>
                  <a:lnTo>
                    <a:pt x="10" y="164202"/>
                  </a:lnTo>
                  <a:lnTo>
                    <a:pt x="0" y="169500"/>
                  </a:lnTo>
                  <a:lnTo>
                    <a:pt x="157" y="174796"/>
                  </a:lnTo>
                  <a:lnTo>
                    <a:pt x="483" y="180084"/>
                  </a:lnTo>
                  <a:lnTo>
                    <a:pt x="976" y="185359"/>
                  </a:lnTo>
                  <a:lnTo>
                    <a:pt x="1636" y="190616"/>
                  </a:lnTo>
                  <a:lnTo>
                    <a:pt x="2462" y="195850"/>
                  </a:lnTo>
                  <a:lnTo>
                    <a:pt x="3454" y="201054"/>
                  </a:lnTo>
                  <a:lnTo>
                    <a:pt x="4610" y="206225"/>
                  </a:lnTo>
                  <a:lnTo>
                    <a:pt x="5929" y="211356"/>
                  </a:lnTo>
                  <a:lnTo>
                    <a:pt x="7411" y="216443"/>
                  </a:lnTo>
                  <a:lnTo>
                    <a:pt x="9052" y="221480"/>
                  </a:lnTo>
                  <a:lnTo>
                    <a:pt x="10853" y="226463"/>
                  </a:lnTo>
                  <a:lnTo>
                    <a:pt x="12811" y="231386"/>
                  </a:lnTo>
                  <a:lnTo>
                    <a:pt x="14923" y="236245"/>
                  </a:lnTo>
                  <a:lnTo>
                    <a:pt x="17189" y="241034"/>
                  </a:lnTo>
                  <a:lnTo>
                    <a:pt x="19605" y="245749"/>
                  </a:lnTo>
                  <a:lnTo>
                    <a:pt x="22169" y="250386"/>
                  </a:lnTo>
                  <a:lnTo>
                    <a:pt x="24879" y="254938"/>
                  </a:lnTo>
                  <a:lnTo>
                    <a:pt x="27732" y="259403"/>
                  </a:lnTo>
                  <a:lnTo>
                    <a:pt x="30725" y="263775"/>
                  </a:lnTo>
                  <a:lnTo>
                    <a:pt x="33855" y="268049"/>
                  </a:lnTo>
                  <a:lnTo>
                    <a:pt x="37119" y="272223"/>
                  </a:lnTo>
                  <a:lnTo>
                    <a:pt x="40514" y="276291"/>
                  </a:lnTo>
                  <a:lnTo>
                    <a:pt x="44035" y="280249"/>
                  </a:lnTo>
                  <a:lnTo>
                    <a:pt x="47681" y="284094"/>
                  </a:lnTo>
                  <a:lnTo>
                    <a:pt x="51446" y="287821"/>
                  </a:lnTo>
                  <a:lnTo>
                    <a:pt x="55328" y="291427"/>
                  </a:lnTo>
                  <a:lnTo>
                    <a:pt x="59322" y="294908"/>
                  </a:lnTo>
                  <a:lnTo>
                    <a:pt x="63424" y="298261"/>
                  </a:lnTo>
                  <a:lnTo>
                    <a:pt x="67630" y="301482"/>
                  </a:lnTo>
                  <a:lnTo>
                    <a:pt x="71937" y="304569"/>
                  </a:lnTo>
                  <a:lnTo>
                    <a:pt x="76339" y="307517"/>
                  </a:lnTo>
                  <a:lnTo>
                    <a:pt x="80832" y="310324"/>
                  </a:lnTo>
                  <a:lnTo>
                    <a:pt x="85412" y="312988"/>
                  </a:lnTo>
                  <a:lnTo>
                    <a:pt x="90074" y="315505"/>
                  </a:lnTo>
                  <a:lnTo>
                    <a:pt x="94814" y="317873"/>
                  </a:lnTo>
                  <a:lnTo>
                    <a:pt x="99626" y="320090"/>
                  </a:lnTo>
                  <a:lnTo>
                    <a:pt x="104506" y="322153"/>
                  </a:lnTo>
                  <a:lnTo>
                    <a:pt x="109449" y="324060"/>
                  </a:lnTo>
                  <a:lnTo>
                    <a:pt x="114450" y="325810"/>
                  </a:lnTo>
                  <a:lnTo>
                    <a:pt x="119503" y="327400"/>
                  </a:lnTo>
                  <a:lnTo>
                    <a:pt x="124605" y="328830"/>
                  </a:lnTo>
                  <a:lnTo>
                    <a:pt x="129750" y="330097"/>
                  </a:lnTo>
                  <a:lnTo>
                    <a:pt x="134932" y="331200"/>
                  </a:lnTo>
                  <a:lnTo>
                    <a:pt x="140146" y="332139"/>
                  </a:lnTo>
                  <a:lnTo>
                    <a:pt x="145387" y="332912"/>
                  </a:lnTo>
                  <a:lnTo>
                    <a:pt x="150651" y="333518"/>
                  </a:lnTo>
                  <a:lnTo>
                    <a:pt x="155931" y="333957"/>
                  </a:lnTo>
                  <a:lnTo>
                    <a:pt x="161222" y="334229"/>
                  </a:lnTo>
                  <a:lnTo>
                    <a:pt x="166519" y="334333"/>
                  </a:lnTo>
                  <a:lnTo>
                    <a:pt x="171817" y="334269"/>
                  </a:lnTo>
                  <a:lnTo>
                    <a:pt x="177110" y="334037"/>
                  </a:lnTo>
                  <a:lnTo>
                    <a:pt x="182393" y="333638"/>
                  </a:lnTo>
                  <a:lnTo>
                    <a:pt x="187661" y="333071"/>
                  </a:lnTo>
                  <a:lnTo>
                    <a:pt x="192908" y="332338"/>
                  </a:lnTo>
                  <a:lnTo>
                    <a:pt x="198129" y="331439"/>
                  </a:lnTo>
                  <a:lnTo>
                    <a:pt x="203319" y="330375"/>
                  </a:lnTo>
                  <a:lnTo>
                    <a:pt x="208473" y="329147"/>
                  </a:lnTo>
                  <a:lnTo>
                    <a:pt x="213586" y="327756"/>
                  </a:lnTo>
                  <a:lnTo>
                    <a:pt x="218651" y="326204"/>
                  </a:lnTo>
                  <a:lnTo>
                    <a:pt x="223665" y="324492"/>
                  </a:lnTo>
                  <a:lnTo>
                    <a:pt x="228622" y="322622"/>
                  </a:lnTo>
                  <a:lnTo>
                    <a:pt x="233518" y="320596"/>
                  </a:lnTo>
                  <a:lnTo>
                    <a:pt x="238347" y="318415"/>
                  </a:lnTo>
                  <a:lnTo>
                    <a:pt x="243104" y="316083"/>
                  </a:lnTo>
                  <a:lnTo>
                    <a:pt x="247785" y="313601"/>
                  </a:lnTo>
                  <a:lnTo>
                    <a:pt x="252385" y="310973"/>
                  </a:lnTo>
                  <a:lnTo>
                    <a:pt x="256899" y="308199"/>
                  </a:lnTo>
                  <a:lnTo>
                    <a:pt x="261324" y="305284"/>
                  </a:lnTo>
                  <a:lnTo>
                    <a:pt x="265653" y="302231"/>
                  </a:lnTo>
                  <a:lnTo>
                    <a:pt x="269884" y="299041"/>
                  </a:lnTo>
                  <a:lnTo>
                    <a:pt x="274011" y="295720"/>
                  </a:lnTo>
                  <a:lnTo>
                    <a:pt x="278031" y="292269"/>
                  </a:lnTo>
                  <a:lnTo>
                    <a:pt x="281940" y="288692"/>
                  </a:lnTo>
                  <a:lnTo>
                    <a:pt x="285734" y="284993"/>
                  </a:lnTo>
                  <a:lnTo>
                    <a:pt x="289408" y="281176"/>
                  </a:lnTo>
                  <a:lnTo>
                    <a:pt x="292959" y="277245"/>
                  </a:lnTo>
                  <a:lnTo>
                    <a:pt x="296385" y="273202"/>
                  </a:lnTo>
                  <a:lnTo>
                    <a:pt x="299680" y="269054"/>
                  </a:lnTo>
                  <a:lnTo>
                    <a:pt x="302842" y="264803"/>
                  </a:lnTo>
                  <a:lnTo>
                    <a:pt x="305868" y="26045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380988"/>
              <a:ext cx="138717" cy="93286"/>
            </a:xfrm>
            <a:custGeom>
              <a:avLst/>
              <a:pathLst>
                <a:path w="138717" h="93286">
                  <a:moveTo>
                    <a:pt x="138717" y="932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33545"/>
              <a:ext cx="167164" cy="140730"/>
            </a:xfrm>
            <a:custGeom>
              <a:avLst/>
              <a:pathLst>
                <a:path w="167164" h="140730">
                  <a:moveTo>
                    <a:pt x="138717" y="140730"/>
                  </a:moveTo>
                  <a:lnTo>
                    <a:pt x="141682" y="136161"/>
                  </a:lnTo>
                  <a:lnTo>
                    <a:pt x="144498" y="131498"/>
                  </a:lnTo>
                  <a:lnTo>
                    <a:pt x="147159" y="126746"/>
                  </a:lnTo>
                  <a:lnTo>
                    <a:pt x="149665" y="121910"/>
                  </a:lnTo>
                  <a:lnTo>
                    <a:pt x="152011" y="116994"/>
                  </a:lnTo>
                  <a:lnTo>
                    <a:pt x="154197" y="112005"/>
                  </a:lnTo>
                  <a:lnTo>
                    <a:pt x="156218" y="106947"/>
                  </a:lnTo>
                  <a:lnTo>
                    <a:pt x="158074" y="101826"/>
                  </a:lnTo>
                  <a:lnTo>
                    <a:pt x="159762" y="96647"/>
                  </a:lnTo>
                  <a:lnTo>
                    <a:pt x="161280" y="91416"/>
                  </a:lnTo>
                  <a:lnTo>
                    <a:pt x="162627" y="86138"/>
                  </a:lnTo>
                  <a:lnTo>
                    <a:pt x="163801" y="80820"/>
                  </a:lnTo>
                  <a:lnTo>
                    <a:pt x="164802" y="75465"/>
                  </a:lnTo>
                  <a:lnTo>
                    <a:pt x="165627" y="70081"/>
                  </a:lnTo>
                  <a:lnTo>
                    <a:pt x="166277" y="64673"/>
                  </a:lnTo>
                  <a:lnTo>
                    <a:pt x="166750" y="59247"/>
                  </a:lnTo>
                  <a:lnTo>
                    <a:pt x="167046" y="53808"/>
                  </a:lnTo>
                  <a:lnTo>
                    <a:pt x="167164" y="48363"/>
                  </a:lnTo>
                  <a:lnTo>
                    <a:pt x="167106" y="42916"/>
                  </a:lnTo>
                  <a:lnTo>
                    <a:pt x="166869" y="37474"/>
                  </a:lnTo>
                  <a:lnTo>
                    <a:pt x="166456" y="32043"/>
                  </a:lnTo>
                  <a:lnTo>
                    <a:pt x="165866" y="26628"/>
                  </a:lnTo>
                  <a:lnTo>
                    <a:pt x="165100" y="21235"/>
                  </a:lnTo>
                  <a:lnTo>
                    <a:pt x="164158" y="15871"/>
                  </a:lnTo>
                  <a:lnTo>
                    <a:pt x="163043" y="10539"/>
                  </a:lnTo>
                  <a:lnTo>
                    <a:pt x="161754" y="5247"/>
                  </a:lnTo>
                  <a:lnTo>
                    <a:pt x="160293" y="0"/>
                  </a:lnTo>
                  <a:lnTo>
                    <a:pt x="0" y="474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160293" cy="167167"/>
            </a:xfrm>
            <a:custGeom>
              <a:avLst/>
              <a:pathLst>
                <a:path w="160293" h="167167">
                  <a:moveTo>
                    <a:pt x="160293" y="119723"/>
                  </a:moveTo>
                  <a:lnTo>
                    <a:pt x="158646" y="114476"/>
                  </a:lnTo>
                  <a:lnTo>
                    <a:pt x="156827" y="109287"/>
                  </a:lnTo>
                  <a:lnTo>
                    <a:pt x="154838" y="104160"/>
                  </a:lnTo>
                  <a:lnTo>
                    <a:pt x="152682" y="99101"/>
                  </a:lnTo>
                  <a:lnTo>
                    <a:pt x="150360" y="94115"/>
                  </a:lnTo>
                  <a:lnTo>
                    <a:pt x="147876" y="89209"/>
                  </a:lnTo>
                  <a:lnTo>
                    <a:pt x="145232" y="84387"/>
                  </a:lnTo>
                  <a:lnTo>
                    <a:pt x="142431" y="79655"/>
                  </a:lnTo>
                  <a:lnTo>
                    <a:pt x="139475" y="75018"/>
                  </a:lnTo>
                  <a:lnTo>
                    <a:pt x="136369" y="70480"/>
                  </a:lnTo>
                  <a:lnTo>
                    <a:pt x="133115" y="66047"/>
                  </a:lnTo>
                  <a:lnTo>
                    <a:pt x="129716" y="61723"/>
                  </a:lnTo>
                  <a:lnTo>
                    <a:pt x="126178" y="57513"/>
                  </a:lnTo>
                  <a:lnTo>
                    <a:pt x="122503" y="53422"/>
                  </a:lnTo>
                  <a:lnTo>
                    <a:pt x="118695" y="49454"/>
                  </a:lnTo>
                  <a:lnTo>
                    <a:pt x="114759" y="45614"/>
                  </a:lnTo>
                  <a:lnTo>
                    <a:pt x="110699" y="41905"/>
                  </a:lnTo>
                  <a:lnTo>
                    <a:pt x="106519" y="38332"/>
                  </a:lnTo>
                  <a:lnTo>
                    <a:pt x="102224" y="34898"/>
                  </a:lnTo>
                  <a:lnTo>
                    <a:pt x="97818" y="31607"/>
                  </a:lnTo>
                  <a:lnTo>
                    <a:pt x="93306" y="28463"/>
                  </a:lnTo>
                  <a:lnTo>
                    <a:pt x="88693" y="25469"/>
                  </a:lnTo>
                  <a:lnTo>
                    <a:pt x="83984" y="22628"/>
                  </a:lnTo>
                  <a:lnTo>
                    <a:pt x="79185" y="19944"/>
                  </a:lnTo>
                  <a:lnTo>
                    <a:pt x="74299" y="17419"/>
                  </a:lnTo>
                  <a:lnTo>
                    <a:pt x="69334" y="15056"/>
                  </a:lnTo>
                  <a:lnTo>
                    <a:pt x="64293" y="12858"/>
                  </a:lnTo>
                  <a:lnTo>
                    <a:pt x="59182" y="10826"/>
                  </a:lnTo>
                  <a:lnTo>
                    <a:pt x="54008" y="8964"/>
                  </a:lnTo>
                  <a:lnTo>
                    <a:pt x="48775" y="7274"/>
                  </a:lnTo>
                  <a:lnTo>
                    <a:pt x="43489" y="5756"/>
                  </a:lnTo>
                  <a:lnTo>
                    <a:pt x="38157" y="4413"/>
                  </a:lnTo>
                  <a:lnTo>
                    <a:pt x="32783" y="3246"/>
                  </a:lnTo>
                  <a:lnTo>
                    <a:pt x="27373" y="2256"/>
                  </a:lnTo>
                  <a:lnTo>
                    <a:pt x="21934" y="1445"/>
                  </a:lnTo>
                  <a:lnTo>
                    <a:pt x="16471" y="813"/>
                  </a:lnTo>
                  <a:lnTo>
                    <a:pt x="10991" y="361"/>
                  </a:lnTo>
                  <a:lnTo>
                    <a:pt x="549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751861" y="3707720"/>
              <a:ext cx="270105" cy="334334"/>
            </a:xfrm>
            <a:custGeom>
              <a:avLst/>
              <a:pathLst>
                <a:path w="270105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6" y="2096"/>
                  </a:lnTo>
                  <a:lnTo>
                    <a:pt x="135536" y="3016"/>
                  </a:lnTo>
                  <a:lnTo>
                    <a:pt x="130348" y="4101"/>
                  </a:lnTo>
                  <a:lnTo>
                    <a:pt x="125196" y="5349"/>
                  </a:lnTo>
                  <a:lnTo>
                    <a:pt x="120087" y="6761"/>
                  </a:lnTo>
                  <a:lnTo>
                    <a:pt x="115025" y="8333"/>
                  </a:lnTo>
                  <a:lnTo>
                    <a:pt x="110016" y="10066"/>
                  </a:lnTo>
                  <a:lnTo>
                    <a:pt x="105064" y="11956"/>
                  </a:lnTo>
                  <a:lnTo>
                    <a:pt x="100174" y="14002"/>
                  </a:lnTo>
                  <a:lnTo>
                    <a:pt x="95352" y="16203"/>
                  </a:lnTo>
                  <a:lnTo>
                    <a:pt x="90602" y="18555"/>
                  </a:lnTo>
                  <a:lnTo>
                    <a:pt x="85929" y="21056"/>
                  </a:lnTo>
                  <a:lnTo>
                    <a:pt x="81338" y="23705"/>
                  </a:lnTo>
                  <a:lnTo>
                    <a:pt x="76832" y="26498"/>
                  </a:lnTo>
                  <a:lnTo>
                    <a:pt x="72418" y="29432"/>
                  </a:lnTo>
                  <a:lnTo>
                    <a:pt x="68099" y="32504"/>
                  </a:lnTo>
                  <a:lnTo>
                    <a:pt x="63879" y="35712"/>
                  </a:lnTo>
                  <a:lnTo>
                    <a:pt x="59764" y="39052"/>
                  </a:lnTo>
                  <a:lnTo>
                    <a:pt x="55756" y="42521"/>
                  </a:lnTo>
                  <a:lnTo>
                    <a:pt x="51860" y="46116"/>
                  </a:lnTo>
                  <a:lnTo>
                    <a:pt x="48080" y="49832"/>
                  </a:lnTo>
                  <a:lnTo>
                    <a:pt x="44420" y="53665"/>
                  </a:lnTo>
                  <a:lnTo>
                    <a:pt x="40883" y="57613"/>
                  </a:lnTo>
                  <a:lnTo>
                    <a:pt x="37474" y="61672"/>
                  </a:lnTo>
                  <a:lnTo>
                    <a:pt x="34194" y="65836"/>
                  </a:lnTo>
                  <a:lnTo>
                    <a:pt x="31048" y="70102"/>
                  </a:lnTo>
                  <a:lnTo>
                    <a:pt x="28040" y="74466"/>
                  </a:lnTo>
                  <a:lnTo>
                    <a:pt x="25170" y="78923"/>
                  </a:lnTo>
                  <a:lnTo>
                    <a:pt x="22444" y="83468"/>
                  </a:lnTo>
                  <a:lnTo>
                    <a:pt x="19863" y="88098"/>
                  </a:lnTo>
                  <a:lnTo>
                    <a:pt x="17431" y="92807"/>
                  </a:lnTo>
                  <a:lnTo>
                    <a:pt x="15148" y="97591"/>
                  </a:lnTo>
                  <a:lnTo>
                    <a:pt x="13019" y="102445"/>
                  </a:lnTo>
                  <a:lnTo>
                    <a:pt x="11044" y="107364"/>
                  </a:lnTo>
                  <a:lnTo>
                    <a:pt x="9227" y="112344"/>
                  </a:lnTo>
                  <a:lnTo>
                    <a:pt x="7568" y="117378"/>
                  </a:lnTo>
                  <a:lnTo>
                    <a:pt x="6070" y="122462"/>
                  </a:lnTo>
                  <a:lnTo>
                    <a:pt x="4734" y="127592"/>
                  </a:lnTo>
                  <a:lnTo>
                    <a:pt x="3561" y="132761"/>
                  </a:lnTo>
                  <a:lnTo>
                    <a:pt x="2552" y="137964"/>
                  </a:lnTo>
                  <a:lnTo>
                    <a:pt x="1709" y="143197"/>
                  </a:lnTo>
                  <a:lnTo>
                    <a:pt x="1032" y="148454"/>
                  </a:lnTo>
                  <a:lnTo>
                    <a:pt x="522" y="153730"/>
                  </a:lnTo>
                  <a:lnTo>
                    <a:pt x="180" y="159020"/>
                  </a:lnTo>
                  <a:lnTo>
                    <a:pt x="6" y="164318"/>
                  </a:lnTo>
                  <a:lnTo>
                    <a:pt x="0" y="169618"/>
                  </a:lnTo>
                  <a:lnTo>
                    <a:pt x="161" y="174916"/>
                  </a:lnTo>
                  <a:lnTo>
                    <a:pt x="491" y="180206"/>
                  </a:lnTo>
                  <a:lnTo>
                    <a:pt x="988" y="185484"/>
                  </a:lnTo>
                  <a:lnTo>
                    <a:pt x="1652" y="190742"/>
                  </a:lnTo>
                  <a:lnTo>
                    <a:pt x="2483" y="195977"/>
                  </a:lnTo>
                  <a:lnTo>
                    <a:pt x="3479" y="201183"/>
                  </a:lnTo>
                  <a:lnTo>
                    <a:pt x="4640" y="206355"/>
                  </a:lnTo>
                  <a:lnTo>
                    <a:pt x="5964" y="211488"/>
                  </a:lnTo>
                  <a:lnTo>
                    <a:pt x="7450" y="216576"/>
                  </a:lnTo>
                  <a:lnTo>
                    <a:pt x="9097" y="221614"/>
                  </a:lnTo>
                  <a:lnTo>
                    <a:pt x="10902" y="226597"/>
                  </a:lnTo>
                  <a:lnTo>
                    <a:pt x="12865" y="231521"/>
                  </a:lnTo>
                  <a:lnTo>
                    <a:pt x="14983" y="236380"/>
                  </a:lnTo>
                  <a:lnTo>
                    <a:pt x="17254" y="241170"/>
                  </a:lnTo>
                  <a:lnTo>
                    <a:pt x="19675" y="245885"/>
                  </a:lnTo>
                  <a:lnTo>
                    <a:pt x="22245" y="250521"/>
                  </a:lnTo>
                  <a:lnTo>
                    <a:pt x="24961" y="255073"/>
                  </a:lnTo>
                  <a:lnTo>
                    <a:pt x="27819" y="259536"/>
                  </a:lnTo>
                  <a:lnTo>
                    <a:pt x="30818" y="263907"/>
                  </a:lnTo>
                  <a:lnTo>
                    <a:pt x="33953" y="268181"/>
                  </a:lnTo>
                  <a:lnTo>
                    <a:pt x="37223" y="272353"/>
                  </a:lnTo>
                  <a:lnTo>
                    <a:pt x="40623" y="276419"/>
                  </a:lnTo>
                  <a:lnTo>
                    <a:pt x="44150" y="280376"/>
                  </a:lnTo>
                  <a:lnTo>
                    <a:pt x="47801" y="284218"/>
                  </a:lnTo>
                  <a:lnTo>
                    <a:pt x="51572" y="287943"/>
                  </a:lnTo>
                  <a:lnTo>
                    <a:pt x="55459" y="291547"/>
                  </a:lnTo>
                  <a:lnTo>
                    <a:pt x="59459" y="295025"/>
                  </a:lnTo>
                  <a:lnTo>
                    <a:pt x="63566" y="298375"/>
                  </a:lnTo>
                  <a:lnTo>
                    <a:pt x="67778" y="301593"/>
                  </a:lnTo>
                  <a:lnTo>
                    <a:pt x="72090" y="304676"/>
                  </a:lnTo>
                  <a:lnTo>
                    <a:pt x="76497" y="307621"/>
                  </a:lnTo>
                  <a:lnTo>
                    <a:pt x="80996" y="310424"/>
                  </a:lnTo>
                  <a:lnTo>
                    <a:pt x="85581" y="313083"/>
                  </a:lnTo>
                  <a:lnTo>
                    <a:pt x="90248" y="315596"/>
                  </a:lnTo>
                  <a:lnTo>
                    <a:pt x="94993" y="317960"/>
                  </a:lnTo>
                  <a:lnTo>
                    <a:pt x="99810" y="320171"/>
                  </a:lnTo>
                  <a:lnTo>
                    <a:pt x="104694" y="322229"/>
                  </a:lnTo>
                  <a:lnTo>
                    <a:pt x="109642" y="324132"/>
                  </a:lnTo>
                  <a:lnTo>
                    <a:pt x="114647" y="325876"/>
                  </a:lnTo>
                  <a:lnTo>
                    <a:pt x="119705" y="327461"/>
                  </a:lnTo>
                  <a:lnTo>
                    <a:pt x="124811" y="328884"/>
                  </a:lnTo>
                  <a:lnTo>
                    <a:pt x="129959" y="330145"/>
                  </a:lnTo>
                  <a:lnTo>
                    <a:pt x="135145" y="331242"/>
                  </a:lnTo>
                  <a:lnTo>
                    <a:pt x="140363" y="332174"/>
                  </a:lnTo>
                  <a:lnTo>
                    <a:pt x="145608" y="332941"/>
                  </a:lnTo>
                  <a:lnTo>
                    <a:pt x="150874" y="333540"/>
                  </a:lnTo>
                  <a:lnTo>
                    <a:pt x="156157" y="333973"/>
                  </a:lnTo>
                  <a:lnTo>
                    <a:pt x="161451" y="334237"/>
                  </a:lnTo>
                  <a:lnTo>
                    <a:pt x="166751" y="334334"/>
                  </a:lnTo>
                  <a:lnTo>
                    <a:pt x="172051" y="334263"/>
                  </a:lnTo>
                  <a:lnTo>
                    <a:pt x="177346" y="334023"/>
                  </a:lnTo>
                  <a:lnTo>
                    <a:pt x="182631" y="333616"/>
                  </a:lnTo>
                  <a:lnTo>
                    <a:pt x="187900" y="333041"/>
                  </a:lnTo>
                  <a:lnTo>
                    <a:pt x="193148" y="332300"/>
                  </a:lnTo>
                  <a:lnTo>
                    <a:pt x="198371" y="331393"/>
                  </a:lnTo>
                  <a:lnTo>
                    <a:pt x="203562" y="330320"/>
                  </a:lnTo>
                  <a:lnTo>
                    <a:pt x="208716" y="329084"/>
                  </a:lnTo>
                  <a:lnTo>
                    <a:pt x="213828" y="327685"/>
                  </a:lnTo>
                  <a:lnTo>
                    <a:pt x="218894" y="326124"/>
                  </a:lnTo>
                  <a:lnTo>
                    <a:pt x="223908" y="324404"/>
                  </a:lnTo>
                  <a:lnTo>
                    <a:pt x="228864" y="322525"/>
                  </a:lnTo>
                  <a:lnTo>
                    <a:pt x="233758" y="320491"/>
                  </a:lnTo>
                  <a:lnTo>
                    <a:pt x="238586" y="318302"/>
                  </a:lnTo>
                  <a:lnTo>
                    <a:pt x="243342" y="315961"/>
                  </a:lnTo>
                  <a:lnTo>
                    <a:pt x="248021" y="313471"/>
                  </a:lnTo>
                  <a:lnTo>
                    <a:pt x="252618" y="310833"/>
                  </a:lnTo>
                  <a:lnTo>
                    <a:pt x="257130" y="308051"/>
                  </a:lnTo>
                  <a:lnTo>
                    <a:pt x="261551" y="305128"/>
                  </a:lnTo>
                  <a:lnTo>
                    <a:pt x="265878" y="302065"/>
                  </a:lnTo>
                  <a:lnTo>
                    <a:pt x="270105" y="29886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940"/>
              <a:ext cx="167152" cy="298647"/>
            </a:xfrm>
            <a:custGeom>
              <a:avLst/>
              <a:pathLst>
                <a:path w="167152" h="298647">
                  <a:moveTo>
                    <a:pt x="102956" y="298647"/>
                  </a:moveTo>
                  <a:lnTo>
                    <a:pt x="107108" y="295293"/>
                  </a:lnTo>
                  <a:lnTo>
                    <a:pt x="111151" y="291808"/>
                  </a:lnTo>
                  <a:lnTo>
                    <a:pt x="115080" y="288196"/>
                  </a:lnTo>
                  <a:lnTo>
                    <a:pt x="118893" y="284460"/>
                  </a:lnTo>
                  <a:lnTo>
                    <a:pt x="122584" y="280605"/>
                  </a:lnTo>
                  <a:lnTo>
                    <a:pt x="126150" y="276633"/>
                  </a:lnTo>
                  <a:lnTo>
                    <a:pt x="129587" y="272550"/>
                  </a:lnTo>
                  <a:lnTo>
                    <a:pt x="132893" y="268359"/>
                  </a:lnTo>
                  <a:lnTo>
                    <a:pt x="136063" y="264064"/>
                  </a:lnTo>
                  <a:lnTo>
                    <a:pt x="139094" y="259671"/>
                  </a:lnTo>
                  <a:lnTo>
                    <a:pt x="141983" y="255183"/>
                  </a:lnTo>
                  <a:lnTo>
                    <a:pt x="144728" y="250605"/>
                  </a:lnTo>
                  <a:lnTo>
                    <a:pt x="147325" y="245942"/>
                  </a:lnTo>
                  <a:lnTo>
                    <a:pt x="149772" y="241198"/>
                  </a:lnTo>
                  <a:lnTo>
                    <a:pt x="152066" y="236379"/>
                  </a:lnTo>
                  <a:lnTo>
                    <a:pt x="154205" y="231488"/>
                  </a:lnTo>
                  <a:lnTo>
                    <a:pt x="156187" y="226532"/>
                  </a:lnTo>
                  <a:lnTo>
                    <a:pt x="158010" y="221516"/>
                  </a:lnTo>
                  <a:lnTo>
                    <a:pt x="159671" y="216443"/>
                  </a:lnTo>
                  <a:lnTo>
                    <a:pt x="161170" y="211320"/>
                  </a:lnTo>
                  <a:lnTo>
                    <a:pt x="162505" y="206152"/>
                  </a:lnTo>
                  <a:lnTo>
                    <a:pt x="163673" y="200944"/>
                  </a:lnTo>
                  <a:lnTo>
                    <a:pt x="164675" y="195702"/>
                  </a:lnTo>
                  <a:lnTo>
                    <a:pt x="165509" y="190430"/>
                  </a:lnTo>
                  <a:lnTo>
                    <a:pt x="166175" y="185134"/>
                  </a:lnTo>
                  <a:lnTo>
                    <a:pt x="166671" y="179819"/>
                  </a:lnTo>
                  <a:lnTo>
                    <a:pt x="166997" y="174491"/>
                  </a:lnTo>
                  <a:lnTo>
                    <a:pt x="167152" y="169156"/>
                  </a:lnTo>
                  <a:lnTo>
                    <a:pt x="167138" y="163819"/>
                  </a:lnTo>
                  <a:lnTo>
                    <a:pt x="166953" y="158484"/>
                  </a:lnTo>
                  <a:lnTo>
                    <a:pt x="166597" y="153158"/>
                  </a:lnTo>
                  <a:lnTo>
                    <a:pt x="166072" y="147847"/>
                  </a:lnTo>
                  <a:lnTo>
                    <a:pt x="165378" y="142554"/>
                  </a:lnTo>
                  <a:lnTo>
                    <a:pt x="164515" y="137287"/>
                  </a:lnTo>
                  <a:lnTo>
                    <a:pt x="163484" y="132050"/>
                  </a:lnTo>
                  <a:lnTo>
                    <a:pt x="162286" y="126848"/>
                  </a:lnTo>
                  <a:lnTo>
                    <a:pt x="160924" y="121688"/>
                  </a:lnTo>
                  <a:lnTo>
                    <a:pt x="159397" y="116573"/>
                  </a:lnTo>
                  <a:lnTo>
                    <a:pt x="157707" y="111510"/>
                  </a:lnTo>
                  <a:lnTo>
                    <a:pt x="155857" y="106503"/>
                  </a:lnTo>
                  <a:lnTo>
                    <a:pt x="153848" y="101558"/>
                  </a:lnTo>
                  <a:lnTo>
                    <a:pt x="151682" y="96680"/>
                  </a:lnTo>
                  <a:lnTo>
                    <a:pt x="149361" y="91873"/>
                  </a:lnTo>
                  <a:lnTo>
                    <a:pt x="146888" y="87143"/>
                  </a:lnTo>
                  <a:lnTo>
                    <a:pt x="144266" y="82494"/>
                  </a:lnTo>
                  <a:lnTo>
                    <a:pt x="141496" y="77931"/>
                  </a:lnTo>
                  <a:lnTo>
                    <a:pt x="138582" y="73459"/>
                  </a:lnTo>
                  <a:lnTo>
                    <a:pt x="135526" y="69083"/>
                  </a:lnTo>
                  <a:lnTo>
                    <a:pt x="132333" y="64806"/>
                  </a:lnTo>
                  <a:lnTo>
                    <a:pt x="129005" y="60633"/>
                  </a:lnTo>
                  <a:lnTo>
                    <a:pt x="125545" y="56569"/>
                  </a:lnTo>
                  <a:lnTo>
                    <a:pt x="121957" y="52617"/>
                  </a:lnTo>
                  <a:lnTo>
                    <a:pt x="118245" y="48782"/>
                  </a:lnTo>
                  <a:lnTo>
                    <a:pt x="114412" y="45067"/>
                  </a:lnTo>
                  <a:lnTo>
                    <a:pt x="110462" y="41476"/>
                  </a:lnTo>
                  <a:lnTo>
                    <a:pt x="106400" y="38014"/>
                  </a:lnTo>
                  <a:lnTo>
                    <a:pt x="102230" y="34682"/>
                  </a:lnTo>
                  <a:lnTo>
                    <a:pt x="97955" y="31486"/>
                  </a:lnTo>
                  <a:lnTo>
                    <a:pt x="93581" y="28428"/>
                  </a:lnTo>
                  <a:lnTo>
                    <a:pt x="89111" y="25511"/>
                  </a:lnTo>
                  <a:lnTo>
                    <a:pt x="84550" y="22738"/>
                  </a:lnTo>
                  <a:lnTo>
                    <a:pt x="79903" y="20112"/>
                  </a:lnTo>
                  <a:lnTo>
                    <a:pt x="75174" y="17636"/>
                  </a:lnTo>
                  <a:lnTo>
                    <a:pt x="70369" y="15312"/>
                  </a:lnTo>
                  <a:lnTo>
                    <a:pt x="65492" y="13143"/>
                  </a:lnTo>
                  <a:lnTo>
                    <a:pt x="60548" y="11130"/>
                  </a:lnTo>
                  <a:lnTo>
                    <a:pt x="55543" y="9277"/>
                  </a:lnTo>
                  <a:lnTo>
                    <a:pt x="50481" y="7584"/>
                  </a:lnTo>
                  <a:lnTo>
                    <a:pt x="45367" y="6053"/>
                  </a:lnTo>
                  <a:lnTo>
                    <a:pt x="40208" y="4687"/>
                  </a:lnTo>
                  <a:lnTo>
                    <a:pt x="35007" y="3486"/>
                  </a:lnTo>
                  <a:lnTo>
                    <a:pt x="29770" y="2452"/>
                  </a:lnTo>
                  <a:lnTo>
                    <a:pt x="24504" y="1585"/>
                  </a:lnTo>
                  <a:lnTo>
                    <a:pt x="19212" y="887"/>
                  </a:lnTo>
                  <a:lnTo>
                    <a:pt x="13901" y="358"/>
                  </a:lnTo>
                  <a:lnTo>
                    <a:pt x="8575" y="0"/>
                  </a:lnTo>
                  <a:lnTo>
                    <a:pt x="0" y="166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8575" cy="167167"/>
            </a:xfrm>
            <a:custGeom>
              <a:avLst/>
              <a:pathLst>
                <a:path w="8575" h="167167">
                  <a:moveTo>
                    <a:pt x="8575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2025-06-06T07:18:39Z</dcterms:modified>
  <cp:category/>
</cp:coreProperties>
</file>