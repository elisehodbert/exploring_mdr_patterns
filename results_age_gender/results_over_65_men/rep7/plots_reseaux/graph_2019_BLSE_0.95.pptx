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312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68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13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94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68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5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24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8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5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13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0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57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8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3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13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21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80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87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93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59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14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8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9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0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2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2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68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24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8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94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68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8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5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12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68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7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75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12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168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13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1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68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13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68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1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12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3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9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94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68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5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94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68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55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6419" y="3170392"/>
              <a:ext cx="57359" cy="167167"/>
            </a:xfrm>
            <a:custGeom>
              <a:avLst/>
              <a:pathLst>
                <a:path w="57359" h="167167">
                  <a:moveTo>
                    <a:pt x="57359" y="0"/>
                  </a:moveTo>
                  <a:lnTo>
                    <a:pt x="51506" y="102"/>
                  </a:lnTo>
                  <a:lnTo>
                    <a:pt x="45659" y="409"/>
                  </a:lnTo>
                  <a:lnTo>
                    <a:pt x="39827" y="921"/>
                  </a:lnTo>
                  <a:lnTo>
                    <a:pt x="34016" y="1637"/>
                  </a:lnTo>
                  <a:lnTo>
                    <a:pt x="28234" y="2556"/>
                  </a:lnTo>
                  <a:lnTo>
                    <a:pt x="22488" y="3677"/>
                  </a:lnTo>
                  <a:lnTo>
                    <a:pt x="16784" y="4999"/>
                  </a:lnTo>
                  <a:lnTo>
                    <a:pt x="11130" y="6519"/>
                  </a:lnTo>
                  <a:lnTo>
                    <a:pt x="5533" y="8236"/>
                  </a:lnTo>
                  <a:lnTo>
                    <a:pt x="0" y="10148"/>
                  </a:lnTo>
                  <a:lnTo>
                    <a:pt x="573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816624" y="3171530"/>
              <a:ext cx="334322" cy="333189"/>
            </a:xfrm>
            <a:custGeom>
              <a:avLst/>
              <a:pathLst>
                <a:path w="334322" h="333189">
                  <a:moveTo>
                    <a:pt x="109795" y="9010"/>
                  </a:moveTo>
                  <a:lnTo>
                    <a:pt x="104861" y="10902"/>
                  </a:lnTo>
                  <a:lnTo>
                    <a:pt x="99989" y="12948"/>
                  </a:lnTo>
                  <a:lnTo>
                    <a:pt x="95185" y="15147"/>
                  </a:lnTo>
                  <a:lnTo>
                    <a:pt x="90452" y="17497"/>
                  </a:lnTo>
                  <a:lnTo>
                    <a:pt x="85796" y="19995"/>
                  </a:lnTo>
                  <a:lnTo>
                    <a:pt x="81221" y="22640"/>
                  </a:lnTo>
                  <a:lnTo>
                    <a:pt x="76733" y="25427"/>
                  </a:lnTo>
                  <a:lnTo>
                    <a:pt x="72334" y="28355"/>
                  </a:lnTo>
                  <a:lnTo>
                    <a:pt x="68030" y="31421"/>
                  </a:lnTo>
                  <a:lnTo>
                    <a:pt x="63826" y="34621"/>
                  </a:lnTo>
                  <a:lnTo>
                    <a:pt x="59724" y="37952"/>
                  </a:lnTo>
                  <a:lnTo>
                    <a:pt x="55730" y="41411"/>
                  </a:lnTo>
                  <a:lnTo>
                    <a:pt x="51847" y="44995"/>
                  </a:lnTo>
                  <a:lnTo>
                    <a:pt x="48080" y="48700"/>
                  </a:lnTo>
                  <a:lnTo>
                    <a:pt x="44431" y="52522"/>
                  </a:lnTo>
                  <a:lnTo>
                    <a:pt x="40905" y="56457"/>
                  </a:lnTo>
                  <a:lnTo>
                    <a:pt x="37505" y="60502"/>
                  </a:lnTo>
                  <a:lnTo>
                    <a:pt x="34235" y="64652"/>
                  </a:lnTo>
                  <a:lnTo>
                    <a:pt x="31097" y="68903"/>
                  </a:lnTo>
                  <a:lnTo>
                    <a:pt x="28096" y="73252"/>
                  </a:lnTo>
                  <a:lnTo>
                    <a:pt x="25233" y="77693"/>
                  </a:lnTo>
                  <a:lnTo>
                    <a:pt x="22512" y="82223"/>
                  </a:lnTo>
                  <a:lnTo>
                    <a:pt x="19936" y="86836"/>
                  </a:lnTo>
                  <a:lnTo>
                    <a:pt x="17506" y="91528"/>
                  </a:lnTo>
                  <a:lnTo>
                    <a:pt x="15226" y="96295"/>
                  </a:lnTo>
                  <a:lnTo>
                    <a:pt x="13098" y="101131"/>
                  </a:lnTo>
                  <a:lnTo>
                    <a:pt x="11124" y="106033"/>
                  </a:lnTo>
                  <a:lnTo>
                    <a:pt x="9306" y="110994"/>
                  </a:lnTo>
                  <a:lnTo>
                    <a:pt x="7646" y="116010"/>
                  </a:lnTo>
                  <a:lnTo>
                    <a:pt x="6144" y="121076"/>
                  </a:lnTo>
                  <a:lnTo>
                    <a:pt x="4804" y="126187"/>
                  </a:lnTo>
                  <a:lnTo>
                    <a:pt x="3626" y="131338"/>
                  </a:lnTo>
                  <a:lnTo>
                    <a:pt x="2611" y="136524"/>
                  </a:lnTo>
                  <a:lnTo>
                    <a:pt x="1761" y="141739"/>
                  </a:lnTo>
                  <a:lnTo>
                    <a:pt x="1076" y="146978"/>
                  </a:lnTo>
                  <a:lnTo>
                    <a:pt x="557" y="152237"/>
                  </a:lnTo>
                  <a:lnTo>
                    <a:pt x="204" y="157509"/>
                  </a:lnTo>
                  <a:lnTo>
                    <a:pt x="18" y="162789"/>
                  </a:lnTo>
                  <a:lnTo>
                    <a:pt x="0" y="168073"/>
                  </a:lnTo>
                  <a:lnTo>
                    <a:pt x="148" y="173355"/>
                  </a:lnTo>
                  <a:lnTo>
                    <a:pt x="463" y="178629"/>
                  </a:lnTo>
                  <a:lnTo>
                    <a:pt x="944" y="183891"/>
                  </a:lnTo>
                  <a:lnTo>
                    <a:pt x="1592" y="189135"/>
                  </a:lnTo>
                  <a:lnTo>
                    <a:pt x="2405" y="194356"/>
                  </a:lnTo>
                  <a:lnTo>
                    <a:pt x="3382" y="199549"/>
                  </a:lnTo>
                  <a:lnTo>
                    <a:pt x="4523" y="204708"/>
                  </a:lnTo>
                  <a:lnTo>
                    <a:pt x="5827" y="209829"/>
                  </a:lnTo>
                  <a:lnTo>
                    <a:pt x="7292" y="214906"/>
                  </a:lnTo>
                  <a:lnTo>
                    <a:pt x="8917" y="219934"/>
                  </a:lnTo>
                  <a:lnTo>
                    <a:pt x="10699" y="224908"/>
                  </a:lnTo>
                  <a:lnTo>
                    <a:pt x="12638" y="229823"/>
                  </a:lnTo>
                  <a:lnTo>
                    <a:pt x="14732" y="234675"/>
                  </a:lnTo>
                  <a:lnTo>
                    <a:pt x="16977" y="239457"/>
                  </a:lnTo>
                  <a:lnTo>
                    <a:pt x="19373" y="244167"/>
                  </a:lnTo>
                  <a:lnTo>
                    <a:pt x="21916" y="248799"/>
                  </a:lnTo>
                  <a:lnTo>
                    <a:pt x="24605" y="253347"/>
                  </a:lnTo>
                  <a:lnTo>
                    <a:pt x="27436" y="257809"/>
                  </a:lnTo>
                  <a:lnTo>
                    <a:pt x="30406" y="262179"/>
                  </a:lnTo>
                  <a:lnTo>
                    <a:pt x="33513" y="266453"/>
                  </a:lnTo>
                  <a:lnTo>
                    <a:pt x="36754" y="270626"/>
                  </a:lnTo>
                  <a:lnTo>
                    <a:pt x="40125" y="274695"/>
                  </a:lnTo>
                  <a:lnTo>
                    <a:pt x="43622" y="278656"/>
                  </a:lnTo>
                  <a:lnTo>
                    <a:pt x="47244" y="282504"/>
                  </a:lnTo>
                  <a:lnTo>
                    <a:pt x="50985" y="286235"/>
                  </a:lnTo>
                  <a:lnTo>
                    <a:pt x="54842" y="289847"/>
                  </a:lnTo>
                  <a:lnTo>
                    <a:pt x="58811" y="293334"/>
                  </a:lnTo>
                  <a:lnTo>
                    <a:pt x="62888" y="296695"/>
                  </a:lnTo>
                  <a:lnTo>
                    <a:pt x="67070" y="299925"/>
                  </a:lnTo>
                  <a:lnTo>
                    <a:pt x="71352" y="303021"/>
                  </a:lnTo>
                  <a:lnTo>
                    <a:pt x="75729" y="305980"/>
                  </a:lnTo>
                  <a:lnTo>
                    <a:pt x="80198" y="308800"/>
                  </a:lnTo>
                  <a:lnTo>
                    <a:pt x="84754" y="311477"/>
                  </a:lnTo>
                  <a:lnTo>
                    <a:pt x="89392" y="314008"/>
                  </a:lnTo>
                  <a:lnTo>
                    <a:pt x="94107" y="316392"/>
                  </a:lnTo>
                  <a:lnTo>
                    <a:pt x="98896" y="318626"/>
                  </a:lnTo>
                  <a:lnTo>
                    <a:pt x="103753" y="320707"/>
                  </a:lnTo>
                  <a:lnTo>
                    <a:pt x="108673" y="322633"/>
                  </a:lnTo>
                  <a:lnTo>
                    <a:pt x="113652" y="324403"/>
                  </a:lnTo>
                  <a:lnTo>
                    <a:pt x="118684" y="326015"/>
                  </a:lnTo>
                  <a:lnTo>
                    <a:pt x="123764" y="327467"/>
                  </a:lnTo>
                  <a:lnTo>
                    <a:pt x="128888" y="328758"/>
                  </a:lnTo>
                  <a:lnTo>
                    <a:pt x="134050" y="329886"/>
                  </a:lnTo>
                  <a:lnTo>
                    <a:pt x="139245" y="330850"/>
                  </a:lnTo>
                  <a:lnTo>
                    <a:pt x="144468" y="331650"/>
                  </a:lnTo>
                  <a:lnTo>
                    <a:pt x="149714" y="332284"/>
                  </a:lnTo>
                  <a:lnTo>
                    <a:pt x="154977" y="332752"/>
                  </a:lnTo>
                  <a:lnTo>
                    <a:pt x="160252" y="333054"/>
                  </a:lnTo>
                  <a:lnTo>
                    <a:pt x="165535" y="333189"/>
                  </a:lnTo>
                  <a:lnTo>
                    <a:pt x="170818" y="333156"/>
                  </a:lnTo>
                  <a:lnTo>
                    <a:pt x="176098" y="332957"/>
                  </a:lnTo>
                  <a:lnTo>
                    <a:pt x="181370" y="332591"/>
                  </a:lnTo>
                  <a:lnTo>
                    <a:pt x="186627" y="332058"/>
                  </a:lnTo>
                  <a:lnTo>
                    <a:pt x="191864" y="331360"/>
                  </a:lnTo>
                  <a:lnTo>
                    <a:pt x="197077" y="330497"/>
                  </a:lnTo>
                  <a:lnTo>
                    <a:pt x="202260" y="329469"/>
                  </a:lnTo>
                  <a:lnTo>
                    <a:pt x="207408" y="328278"/>
                  </a:lnTo>
                  <a:lnTo>
                    <a:pt x="212516" y="326924"/>
                  </a:lnTo>
                  <a:lnTo>
                    <a:pt x="217578" y="325410"/>
                  </a:lnTo>
                  <a:lnTo>
                    <a:pt x="222590" y="323737"/>
                  </a:lnTo>
                  <a:lnTo>
                    <a:pt x="227547" y="321906"/>
                  </a:lnTo>
                  <a:lnTo>
                    <a:pt x="232443" y="319920"/>
                  </a:lnTo>
                  <a:lnTo>
                    <a:pt x="237274" y="317780"/>
                  </a:lnTo>
                  <a:lnTo>
                    <a:pt x="242035" y="315488"/>
                  </a:lnTo>
                  <a:lnTo>
                    <a:pt x="246721" y="313046"/>
                  </a:lnTo>
                  <a:lnTo>
                    <a:pt x="251328" y="310458"/>
                  </a:lnTo>
                  <a:lnTo>
                    <a:pt x="255850" y="307726"/>
                  </a:lnTo>
                  <a:lnTo>
                    <a:pt x="260284" y="304852"/>
                  </a:lnTo>
                  <a:lnTo>
                    <a:pt x="264625" y="301839"/>
                  </a:lnTo>
                  <a:lnTo>
                    <a:pt x="268869" y="298691"/>
                  </a:lnTo>
                  <a:lnTo>
                    <a:pt x="273010" y="295410"/>
                  </a:lnTo>
                  <a:lnTo>
                    <a:pt x="277047" y="292000"/>
                  </a:lnTo>
                  <a:lnTo>
                    <a:pt x="280973" y="288464"/>
                  </a:lnTo>
                  <a:lnTo>
                    <a:pt x="284786" y="284806"/>
                  </a:lnTo>
                  <a:lnTo>
                    <a:pt x="288481" y="281029"/>
                  </a:lnTo>
                  <a:lnTo>
                    <a:pt x="292055" y="277137"/>
                  </a:lnTo>
                  <a:lnTo>
                    <a:pt x="295504" y="273134"/>
                  </a:lnTo>
                  <a:lnTo>
                    <a:pt x="298825" y="269024"/>
                  </a:lnTo>
                  <a:lnTo>
                    <a:pt x="302014" y="264811"/>
                  </a:lnTo>
                  <a:lnTo>
                    <a:pt x="305068" y="260500"/>
                  </a:lnTo>
                  <a:lnTo>
                    <a:pt x="307985" y="256094"/>
                  </a:lnTo>
                  <a:lnTo>
                    <a:pt x="310761" y="251598"/>
                  </a:lnTo>
                  <a:lnTo>
                    <a:pt x="313394" y="247016"/>
                  </a:lnTo>
                  <a:lnTo>
                    <a:pt x="315880" y="242354"/>
                  </a:lnTo>
                  <a:lnTo>
                    <a:pt x="318218" y="237616"/>
                  </a:lnTo>
                  <a:lnTo>
                    <a:pt x="320405" y="232806"/>
                  </a:lnTo>
                  <a:lnTo>
                    <a:pt x="322439" y="227929"/>
                  </a:lnTo>
                  <a:lnTo>
                    <a:pt x="324318" y="222990"/>
                  </a:lnTo>
                  <a:lnTo>
                    <a:pt x="326040" y="217995"/>
                  </a:lnTo>
                  <a:lnTo>
                    <a:pt x="327603" y="212947"/>
                  </a:lnTo>
                  <a:lnTo>
                    <a:pt x="329005" y="207853"/>
                  </a:lnTo>
                  <a:lnTo>
                    <a:pt x="330246" y="202717"/>
                  </a:lnTo>
                  <a:lnTo>
                    <a:pt x="331324" y="197544"/>
                  </a:lnTo>
                  <a:lnTo>
                    <a:pt x="332238" y="192340"/>
                  </a:lnTo>
                  <a:lnTo>
                    <a:pt x="332987" y="187109"/>
                  </a:lnTo>
                  <a:lnTo>
                    <a:pt x="333571" y="181858"/>
                  </a:lnTo>
                  <a:lnTo>
                    <a:pt x="333988" y="176590"/>
                  </a:lnTo>
                  <a:lnTo>
                    <a:pt x="334238" y="171312"/>
                  </a:lnTo>
                  <a:lnTo>
                    <a:pt x="334322" y="166029"/>
                  </a:lnTo>
                  <a:lnTo>
                    <a:pt x="334238" y="160746"/>
                  </a:lnTo>
                  <a:lnTo>
                    <a:pt x="333988" y="155468"/>
                  </a:lnTo>
                  <a:lnTo>
                    <a:pt x="333571" y="150200"/>
                  </a:lnTo>
                  <a:lnTo>
                    <a:pt x="332987" y="144949"/>
                  </a:lnTo>
                  <a:lnTo>
                    <a:pt x="332238" y="139718"/>
                  </a:lnTo>
                  <a:lnTo>
                    <a:pt x="331324" y="134514"/>
                  </a:lnTo>
                  <a:lnTo>
                    <a:pt x="330246" y="129341"/>
                  </a:lnTo>
                  <a:lnTo>
                    <a:pt x="329005" y="124205"/>
                  </a:lnTo>
                  <a:lnTo>
                    <a:pt x="327603" y="119111"/>
                  </a:lnTo>
                  <a:lnTo>
                    <a:pt x="326040" y="114063"/>
                  </a:lnTo>
                  <a:lnTo>
                    <a:pt x="324318" y="109068"/>
                  </a:lnTo>
                  <a:lnTo>
                    <a:pt x="322439" y="104129"/>
                  </a:lnTo>
                  <a:lnTo>
                    <a:pt x="320405" y="99252"/>
                  </a:lnTo>
                  <a:lnTo>
                    <a:pt x="318218" y="94442"/>
                  </a:lnTo>
                  <a:lnTo>
                    <a:pt x="315880" y="89704"/>
                  </a:lnTo>
                  <a:lnTo>
                    <a:pt x="313394" y="85042"/>
                  </a:lnTo>
                  <a:lnTo>
                    <a:pt x="310761" y="80460"/>
                  </a:lnTo>
                  <a:lnTo>
                    <a:pt x="307985" y="75964"/>
                  </a:lnTo>
                  <a:lnTo>
                    <a:pt x="305068" y="71558"/>
                  </a:lnTo>
                  <a:lnTo>
                    <a:pt x="302014" y="67247"/>
                  </a:lnTo>
                  <a:lnTo>
                    <a:pt x="298825" y="63034"/>
                  </a:lnTo>
                  <a:lnTo>
                    <a:pt x="295504" y="58924"/>
                  </a:lnTo>
                  <a:lnTo>
                    <a:pt x="292055" y="54921"/>
                  </a:lnTo>
                  <a:lnTo>
                    <a:pt x="288481" y="51029"/>
                  </a:lnTo>
                  <a:lnTo>
                    <a:pt x="284786" y="47252"/>
                  </a:lnTo>
                  <a:lnTo>
                    <a:pt x="280973" y="43594"/>
                  </a:lnTo>
                  <a:lnTo>
                    <a:pt x="277047" y="40058"/>
                  </a:lnTo>
                  <a:lnTo>
                    <a:pt x="273010" y="36648"/>
                  </a:lnTo>
                  <a:lnTo>
                    <a:pt x="268869" y="33367"/>
                  </a:lnTo>
                  <a:lnTo>
                    <a:pt x="264625" y="30219"/>
                  </a:lnTo>
                  <a:lnTo>
                    <a:pt x="260284" y="27206"/>
                  </a:lnTo>
                  <a:lnTo>
                    <a:pt x="255850" y="24332"/>
                  </a:lnTo>
                  <a:lnTo>
                    <a:pt x="251328" y="21600"/>
                  </a:lnTo>
                  <a:lnTo>
                    <a:pt x="246721" y="19012"/>
                  </a:lnTo>
                  <a:lnTo>
                    <a:pt x="242035" y="16570"/>
                  </a:lnTo>
                  <a:lnTo>
                    <a:pt x="237274" y="14278"/>
                  </a:lnTo>
                  <a:lnTo>
                    <a:pt x="232443" y="12138"/>
                  </a:lnTo>
                  <a:lnTo>
                    <a:pt x="227547" y="10152"/>
                  </a:lnTo>
                  <a:lnTo>
                    <a:pt x="222590" y="8321"/>
                  </a:lnTo>
                  <a:lnTo>
                    <a:pt x="217578" y="6648"/>
                  </a:lnTo>
                  <a:lnTo>
                    <a:pt x="212516" y="5134"/>
                  </a:lnTo>
                  <a:lnTo>
                    <a:pt x="207408" y="3780"/>
                  </a:lnTo>
                  <a:lnTo>
                    <a:pt x="202260" y="2589"/>
                  </a:lnTo>
                  <a:lnTo>
                    <a:pt x="197077" y="1561"/>
                  </a:lnTo>
                  <a:lnTo>
                    <a:pt x="191864" y="698"/>
                  </a:lnTo>
                  <a:lnTo>
                    <a:pt x="186627" y="0"/>
                  </a:lnTo>
                  <a:lnTo>
                    <a:pt x="167154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83779" y="3170392"/>
              <a:ext cx="19472" cy="167167"/>
            </a:xfrm>
            <a:custGeom>
              <a:avLst/>
              <a:pathLst>
                <a:path w="19472" h="167167">
                  <a:moveTo>
                    <a:pt x="19472" y="1137"/>
                  </a:moveTo>
                  <a:lnTo>
                    <a:pt x="9752" y="2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45" y="2633064"/>
              <a:ext cx="167165" cy="178690"/>
            </a:xfrm>
            <a:custGeom>
              <a:avLst/>
              <a:pathLst>
                <a:path w="167165" h="178690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5" y="777"/>
                  </a:lnTo>
                  <a:lnTo>
                    <a:pt x="145725" y="1380"/>
                  </a:lnTo>
                  <a:lnTo>
                    <a:pt x="140406" y="2155"/>
                  </a:lnTo>
                  <a:lnTo>
                    <a:pt x="135116" y="3101"/>
                  </a:lnTo>
                  <a:lnTo>
                    <a:pt x="129858" y="4216"/>
                  </a:lnTo>
                  <a:lnTo>
                    <a:pt x="124639" y="5499"/>
                  </a:lnTo>
                  <a:lnTo>
                    <a:pt x="119464" y="6950"/>
                  </a:lnTo>
                  <a:lnTo>
                    <a:pt x="114338" y="8566"/>
                  </a:lnTo>
                  <a:lnTo>
                    <a:pt x="109266" y="10346"/>
                  </a:lnTo>
                  <a:lnTo>
                    <a:pt x="104255" y="12289"/>
                  </a:lnTo>
                  <a:lnTo>
                    <a:pt x="99309" y="14391"/>
                  </a:lnTo>
                  <a:lnTo>
                    <a:pt x="94432" y="16651"/>
                  </a:lnTo>
                  <a:lnTo>
                    <a:pt x="89631" y="19067"/>
                  </a:lnTo>
                  <a:lnTo>
                    <a:pt x="84911" y="21636"/>
                  </a:lnTo>
                  <a:lnTo>
                    <a:pt x="80275" y="24356"/>
                  </a:lnTo>
                  <a:lnTo>
                    <a:pt x="75729" y="27223"/>
                  </a:lnTo>
                  <a:lnTo>
                    <a:pt x="71277" y="30235"/>
                  </a:lnTo>
                  <a:lnTo>
                    <a:pt x="66925" y="33388"/>
                  </a:lnTo>
                  <a:lnTo>
                    <a:pt x="62676" y="36680"/>
                  </a:lnTo>
                  <a:lnTo>
                    <a:pt x="58535" y="40106"/>
                  </a:lnTo>
                  <a:lnTo>
                    <a:pt x="54507" y="43664"/>
                  </a:lnTo>
                  <a:lnTo>
                    <a:pt x="50595" y="47349"/>
                  </a:lnTo>
                  <a:lnTo>
                    <a:pt x="46803" y="51159"/>
                  </a:lnTo>
                  <a:lnTo>
                    <a:pt x="43136" y="55088"/>
                  </a:lnTo>
                  <a:lnTo>
                    <a:pt x="39597" y="59133"/>
                  </a:lnTo>
                  <a:lnTo>
                    <a:pt x="36190" y="63290"/>
                  </a:lnTo>
                  <a:lnTo>
                    <a:pt x="32918" y="67554"/>
                  </a:lnTo>
                  <a:lnTo>
                    <a:pt x="29785" y="71921"/>
                  </a:lnTo>
                  <a:lnTo>
                    <a:pt x="26795" y="76387"/>
                  </a:lnTo>
                  <a:lnTo>
                    <a:pt x="23949" y="80946"/>
                  </a:lnTo>
                  <a:lnTo>
                    <a:pt x="21251" y="85595"/>
                  </a:lnTo>
                  <a:lnTo>
                    <a:pt x="18704" y="90328"/>
                  </a:lnTo>
                  <a:lnTo>
                    <a:pt x="16311" y="95140"/>
                  </a:lnTo>
                  <a:lnTo>
                    <a:pt x="14073" y="100027"/>
                  </a:lnTo>
                  <a:lnTo>
                    <a:pt x="11994" y="104983"/>
                  </a:lnTo>
                  <a:lnTo>
                    <a:pt x="10075" y="110003"/>
                  </a:lnTo>
                  <a:lnTo>
                    <a:pt x="8319" y="115083"/>
                  </a:lnTo>
                  <a:lnTo>
                    <a:pt x="6726" y="120216"/>
                  </a:lnTo>
                  <a:lnTo>
                    <a:pt x="5300" y="125398"/>
                  </a:lnTo>
                  <a:lnTo>
                    <a:pt x="4041" y="130623"/>
                  </a:lnTo>
                  <a:lnTo>
                    <a:pt x="2950" y="135886"/>
                  </a:lnTo>
                  <a:lnTo>
                    <a:pt x="2030" y="141181"/>
                  </a:lnTo>
                  <a:lnTo>
                    <a:pt x="1280" y="146503"/>
                  </a:lnTo>
                  <a:lnTo>
                    <a:pt x="701" y="151847"/>
                  </a:lnTo>
                  <a:lnTo>
                    <a:pt x="295" y="157206"/>
                  </a:lnTo>
                  <a:lnTo>
                    <a:pt x="61" y="162575"/>
                  </a:lnTo>
                  <a:lnTo>
                    <a:pt x="0" y="167950"/>
                  </a:lnTo>
                  <a:lnTo>
                    <a:pt x="111" y="173323"/>
                  </a:lnTo>
                  <a:lnTo>
                    <a:pt x="395" y="17869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241" y="2800231"/>
              <a:ext cx="166769" cy="11523"/>
            </a:xfrm>
            <a:custGeom>
              <a:avLst/>
              <a:pathLst>
                <a:path w="166769" h="11523">
                  <a:moveTo>
                    <a:pt x="0" y="11523"/>
                  </a:moveTo>
                  <a:lnTo>
                    <a:pt x="1667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2241" y="2737902"/>
              <a:ext cx="333936" cy="229496"/>
            </a:xfrm>
            <a:custGeom>
              <a:avLst/>
              <a:pathLst>
                <a:path w="333936" h="229496">
                  <a:moveTo>
                    <a:pt x="0" y="73852"/>
                  </a:moveTo>
                  <a:lnTo>
                    <a:pt x="453" y="79180"/>
                  </a:lnTo>
                  <a:lnTo>
                    <a:pt x="1077" y="84491"/>
                  </a:lnTo>
                  <a:lnTo>
                    <a:pt x="1871" y="89779"/>
                  </a:lnTo>
                  <a:lnTo>
                    <a:pt x="2833" y="95038"/>
                  </a:lnTo>
                  <a:lnTo>
                    <a:pt x="3963" y="100265"/>
                  </a:lnTo>
                  <a:lnTo>
                    <a:pt x="5260" y="105452"/>
                  </a:lnTo>
                  <a:lnTo>
                    <a:pt x="6722" y="110596"/>
                  </a:lnTo>
                  <a:lnTo>
                    <a:pt x="8347" y="115690"/>
                  </a:lnTo>
                  <a:lnTo>
                    <a:pt x="10135" y="120729"/>
                  </a:lnTo>
                  <a:lnTo>
                    <a:pt x="12083" y="125709"/>
                  </a:lnTo>
                  <a:lnTo>
                    <a:pt x="14189" y="130624"/>
                  </a:lnTo>
                  <a:lnTo>
                    <a:pt x="16451" y="135469"/>
                  </a:lnTo>
                  <a:lnTo>
                    <a:pt x="18867" y="140239"/>
                  </a:lnTo>
                  <a:lnTo>
                    <a:pt x="21435" y="144929"/>
                  </a:lnTo>
                  <a:lnTo>
                    <a:pt x="24151" y="149535"/>
                  </a:lnTo>
                  <a:lnTo>
                    <a:pt x="27013" y="154052"/>
                  </a:lnTo>
                  <a:lnTo>
                    <a:pt x="30018" y="158475"/>
                  </a:lnTo>
                  <a:lnTo>
                    <a:pt x="33163" y="162799"/>
                  </a:lnTo>
                  <a:lnTo>
                    <a:pt x="36444" y="167021"/>
                  </a:lnTo>
                  <a:lnTo>
                    <a:pt x="39859" y="171135"/>
                  </a:lnTo>
                  <a:lnTo>
                    <a:pt x="43404" y="175138"/>
                  </a:lnTo>
                  <a:lnTo>
                    <a:pt x="47075" y="179026"/>
                  </a:lnTo>
                  <a:lnTo>
                    <a:pt x="50869" y="182795"/>
                  </a:lnTo>
                  <a:lnTo>
                    <a:pt x="54781" y="186440"/>
                  </a:lnTo>
                  <a:lnTo>
                    <a:pt x="58807" y="189958"/>
                  </a:lnTo>
                  <a:lnTo>
                    <a:pt x="62944" y="193346"/>
                  </a:lnTo>
                  <a:lnTo>
                    <a:pt x="67188" y="196599"/>
                  </a:lnTo>
                  <a:lnTo>
                    <a:pt x="71533" y="199715"/>
                  </a:lnTo>
                  <a:lnTo>
                    <a:pt x="75976" y="202691"/>
                  </a:lnTo>
                  <a:lnTo>
                    <a:pt x="80511" y="205523"/>
                  </a:lnTo>
                  <a:lnTo>
                    <a:pt x="85135" y="208208"/>
                  </a:lnTo>
                  <a:lnTo>
                    <a:pt x="89842" y="210745"/>
                  </a:lnTo>
                  <a:lnTo>
                    <a:pt x="94628" y="213129"/>
                  </a:lnTo>
                  <a:lnTo>
                    <a:pt x="99488" y="215359"/>
                  </a:lnTo>
                  <a:lnTo>
                    <a:pt x="104417" y="217433"/>
                  </a:lnTo>
                  <a:lnTo>
                    <a:pt x="109409" y="219347"/>
                  </a:lnTo>
                  <a:lnTo>
                    <a:pt x="114461" y="221102"/>
                  </a:lnTo>
                  <a:lnTo>
                    <a:pt x="119565" y="222693"/>
                  </a:lnTo>
                  <a:lnTo>
                    <a:pt x="124718" y="224121"/>
                  </a:lnTo>
                  <a:lnTo>
                    <a:pt x="129914" y="225383"/>
                  </a:lnTo>
                  <a:lnTo>
                    <a:pt x="135148" y="226478"/>
                  </a:lnTo>
                  <a:lnTo>
                    <a:pt x="140414" y="227406"/>
                  </a:lnTo>
                  <a:lnTo>
                    <a:pt x="145707" y="228164"/>
                  </a:lnTo>
                  <a:lnTo>
                    <a:pt x="151022" y="228753"/>
                  </a:lnTo>
                  <a:lnTo>
                    <a:pt x="156352" y="229172"/>
                  </a:lnTo>
                  <a:lnTo>
                    <a:pt x="161694" y="229419"/>
                  </a:lnTo>
                  <a:lnTo>
                    <a:pt x="167040" y="229496"/>
                  </a:lnTo>
                  <a:lnTo>
                    <a:pt x="172387" y="229402"/>
                  </a:lnTo>
                  <a:lnTo>
                    <a:pt x="177727" y="229137"/>
                  </a:lnTo>
                  <a:lnTo>
                    <a:pt x="183056" y="228701"/>
                  </a:lnTo>
                  <a:lnTo>
                    <a:pt x="188369" y="228095"/>
                  </a:lnTo>
                  <a:lnTo>
                    <a:pt x="193660" y="227319"/>
                  </a:lnTo>
                  <a:lnTo>
                    <a:pt x="198923" y="226375"/>
                  </a:lnTo>
                  <a:lnTo>
                    <a:pt x="204153" y="225263"/>
                  </a:lnTo>
                  <a:lnTo>
                    <a:pt x="209345" y="223984"/>
                  </a:lnTo>
                  <a:lnTo>
                    <a:pt x="214493" y="222539"/>
                  </a:lnTo>
                  <a:lnTo>
                    <a:pt x="219593" y="220931"/>
                  </a:lnTo>
                  <a:lnTo>
                    <a:pt x="224638" y="219161"/>
                  </a:lnTo>
                  <a:lnTo>
                    <a:pt x="229624" y="217230"/>
                  </a:lnTo>
                  <a:lnTo>
                    <a:pt x="234546" y="215140"/>
                  </a:lnTo>
                  <a:lnTo>
                    <a:pt x="239399" y="212894"/>
                  </a:lnTo>
                  <a:lnTo>
                    <a:pt x="244177" y="210494"/>
                  </a:lnTo>
                  <a:lnTo>
                    <a:pt x="248876" y="207943"/>
                  </a:lnTo>
                  <a:lnTo>
                    <a:pt x="253491" y="205242"/>
                  </a:lnTo>
                  <a:lnTo>
                    <a:pt x="258018" y="202396"/>
                  </a:lnTo>
                  <a:lnTo>
                    <a:pt x="262451" y="199406"/>
                  </a:lnTo>
                  <a:lnTo>
                    <a:pt x="266786" y="196275"/>
                  </a:lnTo>
                  <a:lnTo>
                    <a:pt x="271019" y="193008"/>
                  </a:lnTo>
                  <a:lnTo>
                    <a:pt x="275145" y="189607"/>
                  </a:lnTo>
                  <a:lnTo>
                    <a:pt x="279160" y="186076"/>
                  </a:lnTo>
                  <a:lnTo>
                    <a:pt x="283060" y="182418"/>
                  </a:lnTo>
                  <a:lnTo>
                    <a:pt x="286841" y="178637"/>
                  </a:lnTo>
                  <a:lnTo>
                    <a:pt x="290500" y="174738"/>
                  </a:lnTo>
                  <a:lnTo>
                    <a:pt x="294032" y="170723"/>
                  </a:lnTo>
                  <a:lnTo>
                    <a:pt x="297433" y="166597"/>
                  </a:lnTo>
                  <a:lnTo>
                    <a:pt x="300701" y="162365"/>
                  </a:lnTo>
                  <a:lnTo>
                    <a:pt x="303832" y="158031"/>
                  </a:lnTo>
                  <a:lnTo>
                    <a:pt x="306823" y="153598"/>
                  </a:lnTo>
                  <a:lnTo>
                    <a:pt x="309670" y="149072"/>
                  </a:lnTo>
                  <a:lnTo>
                    <a:pt x="312371" y="144457"/>
                  </a:lnTo>
                  <a:lnTo>
                    <a:pt x="314923" y="139759"/>
                  </a:lnTo>
                  <a:lnTo>
                    <a:pt x="317324" y="134981"/>
                  </a:lnTo>
                  <a:lnTo>
                    <a:pt x="319570" y="130128"/>
                  </a:lnTo>
                  <a:lnTo>
                    <a:pt x="321661" y="125207"/>
                  </a:lnTo>
                  <a:lnTo>
                    <a:pt x="323592" y="120221"/>
                  </a:lnTo>
                  <a:lnTo>
                    <a:pt x="325364" y="115176"/>
                  </a:lnTo>
                  <a:lnTo>
                    <a:pt x="326973" y="110076"/>
                  </a:lnTo>
                  <a:lnTo>
                    <a:pt x="328418" y="104928"/>
                  </a:lnTo>
                  <a:lnTo>
                    <a:pt x="329698" y="99737"/>
                  </a:lnTo>
                  <a:lnTo>
                    <a:pt x="330811" y="94507"/>
                  </a:lnTo>
                  <a:lnTo>
                    <a:pt x="331756" y="89244"/>
                  </a:lnTo>
                  <a:lnTo>
                    <a:pt x="332532" y="83953"/>
                  </a:lnTo>
                  <a:lnTo>
                    <a:pt x="333139" y="78641"/>
                  </a:lnTo>
                  <a:lnTo>
                    <a:pt x="333576" y="73311"/>
                  </a:lnTo>
                  <a:lnTo>
                    <a:pt x="333842" y="67971"/>
                  </a:lnTo>
                  <a:lnTo>
                    <a:pt x="333936" y="62625"/>
                  </a:lnTo>
                  <a:lnTo>
                    <a:pt x="333860" y="57278"/>
                  </a:lnTo>
                  <a:lnTo>
                    <a:pt x="333613" y="51937"/>
                  </a:lnTo>
                  <a:lnTo>
                    <a:pt x="333196" y="46606"/>
                  </a:lnTo>
                  <a:lnTo>
                    <a:pt x="332608" y="41291"/>
                  </a:lnTo>
                  <a:lnTo>
                    <a:pt x="331850" y="35998"/>
                  </a:lnTo>
                  <a:lnTo>
                    <a:pt x="330923" y="30732"/>
                  </a:lnTo>
                  <a:lnTo>
                    <a:pt x="329829" y="25498"/>
                  </a:lnTo>
                  <a:lnTo>
                    <a:pt x="328568" y="20302"/>
                  </a:lnTo>
                  <a:lnTo>
                    <a:pt x="327141" y="15149"/>
                  </a:lnTo>
                  <a:lnTo>
                    <a:pt x="325550" y="10044"/>
                  </a:lnTo>
                  <a:lnTo>
                    <a:pt x="323796" y="4992"/>
                  </a:lnTo>
                  <a:lnTo>
                    <a:pt x="321882" y="0"/>
                  </a:lnTo>
                  <a:lnTo>
                    <a:pt x="166769" y="62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19011" y="2633064"/>
              <a:ext cx="155112" cy="167167"/>
            </a:xfrm>
            <a:custGeom>
              <a:avLst/>
              <a:pathLst>
                <a:path w="155112" h="167167">
                  <a:moveTo>
                    <a:pt x="155112" y="104837"/>
                  </a:moveTo>
                  <a:lnTo>
                    <a:pt x="152970" y="99751"/>
                  </a:lnTo>
                  <a:lnTo>
                    <a:pt x="150661" y="94737"/>
                  </a:lnTo>
                  <a:lnTo>
                    <a:pt x="148188" y="89803"/>
                  </a:lnTo>
                  <a:lnTo>
                    <a:pt x="145553" y="84953"/>
                  </a:lnTo>
                  <a:lnTo>
                    <a:pt x="142759" y="80192"/>
                  </a:lnTo>
                  <a:lnTo>
                    <a:pt x="139810" y="75527"/>
                  </a:lnTo>
                  <a:lnTo>
                    <a:pt x="136709" y="70961"/>
                  </a:lnTo>
                  <a:lnTo>
                    <a:pt x="133458" y="66500"/>
                  </a:lnTo>
                  <a:lnTo>
                    <a:pt x="130062" y="62149"/>
                  </a:lnTo>
                  <a:lnTo>
                    <a:pt x="126524" y="57912"/>
                  </a:lnTo>
                  <a:lnTo>
                    <a:pt x="122848" y="53795"/>
                  </a:lnTo>
                  <a:lnTo>
                    <a:pt x="119038" y="49801"/>
                  </a:lnTo>
                  <a:lnTo>
                    <a:pt x="115099" y="45935"/>
                  </a:lnTo>
                  <a:lnTo>
                    <a:pt x="111034" y="42201"/>
                  </a:lnTo>
                  <a:lnTo>
                    <a:pt x="106847" y="38604"/>
                  </a:lnTo>
                  <a:lnTo>
                    <a:pt x="102545" y="35146"/>
                  </a:lnTo>
                  <a:lnTo>
                    <a:pt x="98130" y="31833"/>
                  </a:lnTo>
                  <a:lnTo>
                    <a:pt x="93609" y="28667"/>
                  </a:lnTo>
                  <a:lnTo>
                    <a:pt x="88986" y="25652"/>
                  </a:lnTo>
                  <a:lnTo>
                    <a:pt x="84265" y="22792"/>
                  </a:lnTo>
                  <a:lnTo>
                    <a:pt x="79453" y="20088"/>
                  </a:lnTo>
                  <a:lnTo>
                    <a:pt x="74554" y="17545"/>
                  </a:lnTo>
                  <a:lnTo>
                    <a:pt x="69574" y="15166"/>
                  </a:lnTo>
                  <a:lnTo>
                    <a:pt x="64518" y="12952"/>
                  </a:lnTo>
                  <a:lnTo>
                    <a:pt x="59391" y="10906"/>
                  </a:lnTo>
                  <a:lnTo>
                    <a:pt x="54200" y="9030"/>
                  </a:lnTo>
                  <a:lnTo>
                    <a:pt x="48950" y="7327"/>
                  </a:lnTo>
                  <a:lnTo>
                    <a:pt x="43646" y="5798"/>
                  </a:lnTo>
                  <a:lnTo>
                    <a:pt x="38295" y="4445"/>
                  </a:lnTo>
                  <a:lnTo>
                    <a:pt x="32902" y="3270"/>
                  </a:lnTo>
                  <a:lnTo>
                    <a:pt x="27473" y="2273"/>
                  </a:lnTo>
                  <a:lnTo>
                    <a:pt x="22015" y="1455"/>
                  </a:lnTo>
                  <a:lnTo>
                    <a:pt x="16532" y="819"/>
                  </a:lnTo>
                  <a:lnTo>
                    <a:pt x="11031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8570" y="2126963"/>
              <a:ext cx="89902" cy="167167"/>
            </a:xfrm>
            <a:custGeom>
              <a:avLst/>
              <a:pathLst>
                <a:path w="89902" h="167167">
                  <a:moveTo>
                    <a:pt x="89902" y="0"/>
                  </a:moveTo>
                  <a:lnTo>
                    <a:pt x="84319" y="93"/>
                  </a:lnTo>
                  <a:lnTo>
                    <a:pt x="78743" y="372"/>
                  </a:lnTo>
                  <a:lnTo>
                    <a:pt x="73179" y="838"/>
                  </a:lnTo>
                  <a:lnTo>
                    <a:pt x="67634" y="1489"/>
                  </a:lnTo>
                  <a:lnTo>
                    <a:pt x="62113" y="2325"/>
                  </a:lnTo>
                  <a:lnTo>
                    <a:pt x="56624" y="3345"/>
                  </a:lnTo>
                  <a:lnTo>
                    <a:pt x="51172" y="4548"/>
                  </a:lnTo>
                  <a:lnTo>
                    <a:pt x="45762" y="5932"/>
                  </a:lnTo>
                  <a:lnTo>
                    <a:pt x="40403" y="7496"/>
                  </a:lnTo>
                  <a:lnTo>
                    <a:pt x="35098" y="9238"/>
                  </a:lnTo>
                  <a:lnTo>
                    <a:pt x="29855" y="11156"/>
                  </a:lnTo>
                  <a:lnTo>
                    <a:pt x="24678" y="13249"/>
                  </a:lnTo>
                  <a:lnTo>
                    <a:pt x="19574" y="15513"/>
                  </a:lnTo>
                  <a:lnTo>
                    <a:pt x="14549" y="17946"/>
                  </a:lnTo>
                  <a:lnTo>
                    <a:pt x="9608" y="20545"/>
                  </a:lnTo>
                  <a:lnTo>
                    <a:pt x="4756" y="23309"/>
                  </a:lnTo>
                  <a:lnTo>
                    <a:pt x="0" y="26232"/>
                  </a:lnTo>
                  <a:lnTo>
                    <a:pt x="899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561321" y="2153196"/>
              <a:ext cx="204102" cy="308102"/>
            </a:xfrm>
            <a:custGeom>
              <a:avLst/>
              <a:pathLst>
                <a:path w="204102" h="308102">
                  <a:moveTo>
                    <a:pt x="77248" y="0"/>
                  </a:moveTo>
                  <a:lnTo>
                    <a:pt x="72816" y="2927"/>
                  </a:lnTo>
                  <a:lnTo>
                    <a:pt x="68478" y="5994"/>
                  </a:lnTo>
                  <a:lnTo>
                    <a:pt x="64240" y="9198"/>
                  </a:lnTo>
                  <a:lnTo>
                    <a:pt x="60106" y="12534"/>
                  </a:lnTo>
                  <a:lnTo>
                    <a:pt x="56081" y="16000"/>
                  </a:lnTo>
                  <a:lnTo>
                    <a:pt x="52167" y="19593"/>
                  </a:lnTo>
                  <a:lnTo>
                    <a:pt x="48369" y="23308"/>
                  </a:lnTo>
                  <a:lnTo>
                    <a:pt x="44692" y="27141"/>
                  </a:lnTo>
                  <a:lnTo>
                    <a:pt x="41138" y="31090"/>
                  </a:lnTo>
                  <a:lnTo>
                    <a:pt x="37711" y="35149"/>
                  </a:lnTo>
                  <a:lnTo>
                    <a:pt x="34415" y="39316"/>
                  </a:lnTo>
                  <a:lnTo>
                    <a:pt x="31253" y="43585"/>
                  </a:lnTo>
                  <a:lnTo>
                    <a:pt x="28229" y="47952"/>
                  </a:lnTo>
                  <a:lnTo>
                    <a:pt x="25344" y="52413"/>
                  </a:lnTo>
                  <a:lnTo>
                    <a:pt x="22603" y="56964"/>
                  </a:lnTo>
                  <a:lnTo>
                    <a:pt x="20008" y="61599"/>
                  </a:lnTo>
                  <a:lnTo>
                    <a:pt x="17562" y="66314"/>
                  </a:lnTo>
                  <a:lnTo>
                    <a:pt x="15266" y="71105"/>
                  </a:lnTo>
                  <a:lnTo>
                    <a:pt x="13124" y="75967"/>
                  </a:lnTo>
                  <a:lnTo>
                    <a:pt x="11137" y="80894"/>
                  </a:lnTo>
                  <a:lnTo>
                    <a:pt x="9308" y="85881"/>
                  </a:lnTo>
                  <a:lnTo>
                    <a:pt x="7639" y="90924"/>
                  </a:lnTo>
                  <a:lnTo>
                    <a:pt x="6130" y="96018"/>
                  </a:lnTo>
                  <a:lnTo>
                    <a:pt x="4784" y="101157"/>
                  </a:lnTo>
                  <a:lnTo>
                    <a:pt x="3603" y="106336"/>
                  </a:lnTo>
                  <a:lnTo>
                    <a:pt x="2586" y="111551"/>
                  </a:lnTo>
                  <a:lnTo>
                    <a:pt x="1735" y="116795"/>
                  </a:lnTo>
                  <a:lnTo>
                    <a:pt x="1052" y="122063"/>
                  </a:lnTo>
                  <a:lnTo>
                    <a:pt x="536" y="127350"/>
                  </a:lnTo>
                  <a:lnTo>
                    <a:pt x="188" y="132651"/>
                  </a:lnTo>
                  <a:lnTo>
                    <a:pt x="10" y="137960"/>
                  </a:lnTo>
                  <a:lnTo>
                    <a:pt x="0" y="143273"/>
                  </a:lnTo>
                  <a:lnTo>
                    <a:pt x="158" y="148583"/>
                  </a:lnTo>
                  <a:lnTo>
                    <a:pt x="486" y="153885"/>
                  </a:lnTo>
                  <a:lnTo>
                    <a:pt x="981" y="159174"/>
                  </a:lnTo>
                  <a:lnTo>
                    <a:pt x="1645" y="164445"/>
                  </a:lnTo>
                  <a:lnTo>
                    <a:pt x="2475" y="169692"/>
                  </a:lnTo>
                  <a:lnTo>
                    <a:pt x="3472" y="174910"/>
                  </a:lnTo>
                  <a:lnTo>
                    <a:pt x="4635" y="180094"/>
                  </a:lnTo>
                  <a:lnTo>
                    <a:pt x="5961" y="185238"/>
                  </a:lnTo>
                  <a:lnTo>
                    <a:pt x="7450" y="190337"/>
                  </a:lnTo>
                  <a:lnTo>
                    <a:pt x="9100" y="195387"/>
                  </a:lnTo>
                  <a:lnTo>
                    <a:pt x="10910" y="200381"/>
                  </a:lnTo>
                  <a:lnTo>
                    <a:pt x="12878" y="205316"/>
                  </a:lnTo>
                  <a:lnTo>
                    <a:pt x="15002" y="210185"/>
                  </a:lnTo>
                  <a:lnTo>
                    <a:pt x="17279" y="214985"/>
                  </a:lnTo>
                  <a:lnTo>
                    <a:pt x="19708" y="219710"/>
                  </a:lnTo>
                  <a:lnTo>
                    <a:pt x="22285" y="224355"/>
                  </a:lnTo>
                  <a:lnTo>
                    <a:pt x="25009" y="228916"/>
                  </a:lnTo>
                  <a:lnTo>
                    <a:pt x="27877" y="233388"/>
                  </a:lnTo>
                  <a:lnTo>
                    <a:pt x="30885" y="237767"/>
                  </a:lnTo>
                  <a:lnTo>
                    <a:pt x="34030" y="242047"/>
                  </a:lnTo>
                  <a:lnTo>
                    <a:pt x="37310" y="246226"/>
                  </a:lnTo>
                  <a:lnTo>
                    <a:pt x="40721" y="250299"/>
                  </a:lnTo>
                  <a:lnTo>
                    <a:pt x="44260" y="254261"/>
                  </a:lnTo>
                  <a:lnTo>
                    <a:pt x="47923" y="258108"/>
                  </a:lnTo>
                  <a:lnTo>
                    <a:pt x="51707" y="261838"/>
                  </a:lnTo>
                  <a:lnTo>
                    <a:pt x="55607" y="265445"/>
                  </a:lnTo>
                  <a:lnTo>
                    <a:pt x="59619" y="268926"/>
                  </a:lnTo>
                  <a:lnTo>
                    <a:pt x="63741" y="272278"/>
                  </a:lnTo>
                  <a:lnTo>
                    <a:pt x="67966" y="275498"/>
                  </a:lnTo>
                  <a:lnTo>
                    <a:pt x="72292" y="278582"/>
                  </a:lnTo>
                  <a:lnTo>
                    <a:pt x="76714" y="281526"/>
                  </a:lnTo>
                  <a:lnTo>
                    <a:pt x="81227" y="284329"/>
                  </a:lnTo>
                  <a:lnTo>
                    <a:pt x="85826" y="286987"/>
                  </a:lnTo>
                  <a:lnTo>
                    <a:pt x="90508" y="289497"/>
                  </a:lnTo>
                  <a:lnTo>
                    <a:pt x="95267" y="291857"/>
                  </a:lnTo>
                  <a:lnTo>
                    <a:pt x="100099" y="294065"/>
                  </a:lnTo>
                  <a:lnTo>
                    <a:pt x="104999" y="296118"/>
                  </a:lnTo>
                  <a:lnTo>
                    <a:pt x="109961" y="298015"/>
                  </a:lnTo>
                  <a:lnTo>
                    <a:pt x="114981" y="299753"/>
                  </a:lnTo>
                  <a:lnTo>
                    <a:pt x="120054" y="301330"/>
                  </a:lnTo>
                  <a:lnTo>
                    <a:pt x="125174" y="302746"/>
                  </a:lnTo>
                  <a:lnTo>
                    <a:pt x="130337" y="303998"/>
                  </a:lnTo>
                  <a:lnTo>
                    <a:pt x="135537" y="305085"/>
                  </a:lnTo>
                  <a:lnTo>
                    <a:pt x="140769" y="306007"/>
                  </a:lnTo>
                  <a:lnTo>
                    <a:pt x="146027" y="306762"/>
                  </a:lnTo>
                  <a:lnTo>
                    <a:pt x="151307" y="307349"/>
                  </a:lnTo>
                  <a:lnTo>
                    <a:pt x="156603" y="307768"/>
                  </a:lnTo>
                  <a:lnTo>
                    <a:pt x="161909" y="308019"/>
                  </a:lnTo>
                  <a:lnTo>
                    <a:pt x="167221" y="308102"/>
                  </a:lnTo>
                  <a:lnTo>
                    <a:pt x="172533" y="308015"/>
                  </a:lnTo>
                  <a:lnTo>
                    <a:pt x="177839" y="307759"/>
                  </a:lnTo>
                  <a:lnTo>
                    <a:pt x="183135" y="307336"/>
                  </a:lnTo>
                  <a:lnTo>
                    <a:pt x="188414" y="306744"/>
                  </a:lnTo>
                  <a:lnTo>
                    <a:pt x="193672" y="305984"/>
                  </a:lnTo>
                  <a:lnTo>
                    <a:pt x="198903" y="305058"/>
                  </a:lnTo>
                  <a:lnTo>
                    <a:pt x="204102" y="303967"/>
                  </a:lnTo>
                  <a:lnTo>
                    <a:pt x="167151" y="140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28472" y="2126963"/>
              <a:ext cx="167167" cy="330199"/>
            </a:xfrm>
            <a:custGeom>
              <a:avLst/>
              <a:pathLst>
                <a:path w="167167" h="330199">
                  <a:moveTo>
                    <a:pt x="36951" y="330199"/>
                  </a:moveTo>
                  <a:lnTo>
                    <a:pt x="42160" y="328931"/>
                  </a:lnTo>
                  <a:lnTo>
                    <a:pt x="47326" y="327495"/>
                  </a:lnTo>
                  <a:lnTo>
                    <a:pt x="52443" y="325895"/>
                  </a:lnTo>
                  <a:lnTo>
                    <a:pt x="57506" y="324132"/>
                  </a:lnTo>
                  <a:lnTo>
                    <a:pt x="62510" y="322207"/>
                  </a:lnTo>
                  <a:lnTo>
                    <a:pt x="67450" y="320123"/>
                  </a:lnTo>
                  <a:lnTo>
                    <a:pt x="72320" y="317881"/>
                  </a:lnTo>
                  <a:lnTo>
                    <a:pt x="77116" y="315484"/>
                  </a:lnTo>
                  <a:lnTo>
                    <a:pt x="81832" y="312935"/>
                  </a:lnTo>
                  <a:lnTo>
                    <a:pt x="86465" y="310236"/>
                  </a:lnTo>
                  <a:lnTo>
                    <a:pt x="91008" y="307389"/>
                  </a:lnTo>
                  <a:lnTo>
                    <a:pt x="95458" y="304399"/>
                  </a:lnTo>
                  <a:lnTo>
                    <a:pt x="99810" y="301267"/>
                  </a:lnTo>
                  <a:lnTo>
                    <a:pt x="104059" y="297997"/>
                  </a:lnTo>
                  <a:lnTo>
                    <a:pt x="108201" y="294593"/>
                  </a:lnTo>
                  <a:lnTo>
                    <a:pt x="112232" y="291058"/>
                  </a:lnTo>
                  <a:lnTo>
                    <a:pt x="116147" y="287395"/>
                  </a:lnTo>
                  <a:lnTo>
                    <a:pt x="119943" y="283608"/>
                  </a:lnTo>
                  <a:lnTo>
                    <a:pt x="123615" y="279702"/>
                  </a:lnTo>
                  <a:lnTo>
                    <a:pt x="127160" y="275680"/>
                  </a:lnTo>
                  <a:lnTo>
                    <a:pt x="130575" y="271547"/>
                  </a:lnTo>
                  <a:lnTo>
                    <a:pt x="133855" y="267306"/>
                  </a:lnTo>
                  <a:lnTo>
                    <a:pt x="136997" y="262961"/>
                  </a:lnTo>
                  <a:lnTo>
                    <a:pt x="139999" y="258519"/>
                  </a:lnTo>
                  <a:lnTo>
                    <a:pt x="142856" y="253982"/>
                  </a:lnTo>
                  <a:lnTo>
                    <a:pt x="145567" y="249357"/>
                  </a:lnTo>
                  <a:lnTo>
                    <a:pt x="148128" y="244646"/>
                  </a:lnTo>
                  <a:lnTo>
                    <a:pt x="150536" y="239856"/>
                  </a:lnTo>
                  <a:lnTo>
                    <a:pt x="152790" y="234991"/>
                  </a:lnTo>
                  <a:lnTo>
                    <a:pt x="154886" y="230057"/>
                  </a:lnTo>
                  <a:lnTo>
                    <a:pt x="156823" y="225058"/>
                  </a:lnTo>
                  <a:lnTo>
                    <a:pt x="158599" y="219999"/>
                  </a:lnTo>
                  <a:lnTo>
                    <a:pt x="160212" y="214886"/>
                  </a:lnTo>
                  <a:lnTo>
                    <a:pt x="161659" y="209723"/>
                  </a:lnTo>
                  <a:lnTo>
                    <a:pt x="162941" y="204517"/>
                  </a:lnTo>
                  <a:lnTo>
                    <a:pt x="164055" y="199273"/>
                  </a:lnTo>
                  <a:lnTo>
                    <a:pt x="165000" y="193995"/>
                  </a:lnTo>
                  <a:lnTo>
                    <a:pt x="165776" y="188690"/>
                  </a:lnTo>
                  <a:lnTo>
                    <a:pt x="166381" y="183363"/>
                  </a:lnTo>
                  <a:lnTo>
                    <a:pt x="166814" y="178019"/>
                  </a:lnTo>
                  <a:lnTo>
                    <a:pt x="167077" y="172664"/>
                  </a:lnTo>
                  <a:lnTo>
                    <a:pt x="167167" y="167303"/>
                  </a:lnTo>
                  <a:lnTo>
                    <a:pt x="167085" y="161943"/>
                  </a:lnTo>
                  <a:lnTo>
                    <a:pt x="166832" y="156587"/>
                  </a:lnTo>
                  <a:lnTo>
                    <a:pt x="166407" y="151243"/>
                  </a:lnTo>
                  <a:lnTo>
                    <a:pt x="165810" y="145914"/>
                  </a:lnTo>
                  <a:lnTo>
                    <a:pt x="165044" y="140608"/>
                  </a:lnTo>
                  <a:lnTo>
                    <a:pt x="164107" y="135329"/>
                  </a:lnTo>
                  <a:lnTo>
                    <a:pt x="163002" y="130083"/>
                  </a:lnTo>
                  <a:lnTo>
                    <a:pt x="161729" y="124875"/>
                  </a:lnTo>
                  <a:lnTo>
                    <a:pt x="160289" y="119710"/>
                  </a:lnTo>
                  <a:lnTo>
                    <a:pt x="158685" y="114594"/>
                  </a:lnTo>
                  <a:lnTo>
                    <a:pt x="156917" y="109532"/>
                  </a:lnTo>
                  <a:lnTo>
                    <a:pt x="154988" y="104530"/>
                  </a:lnTo>
                  <a:lnTo>
                    <a:pt x="152900" y="99592"/>
                  </a:lnTo>
                  <a:lnTo>
                    <a:pt x="150654" y="94724"/>
                  </a:lnTo>
                  <a:lnTo>
                    <a:pt x="148254" y="89930"/>
                  </a:lnTo>
                  <a:lnTo>
                    <a:pt x="145701" y="85215"/>
                  </a:lnTo>
                  <a:lnTo>
                    <a:pt x="142998" y="80585"/>
                  </a:lnTo>
                  <a:lnTo>
                    <a:pt x="140148" y="76044"/>
                  </a:lnTo>
                  <a:lnTo>
                    <a:pt x="137153" y="71596"/>
                  </a:lnTo>
                  <a:lnTo>
                    <a:pt x="134018" y="67247"/>
                  </a:lnTo>
                  <a:lnTo>
                    <a:pt x="130745" y="63001"/>
                  </a:lnTo>
                  <a:lnTo>
                    <a:pt x="127337" y="58862"/>
                  </a:lnTo>
                  <a:lnTo>
                    <a:pt x="123799" y="54834"/>
                  </a:lnTo>
                  <a:lnTo>
                    <a:pt x="120133" y="50921"/>
                  </a:lnTo>
                  <a:lnTo>
                    <a:pt x="116343" y="47129"/>
                  </a:lnTo>
                  <a:lnTo>
                    <a:pt x="112434" y="43460"/>
                  </a:lnTo>
                  <a:lnTo>
                    <a:pt x="108409" y="39918"/>
                  </a:lnTo>
                  <a:lnTo>
                    <a:pt x="104272" y="36507"/>
                  </a:lnTo>
                  <a:lnTo>
                    <a:pt x="100029" y="33230"/>
                  </a:lnTo>
                  <a:lnTo>
                    <a:pt x="95682" y="30091"/>
                  </a:lnTo>
                  <a:lnTo>
                    <a:pt x="91237" y="27093"/>
                  </a:lnTo>
                  <a:lnTo>
                    <a:pt x="86698" y="24239"/>
                  </a:lnTo>
                  <a:lnTo>
                    <a:pt x="82070" y="21533"/>
                  </a:lnTo>
                  <a:lnTo>
                    <a:pt x="77358" y="18976"/>
                  </a:lnTo>
                  <a:lnTo>
                    <a:pt x="72566" y="16571"/>
                  </a:lnTo>
                  <a:lnTo>
                    <a:pt x="67699" y="14322"/>
                  </a:lnTo>
                  <a:lnTo>
                    <a:pt x="62763" y="12229"/>
                  </a:lnTo>
                  <a:lnTo>
                    <a:pt x="57762" y="10296"/>
                  </a:lnTo>
                  <a:lnTo>
                    <a:pt x="52702" y="8524"/>
                  </a:lnTo>
                  <a:lnTo>
                    <a:pt x="47587" y="6916"/>
                  </a:lnTo>
                  <a:lnTo>
                    <a:pt x="42424" y="5472"/>
                  </a:lnTo>
                  <a:lnTo>
                    <a:pt x="37217" y="4195"/>
                  </a:lnTo>
                  <a:lnTo>
                    <a:pt x="31971" y="3085"/>
                  </a:lnTo>
                  <a:lnTo>
                    <a:pt x="26693" y="2145"/>
                  </a:lnTo>
                  <a:lnTo>
                    <a:pt x="21387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437" y="1681503"/>
              <a:ext cx="49797" cy="167167"/>
            </a:xfrm>
            <a:custGeom>
              <a:avLst/>
              <a:pathLst>
                <a:path w="49797" h="167167">
                  <a:moveTo>
                    <a:pt x="49797" y="0"/>
                  </a:moveTo>
                  <a:lnTo>
                    <a:pt x="43478" y="119"/>
                  </a:lnTo>
                  <a:lnTo>
                    <a:pt x="37168" y="477"/>
                  </a:lnTo>
                  <a:lnTo>
                    <a:pt x="30876" y="1074"/>
                  </a:lnTo>
                  <a:lnTo>
                    <a:pt x="24611" y="1908"/>
                  </a:lnTo>
                  <a:lnTo>
                    <a:pt x="18382" y="2978"/>
                  </a:lnTo>
                  <a:lnTo>
                    <a:pt x="12198" y="4283"/>
                  </a:lnTo>
                  <a:lnTo>
                    <a:pt x="6067" y="5821"/>
                  </a:lnTo>
                  <a:lnTo>
                    <a:pt x="0" y="7589"/>
                  </a:lnTo>
                  <a:lnTo>
                    <a:pt x="497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256068" y="1689092"/>
              <a:ext cx="334315" cy="326741"/>
            </a:xfrm>
            <a:custGeom>
              <a:avLst/>
              <a:pathLst>
                <a:path w="334315" h="326741">
                  <a:moveTo>
                    <a:pt x="117368" y="0"/>
                  </a:moveTo>
                  <a:lnTo>
                    <a:pt x="112348" y="1654"/>
                  </a:lnTo>
                  <a:lnTo>
                    <a:pt x="107382" y="3466"/>
                  </a:lnTo>
                  <a:lnTo>
                    <a:pt x="102477" y="5434"/>
                  </a:lnTo>
                  <a:lnTo>
                    <a:pt x="97636" y="7556"/>
                  </a:lnTo>
                  <a:lnTo>
                    <a:pt x="92864" y="9830"/>
                  </a:lnTo>
                  <a:lnTo>
                    <a:pt x="88167" y="12254"/>
                  </a:lnTo>
                  <a:lnTo>
                    <a:pt x="83549" y="14825"/>
                  </a:lnTo>
                  <a:lnTo>
                    <a:pt x="79014" y="17541"/>
                  </a:lnTo>
                  <a:lnTo>
                    <a:pt x="74568" y="20399"/>
                  </a:lnTo>
                  <a:lnTo>
                    <a:pt x="70214" y="23396"/>
                  </a:lnTo>
                  <a:lnTo>
                    <a:pt x="65957" y="26530"/>
                  </a:lnTo>
                  <a:lnTo>
                    <a:pt x="61801" y="29796"/>
                  </a:lnTo>
                  <a:lnTo>
                    <a:pt x="57751" y="33192"/>
                  </a:lnTo>
                  <a:lnTo>
                    <a:pt x="53810" y="36714"/>
                  </a:lnTo>
                  <a:lnTo>
                    <a:pt x="49982" y="40360"/>
                  </a:lnTo>
                  <a:lnTo>
                    <a:pt x="46272" y="44124"/>
                  </a:lnTo>
                  <a:lnTo>
                    <a:pt x="42682" y="48004"/>
                  </a:lnTo>
                  <a:lnTo>
                    <a:pt x="39217" y="51995"/>
                  </a:lnTo>
                  <a:lnTo>
                    <a:pt x="35879" y="56094"/>
                  </a:lnTo>
                  <a:lnTo>
                    <a:pt x="32673" y="60297"/>
                  </a:lnTo>
                  <a:lnTo>
                    <a:pt x="29602" y="64598"/>
                  </a:lnTo>
                  <a:lnTo>
                    <a:pt x="26668" y="68995"/>
                  </a:lnTo>
                  <a:lnTo>
                    <a:pt x="23874" y="73482"/>
                  </a:lnTo>
                  <a:lnTo>
                    <a:pt x="21224" y="78055"/>
                  </a:lnTo>
                  <a:lnTo>
                    <a:pt x="18719" y="82710"/>
                  </a:lnTo>
                  <a:lnTo>
                    <a:pt x="16363" y="87442"/>
                  </a:lnTo>
                  <a:lnTo>
                    <a:pt x="14158" y="92245"/>
                  </a:lnTo>
                  <a:lnTo>
                    <a:pt x="12106" y="97116"/>
                  </a:lnTo>
                  <a:lnTo>
                    <a:pt x="10209" y="102050"/>
                  </a:lnTo>
                  <a:lnTo>
                    <a:pt x="8468" y="107041"/>
                  </a:lnTo>
                  <a:lnTo>
                    <a:pt x="6887" y="112085"/>
                  </a:lnTo>
                  <a:lnTo>
                    <a:pt x="5465" y="117176"/>
                  </a:lnTo>
                  <a:lnTo>
                    <a:pt x="4206" y="122309"/>
                  </a:lnTo>
                  <a:lnTo>
                    <a:pt x="3109" y="127480"/>
                  </a:lnTo>
                  <a:lnTo>
                    <a:pt x="2176" y="132682"/>
                  </a:lnTo>
                  <a:lnTo>
                    <a:pt x="1408" y="137912"/>
                  </a:lnTo>
                  <a:lnTo>
                    <a:pt x="806" y="143163"/>
                  </a:lnTo>
                  <a:lnTo>
                    <a:pt x="371" y="148431"/>
                  </a:lnTo>
                  <a:lnTo>
                    <a:pt x="101" y="153710"/>
                  </a:lnTo>
                  <a:lnTo>
                    <a:pt x="0" y="158995"/>
                  </a:lnTo>
                  <a:lnTo>
                    <a:pt x="65" y="164280"/>
                  </a:lnTo>
                  <a:lnTo>
                    <a:pt x="297" y="169561"/>
                  </a:lnTo>
                  <a:lnTo>
                    <a:pt x="696" y="174831"/>
                  </a:lnTo>
                  <a:lnTo>
                    <a:pt x="1261" y="180087"/>
                  </a:lnTo>
                  <a:lnTo>
                    <a:pt x="1993" y="185322"/>
                  </a:lnTo>
                  <a:lnTo>
                    <a:pt x="2889" y="190531"/>
                  </a:lnTo>
                  <a:lnTo>
                    <a:pt x="3950" y="195709"/>
                  </a:lnTo>
                  <a:lnTo>
                    <a:pt x="5174" y="200851"/>
                  </a:lnTo>
                  <a:lnTo>
                    <a:pt x="6560" y="205952"/>
                  </a:lnTo>
                  <a:lnTo>
                    <a:pt x="8106" y="211006"/>
                  </a:lnTo>
                  <a:lnTo>
                    <a:pt x="9812" y="216009"/>
                  </a:lnTo>
                  <a:lnTo>
                    <a:pt x="11674" y="220956"/>
                  </a:lnTo>
                  <a:lnTo>
                    <a:pt x="13693" y="225841"/>
                  </a:lnTo>
                  <a:lnTo>
                    <a:pt x="15864" y="230660"/>
                  </a:lnTo>
                  <a:lnTo>
                    <a:pt x="18187" y="235408"/>
                  </a:lnTo>
                  <a:lnTo>
                    <a:pt x="20659" y="240080"/>
                  </a:lnTo>
                  <a:lnTo>
                    <a:pt x="23277" y="244672"/>
                  </a:lnTo>
                  <a:lnTo>
                    <a:pt x="26040" y="249178"/>
                  </a:lnTo>
                  <a:lnTo>
                    <a:pt x="28943" y="253595"/>
                  </a:lnTo>
                  <a:lnTo>
                    <a:pt x="31985" y="257918"/>
                  </a:lnTo>
                  <a:lnTo>
                    <a:pt x="35161" y="262143"/>
                  </a:lnTo>
                  <a:lnTo>
                    <a:pt x="38470" y="266265"/>
                  </a:lnTo>
                  <a:lnTo>
                    <a:pt x="41907" y="270281"/>
                  </a:lnTo>
                  <a:lnTo>
                    <a:pt x="45470" y="274185"/>
                  </a:lnTo>
                  <a:lnTo>
                    <a:pt x="49154" y="277976"/>
                  </a:lnTo>
                  <a:lnTo>
                    <a:pt x="52956" y="281647"/>
                  </a:lnTo>
                  <a:lnTo>
                    <a:pt x="56872" y="285197"/>
                  </a:lnTo>
                  <a:lnTo>
                    <a:pt x="60899" y="288621"/>
                  </a:lnTo>
                  <a:lnTo>
                    <a:pt x="65032" y="291916"/>
                  </a:lnTo>
                  <a:lnTo>
                    <a:pt x="69267" y="295079"/>
                  </a:lnTo>
                  <a:lnTo>
                    <a:pt x="73600" y="298107"/>
                  </a:lnTo>
                  <a:lnTo>
                    <a:pt x="78026" y="300996"/>
                  </a:lnTo>
                  <a:lnTo>
                    <a:pt x="82542" y="303743"/>
                  </a:lnTo>
                  <a:lnTo>
                    <a:pt x="87142" y="306346"/>
                  </a:lnTo>
                  <a:lnTo>
                    <a:pt x="91822" y="308803"/>
                  </a:lnTo>
                  <a:lnTo>
                    <a:pt x="96578" y="311110"/>
                  </a:lnTo>
                  <a:lnTo>
                    <a:pt x="101404" y="313266"/>
                  </a:lnTo>
                  <a:lnTo>
                    <a:pt x="106296" y="315269"/>
                  </a:lnTo>
                  <a:lnTo>
                    <a:pt x="111248" y="317115"/>
                  </a:lnTo>
                  <a:lnTo>
                    <a:pt x="116257" y="318804"/>
                  </a:lnTo>
                  <a:lnTo>
                    <a:pt x="121316" y="320334"/>
                  </a:lnTo>
                  <a:lnTo>
                    <a:pt x="126422" y="321703"/>
                  </a:lnTo>
                  <a:lnTo>
                    <a:pt x="131568" y="322911"/>
                  </a:lnTo>
                  <a:lnTo>
                    <a:pt x="136749" y="323954"/>
                  </a:lnTo>
                  <a:lnTo>
                    <a:pt x="141961" y="324834"/>
                  </a:lnTo>
                  <a:lnTo>
                    <a:pt x="147199" y="325548"/>
                  </a:lnTo>
                  <a:lnTo>
                    <a:pt x="152456" y="326096"/>
                  </a:lnTo>
                  <a:lnTo>
                    <a:pt x="157728" y="326478"/>
                  </a:lnTo>
                  <a:lnTo>
                    <a:pt x="163009" y="326693"/>
                  </a:lnTo>
                  <a:lnTo>
                    <a:pt x="168294" y="326741"/>
                  </a:lnTo>
                  <a:lnTo>
                    <a:pt x="173579" y="326622"/>
                  </a:lnTo>
                  <a:lnTo>
                    <a:pt x="178857" y="326336"/>
                  </a:lnTo>
                  <a:lnTo>
                    <a:pt x="184123" y="325883"/>
                  </a:lnTo>
                  <a:lnTo>
                    <a:pt x="189372" y="325263"/>
                  </a:lnTo>
                  <a:lnTo>
                    <a:pt x="194600" y="324478"/>
                  </a:lnTo>
                  <a:lnTo>
                    <a:pt x="199799" y="323529"/>
                  </a:lnTo>
                  <a:lnTo>
                    <a:pt x="204966" y="322415"/>
                  </a:lnTo>
                  <a:lnTo>
                    <a:pt x="210096" y="321139"/>
                  </a:lnTo>
                  <a:lnTo>
                    <a:pt x="215182" y="319701"/>
                  </a:lnTo>
                  <a:lnTo>
                    <a:pt x="220220" y="318102"/>
                  </a:lnTo>
                  <a:lnTo>
                    <a:pt x="225206" y="316346"/>
                  </a:lnTo>
                  <a:lnTo>
                    <a:pt x="230133" y="314433"/>
                  </a:lnTo>
                  <a:lnTo>
                    <a:pt x="234997" y="312364"/>
                  </a:lnTo>
                  <a:lnTo>
                    <a:pt x="239794" y="310144"/>
                  </a:lnTo>
                  <a:lnTo>
                    <a:pt x="244518" y="307772"/>
                  </a:lnTo>
                  <a:lnTo>
                    <a:pt x="249164" y="305253"/>
                  </a:lnTo>
                  <a:lnTo>
                    <a:pt x="253729" y="302587"/>
                  </a:lnTo>
                  <a:lnTo>
                    <a:pt x="258207" y="299779"/>
                  </a:lnTo>
                  <a:lnTo>
                    <a:pt x="262594" y="296831"/>
                  </a:lnTo>
                  <a:lnTo>
                    <a:pt x="266885" y="293745"/>
                  </a:lnTo>
                  <a:lnTo>
                    <a:pt x="271077" y="290525"/>
                  </a:lnTo>
                  <a:lnTo>
                    <a:pt x="275165" y="287175"/>
                  </a:lnTo>
                  <a:lnTo>
                    <a:pt x="279145" y="283696"/>
                  </a:lnTo>
                  <a:lnTo>
                    <a:pt x="283014" y="280094"/>
                  </a:lnTo>
                  <a:lnTo>
                    <a:pt x="286766" y="276371"/>
                  </a:lnTo>
                  <a:lnTo>
                    <a:pt x="290399" y="272532"/>
                  </a:lnTo>
                  <a:lnTo>
                    <a:pt x="293908" y="268579"/>
                  </a:lnTo>
                  <a:lnTo>
                    <a:pt x="297291" y="264518"/>
                  </a:lnTo>
                  <a:lnTo>
                    <a:pt x="300543" y="260351"/>
                  </a:lnTo>
                  <a:lnTo>
                    <a:pt x="303663" y="256084"/>
                  </a:lnTo>
                  <a:lnTo>
                    <a:pt x="306646" y="251721"/>
                  </a:lnTo>
                  <a:lnTo>
                    <a:pt x="309489" y="247265"/>
                  </a:lnTo>
                  <a:lnTo>
                    <a:pt x="312190" y="242721"/>
                  </a:lnTo>
                  <a:lnTo>
                    <a:pt x="314746" y="238095"/>
                  </a:lnTo>
                  <a:lnTo>
                    <a:pt x="317155" y="233390"/>
                  </a:lnTo>
                  <a:lnTo>
                    <a:pt x="319414" y="228611"/>
                  </a:lnTo>
                  <a:lnTo>
                    <a:pt x="321520" y="223763"/>
                  </a:lnTo>
                  <a:lnTo>
                    <a:pt x="323472" y="218851"/>
                  </a:lnTo>
                  <a:lnTo>
                    <a:pt x="325268" y="213880"/>
                  </a:lnTo>
                  <a:lnTo>
                    <a:pt x="326906" y="208854"/>
                  </a:lnTo>
                  <a:lnTo>
                    <a:pt x="328384" y="203779"/>
                  </a:lnTo>
                  <a:lnTo>
                    <a:pt x="329701" y="198660"/>
                  </a:lnTo>
                  <a:lnTo>
                    <a:pt x="330855" y="193502"/>
                  </a:lnTo>
                  <a:lnTo>
                    <a:pt x="331846" y="188310"/>
                  </a:lnTo>
                  <a:lnTo>
                    <a:pt x="332672" y="183089"/>
                  </a:lnTo>
                  <a:lnTo>
                    <a:pt x="333332" y="177845"/>
                  </a:lnTo>
                  <a:lnTo>
                    <a:pt x="333827" y="172582"/>
                  </a:lnTo>
                  <a:lnTo>
                    <a:pt x="334155" y="167307"/>
                  </a:lnTo>
                  <a:lnTo>
                    <a:pt x="334315" y="162023"/>
                  </a:lnTo>
                  <a:lnTo>
                    <a:pt x="334309" y="156738"/>
                  </a:lnTo>
                  <a:lnTo>
                    <a:pt x="334136" y="151455"/>
                  </a:lnTo>
                  <a:lnTo>
                    <a:pt x="333796" y="146180"/>
                  </a:lnTo>
                  <a:lnTo>
                    <a:pt x="333289" y="140919"/>
                  </a:lnTo>
                  <a:lnTo>
                    <a:pt x="332616" y="135676"/>
                  </a:lnTo>
                  <a:lnTo>
                    <a:pt x="331777" y="130457"/>
                  </a:lnTo>
                  <a:lnTo>
                    <a:pt x="330775" y="125268"/>
                  </a:lnTo>
                  <a:lnTo>
                    <a:pt x="329608" y="120112"/>
                  </a:lnTo>
                  <a:lnTo>
                    <a:pt x="328279" y="114996"/>
                  </a:lnTo>
                  <a:lnTo>
                    <a:pt x="326789" y="109925"/>
                  </a:lnTo>
                  <a:lnTo>
                    <a:pt x="325140" y="104903"/>
                  </a:lnTo>
                  <a:lnTo>
                    <a:pt x="323332" y="99936"/>
                  </a:lnTo>
                  <a:lnTo>
                    <a:pt x="321368" y="95029"/>
                  </a:lnTo>
                  <a:lnTo>
                    <a:pt x="319251" y="90186"/>
                  </a:lnTo>
                  <a:lnTo>
                    <a:pt x="316981" y="85412"/>
                  </a:lnTo>
                  <a:lnTo>
                    <a:pt x="314561" y="80713"/>
                  </a:lnTo>
                  <a:lnTo>
                    <a:pt x="311994" y="76092"/>
                  </a:lnTo>
                  <a:lnTo>
                    <a:pt x="309282" y="71555"/>
                  </a:lnTo>
                  <a:lnTo>
                    <a:pt x="306428" y="67106"/>
                  </a:lnTo>
                  <a:lnTo>
                    <a:pt x="303435" y="62749"/>
                  </a:lnTo>
                  <a:lnTo>
                    <a:pt x="300306" y="58490"/>
                  </a:lnTo>
                  <a:lnTo>
                    <a:pt x="297043" y="54331"/>
                  </a:lnTo>
                  <a:lnTo>
                    <a:pt x="293651" y="50277"/>
                  </a:lnTo>
                  <a:lnTo>
                    <a:pt x="290132" y="46333"/>
                  </a:lnTo>
                  <a:lnTo>
                    <a:pt x="286490" y="42502"/>
                  </a:lnTo>
                  <a:lnTo>
                    <a:pt x="282729" y="38788"/>
                  </a:lnTo>
                  <a:lnTo>
                    <a:pt x="278853" y="35195"/>
                  </a:lnTo>
                  <a:lnTo>
                    <a:pt x="274865" y="31726"/>
                  </a:lnTo>
                  <a:lnTo>
                    <a:pt x="270769" y="28385"/>
                  </a:lnTo>
                  <a:lnTo>
                    <a:pt x="266569" y="25175"/>
                  </a:lnTo>
                  <a:lnTo>
                    <a:pt x="167166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423235" y="1681503"/>
              <a:ext cx="99403" cy="167167"/>
            </a:xfrm>
            <a:custGeom>
              <a:avLst/>
              <a:pathLst>
                <a:path w="99403" h="167167">
                  <a:moveTo>
                    <a:pt x="99403" y="32765"/>
                  </a:moveTo>
                  <a:lnTo>
                    <a:pt x="94843" y="29509"/>
                  </a:lnTo>
                  <a:lnTo>
                    <a:pt x="90177" y="26408"/>
                  </a:lnTo>
                  <a:lnTo>
                    <a:pt x="85410" y="23466"/>
                  </a:lnTo>
                  <a:lnTo>
                    <a:pt x="80546" y="20684"/>
                  </a:lnTo>
                  <a:lnTo>
                    <a:pt x="75592" y="18067"/>
                  </a:lnTo>
                  <a:lnTo>
                    <a:pt x="70553" y="15618"/>
                  </a:lnTo>
                  <a:lnTo>
                    <a:pt x="65435" y="13339"/>
                  </a:lnTo>
                  <a:lnTo>
                    <a:pt x="60244" y="11232"/>
                  </a:lnTo>
                  <a:lnTo>
                    <a:pt x="54985" y="9301"/>
                  </a:lnTo>
                  <a:lnTo>
                    <a:pt x="49664" y="7547"/>
                  </a:lnTo>
                  <a:lnTo>
                    <a:pt x="44287" y="5973"/>
                  </a:lnTo>
                  <a:lnTo>
                    <a:pt x="38861" y="4579"/>
                  </a:lnTo>
                  <a:lnTo>
                    <a:pt x="33390" y="3368"/>
                  </a:lnTo>
                  <a:lnTo>
                    <a:pt x="27883" y="2341"/>
                  </a:lnTo>
                  <a:lnTo>
                    <a:pt x="22344" y="1500"/>
                  </a:lnTo>
                  <a:lnTo>
                    <a:pt x="16780" y="844"/>
                  </a:lnTo>
                  <a:lnTo>
                    <a:pt x="11197" y="375"/>
                  </a:lnTo>
                  <a:lnTo>
                    <a:pt x="560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853881" y="1322571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5" y="752"/>
                  </a:lnTo>
                  <a:lnTo>
                    <a:pt x="146059" y="1336"/>
                  </a:lnTo>
                  <a:lnTo>
                    <a:pt x="140824" y="2087"/>
                  </a:lnTo>
                  <a:lnTo>
                    <a:pt x="135616" y="3002"/>
                  </a:lnTo>
                  <a:lnTo>
                    <a:pt x="130439" y="4082"/>
                  </a:lnTo>
                  <a:lnTo>
                    <a:pt x="125298" y="5325"/>
                  </a:lnTo>
                  <a:lnTo>
                    <a:pt x="120200" y="6730"/>
                  </a:lnTo>
                  <a:lnTo>
                    <a:pt x="115149" y="8296"/>
                  </a:lnTo>
                  <a:lnTo>
                    <a:pt x="110150" y="10020"/>
                  </a:lnTo>
                  <a:lnTo>
                    <a:pt x="105207" y="11902"/>
                  </a:lnTo>
                  <a:lnTo>
                    <a:pt x="100327" y="13939"/>
                  </a:lnTo>
                  <a:lnTo>
                    <a:pt x="95514" y="16130"/>
                  </a:lnTo>
                  <a:lnTo>
                    <a:pt x="90772" y="18471"/>
                  </a:lnTo>
                  <a:lnTo>
                    <a:pt x="86107" y="20962"/>
                  </a:lnTo>
                  <a:lnTo>
                    <a:pt x="81523" y="23599"/>
                  </a:lnTo>
                  <a:lnTo>
                    <a:pt x="77025" y="26379"/>
                  </a:lnTo>
                  <a:lnTo>
                    <a:pt x="72617" y="29301"/>
                  </a:lnTo>
                  <a:lnTo>
                    <a:pt x="68303" y="32360"/>
                  </a:lnTo>
                  <a:lnTo>
                    <a:pt x="64088" y="35554"/>
                  </a:lnTo>
                  <a:lnTo>
                    <a:pt x="59977" y="38880"/>
                  </a:lnTo>
                  <a:lnTo>
                    <a:pt x="55973" y="42335"/>
                  </a:lnTo>
                  <a:lnTo>
                    <a:pt x="52080" y="45914"/>
                  </a:lnTo>
                  <a:lnTo>
                    <a:pt x="48302" y="49615"/>
                  </a:lnTo>
                  <a:lnTo>
                    <a:pt x="44643" y="53433"/>
                  </a:lnTo>
                  <a:lnTo>
                    <a:pt x="41107" y="57365"/>
                  </a:lnTo>
                  <a:lnTo>
                    <a:pt x="37697" y="61407"/>
                  </a:lnTo>
                  <a:lnTo>
                    <a:pt x="34416" y="65555"/>
                  </a:lnTo>
                  <a:lnTo>
                    <a:pt x="31269" y="69805"/>
                  </a:lnTo>
                  <a:lnTo>
                    <a:pt x="28257" y="74152"/>
                  </a:lnTo>
                  <a:lnTo>
                    <a:pt x="25384" y="78592"/>
                  </a:lnTo>
                  <a:lnTo>
                    <a:pt x="22654" y="83121"/>
                  </a:lnTo>
                  <a:lnTo>
                    <a:pt x="20067" y="87734"/>
                  </a:lnTo>
                  <a:lnTo>
                    <a:pt x="17628" y="92426"/>
                  </a:lnTo>
                  <a:lnTo>
                    <a:pt x="15339" y="97193"/>
                  </a:lnTo>
                  <a:lnTo>
                    <a:pt x="13202" y="102030"/>
                  </a:lnTo>
                  <a:lnTo>
                    <a:pt x="11218" y="106933"/>
                  </a:lnTo>
                  <a:lnTo>
                    <a:pt x="9391" y="111895"/>
                  </a:lnTo>
                  <a:lnTo>
                    <a:pt x="7722" y="116913"/>
                  </a:lnTo>
                  <a:lnTo>
                    <a:pt x="6212" y="121981"/>
                  </a:lnTo>
                  <a:lnTo>
                    <a:pt x="4863" y="127095"/>
                  </a:lnTo>
                  <a:lnTo>
                    <a:pt x="3677" y="132248"/>
                  </a:lnTo>
                  <a:lnTo>
                    <a:pt x="2654" y="137437"/>
                  </a:lnTo>
                  <a:lnTo>
                    <a:pt x="1796" y="142655"/>
                  </a:lnTo>
                  <a:lnTo>
                    <a:pt x="1104" y="147898"/>
                  </a:lnTo>
                  <a:lnTo>
                    <a:pt x="577" y="153160"/>
                  </a:lnTo>
                  <a:lnTo>
                    <a:pt x="217" y="158436"/>
                  </a:lnTo>
                  <a:lnTo>
                    <a:pt x="25" y="163721"/>
                  </a:lnTo>
                  <a:lnTo>
                    <a:pt x="0" y="169009"/>
                  </a:lnTo>
                  <a:lnTo>
                    <a:pt x="141" y="174296"/>
                  </a:lnTo>
                  <a:lnTo>
                    <a:pt x="450" y="179575"/>
                  </a:lnTo>
                  <a:lnTo>
                    <a:pt x="926" y="184842"/>
                  </a:lnTo>
                  <a:lnTo>
                    <a:pt x="1569" y="190091"/>
                  </a:lnTo>
                  <a:lnTo>
                    <a:pt x="2377" y="195317"/>
                  </a:lnTo>
                  <a:lnTo>
                    <a:pt x="3350" y="200516"/>
                  </a:lnTo>
                  <a:lnTo>
                    <a:pt x="4486" y="205680"/>
                  </a:lnTo>
                  <a:lnTo>
                    <a:pt x="5786" y="210806"/>
                  </a:lnTo>
                  <a:lnTo>
                    <a:pt x="7247" y="215889"/>
                  </a:lnTo>
                  <a:lnTo>
                    <a:pt x="8868" y="220923"/>
                  </a:lnTo>
                  <a:lnTo>
                    <a:pt x="10648" y="225903"/>
                  </a:lnTo>
                  <a:lnTo>
                    <a:pt x="12584" y="230824"/>
                  </a:lnTo>
                  <a:lnTo>
                    <a:pt x="14675" y="235681"/>
                  </a:lnTo>
                  <a:lnTo>
                    <a:pt x="16918" y="240470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8"/>
                  </a:lnTo>
                  <a:lnTo>
                    <a:pt x="27371" y="258845"/>
                  </a:lnTo>
                  <a:lnTo>
                    <a:pt x="30341" y="263221"/>
                  </a:lnTo>
                  <a:lnTo>
                    <a:pt x="33448" y="267501"/>
                  </a:lnTo>
                  <a:lnTo>
                    <a:pt x="36688" y="271680"/>
                  </a:lnTo>
                  <a:lnTo>
                    <a:pt x="40059" y="275754"/>
                  </a:lnTo>
                  <a:lnTo>
                    <a:pt x="43558" y="279720"/>
                  </a:lnTo>
                  <a:lnTo>
                    <a:pt x="47180" y="283573"/>
                  </a:lnTo>
                  <a:lnTo>
                    <a:pt x="50922" y="287310"/>
                  </a:lnTo>
                  <a:lnTo>
                    <a:pt x="54780" y="290927"/>
                  </a:lnTo>
                  <a:lnTo>
                    <a:pt x="58751" y="294419"/>
                  </a:lnTo>
                  <a:lnTo>
                    <a:pt x="62831" y="297785"/>
                  </a:lnTo>
                  <a:lnTo>
                    <a:pt x="67014" y="301019"/>
                  </a:lnTo>
                  <a:lnTo>
                    <a:pt x="71298" y="304120"/>
                  </a:lnTo>
                  <a:lnTo>
                    <a:pt x="75678" y="307083"/>
                  </a:lnTo>
                  <a:lnTo>
                    <a:pt x="80150" y="309907"/>
                  </a:lnTo>
                  <a:lnTo>
                    <a:pt x="84708" y="312588"/>
                  </a:lnTo>
                  <a:lnTo>
                    <a:pt x="89349" y="315123"/>
                  </a:lnTo>
                  <a:lnTo>
                    <a:pt x="94068" y="317510"/>
                  </a:lnTo>
                  <a:lnTo>
                    <a:pt x="98860" y="319747"/>
                  </a:lnTo>
                  <a:lnTo>
                    <a:pt x="103721" y="321831"/>
                  </a:lnTo>
                  <a:lnTo>
                    <a:pt x="108645" y="323760"/>
                  </a:lnTo>
                  <a:lnTo>
                    <a:pt x="113627" y="325532"/>
                  </a:lnTo>
                  <a:lnTo>
                    <a:pt x="118663" y="327146"/>
                  </a:lnTo>
                  <a:lnTo>
                    <a:pt x="123748" y="328600"/>
                  </a:lnTo>
                  <a:lnTo>
                    <a:pt x="128876" y="329892"/>
                  </a:lnTo>
                  <a:lnTo>
                    <a:pt x="134042" y="331022"/>
                  </a:lnTo>
                  <a:lnTo>
                    <a:pt x="139242" y="331987"/>
                  </a:lnTo>
                  <a:lnTo>
                    <a:pt x="144469" y="332788"/>
                  </a:lnTo>
                  <a:lnTo>
                    <a:pt x="149719" y="333422"/>
                  </a:lnTo>
                  <a:lnTo>
                    <a:pt x="154987" y="333891"/>
                  </a:lnTo>
                  <a:lnTo>
                    <a:pt x="160267" y="334192"/>
                  </a:lnTo>
                  <a:lnTo>
                    <a:pt x="165553" y="334327"/>
                  </a:lnTo>
                  <a:lnTo>
                    <a:pt x="170841" y="334294"/>
                  </a:lnTo>
                  <a:lnTo>
                    <a:pt x="176126" y="334094"/>
                  </a:lnTo>
                  <a:lnTo>
                    <a:pt x="181402" y="333726"/>
                  </a:lnTo>
                  <a:lnTo>
                    <a:pt x="186663" y="333192"/>
                  </a:lnTo>
                  <a:lnTo>
                    <a:pt x="191905" y="332492"/>
                  </a:lnTo>
                  <a:lnTo>
                    <a:pt x="197122" y="331627"/>
                  </a:lnTo>
                  <a:lnTo>
                    <a:pt x="202309" y="330597"/>
                  </a:lnTo>
                  <a:lnTo>
                    <a:pt x="207461" y="329403"/>
                  </a:lnTo>
                  <a:lnTo>
                    <a:pt x="212572" y="328047"/>
                  </a:lnTo>
                  <a:lnTo>
                    <a:pt x="217638" y="326530"/>
                  </a:lnTo>
                  <a:lnTo>
                    <a:pt x="222654" y="324853"/>
                  </a:lnTo>
                  <a:lnTo>
                    <a:pt x="227614" y="323019"/>
                  </a:lnTo>
                  <a:lnTo>
                    <a:pt x="232513" y="321029"/>
                  </a:lnTo>
                  <a:lnTo>
                    <a:pt x="237348" y="318884"/>
                  </a:lnTo>
                  <a:lnTo>
                    <a:pt x="242111" y="316588"/>
                  </a:lnTo>
                  <a:lnTo>
                    <a:pt x="246800" y="314143"/>
                  </a:lnTo>
                  <a:lnTo>
                    <a:pt x="251409" y="311550"/>
                  </a:lnTo>
                  <a:lnTo>
                    <a:pt x="255934" y="308813"/>
                  </a:lnTo>
                  <a:lnTo>
                    <a:pt x="260370" y="305934"/>
                  </a:lnTo>
                  <a:lnTo>
                    <a:pt x="264713" y="302916"/>
                  </a:lnTo>
                  <a:lnTo>
                    <a:pt x="268958" y="299762"/>
                  </a:lnTo>
                  <a:lnTo>
                    <a:pt x="273101" y="296476"/>
                  </a:lnTo>
                  <a:lnTo>
                    <a:pt x="277138" y="293060"/>
                  </a:lnTo>
                  <a:lnTo>
                    <a:pt x="281065" y="289518"/>
                  </a:lnTo>
                  <a:lnTo>
                    <a:pt x="284879" y="285854"/>
                  </a:lnTo>
                  <a:lnTo>
                    <a:pt x="288574" y="282071"/>
                  </a:lnTo>
                  <a:lnTo>
                    <a:pt x="292148" y="278173"/>
                  </a:lnTo>
                  <a:lnTo>
                    <a:pt x="295596" y="274163"/>
                  </a:lnTo>
                  <a:lnTo>
                    <a:pt x="298916" y="270047"/>
                  </a:lnTo>
                  <a:lnTo>
                    <a:pt x="302105" y="265828"/>
                  </a:lnTo>
                  <a:lnTo>
                    <a:pt x="305158" y="261510"/>
                  </a:lnTo>
                  <a:lnTo>
                    <a:pt x="308073" y="257098"/>
                  </a:lnTo>
                  <a:lnTo>
                    <a:pt x="310847" y="252595"/>
                  </a:lnTo>
                  <a:lnTo>
                    <a:pt x="313477" y="248008"/>
                  </a:lnTo>
                  <a:lnTo>
                    <a:pt x="315961" y="243339"/>
                  </a:lnTo>
                  <a:lnTo>
                    <a:pt x="318296" y="238594"/>
                  </a:lnTo>
                  <a:lnTo>
                    <a:pt x="320480" y="233778"/>
                  </a:lnTo>
                  <a:lnTo>
                    <a:pt x="322510" y="228894"/>
                  </a:lnTo>
                  <a:lnTo>
                    <a:pt x="324385" y="223950"/>
                  </a:lnTo>
                  <a:lnTo>
                    <a:pt x="326102" y="218948"/>
                  </a:lnTo>
                  <a:lnTo>
                    <a:pt x="327661" y="213894"/>
                  </a:lnTo>
                  <a:lnTo>
                    <a:pt x="329058" y="208794"/>
                  </a:lnTo>
                  <a:lnTo>
                    <a:pt x="330294" y="203652"/>
                  </a:lnTo>
                  <a:lnTo>
                    <a:pt x="331367" y="198474"/>
                  </a:lnTo>
                  <a:lnTo>
                    <a:pt x="332275" y="193264"/>
                  </a:lnTo>
                  <a:lnTo>
                    <a:pt x="333018" y="188028"/>
                  </a:lnTo>
                  <a:lnTo>
                    <a:pt x="333594" y="182771"/>
                  </a:lnTo>
                  <a:lnTo>
                    <a:pt x="334005" y="177499"/>
                  </a:lnTo>
                  <a:lnTo>
                    <a:pt x="334248" y="172216"/>
                  </a:lnTo>
                  <a:lnTo>
                    <a:pt x="334324" y="166928"/>
                  </a:lnTo>
                  <a:lnTo>
                    <a:pt x="334233" y="161641"/>
                  </a:lnTo>
                  <a:lnTo>
                    <a:pt x="333974" y="156359"/>
                  </a:lnTo>
                  <a:lnTo>
                    <a:pt x="333549" y="151087"/>
                  </a:lnTo>
                  <a:lnTo>
                    <a:pt x="332957" y="145832"/>
                  </a:lnTo>
                  <a:lnTo>
                    <a:pt x="332199" y="140598"/>
                  </a:lnTo>
                  <a:lnTo>
                    <a:pt x="331276" y="135391"/>
                  </a:lnTo>
                  <a:lnTo>
                    <a:pt x="330189" y="130216"/>
                  </a:lnTo>
                  <a:lnTo>
                    <a:pt x="328939" y="125077"/>
                  </a:lnTo>
                  <a:lnTo>
                    <a:pt x="327527" y="119981"/>
                  </a:lnTo>
                  <a:lnTo>
                    <a:pt x="325954" y="114932"/>
                  </a:lnTo>
                  <a:lnTo>
                    <a:pt x="324222" y="109935"/>
                  </a:lnTo>
                  <a:lnTo>
                    <a:pt x="322333" y="104996"/>
                  </a:lnTo>
                  <a:lnTo>
                    <a:pt x="320289" y="100119"/>
                  </a:lnTo>
                  <a:lnTo>
                    <a:pt x="318092" y="95308"/>
                  </a:lnTo>
                  <a:lnTo>
                    <a:pt x="315743" y="90570"/>
                  </a:lnTo>
                  <a:lnTo>
                    <a:pt x="313246" y="85908"/>
                  </a:lnTo>
                  <a:lnTo>
                    <a:pt x="310602" y="81328"/>
                  </a:lnTo>
                  <a:lnTo>
                    <a:pt x="307815" y="76834"/>
                  </a:lnTo>
                  <a:lnTo>
                    <a:pt x="304888" y="72430"/>
                  </a:lnTo>
                  <a:lnTo>
                    <a:pt x="301822" y="68121"/>
                  </a:lnTo>
                  <a:lnTo>
                    <a:pt x="298622" y="63911"/>
                  </a:lnTo>
                  <a:lnTo>
                    <a:pt x="295290" y="59804"/>
                  </a:lnTo>
                  <a:lnTo>
                    <a:pt x="291830" y="55805"/>
                  </a:lnTo>
                  <a:lnTo>
                    <a:pt x="288245" y="51917"/>
                  </a:lnTo>
                  <a:lnTo>
                    <a:pt x="284539" y="48144"/>
                  </a:lnTo>
                  <a:lnTo>
                    <a:pt x="280715" y="44491"/>
                  </a:lnTo>
                  <a:lnTo>
                    <a:pt x="276778" y="40960"/>
                  </a:lnTo>
                  <a:lnTo>
                    <a:pt x="272731" y="37556"/>
                  </a:lnTo>
                  <a:lnTo>
                    <a:pt x="268579" y="34281"/>
                  </a:lnTo>
                  <a:lnTo>
                    <a:pt x="264325" y="31140"/>
                  </a:lnTo>
                  <a:lnTo>
                    <a:pt x="259973" y="28134"/>
                  </a:lnTo>
                  <a:lnTo>
                    <a:pt x="255529" y="25268"/>
                  </a:lnTo>
                  <a:lnTo>
                    <a:pt x="250996" y="2254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45116"/>
              <a:ext cx="83839" cy="144623"/>
            </a:xfrm>
            <a:custGeom>
              <a:avLst/>
              <a:pathLst>
                <a:path w="83839" h="144623">
                  <a:moveTo>
                    <a:pt x="83839" y="0"/>
                  </a:moveTo>
                  <a:lnTo>
                    <a:pt x="0" y="144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22571"/>
              <a:ext cx="83839" cy="167167"/>
            </a:xfrm>
            <a:custGeom>
              <a:avLst/>
              <a:pathLst>
                <a:path w="83839" h="167167">
                  <a:moveTo>
                    <a:pt x="83839" y="22544"/>
                  </a:moveTo>
                  <a:lnTo>
                    <a:pt x="78723" y="19697"/>
                  </a:lnTo>
                  <a:lnTo>
                    <a:pt x="73511" y="17030"/>
                  </a:lnTo>
                  <a:lnTo>
                    <a:pt x="68209" y="14548"/>
                  </a:lnTo>
                  <a:lnTo>
                    <a:pt x="62823" y="12253"/>
                  </a:lnTo>
                  <a:lnTo>
                    <a:pt x="57359" y="10148"/>
                  </a:lnTo>
                  <a:lnTo>
                    <a:pt x="51826" y="8236"/>
                  </a:lnTo>
                  <a:lnTo>
                    <a:pt x="46229" y="6519"/>
                  </a:lnTo>
                  <a:lnTo>
                    <a:pt x="40575" y="4999"/>
                  </a:lnTo>
                  <a:lnTo>
                    <a:pt x="34871" y="3677"/>
                  </a:lnTo>
                  <a:lnTo>
                    <a:pt x="29125" y="2556"/>
                  </a:lnTo>
                  <a:lnTo>
                    <a:pt x="23343" y="1637"/>
                  </a:lnTo>
                  <a:lnTo>
                    <a:pt x="17532" y="921"/>
                  </a:lnTo>
                  <a:lnTo>
                    <a:pt x="11700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378100" y="1071028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7" y="752"/>
                  </a:lnTo>
                  <a:lnTo>
                    <a:pt x="146062" y="1336"/>
                  </a:lnTo>
                  <a:lnTo>
                    <a:pt x="140828" y="2086"/>
                  </a:lnTo>
                  <a:lnTo>
                    <a:pt x="135620" y="3001"/>
                  </a:lnTo>
                  <a:lnTo>
                    <a:pt x="130444" y="4081"/>
                  </a:lnTo>
                  <a:lnTo>
                    <a:pt x="125304" y="5324"/>
                  </a:lnTo>
                  <a:lnTo>
                    <a:pt x="120206" y="6728"/>
                  </a:lnTo>
                  <a:lnTo>
                    <a:pt x="115156" y="8293"/>
                  </a:lnTo>
                  <a:lnTo>
                    <a:pt x="110157" y="10018"/>
                  </a:lnTo>
                  <a:lnTo>
                    <a:pt x="105215" y="11899"/>
                  </a:lnTo>
                  <a:lnTo>
                    <a:pt x="100336" y="13936"/>
                  </a:lnTo>
                  <a:lnTo>
                    <a:pt x="95523" y="16126"/>
                  </a:lnTo>
                  <a:lnTo>
                    <a:pt x="90782" y="18467"/>
                  </a:lnTo>
                  <a:lnTo>
                    <a:pt x="86117" y="20957"/>
                  </a:lnTo>
                  <a:lnTo>
                    <a:pt x="81533" y="23593"/>
                  </a:lnTo>
                  <a:lnTo>
                    <a:pt x="77035" y="26373"/>
                  </a:lnTo>
                  <a:lnTo>
                    <a:pt x="72627" y="29294"/>
                  </a:lnTo>
                  <a:lnTo>
                    <a:pt x="68314" y="32352"/>
                  </a:lnTo>
                  <a:lnTo>
                    <a:pt x="64100" y="35546"/>
                  </a:lnTo>
                  <a:lnTo>
                    <a:pt x="59989" y="38871"/>
                  </a:lnTo>
                  <a:lnTo>
                    <a:pt x="55985" y="42325"/>
                  </a:lnTo>
                  <a:lnTo>
                    <a:pt x="52092" y="45903"/>
                  </a:lnTo>
                  <a:lnTo>
                    <a:pt x="48314" y="49603"/>
                  </a:lnTo>
                  <a:lnTo>
                    <a:pt x="44655" y="53420"/>
                  </a:lnTo>
                  <a:lnTo>
                    <a:pt x="41119" y="57352"/>
                  </a:lnTo>
                  <a:lnTo>
                    <a:pt x="37709" y="61393"/>
                  </a:lnTo>
                  <a:lnTo>
                    <a:pt x="34428" y="65540"/>
                  </a:lnTo>
                  <a:lnTo>
                    <a:pt x="31281" y="69789"/>
                  </a:lnTo>
                  <a:lnTo>
                    <a:pt x="28269" y="74135"/>
                  </a:lnTo>
                  <a:lnTo>
                    <a:pt x="25396" y="78574"/>
                  </a:lnTo>
                  <a:lnTo>
                    <a:pt x="22665" y="83102"/>
                  </a:lnTo>
                  <a:lnTo>
                    <a:pt x="20079" y="87714"/>
                  </a:lnTo>
                  <a:lnTo>
                    <a:pt x="17639" y="92405"/>
                  </a:lnTo>
                  <a:lnTo>
                    <a:pt x="15350" y="97171"/>
                  </a:lnTo>
                  <a:lnTo>
                    <a:pt x="13212" y="102007"/>
                  </a:lnTo>
                  <a:lnTo>
                    <a:pt x="11228" y="106909"/>
                  </a:lnTo>
                  <a:lnTo>
                    <a:pt x="9400" y="111871"/>
                  </a:lnTo>
                  <a:lnTo>
                    <a:pt x="7730" y="116888"/>
                  </a:lnTo>
                  <a:lnTo>
                    <a:pt x="6220" y="121955"/>
                  </a:lnTo>
                  <a:lnTo>
                    <a:pt x="4870" y="127068"/>
                  </a:lnTo>
                  <a:lnTo>
                    <a:pt x="3683" y="132220"/>
                  </a:lnTo>
                  <a:lnTo>
                    <a:pt x="2660" y="137408"/>
                  </a:lnTo>
                  <a:lnTo>
                    <a:pt x="1801" y="142625"/>
                  </a:lnTo>
                  <a:lnTo>
                    <a:pt x="1108" y="147867"/>
                  </a:lnTo>
                  <a:lnTo>
                    <a:pt x="580" y="153129"/>
                  </a:lnTo>
                  <a:lnTo>
                    <a:pt x="220" y="158404"/>
                  </a:lnTo>
                  <a:lnTo>
                    <a:pt x="26" y="163688"/>
                  </a:lnTo>
                  <a:lnTo>
                    <a:pt x="0" y="168976"/>
                  </a:lnTo>
                  <a:lnTo>
                    <a:pt x="140" y="174262"/>
                  </a:lnTo>
                  <a:lnTo>
                    <a:pt x="448" y="179540"/>
                  </a:lnTo>
                  <a:lnTo>
                    <a:pt x="923" y="184807"/>
                  </a:lnTo>
                  <a:lnTo>
                    <a:pt x="1564" y="190055"/>
                  </a:lnTo>
                  <a:lnTo>
                    <a:pt x="2371" y="195281"/>
                  </a:lnTo>
                  <a:lnTo>
                    <a:pt x="3342" y="200479"/>
                  </a:lnTo>
                  <a:lnTo>
                    <a:pt x="4478" y="205643"/>
                  </a:lnTo>
                  <a:lnTo>
                    <a:pt x="5776" y="210769"/>
                  </a:lnTo>
                  <a:lnTo>
                    <a:pt x="7236" y="215851"/>
                  </a:lnTo>
                  <a:lnTo>
                    <a:pt x="8856" y="220885"/>
                  </a:lnTo>
                  <a:lnTo>
                    <a:pt x="10634" y="225864"/>
                  </a:lnTo>
                  <a:lnTo>
                    <a:pt x="12569" y="230785"/>
                  </a:lnTo>
                  <a:lnTo>
                    <a:pt x="14658" y="235643"/>
                  </a:lnTo>
                  <a:lnTo>
                    <a:pt x="16900" y="240432"/>
                  </a:lnTo>
                  <a:lnTo>
                    <a:pt x="19292" y="245147"/>
                  </a:lnTo>
                  <a:lnTo>
                    <a:pt x="21832" y="249785"/>
                  </a:lnTo>
                  <a:lnTo>
                    <a:pt x="24518" y="254340"/>
                  </a:lnTo>
                  <a:lnTo>
                    <a:pt x="27347" y="258807"/>
                  </a:lnTo>
                  <a:lnTo>
                    <a:pt x="30315" y="263183"/>
                  </a:lnTo>
                  <a:lnTo>
                    <a:pt x="33420" y="267463"/>
                  </a:lnTo>
                  <a:lnTo>
                    <a:pt x="36659" y="271643"/>
                  </a:lnTo>
                  <a:lnTo>
                    <a:pt x="40028" y="275718"/>
                  </a:lnTo>
                  <a:lnTo>
                    <a:pt x="43525" y="279684"/>
                  </a:lnTo>
                  <a:lnTo>
                    <a:pt x="47146" y="283538"/>
                  </a:lnTo>
                  <a:lnTo>
                    <a:pt x="50886" y="287275"/>
                  </a:lnTo>
                  <a:lnTo>
                    <a:pt x="54743" y="290892"/>
                  </a:lnTo>
                  <a:lnTo>
                    <a:pt x="58712" y="294386"/>
                  </a:lnTo>
                  <a:lnTo>
                    <a:pt x="62790" y="297752"/>
                  </a:lnTo>
                  <a:lnTo>
                    <a:pt x="66972" y="300988"/>
                  </a:lnTo>
                  <a:lnTo>
                    <a:pt x="71255" y="304089"/>
                  </a:lnTo>
                  <a:lnTo>
                    <a:pt x="75633" y="307054"/>
                  </a:lnTo>
                  <a:lnTo>
                    <a:pt x="80103" y="309878"/>
                  </a:lnTo>
                  <a:lnTo>
                    <a:pt x="84660" y="312560"/>
                  </a:lnTo>
                  <a:lnTo>
                    <a:pt x="89300" y="315097"/>
                  </a:lnTo>
                  <a:lnTo>
                    <a:pt x="94018" y="317485"/>
                  </a:lnTo>
                  <a:lnTo>
                    <a:pt x="98808" y="319723"/>
                  </a:lnTo>
                  <a:lnTo>
                    <a:pt x="103667" y="321808"/>
                  </a:lnTo>
                  <a:lnTo>
                    <a:pt x="108590" y="323739"/>
                  </a:lnTo>
                  <a:lnTo>
                    <a:pt x="113571" y="325513"/>
                  </a:lnTo>
                  <a:lnTo>
                    <a:pt x="118606" y="327129"/>
                  </a:lnTo>
                  <a:lnTo>
                    <a:pt x="123689" y="328584"/>
                  </a:lnTo>
                  <a:lnTo>
                    <a:pt x="128816" y="329878"/>
                  </a:lnTo>
                  <a:lnTo>
                    <a:pt x="133982" y="331009"/>
                  </a:lnTo>
                  <a:lnTo>
                    <a:pt x="139180" y="331977"/>
                  </a:lnTo>
                  <a:lnTo>
                    <a:pt x="144407" y="332779"/>
                  </a:lnTo>
                  <a:lnTo>
                    <a:pt x="149656" y="333416"/>
                  </a:lnTo>
                  <a:lnTo>
                    <a:pt x="154922" y="333886"/>
                  </a:lnTo>
                  <a:lnTo>
                    <a:pt x="160201" y="334190"/>
                  </a:lnTo>
                  <a:lnTo>
                    <a:pt x="165487" y="334326"/>
                  </a:lnTo>
                  <a:lnTo>
                    <a:pt x="170775" y="334295"/>
                  </a:lnTo>
                  <a:lnTo>
                    <a:pt x="176059" y="334097"/>
                  </a:lnTo>
                  <a:lnTo>
                    <a:pt x="181334" y="333732"/>
                  </a:lnTo>
                  <a:lnTo>
                    <a:pt x="186595" y="333200"/>
                  </a:lnTo>
                  <a:lnTo>
                    <a:pt x="191836" y="332503"/>
                  </a:lnTo>
                  <a:lnTo>
                    <a:pt x="197053" y="331639"/>
                  </a:lnTo>
                  <a:lnTo>
                    <a:pt x="202240" y="330612"/>
                  </a:lnTo>
                  <a:lnTo>
                    <a:pt x="207392" y="329420"/>
                  </a:lnTo>
                  <a:lnTo>
                    <a:pt x="212503" y="328067"/>
                  </a:lnTo>
                  <a:lnTo>
                    <a:pt x="217569" y="326552"/>
                  </a:lnTo>
                  <a:lnTo>
                    <a:pt x="222585" y="324878"/>
                  </a:lnTo>
                  <a:lnTo>
                    <a:pt x="227545" y="323046"/>
                  </a:lnTo>
                  <a:lnTo>
                    <a:pt x="232445" y="321058"/>
                  </a:lnTo>
                  <a:lnTo>
                    <a:pt x="237279" y="318916"/>
                  </a:lnTo>
                  <a:lnTo>
                    <a:pt x="242044" y="316623"/>
                  </a:lnTo>
                  <a:lnTo>
                    <a:pt x="246733" y="314179"/>
                  </a:lnTo>
                  <a:lnTo>
                    <a:pt x="251343" y="311589"/>
                  </a:lnTo>
                  <a:lnTo>
                    <a:pt x="255868" y="308854"/>
                  </a:lnTo>
                  <a:lnTo>
                    <a:pt x="260305" y="305978"/>
                  </a:lnTo>
                  <a:lnTo>
                    <a:pt x="264649" y="302962"/>
                  </a:lnTo>
                  <a:lnTo>
                    <a:pt x="268895" y="299811"/>
                  </a:lnTo>
                  <a:lnTo>
                    <a:pt x="273039" y="296527"/>
                  </a:lnTo>
                  <a:lnTo>
                    <a:pt x="277077" y="293114"/>
                  </a:lnTo>
                  <a:lnTo>
                    <a:pt x="281006" y="289574"/>
                  </a:lnTo>
                  <a:lnTo>
                    <a:pt x="284820" y="285912"/>
                  </a:lnTo>
                  <a:lnTo>
                    <a:pt x="288517" y="282131"/>
                  </a:lnTo>
                  <a:lnTo>
                    <a:pt x="292092" y="278236"/>
                  </a:lnTo>
                  <a:lnTo>
                    <a:pt x="295542" y="274229"/>
                  </a:lnTo>
                  <a:lnTo>
                    <a:pt x="298864" y="270115"/>
                  </a:lnTo>
                  <a:lnTo>
                    <a:pt x="302054" y="265898"/>
                  </a:lnTo>
                  <a:lnTo>
                    <a:pt x="305109" y="261582"/>
                  </a:lnTo>
                  <a:lnTo>
                    <a:pt x="308026" y="257172"/>
                  </a:lnTo>
                  <a:lnTo>
                    <a:pt x="310802" y="252671"/>
                  </a:lnTo>
                  <a:lnTo>
                    <a:pt x="313435" y="248086"/>
                  </a:lnTo>
                  <a:lnTo>
                    <a:pt x="315921" y="243419"/>
                  </a:lnTo>
                  <a:lnTo>
                    <a:pt x="318258" y="238676"/>
                  </a:lnTo>
                  <a:lnTo>
                    <a:pt x="320444" y="233861"/>
                  </a:lnTo>
                  <a:lnTo>
                    <a:pt x="322477" y="228980"/>
                  </a:lnTo>
                  <a:lnTo>
                    <a:pt x="324354" y="224036"/>
                  </a:lnTo>
                  <a:lnTo>
                    <a:pt x="326074" y="219036"/>
                  </a:lnTo>
                  <a:lnTo>
                    <a:pt x="327635" y="213984"/>
                  </a:lnTo>
                  <a:lnTo>
                    <a:pt x="329035" y="208885"/>
                  </a:lnTo>
                  <a:lnTo>
                    <a:pt x="330274" y="203745"/>
                  </a:lnTo>
                  <a:lnTo>
                    <a:pt x="331349" y="198568"/>
                  </a:lnTo>
                  <a:lnTo>
                    <a:pt x="332260" y="193359"/>
                  </a:lnTo>
                  <a:lnTo>
                    <a:pt x="333006" y="188124"/>
                  </a:lnTo>
                  <a:lnTo>
                    <a:pt x="333586" y="182868"/>
                  </a:lnTo>
                  <a:lnTo>
                    <a:pt x="333999" y="177597"/>
                  </a:lnTo>
                  <a:lnTo>
                    <a:pt x="334245" y="172315"/>
                  </a:lnTo>
                  <a:lnTo>
                    <a:pt x="334325" y="167028"/>
                  </a:lnTo>
                  <a:lnTo>
                    <a:pt x="334237" y="161741"/>
                  </a:lnTo>
                  <a:lnTo>
                    <a:pt x="333981" y="156459"/>
                  </a:lnTo>
                  <a:lnTo>
                    <a:pt x="333559" y="151189"/>
                  </a:lnTo>
                  <a:lnTo>
                    <a:pt x="332971" y="14593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16963"/>
              <a:ext cx="165813" cy="21233"/>
            </a:xfrm>
            <a:custGeom>
              <a:avLst/>
              <a:pathLst>
                <a:path w="165813" h="21233">
                  <a:moveTo>
                    <a:pt x="165813" y="0"/>
                  </a:moveTo>
                  <a:lnTo>
                    <a:pt x="0" y="212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216083"/>
              <a:ext cx="165813" cy="22112"/>
            </a:xfrm>
            <a:custGeom>
              <a:avLst/>
              <a:pathLst>
                <a:path w="165813" h="22112">
                  <a:moveTo>
                    <a:pt x="165813" y="879"/>
                  </a:moveTo>
                  <a:lnTo>
                    <a:pt x="165698" y="0"/>
                  </a:lnTo>
                  <a:lnTo>
                    <a:pt x="0" y="22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071028"/>
              <a:ext cx="165698" cy="167167"/>
            </a:xfrm>
            <a:custGeom>
              <a:avLst/>
              <a:pathLst>
                <a:path w="165698" h="167167">
                  <a:moveTo>
                    <a:pt x="165698" y="145054"/>
                  </a:moveTo>
                  <a:lnTo>
                    <a:pt x="164887" y="139651"/>
                  </a:lnTo>
                  <a:lnTo>
                    <a:pt x="163900" y="134277"/>
                  </a:lnTo>
                  <a:lnTo>
                    <a:pt x="162737" y="128939"/>
                  </a:lnTo>
                  <a:lnTo>
                    <a:pt x="161401" y="123641"/>
                  </a:lnTo>
                  <a:lnTo>
                    <a:pt x="159892" y="118390"/>
                  </a:lnTo>
                  <a:lnTo>
                    <a:pt x="158213" y="113191"/>
                  </a:lnTo>
                  <a:lnTo>
                    <a:pt x="156365" y="108050"/>
                  </a:lnTo>
                  <a:lnTo>
                    <a:pt x="154349" y="102971"/>
                  </a:lnTo>
                  <a:lnTo>
                    <a:pt x="152169" y="97962"/>
                  </a:lnTo>
                  <a:lnTo>
                    <a:pt x="149826" y="93026"/>
                  </a:lnTo>
                  <a:lnTo>
                    <a:pt x="147323" y="88169"/>
                  </a:lnTo>
                  <a:lnTo>
                    <a:pt x="144663" y="83397"/>
                  </a:lnTo>
                  <a:lnTo>
                    <a:pt x="141848" y="78714"/>
                  </a:lnTo>
                  <a:lnTo>
                    <a:pt x="138882" y="74126"/>
                  </a:lnTo>
                  <a:lnTo>
                    <a:pt x="135767" y="69637"/>
                  </a:lnTo>
                  <a:lnTo>
                    <a:pt x="132508" y="65253"/>
                  </a:lnTo>
                  <a:lnTo>
                    <a:pt x="129106" y="60977"/>
                  </a:lnTo>
                  <a:lnTo>
                    <a:pt x="125567" y="56814"/>
                  </a:lnTo>
                  <a:lnTo>
                    <a:pt x="121894" y="52770"/>
                  </a:lnTo>
                  <a:lnTo>
                    <a:pt x="118091" y="48848"/>
                  </a:lnTo>
                  <a:lnTo>
                    <a:pt x="114161" y="45052"/>
                  </a:lnTo>
                  <a:lnTo>
                    <a:pt x="110109" y="41386"/>
                  </a:lnTo>
                  <a:lnTo>
                    <a:pt x="105940" y="37855"/>
                  </a:lnTo>
                  <a:lnTo>
                    <a:pt x="101658" y="34462"/>
                  </a:lnTo>
                  <a:lnTo>
                    <a:pt x="97267" y="31211"/>
                  </a:lnTo>
                  <a:lnTo>
                    <a:pt x="92772" y="28105"/>
                  </a:lnTo>
                  <a:lnTo>
                    <a:pt x="88178" y="25148"/>
                  </a:lnTo>
                  <a:lnTo>
                    <a:pt x="83490" y="22342"/>
                  </a:lnTo>
                  <a:lnTo>
                    <a:pt x="78713" y="19691"/>
                  </a:lnTo>
                  <a:lnTo>
                    <a:pt x="73851" y="17197"/>
                  </a:lnTo>
                  <a:lnTo>
                    <a:pt x="68911" y="14864"/>
                  </a:lnTo>
                  <a:lnTo>
                    <a:pt x="63897" y="12694"/>
                  </a:lnTo>
                  <a:lnTo>
                    <a:pt x="58815" y="10688"/>
                  </a:lnTo>
                  <a:lnTo>
                    <a:pt x="53670" y="8849"/>
                  </a:lnTo>
                  <a:lnTo>
                    <a:pt x="48468" y="7180"/>
                  </a:lnTo>
                  <a:lnTo>
                    <a:pt x="43214" y="5682"/>
                  </a:lnTo>
                  <a:lnTo>
                    <a:pt x="37913" y="4356"/>
                  </a:lnTo>
                  <a:lnTo>
                    <a:pt x="32573" y="3204"/>
                  </a:lnTo>
                  <a:lnTo>
                    <a:pt x="27197" y="2227"/>
                  </a:lnTo>
                  <a:lnTo>
                    <a:pt x="21793" y="1426"/>
                  </a:lnTo>
                  <a:lnTo>
                    <a:pt x="16365" y="802"/>
                  </a:lnTo>
                  <a:lnTo>
                    <a:pt x="10919" y="357"/>
                  </a:lnTo>
                  <a:lnTo>
                    <a:pt x="546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32151" y="941493"/>
              <a:ext cx="91392" cy="167167"/>
            </a:xfrm>
            <a:custGeom>
              <a:avLst/>
              <a:pathLst>
                <a:path w="91392" h="167167">
                  <a:moveTo>
                    <a:pt x="91392" y="0"/>
                  </a:moveTo>
                  <a:lnTo>
                    <a:pt x="85705" y="96"/>
                  </a:lnTo>
                  <a:lnTo>
                    <a:pt x="80025" y="386"/>
                  </a:lnTo>
                  <a:lnTo>
                    <a:pt x="74358" y="870"/>
                  </a:lnTo>
                  <a:lnTo>
                    <a:pt x="68711" y="1545"/>
                  </a:lnTo>
                  <a:lnTo>
                    <a:pt x="63089" y="2413"/>
                  </a:lnTo>
                  <a:lnTo>
                    <a:pt x="57501" y="3471"/>
                  </a:lnTo>
                  <a:lnTo>
                    <a:pt x="51952" y="4719"/>
                  </a:lnTo>
                  <a:lnTo>
                    <a:pt x="46448" y="6155"/>
                  </a:lnTo>
                  <a:lnTo>
                    <a:pt x="40997" y="7777"/>
                  </a:lnTo>
                  <a:lnTo>
                    <a:pt x="35604" y="9583"/>
                  </a:lnTo>
                  <a:lnTo>
                    <a:pt x="30275" y="11572"/>
                  </a:lnTo>
                  <a:lnTo>
                    <a:pt x="25017" y="13742"/>
                  </a:lnTo>
                  <a:lnTo>
                    <a:pt x="19836" y="16088"/>
                  </a:lnTo>
                  <a:lnTo>
                    <a:pt x="14738" y="18610"/>
                  </a:lnTo>
                  <a:lnTo>
                    <a:pt x="9729" y="21304"/>
                  </a:lnTo>
                  <a:lnTo>
                    <a:pt x="4814" y="24166"/>
                  </a:lnTo>
                  <a:lnTo>
                    <a:pt x="0" y="27194"/>
                  </a:lnTo>
                  <a:lnTo>
                    <a:pt x="913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32151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856386" y="968688"/>
              <a:ext cx="334309" cy="307139"/>
            </a:xfrm>
            <a:custGeom>
              <a:avLst/>
              <a:pathLst>
                <a:path w="334309" h="307139">
                  <a:moveTo>
                    <a:pt x="75764" y="0"/>
                  </a:moveTo>
                  <a:lnTo>
                    <a:pt x="71379" y="2963"/>
                  </a:lnTo>
                  <a:lnTo>
                    <a:pt x="67090" y="6063"/>
                  </a:lnTo>
                  <a:lnTo>
                    <a:pt x="62901" y="9298"/>
                  </a:lnTo>
                  <a:lnTo>
                    <a:pt x="58817" y="12664"/>
                  </a:lnTo>
                  <a:lnTo>
                    <a:pt x="54841" y="16157"/>
                  </a:lnTo>
                  <a:lnTo>
                    <a:pt x="50978" y="19775"/>
                  </a:lnTo>
                  <a:lnTo>
                    <a:pt x="47231" y="23513"/>
                  </a:lnTo>
                  <a:lnTo>
                    <a:pt x="43605" y="27368"/>
                  </a:lnTo>
                  <a:lnTo>
                    <a:pt x="40102" y="31335"/>
                  </a:lnTo>
                  <a:lnTo>
                    <a:pt x="36727" y="35412"/>
                  </a:lnTo>
                  <a:lnTo>
                    <a:pt x="33482" y="39593"/>
                  </a:lnTo>
                  <a:lnTo>
                    <a:pt x="30371" y="43875"/>
                  </a:lnTo>
                  <a:lnTo>
                    <a:pt x="27398" y="48253"/>
                  </a:lnTo>
                  <a:lnTo>
                    <a:pt x="24565" y="52723"/>
                  </a:lnTo>
                  <a:lnTo>
                    <a:pt x="21874" y="57281"/>
                  </a:lnTo>
                  <a:lnTo>
                    <a:pt x="19329" y="61921"/>
                  </a:lnTo>
                  <a:lnTo>
                    <a:pt x="16933" y="66640"/>
                  </a:lnTo>
                  <a:lnTo>
                    <a:pt x="14686" y="71432"/>
                  </a:lnTo>
                  <a:lnTo>
                    <a:pt x="12593" y="76293"/>
                  </a:lnTo>
                  <a:lnTo>
                    <a:pt x="10655" y="81218"/>
                  </a:lnTo>
                  <a:lnTo>
                    <a:pt x="8873" y="86202"/>
                  </a:lnTo>
                  <a:lnTo>
                    <a:pt x="7251" y="91239"/>
                  </a:lnTo>
                  <a:lnTo>
                    <a:pt x="5788" y="96326"/>
                  </a:lnTo>
                  <a:lnTo>
                    <a:pt x="4487" y="101456"/>
                  </a:lnTo>
                  <a:lnTo>
                    <a:pt x="3350" y="106625"/>
                  </a:lnTo>
                  <a:lnTo>
                    <a:pt x="2376" y="111827"/>
                  </a:lnTo>
                  <a:lnTo>
                    <a:pt x="1568" y="117057"/>
                  </a:lnTo>
                  <a:lnTo>
                    <a:pt x="925" y="122311"/>
                  </a:lnTo>
                  <a:lnTo>
                    <a:pt x="449" y="127582"/>
                  </a:lnTo>
                  <a:lnTo>
                    <a:pt x="141" y="132865"/>
                  </a:lnTo>
                  <a:lnTo>
                    <a:pt x="0" y="138156"/>
                  </a:lnTo>
                  <a:lnTo>
                    <a:pt x="26" y="143448"/>
                  </a:lnTo>
                  <a:lnTo>
                    <a:pt x="220" y="148737"/>
                  </a:lnTo>
                  <a:lnTo>
                    <a:pt x="581" y="154017"/>
                  </a:lnTo>
                  <a:lnTo>
                    <a:pt x="1109" y="159283"/>
                  </a:lnTo>
                  <a:lnTo>
                    <a:pt x="1803" y="164530"/>
                  </a:lnTo>
                  <a:lnTo>
                    <a:pt x="2664" y="169752"/>
                  </a:lnTo>
                  <a:lnTo>
                    <a:pt x="3689" y="174945"/>
                  </a:lnTo>
                  <a:lnTo>
                    <a:pt x="4878" y="180102"/>
                  </a:lnTo>
                  <a:lnTo>
                    <a:pt x="6230" y="185219"/>
                  </a:lnTo>
                  <a:lnTo>
                    <a:pt x="7742" y="190290"/>
                  </a:lnTo>
                  <a:lnTo>
                    <a:pt x="9415" y="195312"/>
                  </a:lnTo>
                  <a:lnTo>
                    <a:pt x="11246" y="200277"/>
                  </a:lnTo>
                  <a:lnTo>
                    <a:pt x="13233" y="205183"/>
                  </a:lnTo>
                  <a:lnTo>
                    <a:pt x="15375" y="210023"/>
                  </a:lnTo>
                  <a:lnTo>
                    <a:pt x="17668" y="214792"/>
                  </a:lnTo>
                  <a:lnTo>
                    <a:pt x="20112" y="219487"/>
                  </a:lnTo>
                  <a:lnTo>
                    <a:pt x="22703" y="224102"/>
                  </a:lnTo>
                  <a:lnTo>
                    <a:pt x="25438" y="228633"/>
                  </a:lnTo>
                  <a:lnTo>
                    <a:pt x="28316" y="233074"/>
                  </a:lnTo>
                  <a:lnTo>
                    <a:pt x="31333" y="237423"/>
                  </a:lnTo>
                  <a:lnTo>
                    <a:pt x="34486" y="241674"/>
                  </a:lnTo>
                  <a:lnTo>
                    <a:pt x="37772" y="245823"/>
                  </a:lnTo>
                  <a:lnTo>
                    <a:pt x="41187" y="249865"/>
                  </a:lnTo>
                  <a:lnTo>
                    <a:pt x="44729" y="253798"/>
                  </a:lnTo>
                  <a:lnTo>
                    <a:pt x="48394" y="257616"/>
                  </a:lnTo>
                  <a:lnTo>
                    <a:pt x="52177" y="261317"/>
                  </a:lnTo>
                  <a:lnTo>
                    <a:pt x="56076" y="264896"/>
                  </a:lnTo>
                  <a:lnTo>
                    <a:pt x="60087" y="268350"/>
                  </a:lnTo>
                  <a:lnTo>
                    <a:pt x="64204" y="271675"/>
                  </a:lnTo>
                  <a:lnTo>
                    <a:pt x="68425" y="274868"/>
                  </a:lnTo>
                  <a:lnTo>
                    <a:pt x="72745" y="277926"/>
                  </a:lnTo>
                  <a:lnTo>
                    <a:pt x="77159" y="280845"/>
                  </a:lnTo>
                  <a:lnTo>
                    <a:pt x="81664" y="283624"/>
                  </a:lnTo>
                  <a:lnTo>
                    <a:pt x="86254" y="286258"/>
                  </a:lnTo>
                  <a:lnTo>
                    <a:pt x="90925" y="288746"/>
                  </a:lnTo>
                  <a:lnTo>
                    <a:pt x="95673" y="291084"/>
                  </a:lnTo>
                  <a:lnTo>
                    <a:pt x="100492" y="293272"/>
                  </a:lnTo>
                  <a:lnTo>
                    <a:pt x="105379" y="295305"/>
                  </a:lnTo>
                  <a:lnTo>
                    <a:pt x="110327" y="297183"/>
                  </a:lnTo>
                  <a:lnTo>
                    <a:pt x="115332" y="298903"/>
                  </a:lnTo>
                  <a:lnTo>
                    <a:pt x="120389" y="300464"/>
                  </a:lnTo>
                  <a:lnTo>
                    <a:pt x="125493" y="301864"/>
                  </a:lnTo>
                  <a:lnTo>
                    <a:pt x="130639" y="303102"/>
                  </a:lnTo>
                  <a:lnTo>
                    <a:pt x="135821" y="304176"/>
                  </a:lnTo>
                  <a:lnTo>
                    <a:pt x="141035" y="305086"/>
                  </a:lnTo>
                  <a:lnTo>
                    <a:pt x="146275" y="305830"/>
                  </a:lnTo>
                  <a:lnTo>
                    <a:pt x="151536" y="306408"/>
                  </a:lnTo>
                  <a:lnTo>
                    <a:pt x="156812" y="306819"/>
                  </a:lnTo>
                  <a:lnTo>
                    <a:pt x="162099" y="307063"/>
                  </a:lnTo>
                  <a:lnTo>
                    <a:pt x="167391" y="307139"/>
                  </a:lnTo>
                  <a:lnTo>
                    <a:pt x="172683" y="307048"/>
                  </a:lnTo>
                  <a:lnTo>
                    <a:pt x="177969" y="306789"/>
                  </a:lnTo>
                  <a:lnTo>
                    <a:pt x="183244" y="306364"/>
                  </a:lnTo>
                  <a:lnTo>
                    <a:pt x="188503" y="305771"/>
                  </a:lnTo>
                  <a:lnTo>
                    <a:pt x="193741" y="305012"/>
                  </a:lnTo>
                  <a:lnTo>
                    <a:pt x="198952" y="304088"/>
                  </a:lnTo>
                  <a:lnTo>
                    <a:pt x="204132" y="302999"/>
                  </a:lnTo>
                  <a:lnTo>
                    <a:pt x="209274" y="301747"/>
                  </a:lnTo>
                  <a:lnTo>
                    <a:pt x="214374" y="300333"/>
                  </a:lnTo>
                  <a:lnTo>
                    <a:pt x="219427" y="298758"/>
                  </a:lnTo>
                  <a:lnTo>
                    <a:pt x="224427" y="297023"/>
                  </a:lnTo>
                  <a:lnTo>
                    <a:pt x="229370" y="295132"/>
                  </a:lnTo>
                  <a:lnTo>
                    <a:pt x="234250" y="293085"/>
                  </a:lnTo>
                  <a:lnTo>
                    <a:pt x="239064" y="290884"/>
                  </a:lnTo>
                  <a:lnTo>
                    <a:pt x="243805" y="288532"/>
                  </a:lnTo>
                  <a:lnTo>
                    <a:pt x="248469" y="286031"/>
                  </a:lnTo>
                  <a:lnTo>
                    <a:pt x="253052" y="283384"/>
                  </a:lnTo>
                  <a:lnTo>
                    <a:pt x="257549" y="280593"/>
                  </a:lnTo>
                  <a:lnTo>
                    <a:pt x="261955" y="277661"/>
                  </a:lnTo>
                  <a:lnTo>
                    <a:pt x="266266" y="274591"/>
                  </a:lnTo>
                  <a:lnTo>
                    <a:pt x="270478" y="271386"/>
                  </a:lnTo>
                  <a:lnTo>
                    <a:pt x="274586" y="268050"/>
                  </a:lnTo>
                  <a:lnTo>
                    <a:pt x="278587" y="264585"/>
                  </a:lnTo>
                  <a:lnTo>
                    <a:pt x="282476" y="260995"/>
                  </a:lnTo>
                  <a:lnTo>
                    <a:pt x="286249" y="257284"/>
                  </a:lnTo>
                  <a:lnTo>
                    <a:pt x="289903" y="253455"/>
                  </a:lnTo>
                  <a:lnTo>
                    <a:pt x="293434" y="249513"/>
                  </a:lnTo>
                  <a:lnTo>
                    <a:pt x="296838" y="245460"/>
                  </a:lnTo>
                  <a:lnTo>
                    <a:pt x="300112" y="241302"/>
                  </a:lnTo>
                  <a:lnTo>
                    <a:pt x="303254" y="237043"/>
                  </a:lnTo>
                  <a:lnTo>
                    <a:pt x="306258" y="232686"/>
                  </a:lnTo>
                  <a:lnTo>
                    <a:pt x="309123" y="228236"/>
                  </a:lnTo>
                  <a:lnTo>
                    <a:pt x="311846" y="223698"/>
                  </a:lnTo>
                  <a:lnTo>
                    <a:pt x="314424" y="219075"/>
                  </a:lnTo>
                  <a:lnTo>
                    <a:pt x="316855" y="214374"/>
                  </a:lnTo>
                  <a:lnTo>
                    <a:pt x="319135" y="209598"/>
                  </a:lnTo>
                  <a:lnTo>
                    <a:pt x="321263" y="204752"/>
                  </a:lnTo>
                  <a:lnTo>
                    <a:pt x="323236" y="199841"/>
                  </a:lnTo>
                  <a:lnTo>
                    <a:pt x="325053" y="194870"/>
                  </a:lnTo>
                  <a:lnTo>
                    <a:pt x="326712" y="189844"/>
                  </a:lnTo>
                  <a:lnTo>
                    <a:pt x="328211" y="184769"/>
                  </a:lnTo>
                  <a:lnTo>
                    <a:pt x="329548" y="179648"/>
                  </a:lnTo>
                  <a:lnTo>
                    <a:pt x="330723" y="174487"/>
                  </a:lnTo>
                  <a:lnTo>
                    <a:pt x="331733" y="169292"/>
                  </a:lnTo>
                  <a:lnTo>
                    <a:pt x="332579" y="164068"/>
                  </a:lnTo>
                  <a:lnTo>
                    <a:pt x="333259" y="158819"/>
                  </a:lnTo>
                  <a:lnTo>
                    <a:pt x="333772" y="153551"/>
                  </a:lnTo>
                  <a:lnTo>
                    <a:pt x="334118" y="148270"/>
                  </a:lnTo>
                  <a:lnTo>
                    <a:pt x="334297" y="142981"/>
                  </a:lnTo>
                  <a:lnTo>
                    <a:pt x="334309" y="137688"/>
                  </a:lnTo>
                  <a:lnTo>
                    <a:pt x="334153" y="132398"/>
                  </a:lnTo>
                  <a:lnTo>
                    <a:pt x="333829" y="127116"/>
                  </a:lnTo>
                  <a:lnTo>
                    <a:pt x="333339" y="121846"/>
                  </a:lnTo>
                  <a:lnTo>
                    <a:pt x="332682" y="116594"/>
                  </a:lnTo>
                  <a:lnTo>
                    <a:pt x="331859" y="111366"/>
                  </a:lnTo>
                  <a:lnTo>
                    <a:pt x="330871" y="106167"/>
                  </a:lnTo>
                  <a:lnTo>
                    <a:pt x="329719" y="101001"/>
                  </a:lnTo>
                  <a:lnTo>
                    <a:pt x="328403" y="95875"/>
                  </a:lnTo>
                  <a:lnTo>
                    <a:pt x="326927" y="90792"/>
                  </a:lnTo>
                  <a:lnTo>
                    <a:pt x="325290" y="85759"/>
                  </a:lnTo>
                  <a:lnTo>
                    <a:pt x="323494" y="80781"/>
                  </a:lnTo>
                  <a:lnTo>
                    <a:pt x="321542" y="75861"/>
                  </a:lnTo>
                  <a:lnTo>
                    <a:pt x="319435" y="71006"/>
                  </a:lnTo>
                  <a:lnTo>
                    <a:pt x="317176" y="66220"/>
                  </a:lnTo>
                  <a:lnTo>
                    <a:pt x="314766" y="61508"/>
                  </a:lnTo>
                  <a:lnTo>
                    <a:pt x="312208" y="56875"/>
                  </a:lnTo>
                  <a:lnTo>
                    <a:pt x="309505" y="52325"/>
                  </a:lnTo>
                  <a:lnTo>
                    <a:pt x="167157" y="139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023544" y="941493"/>
              <a:ext cx="142347" cy="167167"/>
            </a:xfrm>
            <a:custGeom>
              <a:avLst/>
              <a:pathLst>
                <a:path w="142347" h="167167">
                  <a:moveTo>
                    <a:pt x="142347" y="79520"/>
                  </a:moveTo>
                  <a:lnTo>
                    <a:pt x="139390" y="74889"/>
                  </a:lnTo>
                  <a:lnTo>
                    <a:pt x="136283" y="70359"/>
                  </a:lnTo>
                  <a:lnTo>
                    <a:pt x="133028" y="65932"/>
                  </a:lnTo>
                  <a:lnTo>
                    <a:pt x="129629" y="61616"/>
                  </a:lnTo>
                  <a:lnTo>
                    <a:pt x="126091" y="57413"/>
                  </a:lnTo>
                  <a:lnTo>
                    <a:pt x="122416" y="53328"/>
                  </a:lnTo>
                  <a:lnTo>
                    <a:pt x="118609" y="49367"/>
                  </a:lnTo>
                  <a:lnTo>
                    <a:pt x="114674" y="45533"/>
                  </a:lnTo>
                  <a:lnTo>
                    <a:pt x="110615" y="41830"/>
                  </a:lnTo>
                  <a:lnTo>
                    <a:pt x="106436" y="38263"/>
                  </a:lnTo>
                  <a:lnTo>
                    <a:pt x="102143" y="34835"/>
                  </a:lnTo>
                  <a:lnTo>
                    <a:pt x="97739" y="31550"/>
                  </a:lnTo>
                  <a:lnTo>
                    <a:pt x="93229" y="28411"/>
                  </a:lnTo>
                  <a:lnTo>
                    <a:pt x="88619" y="25422"/>
                  </a:lnTo>
                  <a:lnTo>
                    <a:pt x="83913" y="22587"/>
                  </a:lnTo>
                  <a:lnTo>
                    <a:pt x="79117" y="19907"/>
                  </a:lnTo>
                  <a:lnTo>
                    <a:pt x="74235" y="17387"/>
                  </a:lnTo>
                  <a:lnTo>
                    <a:pt x="69273" y="15028"/>
                  </a:lnTo>
                  <a:lnTo>
                    <a:pt x="64236" y="12834"/>
                  </a:lnTo>
                  <a:lnTo>
                    <a:pt x="59130" y="10807"/>
                  </a:lnTo>
                  <a:lnTo>
                    <a:pt x="53959" y="8948"/>
                  </a:lnTo>
                  <a:lnTo>
                    <a:pt x="48731" y="7260"/>
                  </a:lnTo>
                  <a:lnTo>
                    <a:pt x="43450" y="5745"/>
                  </a:lnTo>
                  <a:lnTo>
                    <a:pt x="38122" y="4404"/>
                  </a:lnTo>
                  <a:lnTo>
                    <a:pt x="32753" y="3240"/>
                  </a:lnTo>
                  <a:lnTo>
                    <a:pt x="27348" y="2252"/>
                  </a:lnTo>
                  <a:lnTo>
                    <a:pt x="21914" y="1442"/>
                  </a:lnTo>
                  <a:lnTo>
                    <a:pt x="16456" y="811"/>
                  </a:lnTo>
                  <a:lnTo>
                    <a:pt x="10980" y="361"/>
                  </a:lnTo>
                  <a:lnTo>
                    <a:pt x="549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4081" y="941493"/>
              <a:ext cx="92134" cy="167167"/>
            </a:xfrm>
            <a:custGeom>
              <a:avLst/>
              <a:pathLst>
                <a:path w="92134" h="167167">
                  <a:moveTo>
                    <a:pt x="92134" y="0"/>
                  </a:moveTo>
                  <a:lnTo>
                    <a:pt x="86395" y="98"/>
                  </a:lnTo>
                  <a:lnTo>
                    <a:pt x="80663" y="394"/>
                  </a:lnTo>
                  <a:lnTo>
                    <a:pt x="74944" y="886"/>
                  </a:lnTo>
                  <a:lnTo>
                    <a:pt x="69245" y="1574"/>
                  </a:lnTo>
                  <a:lnTo>
                    <a:pt x="63574" y="2457"/>
                  </a:lnTo>
                  <a:lnTo>
                    <a:pt x="57936" y="3535"/>
                  </a:lnTo>
                  <a:lnTo>
                    <a:pt x="52339" y="4805"/>
                  </a:lnTo>
                  <a:lnTo>
                    <a:pt x="46788" y="6267"/>
                  </a:lnTo>
                  <a:lnTo>
                    <a:pt x="41291" y="7919"/>
                  </a:lnTo>
                  <a:lnTo>
                    <a:pt x="35854" y="9758"/>
                  </a:lnTo>
                  <a:lnTo>
                    <a:pt x="30483" y="11783"/>
                  </a:lnTo>
                  <a:lnTo>
                    <a:pt x="25185" y="13991"/>
                  </a:lnTo>
                  <a:lnTo>
                    <a:pt x="19966" y="16380"/>
                  </a:lnTo>
                  <a:lnTo>
                    <a:pt x="14831" y="18947"/>
                  </a:lnTo>
                  <a:lnTo>
                    <a:pt x="9788" y="21688"/>
                  </a:lnTo>
                  <a:lnTo>
                    <a:pt x="4842" y="24601"/>
                  </a:lnTo>
                  <a:lnTo>
                    <a:pt x="0" y="27681"/>
                  </a:lnTo>
                  <a:lnTo>
                    <a:pt x="9213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94081" y="96917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19049" y="969175"/>
              <a:ext cx="167166" cy="213156"/>
            </a:xfrm>
            <a:custGeom>
              <a:avLst/>
              <a:pathLst>
                <a:path w="167166" h="213156">
                  <a:moveTo>
                    <a:pt x="75032" y="0"/>
                  </a:moveTo>
                  <a:lnTo>
                    <a:pt x="70506" y="3097"/>
                  </a:lnTo>
                  <a:lnTo>
                    <a:pt x="66085" y="6340"/>
                  </a:lnTo>
                  <a:lnTo>
                    <a:pt x="61772" y="9727"/>
                  </a:lnTo>
                  <a:lnTo>
                    <a:pt x="57573" y="13254"/>
                  </a:lnTo>
                  <a:lnTo>
                    <a:pt x="53492" y="16917"/>
                  </a:lnTo>
                  <a:lnTo>
                    <a:pt x="49533" y="20711"/>
                  </a:lnTo>
                  <a:lnTo>
                    <a:pt x="45700" y="24633"/>
                  </a:lnTo>
                  <a:lnTo>
                    <a:pt x="41998" y="28679"/>
                  </a:lnTo>
                  <a:lnTo>
                    <a:pt x="38431" y="32844"/>
                  </a:lnTo>
                  <a:lnTo>
                    <a:pt x="35003" y="37124"/>
                  </a:lnTo>
                  <a:lnTo>
                    <a:pt x="31717" y="41514"/>
                  </a:lnTo>
                  <a:lnTo>
                    <a:pt x="28576" y="46009"/>
                  </a:lnTo>
                  <a:lnTo>
                    <a:pt x="25585" y="50605"/>
                  </a:lnTo>
                  <a:lnTo>
                    <a:pt x="22746" y="55297"/>
                  </a:lnTo>
                  <a:lnTo>
                    <a:pt x="20062" y="60079"/>
                  </a:lnTo>
                  <a:lnTo>
                    <a:pt x="17537" y="64947"/>
                  </a:lnTo>
                  <a:lnTo>
                    <a:pt x="15172" y="69894"/>
                  </a:lnTo>
                  <a:lnTo>
                    <a:pt x="12972" y="74917"/>
                  </a:lnTo>
                  <a:lnTo>
                    <a:pt x="10937" y="80009"/>
                  </a:lnTo>
                  <a:lnTo>
                    <a:pt x="9070" y="85166"/>
                  </a:lnTo>
                  <a:lnTo>
                    <a:pt x="7374" y="90380"/>
                  </a:lnTo>
                  <a:lnTo>
                    <a:pt x="5849" y="95648"/>
                  </a:lnTo>
                  <a:lnTo>
                    <a:pt x="4498" y="100963"/>
                  </a:lnTo>
                  <a:lnTo>
                    <a:pt x="3322" y="106319"/>
                  </a:lnTo>
                  <a:lnTo>
                    <a:pt x="2322" y="111711"/>
                  </a:lnTo>
                  <a:lnTo>
                    <a:pt x="1500" y="117132"/>
                  </a:lnTo>
                  <a:lnTo>
                    <a:pt x="856" y="122578"/>
                  </a:lnTo>
                  <a:lnTo>
                    <a:pt x="391" y="128042"/>
                  </a:lnTo>
                  <a:lnTo>
                    <a:pt x="105" y="133518"/>
                  </a:lnTo>
                  <a:lnTo>
                    <a:pt x="0" y="139001"/>
                  </a:lnTo>
                  <a:lnTo>
                    <a:pt x="74" y="144484"/>
                  </a:lnTo>
                  <a:lnTo>
                    <a:pt x="327" y="149962"/>
                  </a:lnTo>
                  <a:lnTo>
                    <a:pt x="761" y="155429"/>
                  </a:lnTo>
                  <a:lnTo>
                    <a:pt x="1373" y="160878"/>
                  </a:lnTo>
                  <a:lnTo>
                    <a:pt x="2164" y="166305"/>
                  </a:lnTo>
                  <a:lnTo>
                    <a:pt x="3133" y="171702"/>
                  </a:lnTo>
                  <a:lnTo>
                    <a:pt x="4278" y="177065"/>
                  </a:lnTo>
                  <a:lnTo>
                    <a:pt x="5598" y="182388"/>
                  </a:lnTo>
                  <a:lnTo>
                    <a:pt x="7092" y="187664"/>
                  </a:lnTo>
                  <a:lnTo>
                    <a:pt x="8758" y="192888"/>
                  </a:lnTo>
                  <a:lnTo>
                    <a:pt x="10595" y="198055"/>
                  </a:lnTo>
                  <a:lnTo>
                    <a:pt x="12601" y="203159"/>
                  </a:lnTo>
                  <a:lnTo>
                    <a:pt x="14772" y="208195"/>
                  </a:lnTo>
                  <a:lnTo>
                    <a:pt x="17108" y="213156"/>
                  </a:lnTo>
                  <a:lnTo>
                    <a:pt x="167166" y="139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36157" y="941493"/>
              <a:ext cx="317208" cy="334334"/>
            </a:xfrm>
            <a:custGeom>
              <a:avLst/>
              <a:pathLst>
                <a:path w="317208" h="334334">
                  <a:moveTo>
                    <a:pt x="0" y="240838"/>
                  </a:moveTo>
                  <a:lnTo>
                    <a:pt x="2415" y="245566"/>
                  </a:lnTo>
                  <a:lnTo>
                    <a:pt x="4979" y="250215"/>
                  </a:lnTo>
                  <a:lnTo>
                    <a:pt x="7689" y="254780"/>
                  </a:lnTo>
                  <a:lnTo>
                    <a:pt x="10543" y="259257"/>
                  </a:lnTo>
                  <a:lnTo>
                    <a:pt x="13538" y="263641"/>
                  </a:lnTo>
                  <a:lnTo>
                    <a:pt x="16670" y="267928"/>
                  </a:lnTo>
                  <a:lnTo>
                    <a:pt x="19938" y="272113"/>
                  </a:lnTo>
                  <a:lnTo>
                    <a:pt x="23336" y="276192"/>
                  </a:lnTo>
                  <a:lnTo>
                    <a:pt x="26862" y="280161"/>
                  </a:lnTo>
                  <a:lnTo>
                    <a:pt x="30512" y="284016"/>
                  </a:lnTo>
                  <a:lnTo>
                    <a:pt x="34283" y="287754"/>
                  </a:lnTo>
                  <a:lnTo>
                    <a:pt x="38171" y="291369"/>
                  </a:lnTo>
                  <a:lnTo>
                    <a:pt x="42172" y="294860"/>
                  </a:lnTo>
                  <a:lnTo>
                    <a:pt x="46281" y="298221"/>
                  </a:lnTo>
                  <a:lnTo>
                    <a:pt x="50495" y="301451"/>
                  </a:lnTo>
                  <a:lnTo>
                    <a:pt x="54810" y="304545"/>
                  </a:lnTo>
                  <a:lnTo>
                    <a:pt x="59220" y="307500"/>
                  </a:lnTo>
                  <a:lnTo>
                    <a:pt x="63722" y="310314"/>
                  </a:lnTo>
                  <a:lnTo>
                    <a:pt x="68312" y="312984"/>
                  </a:lnTo>
                  <a:lnTo>
                    <a:pt x="72983" y="315506"/>
                  </a:lnTo>
                  <a:lnTo>
                    <a:pt x="77733" y="317879"/>
                  </a:lnTo>
                  <a:lnTo>
                    <a:pt x="82555" y="320100"/>
                  </a:lnTo>
                  <a:lnTo>
                    <a:pt x="87446" y="322166"/>
                  </a:lnTo>
                  <a:lnTo>
                    <a:pt x="92400" y="324076"/>
                  </a:lnTo>
                  <a:lnTo>
                    <a:pt x="97412" y="325828"/>
                  </a:lnTo>
                  <a:lnTo>
                    <a:pt x="102477" y="327420"/>
                  </a:lnTo>
                  <a:lnTo>
                    <a:pt x="107590" y="328850"/>
                  </a:lnTo>
                  <a:lnTo>
                    <a:pt x="112745" y="330117"/>
                  </a:lnTo>
                  <a:lnTo>
                    <a:pt x="117939" y="331220"/>
                  </a:lnTo>
                  <a:lnTo>
                    <a:pt x="123165" y="332157"/>
                  </a:lnTo>
                  <a:lnTo>
                    <a:pt x="128418" y="332928"/>
                  </a:lnTo>
                  <a:lnTo>
                    <a:pt x="133692" y="333531"/>
                  </a:lnTo>
                  <a:lnTo>
                    <a:pt x="138984" y="333967"/>
                  </a:lnTo>
                  <a:lnTo>
                    <a:pt x="144286" y="334235"/>
                  </a:lnTo>
                  <a:lnTo>
                    <a:pt x="149595" y="334334"/>
                  </a:lnTo>
                  <a:lnTo>
                    <a:pt x="154903" y="334264"/>
                  </a:lnTo>
                  <a:lnTo>
                    <a:pt x="160207" y="334026"/>
                  </a:lnTo>
                  <a:lnTo>
                    <a:pt x="165501" y="333620"/>
                  </a:lnTo>
                  <a:lnTo>
                    <a:pt x="170779" y="333045"/>
                  </a:lnTo>
                  <a:lnTo>
                    <a:pt x="176036" y="332304"/>
                  </a:lnTo>
                  <a:lnTo>
                    <a:pt x="181267" y="331395"/>
                  </a:lnTo>
                  <a:lnTo>
                    <a:pt x="186467" y="330321"/>
                  </a:lnTo>
                  <a:lnTo>
                    <a:pt x="191629" y="329083"/>
                  </a:lnTo>
                  <a:lnTo>
                    <a:pt x="196750" y="327681"/>
                  </a:lnTo>
                  <a:lnTo>
                    <a:pt x="201824" y="326117"/>
                  </a:lnTo>
                  <a:lnTo>
                    <a:pt x="206845" y="324393"/>
                  </a:lnTo>
                  <a:lnTo>
                    <a:pt x="211810" y="322511"/>
                  </a:lnTo>
                  <a:lnTo>
                    <a:pt x="216712" y="320471"/>
                  </a:lnTo>
                  <a:lnTo>
                    <a:pt x="221546" y="318277"/>
                  </a:lnTo>
                  <a:lnTo>
                    <a:pt x="226309" y="315931"/>
                  </a:lnTo>
                  <a:lnTo>
                    <a:pt x="230995" y="313435"/>
                  </a:lnTo>
                  <a:lnTo>
                    <a:pt x="235599" y="310791"/>
                  </a:lnTo>
                  <a:lnTo>
                    <a:pt x="240116" y="308002"/>
                  </a:lnTo>
                  <a:lnTo>
                    <a:pt x="244543" y="305071"/>
                  </a:lnTo>
                  <a:lnTo>
                    <a:pt x="248875" y="302001"/>
                  </a:lnTo>
                  <a:lnTo>
                    <a:pt x="253107" y="298795"/>
                  </a:lnTo>
                  <a:lnTo>
                    <a:pt x="257235" y="295456"/>
                  </a:lnTo>
                  <a:lnTo>
                    <a:pt x="261255" y="291988"/>
                  </a:lnTo>
                  <a:lnTo>
                    <a:pt x="265162" y="288394"/>
                  </a:lnTo>
                  <a:lnTo>
                    <a:pt x="268954" y="284677"/>
                  </a:lnTo>
                  <a:lnTo>
                    <a:pt x="272626" y="280842"/>
                  </a:lnTo>
                  <a:lnTo>
                    <a:pt x="276174" y="276893"/>
                  </a:lnTo>
                  <a:lnTo>
                    <a:pt x="279595" y="272833"/>
                  </a:lnTo>
                  <a:lnTo>
                    <a:pt x="282885" y="268666"/>
                  </a:lnTo>
                  <a:lnTo>
                    <a:pt x="286041" y="264396"/>
                  </a:lnTo>
                  <a:lnTo>
                    <a:pt x="289060" y="260029"/>
                  </a:lnTo>
                  <a:lnTo>
                    <a:pt x="291939" y="255568"/>
                  </a:lnTo>
                  <a:lnTo>
                    <a:pt x="294675" y="251018"/>
                  </a:lnTo>
                  <a:lnTo>
                    <a:pt x="297264" y="246383"/>
                  </a:lnTo>
                  <a:lnTo>
                    <a:pt x="299706" y="241669"/>
                  </a:lnTo>
                  <a:lnTo>
                    <a:pt x="301996" y="236879"/>
                  </a:lnTo>
                  <a:lnTo>
                    <a:pt x="304133" y="232019"/>
                  </a:lnTo>
                  <a:lnTo>
                    <a:pt x="306115" y="227093"/>
                  </a:lnTo>
                  <a:lnTo>
                    <a:pt x="307939" y="222107"/>
                  </a:lnTo>
                  <a:lnTo>
                    <a:pt x="309604" y="217066"/>
                  </a:lnTo>
                  <a:lnTo>
                    <a:pt x="311108" y="211974"/>
                  </a:lnTo>
                  <a:lnTo>
                    <a:pt x="312450" y="206837"/>
                  </a:lnTo>
                  <a:lnTo>
                    <a:pt x="313628" y="201660"/>
                  </a:lnTo>
                  <a:lnTo>
                    <a:pt x="314641" y="196449"/>
                  </a:lnTo>
                  <a:lnTo>
                    <a:pt x="315488" y="191208"/>
                  </a:lnTo>
                  <a:lnTo>
                    <a:pt x="316168" y="185942"/>
                  </a:lnTo>
                  <a:lnTo>
                    <a:pt x="316680" y="180658"/>
                  </a:lnTo>
                  <a:lnTo>
                    <a:pt x="317025" y="175360"/>
                  </a:lnTo>
                  <a:lnTo>
                    <a:pt x="317200" y="170053"/>
                  </a:lnTo>
                  <a:lnTo>
                    <a:pt x="317208" y="164744"/>
                  </a:lnTo>
                  <a:lnTo>
                    <a:pt x="317047" y="159437"/>
                  </a:lnTo>
                  <a:lnTo>
                    <a:pt x="316717" y="154138"/>
                  </a:lnTo>
                  <a:lnTo>
                    <a:pt x="316219" y="148852"/>
                  </a:lnTo>
                  <a:lnTo>
                    <a:pt x="315554" y="143585"/>
                  </a:lnTo>
                  <a:lnTo>
                    <a:pt x="314721" y="138341"/>
                  </a:lnTo>
                  <a:lnTo>
                    <a:pt x="313723" y="133127"/>
                  </a:lnTo>
                  <a:lnTo>
                    <a:pt x="312559" y="127947"/>
                  </a:lnTo>
                  <a:lnTo>
                    <a:pt x="311232" y="122806"/>
                  </a:lnTo>
                  <a:lnTo>
                    <a:pt x="309742" y="117710"/>
                  </a:lnTo>
                  <a:lnTo>
                    <a:pt x="308091" y="112664"/>
                  </a:lnTo>
                  <a:lnTo>
                    <a:pt x="306280" y="107673"/>
                  </a:lnTo>
                  <a:lnTo>
                    <a:pt x="304312" y="102742"/>
                  </a:lnTo>
                  <a:lnTo>
                    <a:pt x="302189" y="97876"/>
                  </a:lnTo>
                  <a:lnTo>
                    <a:pt x="299912" y="93080"/>
                  </a:lnTo>
                  <a:lnTo>
                    <a:pt x="297483" y="88359"/>
                  </a:lnTo>
                  <a:lnTo>
                    <a:pt x="294906" y="83717"/>
                  </a:lnTo>
                  <a:lnTo>
                    <a:pt x="292183" y="79159"/>
                  </a:lnTo>
                  <a:lnTo>
                    <a:pt x="289317" y="74690"/>
                  </a:lnTo>
                  <a:lnTo>
                    <a:pt x="286310" y="70315"/>
                  </a:lnTo>
                  <a:lnTo>
                    <a:pt x="283166" y="66037"/>
                  </a:lnTo>
                  <a:lnTo>
                    <a:pt x="279887" y="61861"/>
                  </a:lnTo>
                  <a:lnTo>
                    <a:pt x="276477" y="57791"/>
                  </a:lnTo>
                  <a:lnTo>
                    <a:pt x="272940" y="53832"/>
                  </a:lnTo>
                  <a:lnTo>
                    <a:pt x="269279" y="49987"/>
                  </a:lnTo>
                  <a:lnTo>
                    <a:pt x="265498" y="46260"/>
                  </a:lnTo>
                  <a:lnTo>
                    <a:pt x="261600" y="42655"/>
                  </a:lnTo>
                  <a:lnTo>
                    <a:pt x="257590" y="39175"/>
                  </a:lnTo>
                  <a:lnTo>
                    <a:pt x="253471" y="35825"/>
                  </a:lnTo>
                  <a:lnTo>
                    <a:pt x="249248" y="32608"/>
                  </a:lnTo>
                  <a:lnTo>
                    <a:pt x="244925" y="29525"/>
                  </a:lnTo>
                  <a:lnTo>
                    <a:pt x="240506" y="26582"/>
                  </a:lnTo>
                  <a:lnTo>
                    <a:pt x="235996" y="23781"/>
                  </a:lnTo>
                  <a:lnTo>
                    <a:pt x="231400" y="21124"/>
                  </a:lnTo>
                  <a:lnTo>
                    <a:pt x="226721" y="18615"/>
                  </a:lnTo>
                  <a:lnTo>
                    <a:pt x="221965" y="16255"/>
                  </a:lnTo>
                  <a:lnTo>
                    <a:pt x="217136" y="14048"/>
                  </a:lnTo>
                  <a:lnTo>
                    <a:pt x="212240" y="11995"/>
                  </a:lnTo>
                  <a:lnTo>
                    <a:pt x="207281" y="10099"/>
                  </a:lnTo>
                  <a:lnTo>
                    <a:pt x="202264" y="8361"/>
                  </a:lnTo>
                  <a:lnTo>
                    <a:pt x="197195" y="6783"/>
                  </a:lnTo>
                  <a:lnTo>
                    <a:pt x="192078" y="5367"/>
                  </a:lnTo>
                  <a:lnTo>
                    <a:pt x="186919" y="4114"/>
                  </a:lnTo>
                  <a:lnTo>
                    <a:pt x="181722" y="3026"/>
                  </a:lnTo>
                  <a:lnTo>
                    <a:pt x="176494" y="2103"/>
                  </a:lnTo>
                  <a:lnTo>
                    <a:pt x="171239" y="1347"/>
                  </a:lnTo>
                  <a:lnTo>
                    <a:pt x="165962" y="758"/>
                  </a:lnTo>
                  <a:lnTo>
                    <a:pt x="160670" y="337"/>
                  </a:lnTo>
                  <a:lnTo>
                    <a:pt x="155367" y="84"/>
                  </a:lnTo>
                  <a:lnTo>
                    <a:pt x="150058" y="0"/>
                  </a:lnTo>
                  <a:lnTo>
                    <a:pt x="1500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797347" y="1071028"/>
              <a:ext cx="244779" cy="334331"/>
            </a:xfrm>
            <a:custGeom>
              <a:avLst/>
              <a:pathLst>
                <a:path w="244779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0" y="12019"/>
                  </a:lnTo>
                  <a:lnTo>
                    <a:pt x="100010" y="14076"/>
                  </a:lnTo>
                  <a:lnTo>
                    <a:pt x="95177" y="16288"/>
                  </a:lnTo>
                  <a:lnTo>
                    <a:pt x="90417" y="18652"/>
                  </a:lnTo>
                  <a:lnTo>
                    <a:pt x="85735" y="21167"/>
                  </a:lnTo>
                  <a:lnTo>
                    <a:pt x="81135" y="23829"/>
                  </a:lnTo>
                  <a:lnTo>
                    <a:pt x="76622" y="26636"/>
                  </a:lnTo>
                  <a:lnTo>
                    <a:pt x="72200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29" y="39253"/>
                  </a:lnTo>
                  <a:lnTo>
                    <a:pt x="55517" y="42739"/>
                  </a:lnTo>
                  <a:lnTo>
                    <a:pt x="51618" y="46350"/>
                  </a:lnTo>
                  <a:lnTo>
                    <a:pt x="47836" y="50084"/>
                  </a:lnTo>
                  <a:lnTo>
                    <a:pt x="44175" y="53936"/>
                  </a:lnTo>
                  <a:lnTo>
                    <a:pt x="40637" y="57903"/>
                  </a:lnTo>
                  <a:lnTo>
                    <a:pt x="37228" y="61980"/>
                  </a:lnTo>
                  <a:lnTo>
                    <a:pt x="33950" y="66163"/>
                  </a:lnTo>
                  <a:lnTo>
                    <a:pt x="30806" y="70448"/>
                  </a:lnTo>
                  <a:lnTo>
                    <a:pt x="27801" y="74831"/>
                  </a:lnTo>
                  <a:lnTo>
                    <a:pt x="24936" y="79308"/>
                  </a:lnTo>
                  <a:lnTo>
                    <a:pt x="22215" y="83873"/>
                  </a:lnTo>
                  <a:lnTo>
                    <a:pt x="19640" y="88523"/>
                  </a:lnTo>
                  <a:lnTo>
                    <a:pt x="17215" y="93252"/>
                  </a:lnTo>
                  <a:lnTo>
                    <a:pt x="14941" y="98055"/>
                  </a:lnTo>
                  <a:lnTo>
                    <a:pt x="12821" y="102929"/>
                  </a:lnTo>
                  <a:lnTo>
                    <a:pt x="10857" y="107867"/>
                  </a:lnTo>
                  <a:lnTo>
                    <a:pt x="9051" y="112866"/>
                  </a:lnTo>
                  <a:lnTo>
                    <a:pt x="7405" y="117919"/>
                  </a:lnTo>
                  <a:lnTo>
                    <a:pt x="5920" y="123022"/>
                  </a:lnTo>
                  <a:lnTo>
                    <a:pt x="4598" y="128170"/>
                  </a:lnTo>
                  <a:lnTo>
                    <a:pt x="3440" y="133357"/>
                  </a:lnTo>
                  <a:lnTo>
                    <a:pt x="2448" y="138578"/>
                  </a:lnTo>
                  <a:lnTo>
                    <a:pt x="1623" y="143828"/>
                  </a:lnTo>
                  <a:lnTo>
                    <a:pt x="965" y="149102"/>
                  </a:lnTo>
                  <a:lnTo>
                    <a:pt x="474" y="154394"/>
                  </a:lnTo>
                  <a:lnTo>
                    <a:pt x="152" y="159699"/>
                  </a:lnTo>
                  <a:lnTo>
                    <a:pt x="0" y="165011"/>
                  </a:lnTo>
                  <a:lnTo>
                    <a:pt x="15" y="170326"/>
                  </a:lnTo>
                  <a:lnTo>
                    <a:pt x="200" y="175638"/>
                  </a:lnTo>
                  <a:lnTo>
                    <a:pt x="554" y="180940"/>
                  </a:lnTo>
                  <a:lnTo>
                    <a:pt x="1076" y="186229"/>
                  </a:lnTo>
                  <a:lnTo>
                    <a:pt x="1766" y="191499"/>
                  </a:lnTo>
                  <a:lnTo>
                    <a:pt x="2623" y="196744"/>
                  </a:lnTo>
                  <a:lnTo>
                    <a:pt x="3646" y="201960"/>
                  </a:lnTo>
                  <a:lnTo>
                    <a:pt x="4835" y="207140"/>
                  </a:lnTo>
                  <a:lnTo>
                    <a:pt x="6188" y="212279"/>
                  </a:lnTo>
                  <a:lnTo>
                    <a:pt x="7703" y="217373"/>
                  </a:lnTo>
                  <a:lnTo>
                    <a:pt x="9380" y="222417"/>
                  </a:lnTo>
                  <a:lnTo>
                    <a:pt x="11216" y="227404"/>
                  </a:lnTo>
                  <a:lnTo>
                    <a:pt x="13209" y="232331"/>
                  </a:lnTo>
                  <a:lnTo>
                    <a:pt x="15359" y="237191"/>
                  </a:lnTo>
                  <a:lnTo>
                    <a:pt x="17661" y="241981"/>
                  </a:lnTo>
                  <a:lnTo>
                    <a:pt x="20115" y="246696"/>
                  </a:lnTo>
                  <a:lnTo>
                    <a:pt x="22718" y="251330"/>
                  </a:lnTo>
                  <a:lnTo>
                    <a:pt x="25466" y="255878"/>
                  </a:lnTo>
                  <a:lnTo>
                    <a:pt x="28358" y="260338"/>
                  </a:lnTo>
                  <a:lnTo>
                    <a:pt x="31389" y="264703"/>
                  </a:lnTo>
                  <a:lnTo>
                    <a:pt x="34559" y="268969"/>
                  </a:lnTo>
                  <a:lnTo>
                    <a:pt x="37862" y="273133"/>
                  </a:lnTo>
                  <a:lnTo>
                    <a:pt x="41296" y="277189"/>
                  </a:lnTo>
                  <a:lnTo>
                    <a:pt x="44857" y="281134"/>
                  </a:lnTo>
                  <a:lnTo>
                    <a:pt x="48541" y="284964"/>
                  </a:lnTo>
                  <a:lnTo>
                    <a:pt x="52346" y="288675"/>
                  </a:lnTo>
                  <a:lnTo>
                    <a:pt x="56266" y="292263"/>
                  </a:lnTo>
                  <a:lnTo>
                    <a:pt x="60299" y="295725"/>
                  </a:lnTo>
                  <a:lnTo>
                    <a:pt x="64440" y="299057"/>
                  </a:lnTo>
                  <a:lnTo>
                    <a:pt x="68684" y="302255"/>
                  </a:lnTo>
                  <a:lnTo>
                    <a:pt x="73028" y="305317"/>
                  </a:lnTo>
                  <a:lnTo>
                    <a:pt x="77468" y="308239"/>
                  </a:lnTo>
                  <a:lnTo>
                    <a:pt x="81997" y="311019"/>
                  </a:lnTo>
                  <a:lnTo>
                    <a:pt x="86613" y="313653"/>
                  </a:lnTo>
                  <a:lnTo>
                    <a:pt x="91311" y="316140"/>
                  </a:lnTo>
                  <a:lnTo>
                    <a:pt x="96084" y="318475"/>
                  </a:lnTo>
                  <a:lnTo>
                    <a:pt x="100930" y="320658"/>
                  </a:lnTo>
                  <a:lnTo>
                    <a:pt x="105843" y="322686"/>
                  </a:lnTo>
                  <a:lnTo>
                    <a:pt x="110818" y="324556"/>
                  </a:lnTo>
                  <a:lnTo>
                    <a:pt x="115849" y="326267"/>
                  </a:lnTo>
                  <a:lnTo>
                    <a:pt x="120933" y="327818"/>
                  </a:lnTo>
                  <a:lnTo>
                    <a:pt x="126063" y="329206"/>
                  </a:lnTo>
                  <a:lnTo>
                    <a:pt x="131235" y="330430"/>
                  </a:lnTo>
                  <a:lnTo>
                    <a:pt x="136443" y="331489"/>
                  </a:lnTo>
                  <a:lnTo>
                    <a:pt x="141682" y="332382"/>
                  </a:lnTo>
                  <a:lnTo>
                    <a:pt x="146947" y="333109"/>
                  </a:lnTo>
                  <a:lnTo>
                    <a:pt x="152232" y="333667"/>
                  </a:lnTo>
                  <a:lnTo>
                    <a:pt x="157532" y="334057"/>
                  </a:lnTo>
                  <a:lnTo>
                    <a:pt x="162842" y="334279"/>
                  </a:lnTo>
                  <a:lnTo>
                    <a:pt x="168157" y="334331"/>
                  </a:lnTo>
                  <a:lnTo>
                    <a:pt x="173470" y="334215"/>
                  </a:lnTo>
                  <a:lnTo>
                    <a:pt x="178777" y="333930"/>
                  </a:lnTo>
                  <a:lnTo>
                    <a:pt x="184073" y="333476"/>
                  </a:lnTo>
                  <a:lnTo>
                    <a:pt x="189351" y="332854"/>
                  </a:lnTo>
                  <a:lnTo>
                    <a:pt x="194606" y="332065"/>
                  </a:lnTo>
                  <a:lnTo>
                    <a:pt x="199834" y="331109"/>
                  </a:lnTo>
                  <a:lnTo>
                    <a:pt x="205029" y="329987"/>
                  </a:lnTo>
                  <a:lnTo>
                    <a:pt x="210186" y="328701"/>
                  </a:lnTo>
                  <a:lnTo>
                    <a:pt x="215299" y="327251"/>
                  </a:lnTo>
                  <a:lnTo>
                    <a:pt x="220364" y="325640"/>
                  </a:lnTo>
                  <a:lnTo>
                    <a:pt x="225375" y="323868"/>
                  </a:lnTo>
                  <a:lnTo>
                    <a:pt x="230326" y="321938"/>
                  </a:lnTo>
                  <a:lnTo>
                    <a:pt x="235214" y="319852"/>
                  </a:lnTo>
                  <a:lnTo>
                    <a:pt x="240034" y="317611"/>
                  </a:lnTo>
                  <a:lnTo>
                    <a:pt x="244779" y="31521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77626" cy="148051"/>
            </a:xfrm>
            <a:custGeom>
              <a:avLst/>
              <a:pathLst>
                <a:path w="77626" h="148051">
                  <a:moveTo>
                    <a:pt x="77626" y="14805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5772"/>
              <a:ext cx="167165" cy="310474"/>
            </a:xfrm>
            <a:custGeom>
              <a:avLst/>
              <a:pathLst>
                <a:path w="167165" h="310474">
                  <a:moveTo>
                    <a:pt x="77626" y="310474"/>
                  </a:moveTo>
                  <a:lnTo>
                    <a:pt x="82300" y="307928"/>
                  </a:lnTo>
                  <a:lnTo>
                    <a:pt x="86890" y="305234"/>
                  </a:lnTo>
                  <a:lnTo>
                    <a:pt x="91392" y="302396"/>
                  </a:lnTo>
                  <a:lnTo>
                    <a:pt x="95802" y="299415"/>
                  </a:lnTo>
                  <a:lnTo>
                    <a:pt x="100115" y="296296"/>
                  </a:lnTo>
                  <a:lnTo>
                    <a:pt x="104326" y="293041"/>
                  </a:lnTo>
                  <a:lnTo>
                    <a:pt x="108431" y="289653"/>
                  </a:lnTo>
                  <a:lnTo>
                    <a:pt x="112427" y="286137"/>
                  </a:lnTo>
                  <a:lnTo>
                    <a:pt x="116308" y="282495"/>
                  </a:lnTo>
                  <a:lnTo>
                    <a:pt x="120072" y="278731"/>
                  </a:lnTo>
                  <a:lnTo>
                    <a:pt x="123713" y="274850"/>
                  </a:lnTo>
                  <a:lnTo>
                    <a:pt x="127230" y="270855"/>
                  </a:lnTo>
                  <a:lnTo>
                    <a:pt x="130617" y="266749"/>
                  </a:lnTo>
                  <a:lnTo>
                    <a:pt x="133872" y="262538"/>
                  </a:lnTo>
                  <a:lnTo>
                    <a:pt x="136992" y="258226"/>
                  </a:lnTo>
                  <a:lnTo>
                    <a:pt x="139972" y="253816"/>
                  </a:lnTo>
                  <a:lnTo>
                    <a:pt x="142811" y="249313"/>
                  </a:lnTo>
                  <a:lnTo>
                    <a:pt x="145504" y="244723"/>
                  </a:lnTo>
                  <a:lnTo>
                    <a:pt x="148051" y="240049"/>
                  </a:lnTo>
                  <a:lnTo>
                    <a:pt x="150447" y="235297"/>
                  </a:lnTo>
                  <a:lnTo>
                    <a:pt x="152690" y="230470"/>
                  </a:lnTo>
                  <a:lnTo>
                    <a:pt x="154779" y="225575"/>
                  </a:lnTo>
                  <a:lnTo>
                    <a:pt x="156711" y="220615"/>
                  </a:lnTo>
                  <a:lnTo>
                    <a:pt x="158484" y="215597"/>
                  </a:lnTo>
                  <a:lnTo>
                    <a:pt x="160097" y="210525"/>
                  </a:lnTo>
                  <a:lnTo>
                    <a:pt x="161547" y="205403"/>
                  </a:lnTo>
                  <a:lnTo>
                    <a:pt x="162834" y="200239"/>
                  </a:lnTo>
                  <a:lnTo>
                    <a:pt x="163955" y="195036"/>
                  </a:lnTo>
                  <a:lnTo>
                    <a:pt x="164910" y="189800"/>
                  </a:lnTo>
                  <a:lnTo>
                    <a:pt x="165698" y="184536"/>
                  </a:lnTo>
                  <a:lnTo>
                    <a:pt x="166318" y="179250"/>
                  </a:lnTo>
                  <a:lnTo>
                    <a:pt x="166769" y="173946"/>
                  </a:lnTo>
                  <a:lnTo>
                    <a:pt x="167052" y="168631"/>
                  </a:lnTo>
                  <a:lnTo>
                    <a:pt x="167165" y="163310"/>
                  </a:lnTo>
                  <a:lnTo>
                    <a:pt x="167108" y="157988"/>
                  </a:lnTo>
                  <a:lnTo>
                    <a:pt x="166882" y="152670"/>
                  </a:lnTo>
                  <a:lnTo>
                    <a:pt x="166487" y="147363"/>
                  </a:lnTo>
                  <a:lnTo>
                    <a:pt x="165923" y="142070"/>
                  </a:lnTo>
                  <a:lnTo>
                    <a:pt x="165191" y="136798"/>
                  </a:lnTo>
                  <a:lnTo>
                    <a:pt x="164292" y="131552"/>
                  </a:lnTo>
                  <a:lnTo>
                    <a:pt x="163226" y="126338"/>
                  </a:lnTo>
                  <a:lnTo>
                    <a:pt x="161994" y="121160"/>
                  </a:lnTo>
                  <a:lnTo>
                    <a:pt x="160598" y="116023"/>
                  </a:lnTo>
                  <a:lnTo>
                    <a:pt x="159040" y="110934"/>
                  </a:lnTo>
                  <a:lnTo>
                    <a:pt x="157320" y="105897"/>
                  </a:lnTo>
                  <a:lnTo>
                    <a:pt x="155441" y="100918"/>
                  </a:lnTo>
                  <a:lnTo>
                    <a:pt x="153404" y="96000"/>
                  </a:lnTo>
                  <a:lnTo>
                    <a:pt x="151212" y="91150"/>
                  </a:lnTo>
                  <a:lnTo>
                    <a:pt x="148866" y="86373"/>
                  </a:lnTo>
                  <a:lnTo>
                    <a:pt x="146370" y="81672"/>
                  </a:lnTo>
                  <a:lnTo>
                    <a:pt x="143725" y="77053"/>
                  </a:lnTo>
                  <a:lnTo>
                    <a:pt x="140934" y="72521"/>
                  </a:lnTo>
                  <a:lnTo>
                    <a:pt x="138001" y="68080"/>
                  </a:lnTo>
                  <a:lnTo>
                    <a:pt x="134927" y="63734"/>
                  </a:lnTo>
                  <a:lnTo>
                    <a:pt x="131717" y="59489"/>
                  </a:lnTo>
                  <a:lnTo>
                    <a:pt x="128373" y="55348"/>
                  </a:lnTo>
                  <a:lnTo>
                    <a:pt x="124900" y="51315"/>
                  </a:lnTo>
                  <a:lnTo>
                    <a:pt x="121299" y="47395"/>
                  </a:lnTo>
                  <a:lnTo>
                    <a:pt x="117576" y="43592"/>
                  </a:lnTo>
                  <a:lnTo>
                    <a:pt x="113733" y="39909"/>
                  </a:lnTo>
                  <a:lnTo>
                    <a:pt x="109775" y="36351"/>
                  </a:lnTo>
                  <a:lnTo>
                    <a:pt x="105706" y="32920"/>
                  </a:lnTo>
                  <a:lnTo>
                    <a:pt x="101530" y="29620"/>
                  </a:lnTo>
                  <a:lnTo>
                    <a:pt x="97251" y="26455"/>
                  </a:lnTo>
                  <a:lnTo>
                    <a:pt x="92873" y="23428"/>
                  </a:lnTo>
                  <a:lnTo>
                    <a:pt x="88401" y="20542"/>
                  </a:lnTo>
                  <a:lnTo>
                    <a:pt x="83839" y="17800"/>
                  </a:lnTo>
                  <a:lnTo>
                    <a:pt x="79193" y="15204"/>
                  </a:lnTo>
                  <a:lnTo>
                    <a:pt x="74466" y="12758"/>
                  </a:lnTo>
                  <a:lnTo>
                    <a:pt x="69663" y="10463"/>
                  </a:lnTo>
                  <a:lnTo>
                    <a:pt x="64790" y="8322"/>
                  </a:lnTo>
                  <a:lnTo>
                    <a:pt x="59852" y="6338"/>
                  </a:lnTo>
                  <a:lnTo>
                    <a:pt x="54852" y="4511"/>
                  </a:lnTo>
                  <a:lnTo>
                    <a:pt x="49797" y="2845"/>
                  </a:lnTo>
                  <a:lnTo>
                    <a:pt x="44692" y="1341"/>
                  </a:lnTo>
                  <a:lnTo>
                    <a:pt x="39541" y="0"/>
                  </a:lnTo>
                  <a:lnTo>
                    <a:pt x="0" y="162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071028"/>
              <a:ext cx="39541" cy="167167"/>
            </a:xfrm>
            <a:custGeom>
              <a:avLst/>
              <a:pathLst>
                <a:path w="39541" h="167167">
                  <a:moveTo>
                    <a:pt x="39541" y="4743"/>
                  </a:moveTo>
                  <a:lnTo>
                    <a:pt x="33047" y="3299"/>
                  </a:lnTo>
                  <a:lnTo>
                    <a:pt x="26501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1924" y="1322571"/>
              <a:ext cx="146796" cy="167167"/>
            </a:xfrm>
            <a:custGeom>
              <a:avLst/>
              <a:pathLst>
                <a:path w="146796" h="167167">
                  <a:moveTo>
                    <a:pt x="146796" y="0"/>
                  </a:moveTo>
                  <a:lnTo>
                    <a:pt x="141367" y="88"/>
                  </a:lnTo>
                  <a:lnTo>
                    <a:pt x="135943" y="352"/>
                  </a:lnTo>
                  <a:lnTo>
                    <a:pt x="130531" y="793"/>
                  </a:lnTo>
                  <a:lnTo>
                    <a:pt x="125136" y="1409"/>
                  </a:lnTo>
                  <a:lnTo>
                    <a:pt x="119764" y="2200"/>
                  </a:lnTo>
                  <a:lnTo>
                    <a:pt x="114421" y="3165"/>
                  </a:lnTo>
                  <a:lnTo>
                    <a:pt x="109111" y="4303"/>
                  </a:lnTo>
                  <a:lnTo>
                    <a:pt x="103842" y="5612"/>
                  </a:lnTo>
                  <a:lnTo>
                    <a:pt x="98617" y="7093"/>
                  </a:lnTo>
                  <a:lnTo>
                    <a:pt x="93444" y="8742"/>
                  </a:lnTo>
                  <a:lnTo>
                    <a:pt x="88327" y="10558"/>
                  </a:lnTo>
                  <a:lnTo>
                    <a:pt x="83271" y="12540"/>
                  </a:lnTo>
                  <a:lnTo>
                    <a:pt x="78283" y="14685"/>
                  </a:lnTo>
                  <a:lnTo>
                    <a:pt x="73367" y="16990"/>
                  </a:lnTo>
                  <a:lnTo>
                    <a:pt x="68528" y="19454"/>
                  </a:lnTo>
                  <a:lnTo>
                    <a:pt x="63772" y="22074"/>
                  </a:lnTo>
                  <a:lnTo>
                    <a:pt x="59103" y="24847"/>
                  </a:lnTo>
                  <a:lnTo>
                    <a:pt x="54527" y="27770"/>
                  </a:lnTo>
                  <a:lnTo>
                    <a:pt x="50049" y="30841"/>
                  </a:lnTo>
                  <a:lnTo>
                    <a:pt x="45672" y="34055"/>
                  </a:lnTo>
                  <a:lnTo>
                    <a:pt x="41402" y="37409"/>
                  </a:lnTo>
                  <a:lnTo>
                    <a:pt x="37243" y="40901"/>
                  </a:lnTo>
                  <a:lnTo>
                    <a:pt x="33200" y="44525"/>
                  </a:lnTo>
                  <a:lnTo>
                    <a:pt x="29277" y="48279"/>
                  </a:lnTo>
                  <a:lnTo>
                    <a:pt x="25478" y="52159"/>
                  </a:lnTo>
                  <a:lnTo>
                    <a:pt x="21807" y="56160"/>
                  </a:lnTo>
                  <a:lnTo>
                    <a:pt x="18267" y="60278"/>
                  </a:lnTo>
                  <a:lnTo>
                    <a:pt x="14864" y="64508"/>
                  </a:lnTo>
                  <a:lnTo>
                    <a:pt x="11599" y="68847"/>
                  </a:lnTo>
                  <a:lnTo>
                    <a:pt x="8477" y="73290"/>
                  </a:lnTo>
                  <a:lnTo>
                    <a:pt x="5501" y="77832"/>
                  </a:lnTo>
                  <a:lnTo>
                    <a:pt x="2674" y="82468"/>
                  </a:lnTo>
                  <a:lnTo>
                    <a:pt x="0" y="87194"/>
                  </a:lnTo>
                  <a:lnTo>
                    <a:pt x="14679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41924" y="1409765"/>
              <a:ext cx="146796" cy="79973"/>
            </a:xfrm>
            <a:custGeom>
              <a:avLst/>
              <a:pathLst>
                <a:path w="146796" h="79973">
                  <a:moveTo>
                    <a:pt x="0" y="0"/>
                  </a:moveTo>
                  <a:lnTo>
                    <a:pt x="146796" y="799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21562" y="1351239"/>
              <a:ext cx="334316" cy="305667"/>
            </a:xfrm>
            <a:custGeom>
              <a:avLst/>
              <a:pathLst>
                <a:path w="334316" h="305667">
                  <a:moveTo>
                    <a:pt x="20361" y="58526"/>
                  </a:moveTo>
                  <a:lnTo>
                    <a:pt x="17889" y="63240"/>
                  </a:lnTo>
                  <a:lnTo>
                    <a:pt x="15569" y="68030"/>
                  </a:lnTo>
                  <a:lnTo>
                    <a:pt x="13403" y="72892"/>
                  </a:lnTo>
                  <a:lnTo>
                    <a:pt x="11392" y="77820"/>
                  </a:lnTo>
                  <a:lnTo>
                    <a:pt x="9539" y="82809"/>
                  </a:lnTo>
                  <a:lnTo>
                    <a:pt x="7846" y="87855"/>
                  </a:lnTo>
                  <a:lnTo>
                    <a:pt x="6315" y="92953"/>
                  </a:lnTo>
                  <a:lnTo>
                    <a:pt x="4946" y="98096"/>
                  </a:lnTo>
                  <a:lnTo>
                    <a:pt x="3742" y="103281"/>
                  </a:lnTo>
                  <a:lnTo>
                    <a:pt x="2704" y="108501"/>
                  </a:lnTo>
                  <a:lnTo>
                    <a:pt x="1832" y="113751"/>
                  </a:lnTo>
                  <a:lnTo>
                    <a:pt x="1128" y="119027"/>
                  </a:lnTo>
                  <a:lnTo>
                    <a:pt x="592" y="124323"/>
                  </a:lnTo>
                  <a:lnTo>
                    <a:pt x="225" y="129632"/>
                  </a:lnTo>
                  <a:lnTo>
                    <a:pt x="28" y="134951"/>
                  </a:lnTo>
                  <a:lnTo>
                    <a:pt x="0" y="140274"/>
                  </a:lnTo>
                  <a:lnTo>
                    <a:pt x="141" y="145594"/>
                  </a:lnTo>
                  <a:lnTo>
                    <a:pt x="451" y="150908"/>
                  </a:lnTo>
                  <a:lnTo>
                    <a:pt x="931" y="156208"/>
                  </a:lnTo>
                  <a:lnTo>
                    <a:pt x="1579" y="161491"/>
                  </a:lnTo>
                  <a:lnTo>
                    <a:pt x="2395" y="166751"/>
                  </a:lnTo>
                  <a:lnTo>
                    <a:pt x="3378" y="171982"/>
                  </a:lnTo>
                  <a:lnTo>
                    <a:pt x="4526" y="177179"/>
                  </a:lnTo>
                  <a:lnTo>
                    <a:pt x="5840" y="182336"/>
                  </a:lnTo>
                  <a:lnTo>
                    <a:pt x="7318" y="187450"/>
                  </a:lnTo>
                  <a:lnTo>
                    <a:pt x="8957" y="192513"/>
                  </a:lnTo>
                  <a:lnTo>
                    <a:pt x="10757" y="197522"/>
                  </a:lnTo>
                  <a:lnTo>
                    <a:pt x="12715" y="202472"/>
                  </a:lnTo>
                  <a:lnTo>
                    <a:pt x="14830" y="207356"/>
                  </a:lnTo>
                  <a:lnTo>
                    <a:pt x="17099" y="212170"/>
                  </a:lnTo>
                  <a:lnTo>
                    <a:pt x="19520" y="216910"/>
                  </a:lnTo>
                  <a:lnTo>
                    <a:pt x="22091" y="221570"/>
                  </a:lnTo>
                  <a:lnTo>
                    <a:pt x="24810" y="226146"/>
                  </a:lnTo>
                  <a:lnTo>
                    <a:pt x="27672" y="230634"/>
                  </a:lnTo>
                  <a:lnTo>
                    <a:pt x="30676" y="235028"/>
                  </a:lnTo>
                  <a:lnTo>
                    <a:pt x="33818" y="239323"/>
                  </a:lnTo>
                  <a:lnTo>
                    <a:pt x="37095" y="243517"/>
                  </a:lnTo>
                  <a:lnTo>
                    <a:pt x="40504" y="247605"/>
                  </a:lnTo>
                  <a:lnTo>
                    <a:pt x="44042" y="251581"/>
                  </a:lnTo>
                  <a:lnTo>
                    <a:pt x="47704" y="255443"/>
                  </a:lnTo>
                  <a:lnTo>
                    <a:pt x="51488" y="259187"/>
                  </a:lnTo>
                  <a:lnTo>
                    <a:pt x="55389" y="262808"/>
                  </a:lnTo>
                  <a:lnTo>
                    <a:pt x="59403" y="266303"/>
                  </a:lnTo>
                  <a:lnTo>
                    <a:pt x="63526" y="269669"/>
                  </a:lnTo>
                  <a:lnTo>
                    <a:pt x="67754" y="272901"/>
                  </a:lnTo>
                  <a:lnTo>
                    <a:pt x="72083" y="275998"/>
                  </a:lnTo>
                  <a:lnTo>
                    <a:pt x="76509" y="278955"/>
                  </a:lnTo>
                  <a:lnTo>
                    <a:pt x="81026" y="281769"/>
                  </a:lnTo>
                  <a:lnTo>
                    <a:pt x="85631" y="284439"/>
                  </a:lnTo>
                  <a:lnTo>
                    <a:pt x="90318" y="286960"/>
                  </a:lnTo>
                  <a:lnTo>
                    <a:pt x="95083" y="289331"/>
                  </a:lnTo>
                  <a:lnTo>
                    <a:pt x="99922" y="291549"/>
                  </a:lnTo>
                  <a:lnTo>
                    <a:pt x="104828" y="293612"/>
                  </a:lnTo>
                  <a:lnTo>
                    <a:pt x="109798" y="295518"/>
                  </a:lnTo>
                  <a:lnTo>
                    <a:pt x="114825" y="297264"/>
                  </a:lnTo>
                  <a:lnTo>
                    <a:pt x="119906" y="298850"/>
                  </a:lnTo>
                  <a:lnTo>
                    <a:pt x="125035" y="300273"/>
                  </a:lnTo>
                  <a:lnTo>
                    <a:pt x="130206" y="301532"/>
                  </a:lnTo>
                  <a:lnTo>
                    <a:pt x="135415" y="302625"/>
                  </a:lnTo>
                  <a:lnTo>
                    <a:pt x="140656" y="303553"/>
                  </a:lnTo>
                  <a:lnTo>
                    <a:pt x="145924" y="304313"/>
                  </a:lnTo>
                  <a:lnTo>
                    <a:pt x="151214" y="304905"/>
                  </a:lnTo>
                  <a:lnTo>
                    <a:pt x="156519" y="305328"/>
                  </a:lnTo>
                  <a:lnTo>
                    <a:pt x="161836" y="305582"/>
                  </a:lnTo>
                  <a:lnTo>
                    <a:pt x="167158" y="305667"/>
                  </a:lnTo>
                  <a:lnTo>
                    <a:pt x="172479" y="305582"/>
                  </a:lnTo>
                  <a:lnTo>
                    <a:pt x="177796" y="305328"/>
                  </a:lnTo>
                  <a:lnTo>
                    <a:pt x="183101" y="304905"/>
                  </a:lnTo>
                  <a:lnTo>
                    <a:pt x="188391" y="304313"/>
                  </a:lnTo>
                  <a:lnTo>
                    <a:pt x="193659" y="303553"/>
                  </a:lnTo>
                  <a:lnTo>
                    <a:pt x="198900" y="302625"/>
                  </a:lnTo>
                  <a:lnTo>
                    <a:pt x="204109" y="301532"/>
                  </a:lnTo>
                  <a:lnTo>
                    <a:pt x="209280" y="300273"/>
                  </a:lnTo>
                  <a:lnTo>
                    <a:pt x="214409" y="298850"/>
                  </a:lnTo>
                  <a:lnTo>
                    <a:pt x="219490" y="297264"/>
                  </a:lnTo>
                  <a:lnTo>
                    <a:pt x="224517" y="295518"/>
                  </a:lnTo>
                  <a:lnTo>
                    <a:pt x="229487" y="293612"/>
                  </a:lnTo>
                  <a:lnTo>
                    <a:pt x="234393" y="291549"/>
                  </a:lnTo>
                  <a:lnTo>
                    <a:pt x="239232" y="289331"/>
                  </a:lnTo>
                  <a:lnTo>
                    <a:pt x="243997" y="286960"/>
                  </a:lnTo>
                  <a:lnTo>
                    <a:pt x="248684" y="284439"/>
                  </a:lnTo>
                  <a:lnTo>
                    <a:pt x="253289" y="281769"/>
                  </a:lnTo>
                  <a:lnTo>
                    <a:pt x="257806" y="278955"/>
                  </a:lnTo>
                  <a:lnTo>
                    <a:pt x="262232" y="275998"/>
                  </a:lnTo>
                  <a:lnTo>
                    <a:pt x="266561" y="272901"/>
                  </a:lnTo>
                  <a:lnTo>
                    <a:pt x="270789" y="269669"/>
                  </a:lnTo>
                  <a:lnTo>
                    <a:pt x="274912" y="266303"/>
                  </a:lnTo>
                  <a:lnTo>
                    <a:pt x="278926" y="262808"/>
                  </a:lnTo>
                  <a:lnTo>
                    <a:pt x="282827" y="259187"/>
                  </a:lnTo>
                  <a:lnTo>
                    <a:pt x="286611" y="255443"/>
                  </a:lnTo>
                  <a:lnTo>
                    <a:pt x="290273" y="251581"/>
                  </a:lnTo>
                  <a:lnTo>
                    <a:pt x="293811" y="247605"/>
                  </a:lnTo>
                  <a:lnTo>
                    <a:pt x="297220" y="243517"/>
                  </a:lnTo>
                  <a:lnTo>
                    <a:pt x="300497" y="239323"/>
                  </a:lnTo>
                  <a:lnTo>
                    <a:pt x="303639" y="235028"/>
                  </a:lnTo>
                  <a:lnTo>
                    <a:pt x="306643" y="230634"/>
                  </a:lnTo>
                  <a:lnTo>
                    <a:pt x="309505" y="226146"/>
                  </a:lnTo>
                  <a:lnTo>
                    <a:pt x="312224" y="221570"/>
                  </a:lnTo>
                  <a:lnTo>
                    <a:pt x="314795" y="216910"/>
                  </a:lnTo>
                  <a:lnTo>
                    <a:pt x="317216" y="212170"/>
                  </a:lnTo>
                  <a:lnTo>
                    <a:pt x="319485" y="207356"/>
                  </a:lnTo>
                  <a:lnTo>
                    <a:pt x="321600" y="202472"/>
                  </a:lnTo>
                  <a:lnTo>
                    <a:pt x="323558" y="197522"/>
                  </a:lnTo>
                  <a:lnTo>
                    <a:pt x="325358" y="192513"/>
                  </a:lnTo>
                  <a:lnTo>
                    <a:pt x="326997" y="187450"/>
                  </a:lnTo>
                  <a:lnTo>
                    <a:pt x="328475" y="182336"/>
                  </a:lnTo>
                  <a:lnTo>
                    <a:pt x="329789" y="177179"/>
                  </a:lnTo>
                  <a:lnTo>
                    <a:pt x="330938" y="171982"/>
                  </a:lnTo>
                  <a:lnTo>
                    <a:pt x="331920" y="166751"/>
                  </a:lnTo>
                  <a:lnTo>
                    <a:pt x="332736" y="161491"/>
                  </a:lnTo>
                  <a:lnTo>
                    <a:pt x="333384" y="156208"/>
                  </a:lnTo>
                  <a:lnTo>
                    <a:pt x="333864" y="150908"/>
                  </a:lnTo>
                  <a:lnTo>
                    <a:pt x="334174" y="145594"/>
                  </a:lnTo>
                  <a:lnTo>
                    <a:pt x="334316" y="140274"/>
                  </a:lnTo>
                  <a:lnTo>
                    <a:pt x="334287" y="134951"/>
                  </a:lnTo>
                  <a:lnTo>
                    <a:pt x="334090" y="129632"/>
                  </a:lnTo>
                  <a:lnTo>
                    <a:pt x="333723" y="124323"/>
                  </a:lnTo>
                  <a:lnTo>
                    <a:pt x="333187" y="119027"/>
                  </a:lnTo>
                  <a:lnTo>
                    <a:pt x="332483" y="113751"/>
                  </a:lnTo>
                  <a:lnTo>
                    <a:pt x="331611" y="108501"/>
                  </a:lnTo>
                  <a:lnTo>
                    <a:pt x="330573" y="103281"/>
                  </a:lnTo>
                  <a:lnTo>
                    <a:pt x="329369" y="98096"/>
                  </a:lnTo>
                  <a:lnTo>
                    <a:pt x="328000" y="92953"/>
                  </a:lnTo>
                  <a:lnTo>
                    <a:pt x="326469" y="87855"/>
                  </a:lnTo>
                  <a:lnTo>
                    <a:pt x="324776" y="82809"/>
                  </a:lnTo>
                  <a:lnTo>
                    <a:pt x="322923" y="77820"/>
                  </a:lnTo>
                  <a:lnTo>
                    <a:pt x="320912" y="72892"/>
                  </a:lnTo>
                  <a:lnTo>
                    <a:pt x="318746" y="68030"/>
                  </a:lnTo>
                  <a:lnTo>
                    <a:pt x="316426" y="63240"/>
                  </a:lnTo>
                  <a:lnTo>
                    <a:pt x="313954" y="58526"/>
                  </a:lnTo>
                  <a:lnTo>
                    <a:pt x="311334" y="53893"/>
                  </a:lnTo>
                  <a:lnTo>
                    <a:pt x="308567" y="49346"/>
                  </a:lnTo>
                  <a:lnTo>
                    <a:pt x="305657" y="44890"/>
                  </a:lnTo>
                  <a:lnTo>
                    <a:pt x="302607" y="40528"/>
                  </a:lnTo>
                  <a:lnTo>
                    <a:pt x="299420" y="36266"/>
                  </a:lnTo>
                  <a:lnTo>
                    <a:pt x="296098" y="32107"/>
                  </a:lnTo>
                  <a:lnTo>
                    <a:pt x="292645" y="28056"/>
                  </a:lnTo>
                  <a:lnTo>
                    <a:pt x="289066" y="24117"/>
                  </a:lnTo>
                  <a:lnTo>
                    <a:pt x="285363" y="20294"/>
                  </a:lnTo>
                  <a:lnTo>
                    <a:pt x="281540" y="16591"/>
                  </a:lnTo>
                  <a:lnTo>
                    <a:pt x="277601" y="13011"/>
                  </a:lnTo>
                  <a:lnTo>
                    <a:pt x="273550" y="9559"/>
                  </a:lnTo>
                  <a:lnTo>
                    <a:pt x="269391" y="6237"/>
                  </a:lnTo>
                  <a:lnTo>
                    <a:pt x="265129" y="3050"/>
                  </a:lnTo>
                  <a:lnTo>
                    <a:pt x="260767" y="0"/>
                  </a:lnTo>
                  <a:lnTo>
                    <a:pt x="167158" y="138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488720" y="1322571"/>
              <a:ext cx="93609" cy="167167"/>
            </a:xfrm>
            <a:custGeom>
              <a:avLst/>
              <a:pathLst>
                <a:path w="93609" h="167167">
                  <a:moveTo>
                    <a:pt x="93609" y="28667"/>
                  </a:moveTo>
                  <a:lnTo>
                    <a:pt x="88711" y="25480"/>
                  </a:lnTo>
                  <a:lnTo>
                    <a:pt x="83704" y="22465"/>
                  </a:lnTo>
                  <a:lnTo>
                    <a:pt x="78595" y="19628"/>
                  </a:lnTo>
                  <a:lnTo>
                    <a:pt x="73389" y="16971"/>
                  </a:lnTo>
                  <a:lnTo>
                    <a:pt x="68094" y="14497"/>
                  </a:lnTo>
                  <a:lnTo>
                    <a:pt x="62716" y="12210"/>
                  </a:lnTo>
                  <a:lnTo>
                    <a:pt x="57261" y="10113"/>
                  </a:lnTo>
                  <a:lnTo>
                    <a:pt x="51736" y="8207"/>
                  </a:lnTo>
                  <a:lnTo>
                    <a:pt x="46148" y="6496"/>
                  </a:lnTo>
                  <a:lnTo>
                    <a:pt x="40504" y="4981"/>
                  </a:lnTo>
                  <a:lnTo>
                    <a:pt x="34810" y="3664"/>
                  </a:lnTo>
                  <a:lnTo>
                    <a:pt x="29074" y="2547"/>
                  </a:lnTo>
                  <a:lnTo>
                    <a:pt x="23301" y="1632"/>
                  </a:lnTo>
                  <a:lnTo>
                    <a:pt x="17501" y="918"/>
                  </a:lnTo>
                  <a:lnTo>
                    <a:pt x="11679" y="408"/>
                  </a:lnTo>
                  <a:lnTo>
                    <a:pt x="584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7372" y="1681503"/>
              <a:ext cx="89152" cy="167167"/>
            </a:xfrm>
            <a:custGeom>
              <a:avLst/>
              <a:pathLst>
                <a:path w="89152" h="167167">
                  <a:moveTo>
                    <a:pt x="89152" y="0"/>
                  </a:moveTo>
                  <a:lnTo>
                    <a:pt x="83277" y="103"/>
                  </a:lnTo>
                  <a:lnTo>
                    <a:pt x="77408" y="413"/>
                  </a:lnTo>
                  <a:lnTo>
                    <a:pt x="71554" y="928"/>
                  </a:lnTo>
                  <a:lnTo>
                    <a:pt x="65721" y="1650"/>
                  </a:lnTo>
                  <a:lnTo>
                    <a:pt x="59918" y="2576"/>
                  </a:lnTo>
                  <a:lnTo>
                    <a:pt x="54151" y="3705"/>
                  </a:lnTo>
                  <a:lnTo>
                    <a:pt x="48427" y="5036"/>
                  </a:lnTo>
                  <a:lnTo>
                    <a:pt x="42753" y="6568"/>
                  </a:lnTo>
                  <a:lnTo>
                    <a:pt x="37136" y="8298"/>
                  </a:lnTo>
                  <a:lnTo>
                    <a:pt x="31584" y="10225"/>
                  </a:lnTo>
                  <a:lnTo>
                    <a:pt x="26103" y="12345"/>
                  </a:lnTo>
                  <a:lnTo>
                    <a:pt x="20700" y="14657"/>
                  </a:lnTo>
                  <a:lnTo>
                    <a:pt x="15382" y="17157"/>
                  </a:lnTo>
                  <a:lnTo>
                    <a:pt x="10155" y="19843"/>
                  </a:lnTo>
                  <a:lnTo>
                    <a:pt x="5025" y="22711"/>
                  </a:lnTo>
                  <a:lnTo>
                    <a:pt x="0" y="25757"/>
                  </a:lnTo>
                  <a:lnTo>
                    <a:pt x="891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7372" y="170726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8013" y="25757"/>
                  </a:moveTo>
                  <a:lnTo>
                    <a:pt x="73589" y="28645"/>
                  </a:lnTo>
                  <a:lnTo>
                    <a:pt x="69258" y="31671"/>
                  </a:lnTo>
                  <a:lnTo>
                    <a:pt x="65026" y="34833"/>
                  </a:lnTo>
                  <a:lnTo>
                    <a:pt x="60895" y="38127"/>
                  </a:lnTo>
                  <a:lnTo>
                    <a:pt x="56870" y="41550"/>
                  </a:lnTo>
                  <a:lnTo>
                    <a:pt x="52956" y="45098"/>
                  </a:lnTo>
                  <a:lnTo>
                    <a:pt x="49155" y="48768"/>
                  </a:lnTo>
                  <a:lnTo>
                    <a:pt x="45473" y="52556"/>
                  </a:lnTo>
                  <a:lnTo>
                    <a:pt x="41912" y="56459"/>
                  </a:lnTo>
                  <a:lnTo>
                    <a:pt x="38476" y="60472"/>
                  </a:lnTo>
                  <a:lnTo>
                    <a:pt x="35168" y="64592"/>
                  </a:lnTo>
                  <a:lnTo>
                    <a:pt x="31993" y="68815"/>
                  </a:lnTo>
                  <a:lnTo>
                    <a:pt x="28952" y="73136"/>
                  </a:lnTo>
                  <a:lnTo>
                    <a:pt x="26050" y="77550"/>
                  </a:lnTo>
                  <a:lnTo>
                    <a:pt x="23288" y="82054"/>
                  </a:lnTo>
                  <a:lnTo>
                    <a:pt x="20671" y="86643"/>
                  </a:lnTo>
                  <a:lnTo>
                    <a:pt x="18199" y="91313"/>
                  </a:lnTo>
                  <a:lnTo>
                    <a:pt x="15877" y="96058"/>
                  </a:lnTo>
                  <a:lnTo>
                    <a:pt x="13705" y="100875"/>
                  </a:lnTo>
                  <a:lnTo>
                    <a:pt x="11687" y="105757"/>
                  </a:lnTo>
                  <a:lnTo>
                    <a:pt x="9824" y="110701"/>
                  </a:lnTo>
                  <a:lnTo>
                    <a:pt x="8118" y="115701"/>
                  </a:lnTo>
                  <a:lnTo>
                    <a:pt x="6571" y="120753"/>
                  </a:lnTo>
                  <a:lnTo>
                    <a:pt x="5185" y="125851"/>
                  </a:lnTo>
                  <a:lnTo>
                    <a:pt x="3960" y="130991"/>
                  </a:lnTo>
                  <a:lnTo>
                    <a:pt x="2898" y="136166"/>
                  </a:lnTo>
                  <a:lnTo>
                    <a:pt x="2001" y="141373"/>
                  </a:lnTo>
                  <a:lnTo>
                    <a:pt x="1268" y="146605"/>
                  </a:lnTo>
                  <a:lnTo>
                    <a:pt x="701" y="151858"/>
                  </a:lnTo>
                  <a:lnTo>
                    <a:pt x="301" y="157126"/>
                  </a:lnTo>
                  <a:lnTo>
                    <a:pt x="67" y="162404"/>
                  </a:lnTo>
                  <a:lnTo>
                    <a:pt x="0" y="167686"/>
                  </a:lnTo>
                  <a:lnTo>
                    <a:pt x="99" y="172969"/>
                  </a:lnTo>
                  <a:lnTo>
                    <a:pt x="366" y="178245"/>
                  </a:lnTo>
                  <a:lnTo>
                    <a:pt x="800" y="183511"/>
                  </a:lnTo>
                  <a:lnTo>
                    <a:pt x="1399" y="188760"/>
                  </a:lnTo>
                  <a:lnTo>
                    <a:pt x="2164" y="193987"/>
                  </a:lnTo>
                  <a:lnTo>
                    <a:pt x="3094" y="199188"/>
                  </a:lnTo>
                  <a:lnTo>
                    <a:pt x="4188" y="204357"/>
                  </a:lnTo>
                  <a:lnTo>
                    <a:pt x="5445" y="209489"/>
                  </a:lnTo>
                  <a:lnTo>
                    <a:pt x="6863" y="214578"/>
                  </a:lnTo>
                  <a:lnTo>
                    <a:pt x="8441" y="219620"/>
                  </a:lnTo>
                  <a:lnTo>
                    <a:pt x="10178" y="224610"/>
                  </a:lnTo>
                  <a:lnTo>
                    <a:pt x="12072" y="229542"/>
                  </a:lnTo>
                  <a:lnTo>
                    <a:pt x="14120" y="234412"/>
                  </a:lnTo>
                  <a:lnTo>
                    <a:pt x="16322" y="239215"/>
                  </a:lnTo>
                  <a:lnTo>
                    <a:pt x="18674" y="243945"/>
                  </a:lnTo>
                  <a:lnTo>
                    <a:pt x="21174" y="248600"/>
                  </a:lnTo>
                  <a:lnTo>
                    <a:pt x="23820" y="253172"/>
                  </a:lnTo>
                  <a:lnTo>
                    <a:pt x="26610" y="257659"/>
                  </a:lnTo>
                  <a:lnTo>
                    <a:pt x="29540" y="262056"/>
                  </a:lnTo>
                  <a:lnTo>
                    <a:pt x="32607" y="266357"/>
                  </a:lnTo>
                  <a:lnTo>
                    <a:pt x="35808" y="270560"/>
                  </a:lnTo>
                  <a:lnTo>
                    <a:pt x="39141" y="274659"/>
                  </a:lnTo>
                  <a:lnTo>
                    <a:pt x="42602" y="278651"/>
                  </a:lnTo>
                  <a:lnTo>
                    <a:pt x="46187" y="282532"/>
                  </a:lnTo>
                  <a:lnTo>
                    <a:pt x="49893" y="286297"/>
                  </a:lnTo>
                  <a:lnTo>
                    <a:pt x="53717" y="289944"/>
                  </a:lnTo>
                  <a:lnTo>
                    <a:pt x="57653" y="293467"/>
                  </a:lnTo>
                  <a:lnTo>
                    <a:pt x="61699" y="296865"/>
                  </a:lnTo>
                  <a:lnTo>
                    <a:pt x="65850" y="300133"/>
                  </a:lnTo>
                  <a:lnTo>
                    <a:pt x="70103" y="303268"/>
                  </a:lnTo>
                  <a:lnTo>
                    <a:pt x="74452" y="306268"/>
                  </a:lnTo>
                  <a:lnTo>
                    <a:pt x="78894" y="309128"/>
                  </a:lnTo>
                  <a:lnTo>
                    <a:pt x="83424" y="311847"/>
                  </a:lnTo>
                  <a:lnTo>
                    <a:pt x="88038" y="314421"/>
                  </a:lnTo>
                  <a:lnTo>
                    <a:pt x="92731" y="316848"/>
                  </a:lnTo>
                  <a:lnTo>
                    <a:pt x="97498" y="319125"/>
                  </a:lnTo>
                  <a:lnTo>
                    <a:pt x="102335" y="321251"/>
                  </a:lnTo>
                  <a:lnTo>
                    <a:pt x="107236" y="323223"/>
                  </a:lnTo>
                  <a:lnTo>
                    <a:pt x="112197" y="325038"/>
                  </a:lnTo>
                  <a:lnTo>
                    <a:pt x="117214" y="326697"/>
                  </a:lnTo>
                  <a:lnTo>
                    <a:pt x="122280" y="328195"/>
                  </a:lnTo>
                  <a:lnTo>
                    <a:pt x="127391" y="329533"/>
                  </a:lnTo>
                  <a:lnTo>
                    <a:pt x="132542" y="330709"/>
                  </a:lnTo>
                  <a:lnTo>
                    <a:pt x="137727" y="331722"/>
                  </a:lnTo>
                  <a:lnTo>
                    <a:pt x="142942" y="332570"/>
                  </a:lnTo>
                  <a:lnTo>
                    <a:pt x="148181" y="333253"/>
                  </a:lnTo>
                  <a:lnTo>
                    <a:pt x="153439" y="333770"/>
                  </a:lnTo>
                  <a:lnTo>
                    <a:pt x="158710" y="334120"/>
                  </a:lnTo>
                  <a:lnTo>
                    <a:pt x="163990" y="334304"/>
                  </a:lnTo>
                  <a:lnTo>
                    <a:pt x="169274" y="334321"/>
                  </a:lnTo>
                  <a:lnTo>
                    <a:pt x="174555" y="334171"/>
                  </a:lnTo>
                  <a:lnTo>
                    <a:pt x="179828" y="333854"/>
                  </a:lnTo>
                  <a:lnTo>
                    <a:pt x="185090" y="333371"/>
                  </a:lnTo>
                  <a:lnTo>
                    <a:pt x="190333" y="332721"/>
                  </a:lnTo>
                  <a:lnTo>
                    <a:pt x="195553" y="331907"/>
                  </a:lnTo>
                  <a:lnTo>
                    <a:pt x="200745" y="330927"/>
                  </a:lnTo>
                  <a:lnTo>
                    <a:pt x="205903" y="329784"/>
                  </a:lnTo>
                  <a:lnTo>
                    <a:pt x="211022" y="328479"/>
                  </a:lnTo>
                  <a:lnTo>
                    <a:pt x="216098" y="327013"/>
                  </a:lnTo>
                  <a:lnTo>
                    <a:pt x="221125" y="325387"/>
                  </a:lnTo>
                  <a:lnTo>
                    <a:pt x="226098" y="323602"/>
                  </a:lnTo>
                  <a:lnTo>
                    <a:pt x="231012" y="321662"/>
                  </a:lnTo>
                  <a:lnTo>
                    <a:pt x="235862" y="319567"/>
                  </a:lnTo>
                  <a:lnTo>
                    <a:pt x="240643" y="317320"/>
                  </a:lnTo>
                  <a:lnTo>
                    <a:pt x="245352" y="314923"/>
                  </a:lnTo>
                  <a:lnTo>
                    <a:pt x="249982" y="312379"/>
                  </a:lnTo>
                  <a:lnTo>
                    <a:pt x="254529" y="309689"/>
                  </a:lnTo>
                  <a:lnTo>
                    <a:pt x="258989" y="306857"/>
                  </a:lnTo>
                  <a:lnTo>
                    <a:pt x="263358" y="303886"/>
                  </a:lnTo>
                  <a:lnTo>
                    <a:pt x="267630" y="300778"/>
                  </a:lnTo>
                  <a:lnTo>
                    <a:pt x="271802" y="297537"/>
                  </a:lnTo>
                  <a:lnTo>
                    <a:pt x="275870" y="294165"/>
                  </a:lnTo>
                  <a:lnTo>
                    <a:pt x="279829" y="290666"/>
                  </a:lnTo>
                  <a:lnTo>
                    <a:pt x="283675" y="287044"/>
                  </a:lnTo>
                  <a:lnTo>
                    <a:pt x="287405" y="283303"/>
                  </a:lnTo>
                  <a:lnTo>
                    <a:pt x="291015" y="279445"/>
                  </a:lnTo>
                  <a:lnTo>
                    <a:pt x="294501" y="275475"/>
                  </a:lnTo>
                  <a:lnTo>
                    <a:pt x="297860" y="271397"/>
                  </a:lnTo>
                  <a:lnTo>
                    <a:pt x="301089" y="267215"/>
                  </a:lnTo>
                  <a:lnTo>
                    <a:pt x="304183" y="262933"/>
                  </a:lnTo>
                  <a:lnTo>
                    <a:pt x="307141" y="258556"/>
                  </a:lnTo>
                  <a:lnTo>
                    <a:pt x="309959" y="254087"/>
                  </a:lnTo>
                  <a:lnTo>
                    <a:pt x="312635" y="249531"/>
                  </a:lnTo>
                  <a:lnTo>
                    <a:pt x="315165" y="244893"/>
                  </a:lnTo>
                  <a:lnTo>
                    <a:pt x="317547" y="240177"/>
                  </a:lnTo>
                  <a:lnTo>
                    <a:pt x="319779" y="235389"/>
                  </a:lnTo>
                  <a:lnTo>
                    <a:pt x="321859" y="230532"/>
                  </a:lnTo>
                  <a:lnTo>
                    <a:pt x="323784" y="225612"/>
                  </a:lnTo>
                  <a:lnTo>
                    <a:pt x="325553" y="220633"/>
                  </a:lnTo>
                  <a:lnTo>
                    <a:pt x="327163" y="215602"/>
                  </a:lnTo>
                  <a:lnTo>
                    <a:pt x="328614" y="210521"/>
                  </a:lnTo>
                  <a:lnTo>
                    <a:pt x="329903" y="205398"/>
                  </a:lnTo>
                  <a:lnTo>
                    <a:pt x="331030" y="200236"/>
                  </a:lnTo>
                  <a:lnTo>
                    <a:pt x="331993" y="195042"/>
                  </a:lnTo>
                  <a:lnTo>
                    <a:pt x="332792" y="189819"/>
                  </a:lnTo>
                  <a:lnTo>
                    <a:pt x="333425" y="184574"/>
                  </a:lnTo>
                  <a:lnTo>
                    <a:pt x="333892" y="179311"/>
                  </a:lnTo>
                  <a:lnTo>
                    <a:pt x="334192" y="174036"/>
                  </a:lnTo>
                  <a:lnTo>
                    <a:pt x="334326" y="168755"/>
                  </a:lnTo>
                  <a:lnTo>
                    <a:pt x="334293" y="163472"/>
                  </a:lnTo>
                  <a:lnTo>
                    <a:pt x="334092" y="158192"/>
                  </a:lnTo>
                  <a:lnTo>
                    <a:pt x="333726" y="152922"/>
                  </a:lnTo>
                  <a:lnTo>
                    <a:pt x="333192" y="147666"/>
                  </a:lnTo>
                  <a:lnTo>
                    <a:pt x="332493" y="142429"/>
                  </a:lnTo>
                  <a:lnTo>
                    <a:pt x="331629" y="137217"/>
                  </a:lnTo>
                  <a:lnTo>
                    <a:pt x="330600" y="132034"/>
                  </a:lnTo>
                  <a:lnTo>
                    <a:pt x="329408" y="126887"/>
                  </a:lnTo>
                  <a:lnTo>
                    <a:pt x="328054" y="121781"/>
                  </a:lnTo>
                  <a:lnTo>
                    <a:pt x="326540" y="116719"/>
                  </a:lnTo>
                  <a:lnTo>
                    <a:pt x="324866" y="111708"/>
                  </a:lnTo>
                  <a:lnTo>
                    <a:pt x="323035" y="106752"/>
                  </a:lnTo>
                  <a:lnTo>
                    <a:pt x="321048" y="101857"/>
                  </a:lnTo>
                  <a:lnTo>
                    <a:pt x="318907" y="97027"/>
                  </a:lnTo>
                  <a:lnTo>
                    <a:pt x="316615" y="92267"/>
                  </a:lnTo>
                  <a:lnTo>
                    <a:pt x="314173" y="87581"/>
                  </a:lnTo>
                  <a:lnTo>
                    <a:pt x="311585" y="82976"/>
                  </a:lnTo>
                  <a:lnTo>
                    <a:pt x="308852" y="78454"/>
                  </a:lnTo>
                  <a:lnTo>
                    <a:pt x="305978" y="74021"/>
                  </a:lnTo>
                  <a:lnTo>
                    <a:pt x="302965" y="69681"/>
                  </a:lnTo>
                  <a:lnTo>
                    <a:pt x="299817" y="65438"/>
                  </a:lnTo>
                  <a:lnTo>
                    <a:pt x="296536" y="61297"/>
                  </a:lnTo>
                  <a:lnTo>
                    <a:pt x="293126" y="57262"/>
                  </a:lnTo>
                  <a:lnTo>
                    <a:pt x="289590" y="53336"/>
                  </a:lnTo>
                  <a:lnTo>
                    <a:pt x="285931" y="49524"/>
                  </a:lnTo>
                  <a:lnTo>
                    <a:pt x="282155" y="45830"/>
                  </a:lnTo>
                  <a:lnTo>
                    <a:pt x="278263" y="42257"/>
                  </a:lnTo>
                  <a:lnTo>
                    <a:pt x="274260" y="38809"/>
                  </a:lnTo>
                  <a:lnTo>
                    <a:pt x="270150" y="35489"/>
                  </a:lnTo>
                  <a:lnTo>
                    <a:pt x="265938" y="32300"/>
                  </a:lnTo>
                  <a:lnTo>
                    <a:pt x="261627" y="29246"/>
                  </a:lnTo>
                  <a:lnTo>
                    <a:pt x="257221" y="26330"/>
                  </a:lnTo>
                  <a:lnTo>
                    <a:pt x="252726" y="23554"/>
                  </a:lnTo>
                  <a:lnTo>
                    <a:pt x="248145" y="20922"/>
                  </a:lnTo>
                  <a:lnTo>
                    <a:pt x="243483" y="18437"/>
                  </a:lnTo>
                  <a:lnTo>
                    <a:pt x="238745" y="16099"/>
                  </a:lnTo>
                  <a:lnTo>
                    <a:pt x="233935" y="13913"/>
                  </a:lnTo>
                  <a:lnTo>
                    <a:pt x="229059" y="11879"/>
                  </a:lnTo>
                  <a:lnTo>
                    <a:pt x="224121" y="10001"/>
                  </a:lnTo>
                  <a:lnTo>
                    <a:pt x="219126" y="8280"/>
                  </a:lnTo>
                  <a:lnTo>
                    <a:pt x="214079" y="6717"/>
                  </a:lnTo>
                  <a:lnTo>
                    <a:pt x="208985" y="5315"/>
                  </a:lnTo>
                  <a:lnTo>
                    <a:pt x="203850" y="4074"/>
                  </a:lnTo>
                  <a:lnTo>
                    <a:pt x="198677" y="2996"/>
                  </a:lnTo>
                  <a:lnTo>
                    <a:pt x="193474" y="2083"/>
                  </a:lnTo>
                  <a:lnTo>
                    <a:pt x="188244" y="1334"/>
                  </a:lnTo>
                  <a:lnTo>
                    <a:pt x="182993" y="750"/>
                  </a:lnTo>
                  <a:lnTo>
                    <a:pt x="177726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3711" y="2126963"/>
              <a:ext cx="117576" cy="167167"/>
            </a:xfrm>
            <a:custGeom>
              <a:avLst/>
              <a:pathLst>
                <a:path w="117576" h="167167">
                  <a:moveTo>
                    <a:pt x="117576" y="0"/>
                  </a:moveTo>
                  <a:lnTo>
                    <a:pt x="111907" y="96"/>
                  </a:lnTo>
                  <a:lnTo>
                    <a:pt x="106245" y="384"/>
                  </a:lnTo>
                  <a:lnTo>
                    <a:pt x="100596" y="864"/>
                  </a:lnTo>
                  <a:lnTo>
                    <a:pt x="94966" y="1536"/>
                  </a:lnTo>
                  <a:lnTo>
                    <a:pt x="89362" y="2398"/>
                  </a:lnTo>
                  <a:lnTo>
                    <a:pt x="83791" y="3449"/>
                  </a:lnTo>
                  <a:lnTo>
                    <a:pt x="78259" y="4689"/>
                  </a:lnTo>
                  <a:lnTo>
                    <a:pt x="72772" y="6116"/>
                  </a:lnTo>
                  <a:lnTo>
                    <a:pt x="67336" y="7728"/>
                  </a:lnTo>
                  <a:lnTo>
                    <a:pt x="61958" y="9523"/>
                  </a:lnTo>
                  <a:lnTo>
                    <a:pt x="56645" y="11500"/>
                  </a:lnTo>
                  <a:lnTo>
                    <a:pt x="51401" y="13655"/>
                  </a:lnTo>
                  <a:lnTo>
                    <a:pt x="46233" y="15988"/>
                  </a:lnTo>
                  <a:lnTo>
                    <a:pt x="41148" y="18494"/>
                  </a:lnTo>
                  <a:lnTo>
                    <a:pt x="36150" y="21171"/>
                  </a:lnTo>
                  <a:lnTo>
                    <a:pt x="31246" y="24016"/>
                  </a:lnTo>
                  <a:lnTo>
                    <a:pt x="26441" y="27026"/>
                  </a:lnTo>
                  <a:lnTo>
                    <a:pt x="21742" y="30197"/>
                  </a:lnTo>
                  <a:lnTo>
                    <a:pt x="17152" y="33526"/>
                  </a:lnTo>
                  <a:lnTo>
                    <a:pt x="12678" y="37008"/>
                  </a:lnTo>
                  <a:lnTo>
                    <a:pt x="8325" y="40640"/>
                  </a:lnTo>
                  <a:lnTo>
                    <a:pt x="4097" y="44417"/>
                  </a:lnTo>
                  <a:lnTo>
                    <a:pt x="0" y="48336"/>
                  </a:lnTo>
                  <a:lnTo>
                    <a:pt x="1175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63711" y="2175300"/>
              <a:ext cx="117576" cy="118830"/>
            </a:xfrm>
            <a:custGeom>
              <a:avLst/>
              <a:pathLst>
                <a:path w="117576" h="118830">
                  <a:moveTo>
                    <a:pt x="0" y="0"/>
                  </a:moveTo>
                  <a:lnTo>
                    <a:pt x="117576" y="1188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14120" y="2130715"/>
              <a:ext cx="334333" cy="330564"/>
            </a:xfrm>
            <a:custGeom>
              <a:avLst/>
              <a:pathLst>
                <a:path w="334333" h="330564">
                  <a:moveTo>
                    <a:pt x="49591" y="44584"/>
                  </a:moveTo>
                  <a:lnTo>
                    <a:pt x="45885" y="48368"/>
                  </a:lnTo>
                  <a:lnTo>
                    <a:pt x="42302" y="52268"/>
                  </a:lnTo>
                  <a:lnTo>
                    <a:pt x="38844" y="56279"/>
                  </a:lnTo>
                  <a:lnTo>
                    <a:pt x="35515" y="60397"/>
                  </a:lnTo>
                  <a:lnTo>
                    <a:pt x="32317" y="64619"/>
                  </a:lnTo>
                  <a:lnTo>
                    <a:pt x="29256" y="68940"/>
                  </a:lnTo>
                  <a:lnTo>
                    <a:pt x="26332" y="73356"/>
                  </a:lnTo>
                  <a:lnTo>
                    <a:pt x="23550" y="77862"/>
                  </a:lnTo>
                  <a:lnTo>
                    <a:pt x="20912" y="82455"/>
                  </a:lnTo>
                  <a:lnTo>
                    <a:pt x="18421" y="87128"/>
                  </a:lnTo>
                  <a:lnTo>
                    <a:pt x="16079" y="91878"/>
                  </a:lnTo>
                  <a:lnTo>
                    <a:pt x="13889" y="96700"/>
                  </a:lnTo>
                  <a:lnTo>
                    <a:pt x="11853" y="101589"/>
                  </a:lnTo>
                  <a:lnTo>
                    <a:pt x="9972" y="106539"/>
                  </a:lnTo>
                  <a:lnTo>
                    <a:pt x="8250" y="111547"/>
                  </a:lnTo>
                  <a:lnTo>
                    <a:pt x="6686" y="116607"/>
                  </a:lnTo>
                  <a:lnTo>
                    <a:pt x="5284" y="121714"/>
                  </a:lnTo>
                  <a:lnTo>
                    <a:pt x="4044" y="126863"/>
                  </a:lnTo>
                  <a:lnTo>
                    <a:pt x="2968" y="132048"/>
                  </a:lnTo>
                  <a:lnTo>
                    <a:pt x="2057" y="137265"/>
                  </a:lnTo>
                  <a:lnTo>
                    <a:pt x="1312" y="142508"/>
                  </a:lnTo>
                  <a:lnTo>
                    <a:pt x="733" y="147773"/>
                  </a:lnTo>
                  <a:lnTo>
                    <a:pt x="321" y="153052"/>
                  </a:lnTo>
                  <a:lnTo>
                    <a:pt x="76" y="158343"/>
                  </a:lnTo>
                  <a:lnTo>
                    <a:pt x="0" y="163638"/>
                  </a:lnTo>
                  <a:lnTo>
                    <a:pt x="90" y="168933"/>
                  </a:lnTo>
                  <a:lnTo>
                    <a:pt x="349" y="174223"/>
                  </a:lnTo>
                  <a:lnTo>
                    <a:pt x="775" y="179501"/>
                  </a:lnTo>
                  <a:lnTo>
                    <a:pt x="1368" y="184764"/>
                  </a:lnTo>
                  <a:lnTo>
                    <a:pt x="2128" y="190005"/>
                  </a:lnTo>
                  <a:lnTo>
                    <a:pt x="3053" y="195220"/>
                  </a:lnTo>
                  <a:lnTo>
                    <a:pt x="4143" y="200402"/>
                  </a:lnTo>
                  <a:lnTo>
                    <a:pt x="5396" y="205548"/>
                  </a:lnTo>
                  <a:lnTo>
                    <a:pt x="6812" y="210651"/>
                  </a:lnTo>
                  <a:lnTo>
                    <a:pt x="8389" y="215707"/>
                  </a:lnTo>
                  <a:lnTo>
                    <a:pt x="10125" y="220710"/>
                  </a:lnTo>
                  <a:lnTo>
                    <a:pt x="12018" y="225656"/>
                  </a:lnTo>
                  <a:lnTo>
                    <a:pt x="14068" y="230539"/>
                  </a:lnTo>
                  <a:lnTo>
                    <a:pt x="16271" y="235355"/>
                  </a:lnTo>
                  <a:lnTo>
                    <a:pt x="18625" y="240099"/>
                  </a:lnTo>
                  <a:lnTo>
                    <a:pt x="21129" y="244765"/>
                  </a:lnTo>
                  <a:lnTo>
                    <a:pt x="23779" y="249350"/>
                  </a:lnTo>
                  <a:lnTo>
                    <a:pt x="26573" y="253849"/>
                  </a:lnTo>
                  <a:lnTo>
                    <a:pt x="29508" y="258257"/>
                  </a:lnTo>
                  <a:lnTo>
                    <a:pt x="32582" y="262570"/>
                  </a:lnTo>
                  <a:lnTo>
                    <a:pt x="35790" y="266784"/>
                  </a:lnTo>
                  <a:lnTo>
                    <a:pt x="39130" y="270893"/>
                  </a:lnTo>
                  <a:lnTo>
                    <a:pt x="42599" y="274895"/>
                  </a:lnTo>
                  <a:lnTo>
                    <a:pt x="46193" y="278785"/>
                  </a:lnTo>
                  <a:lnTo>
                    <a:pt x="49908" y="282559"/>
                  </a:lnTo>
                  <a:lnTo>
                    <a:pt x="53741" y="286214"/>
                  </a:lnTo>
                  <a:lnTo>
                    <a:pt x="57688" y="289745"/>
                  </a:lnTo>
                  <a:lnTo>
                    <a:pt x="61744" y="293149"/>
                  </a:lnTo>
                  <a:lnTo>
                    <a:pt x="65907" y="296424"/>
                  </a:lnTo>
                  <a:lnTo>
                    <a:pt x="70171" y="299565"/>
                  </a:lnTo>
                  <a:lnTo>
                    <a:pt x="74532" y="302569"/>
                  </a:lnTo>
                  <a:lnTo>
                    <a:pt x="78987" y="305433"/>
                  </a:lnTo>
                  <a:lnTo>
                    <a:pt x="83529" y="308155"/>
                  </a:lnTo>
                  <a:lnTo>
                    <a:pt x="88156" y="310732"/>
                  </a:lnTo>
                  <a:lnTo>
                    <a:pt x="92862" y="313161"/>
                  </a:lnTo>
                  <a:lnTo>
                    <a:pt x="97643" y="315439"/>
                  </a:lnTo>
                  <a:lnTo>
                    <a:pt x="102493" y="317565"/>
                  </a:lnTo>
                  <a:lnTo>
                    <a:pt x="107409" y="319536"/>
                  </a:lnTo>
                  <a:lnTo>
                    <a:pt x="112384" y="321351"/>
                  </a:lnTo>
                  <a:lnTo>
                    <a:pt x="117414" y="323007"/>
                  </a:lnTo>
                  <a:lnTo>
                    <a:pt x="122495" y="324503"/>
                  </a:lnTo>
                  <a:lnTo>
                    <a:pt x="127620" y="325837"/>
                  </a:lnTo>
                  <a:lnTo>
                    <a:pt x="132785" y="327008"/>
                  </a:lnTo>
                  <a:lnTo>
                    <a:pt x="137984" y="328015"/>
                  </a:lnTo>
                  <a:lnTo>
                    <a:pt x="143212" y="328857"/>
                  </a:lnTo>
                  <a:lnTo>
                    <a:pt x="148465" y="329533"/>
                  </a:lnTo>
                  <a:lnTo>
                    <a:pt x="153736" y="330042"/>
                  </a:lnTo>
                  <a:lnTo>
                    <a:pt x="159021" y="330384"/>
                  </a:lnTo>
                  <a:lnTo>
                    <a:pt x="164314" y="330558"/>
                  </a:lnTo>
                  <a:lnTo>
                    <a:pt x="169610" y="330564"/>
                  </a:lnTo>
                  <a:lnTo>
                    <a:pt x="174904" y="330403"/>
                  </a:lnTo>
                  <a:lnTo>
                    <a:pt x="180189" y="330074"/>
                  </a:lnTo>
                  <a:lnTo>
                    <a:pt x="185462" y="329578"/>
                  </a:lnTo>
                  <a:lnTo>
                    <a:pt x="190716" y="328915"/>
                  </a:lnTo>
                  <a:lnTo>
                    <a:pt x="195947" y="328086"/>
                  </a:lnTo>
                  <a:lnTo>
                    <a:pt x="201149" y="327092"/>
                  </a:lnTo>
                  <a:lnTo>
                    <a:pt x="206316" y="325933"/>
                  </a:lnTo>
                  <a:lnTo>
                    <a:pt x="211445" y="324612"/>
                  </a:lnTo>
                  <a:lnTo>
                    <a:pt x="216528" y="323128"/>
                  </a:lnTo>
                  <a:lnTo>
                    <a:pt x="221563" y="321485"/>
                  </a:lnTo>
                  <a:lnTo>
                    <a:pt x="226543" y="319682"/>
                  </a:lnTo>
                  <a:lnTo>
                    <a:pt x="231463" y="317723"/>
                  </a:lnTo>
                  <a:lnTo>
                    <a:pt x="236318" y="315609"/>
                  </a:lnTo>
                  <a:lnTo>
                    <a:pt x="241105" y="313342"/>
                  </a:lnTo>
                  <a:lnTo>
                    <a:pt x="245817" y="310925"/>
                  </a:lnTo>
                  <a:lnTo>
                    <a:pt x="250450" y="308359"/>
                  </a:lnTo>
                  <a:lnTo>
                    <a:pt x="254999" y="305649"/>
                  </a:lnTo>
                  <a:lnTo>
                    <a:pt x="259461" y="302795"/>
                  </a:lnTo>
                  <a:lnTo>
                    <a:pt x="263829" y="299801"/>
                  </a:lnTo>
                  <a:lnTo>
                    <a:pt x="268101" y="296671"/>
                  </a:lnTo>
                  <a:lnTo>
                    <a:pt x="272271" y="293407"/>
                  </a:lnTo>
                  <a:lnTo>
                    <a:pt x="276336" y="290012"/>
                  </a:lnTo>
                  <a:lnTo>
                    <a:pt x="280292" y="286491"/>
                  </a:lnTo>
                  <a:lnTo>
                    <a:pt x="284134" y="282846"/>
                  </a:lnTo>
                  <a:lnTo>
                    <a:pt x="287858" y="279081"/>
                  </a:lnTo>
                  <a:lnTo>
                    <a:pt x="291461" y="275200"/>
                  </a:lnTo>
                  <a:lnTo>
                    <a:pt x="294940" y="271206"/>
                  </a:lnTo>
                  <a:lnTo>
                    <a:pt x="298290" y="267105"/>
                  </a:lnTo>
                  <a:lnTo>
                    <a:pt x="301509" y="262899"/>
                  </a:lnTo>
                  <a:lnTo>
                    <a:pt x="304593" y="258594"/>
                  </a:lnTo>
                  <a:lnTo>
                    <a:pt x="307539" y="254193"/>
                  </a:lnTo>
                  <a:lnTo>
                    <a:pt x="310344" y="249701"/>
                  </a:lnTo>
                  <a:lnTo>
                    <a:pt x="313005" y="245122"/>
                  </a:lnTo>
                  <a:lnTo>
                    <a:pt x="315520" y="240462"/>
                  </a:lnTo>
                  <a:lnTo>
                    <a:pt x="317886" y="235724"/>
                  </a:lnTo>
                  <a:lnTo>
                    <a:pt x="320101" y="230913"/>
                  </a:lnTo>
                  <a:lnTo>
                    <a:pt x="322162" y="226035"/>
                  </a:lnTo>
                  <a:lnTo>
                    <a:pt x="324068" y="221094"/>
                  </a:lnTo>
                  <a:lnTo>
                    <a:pt x="325817" y="216095"/>
                  </a:lnTo>
                  <a:lnTo>
                    <a:pt x="327406" y="211043"/>
                  </a:lnTo>
                  <a:lnTo>
                    <a:pt x="328834" y="205943"/>
                  </a:lnTo>
                  <a:lnTo>
                    <a:pt x="330100" y="200801"/>
                  </a:lnTo>
                  <a:lnTo>
                    <a:pt x="331202" y="195621"/>
                  </a:lnTo>
                  <a:lnTo>
                    <a:pt x="332140" y="190409"/>
                  </a:lnTo>
                  <a:lnTo>
                    <a:pt x="332913" y="185170"/>
                  </a:lnTo>
                  <a:lnTo>
                    <a:pt x="333519" y="179909"/>
                  </a:lnTo>
                  <a:lnTo>
                    <a:pt x="333958" y="174631"/>
                  </a:lnTo>
                  <a:lnTo>
                    <a:pt x="334229" y="169342"/>
                  </a:lnTo>
                  <a:lnTo>
                    <a:pt x="334333" y="164047"/>
                  </a:lnTo>
                  <a:lnTo>
                    <a:pt x="334269" y="158752"/>
                  </a:lnTo>
                  <a:lnTo>
                    <a:pt x="334038" y="153461"/>
                  </a:lnTo>
                  <a:lnTo>
                    <a:pt x="333639" y="148180"/>
                  </a:lnTo>
                  <a:lnTo>
                    <a:pt x="333072" y="142914"/>
                  </a:lnTo>
                  <a:lnTo>
                    <a:pt x="332340" y="137669"/>
                  </a:lnTo>
                  <a:lnTo>
                    <a:pt x="331441" y="132450"/>
                  </a:lnTo>
                  <a:lnTo>
                    <a:pt x="330378" y="127262"/>
                  </a:lnTo>
                  <a:lnTo>
                    <a:pt x="329151" y="122110"/>
                  </a:lnTo>
                  <a:lnTo>
                    <a:pt x="327761" y="117000"/>
                  </a:lnTo>
                  <a:lnTo>
                    <a:pt x="326210" y="111936"/>
                  </a:lnTo>
                  <a:lnTo>
                    <a:pt x="324500" y="106924"/>
                  </a:lnTo>
                  <a:lnTo>
                    <a:pt x="322632" y="101969"/>
                  </a:lnTo>
                  <a:lnTo>
                    <a:pt x="320607" y="97075"/>
                  </a:lnTo>
                  <a:lnTo>
                    <a:pt x="318429" y="92248"/>
                  </a:lnTo>
                  <a:lnTo>
                    <a:pt x="316099" y="87492"/>
                  </a:lnTo>
                  <a:lnTo>
                    <a:pt x="313619" y="82813"/>
                  </a:lnTo>
                  <a:lnTo>
                    <a:pt x="310992" y="78214"/>
                  </a:lnTo>
                  <a:lnTo>
                    <a:pt x="308221" y="73701"/>
                  </a:lnTo>
                  <a:lnTo>
                    <a:pt x="305309" y="69278"/>
                  </a:lnTo>
                  <a:lnTo>
                    <a:pt x="302257" y="64949"/>
                  </a:lnTo>
                  <a:lnTo>
                    <a:pt x="299071" y="60720"/>
                  </a:lnTo>
                  <a:lnTo>
                    <a:pt x="295751" y="56593"/>
                  </a:lnTo>
                  <a:lnTo>
                    <a:pt x="292303" y="52573"/>
                  </a:lnTo>
                  <a:lnTo>
                    <a:pt x="288729" y="48665"/>
                  </a:lnTo>
                  <a:lnTo>
                    <a:pt x="285033" y="44872"/>
                  </a:lnTo>
                  <a:lnTo>
                    <a:pt x="281219" y="41198"/>
                  </a:lnTo>
                  <a:lnTo>
                    <a:pt x="277291" y="37647"/>
                  </a:lnTo>
                  <a:lnTo>
                    <a:pt x="273252" y="34221"/>
                  </a:lnTo>
                  <a:lnTo>
                    <a:pt x="269106" y="30926"/>
                  </a:lnTo>
                  <a:lnTo>
                    <a:pt x="264858" y="27763"/>
                  </a:lnTo>
                  <a:lnTo>
                    <a:pt x="260512" y="24737"/>
                  </a:lnTo>
                  <a:lnTo>
                    <a:pt x="256072" y="21850"/>
                  </a:lnTo>
                  <a:lnTo>
                    <a:pt x="251544" y="19104"/>
                  </a:lnTo>
                  <a:lnTo>
                    <a:pt x="246930" y="16504"/>
                  </a:lnTo>
                  <a:lnTo>
                    <a:pt x="242236" y="14051"/>
                  </a:lnTo>
                  <a:lnTo>
                    <a:pt x="237467" y="11748"/>
                  </a:lnTo>
                  <a:lnTo>
                    <a:pt x="232628" y="9598"/>
                  </a:lnTo>
                  <a:lnTo>
                    <a:pt x="227723" y="7601"/>
                  </a:lnTo>
                  <a:lnTo>
                    <a:pt x="222757" y="5761"/>
                  </a:lnTo>
                  <a:lnTo>
                    <a:pt x="217735" y="4079"/>
                  </a:lnTo>
                  <a:lnTo>
                    <a:pt x="212662" y="2558"/>
                  </a:lnTo>
                  <a:lnTo>
                    <a:pt x="207544" y="1197"/>
                  </a:lnTo>
                  <a:lnTo>
                    <a:pt x="202386" y="0"/>
                  </a:lnTo>
                  <a:lnTo>
                    <a:pt x="167167" y="163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781287" y="2126963"/>
              <a:ext cx="35218" cy="167167"/>
            </a:xfrm>
            <a:custGeom>
              <a:avLst/>
              <a:pathLst>
                <a:path w="35218" h="167167">
                  <a:moveTo>
                    <a:pt x="35218" y="3752"/>
                  </a:moveTo>
                  <a:lnTo>
                    <a:pt x="28251" y="2404"/>
                  </a:lnTo>
                  <a:lnTo>
                    <a:pt x="21233" y="1353"/>
                  </a:lnTo>
                  <a:lnTo>
                    <a:pt x="14176" y="602"/>
                  </a:lnTo>
                  <a:lnTo>
                    <a:pt x="7094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423601" y="2633064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4" y="757"/>
                  </a:lnTo>
                  <a:lnTo>
                    <a:pt x="145981" y="1345"/>
                  </a:lnTo>
                  <a:lnTo>
                    <a:pt x="140730" y="2100"/>
                  </a:lnTo>
                  <a:lnTo>
                    <a:pt x="135505" y="3021"/>
                  </a:lnTo>
                  <a:lnTo>
                    <a:pt x="130312" y="4108"/>
                  </a:lnTo>
                  <a:lnTo>
                    <a:pt x="125156" y="5359"/>
                  </a:lnTo>
                  <a:lnTo>
                    <a:pt x="120043" y="6773"/>
                  </a:lnTo>
                  <a:lnTo>
                    <a:pt x="114977" y="8349"/>
                  </a:lnTo>
                  <a:lnTo>
                    <a:pt x="109963" y="10084"/>
                  </a:lnTo>
                  <a:lnTo>
                    <a:pt x="105007" y="11978"/>
                  </a:lnTo>
                  <a:lnTo>
                    <a:pt x="100114" y="14028"/>
                  </a:lnTo>
                  <a:lnTo>
                    <a:pt x="95288" y="16232"/>
                  </a:lnTo>
                  <a:lnTo>
                    <a:pt x="90535" y="18589"/>
                  </a:lnTo>
                  <a:lnTo>
                    <a:pt x="85858" y="21094"/>
                  </a:lnTo>
                  <a:lnTo>
                    <a:pt x="81264" y="23748"/>
                  </a:lnTo>
                  <a:lnTo>
                    <a:pt x="76756" y="26545"/>
                  </a:lnTo>
                  <a:lnTo>
                    <a:pt x="72339" y="29484"/>
                  </a:lnTo>
                  <a:lnTo>
                    <a:pt x="68018" y="32562"/>
                  </a:lnTo>
                  <a:lnTo>
                    <a:pt x="63796" y="35776"/>
                  </a:lnTo>
                  <a:lnTo>
                    <a:pt x="59679" y="39121"/>
                  </a:lnTo>
                  <a:lnTo>
                    <a:pt x="55670" y="42596"/>
                  </a:lnTo>
                  <a:lnTo>
                    <a:pt x="51773" y="46196"/>
                  </a:lnTo>
                  <a:lnTo>
                    <a:pt x="47992" y="49919"/>
                  </a:lnTo>
                  <a:lnTo>
                    <a:pt x="44332" y="53759"/>
                  </a:lnTo>
                  <a:lnTo>
                    <a:pt x="40795" y="57713"/>
                  </a:lnTo>
                  <a:lnTo>
                    <a:pt x="37385" y="61778"/>
                  </a:lnTo>
                  <a:lnTo>
                    <a:pt x="34106" y="65949"/>
                  </a:lnTo>
                  <a:lnTo>
                    <a:pt x="30961" y="70221"/>
                  </a:lnTo>
                  <a:lnTo>
                    <a:pt x="27953" y="74592"/>
                  </a:lnTo>
                  <a:lnTo>
                    <a:pt x="25086" y="79055"/>
                  </a:lnTo>
                  <a:lnTo>
                    <a:pt x="22361" y="83608"/>
                  </a:lnTo>
                  <a:lnTo>
                    <a:pt x="19782" y="88244"/>
                  </a:lnTo>
                  <a:lnTo>
                    <a:pt x="17352" y="92960"/>
                  </a:lnTo>
                  <a:lnTo>
                    <a:pt x="15073" y="97751"/>
                  </a:lnTo>
                  <a:lnTo>
                    <a:pt x="12947" y="102612"/>
                  </a:lnTo>
                  <a:lnTo>
                    <a:pt x="10976" y="107538"/>
                  </a:lnTo>
                  <a:lnTo>
                    <a:pt x="9162" y="112524"/>
                  </a:lnTo>
                  <a:lnTo>
                    <a:pt x="7508" y="117564"/>
                  </a:lnTo>
                  <a:lnTo>
                    <a:pt x="6014" y="122655"/>
                  </a:lnTo>
                  <a:lnTo>
                    <a:pt x="4683" y="127791"/>
                  </a:lnTo>
                  <a:lnTo>
                    <a:pt x="3515" y="132966"/>
                  </a:lnTo>
                  <a:lnTo>
                    <a:pt x="2512" y="138176"/>
                  </a:lnTo>
                  <a:lnTo>
                    <a:pt x="1675" y="143415"/>
                  </a:lnTo>
                  <a:lnTo>
                    <a:pt x="1005" y="148678"/>
                  </a:lnTo>
                  <a:lnTo>
                    <a:pt x="502" y="153959"/>
                  </a:lnTo>
                  <a:lnTo>
                    <a:pt x="167" y="159254"/>
                  </a:lnTo>
                  <a:lnTo>
                    <a:pt x="0" y="164557"/>
                  </a:lnTo>
                  <a:lnTo>
                    <a:pt x="1" y="169862"/>
                  </a:lnTo>
                  <a:lnTo>
                    <a:pt x="171" y="175165"/>
                  </a:lnTo>
                  <a:lnTo>
                    <a:pt x="508" y="180460"/>
                  </a:lnTo>
                  <a:lnTo>
                    <a:pt x="1014" y="185741"/>
                  </a:lnTo>
                  <a:lnTo>
                    <a:pt x="1687" y="191003"/>
                  </a:lnTo>
                  <a:lnTo>
                    <a:pt x="2527" y="196242"/>
                  </a:lnTo>
                  <a:lnTo>
                    <a:pt x="3533" y="201451"/>
                  </a:lnTo>
                  <a:lnTo>
                    <a:pt x="4703" y="206626"/>
                  </a:lnTo>
                  <a:lnTo>
                    <a:pt x="6037" y="211761"/>
                  </a:lnTo>
                  <a:lnTo>
                    <a:pt x="7533" y="216851"/>
                  </a:lnTo>
                  <a:lnTo>
                    <a:pt x="9190" y="221891"/>
                  </a:lnTo>
                  <a:lnTo>
                    <a:pt x="11006" y="226876"/>
                  </a:lnTo>
                  <a:lnTo>
                    <a:pt x="12980" y="231801"/>
                  </a:lnTo>
                  <a:lnTo>
                    <a:pt x="15108" y="236660"/>
                  </a:lnTo>
                  <a:lnTo>
                    <a:pt x="17390" y="241450"/>
                  </a:lnTo>
                  <a:lnTo>
                    <a:pt x="19823" y="246165"/>
                  </a:lnTo>
                  <a:lnTo>
                    <a:pt x="22404" y="250800"/>
                  </a:lnTo>
                  <a:lnTo>
                    <a:pt x="25131" y="255351"/>
                  </a:lnTo>
                  <a:lnTo>
                    <a:pt x="28000" y="259813"/>
                  </a:lnTo>
                  <a:lnTo>
                    <a:pt x="31010" y="264182"/>
                  </a:lnTo>
                  <a:lnTo>
                    <a:pt x="34158" y="268453"/>
                  </a:lnTo>
                  <a:lnTo>
                    <a:pt x="37439" y="272622"/>
                  </a:lnTo>
                  <a:lnTo>
                    <a:pt x="40850" y="276685"/>
                  </a:lnTo>
                  <a:lnTo>
                    <a:pt x="44389" y="280638"/>
                  </a:lnTo>
                  <a:lnTo>
                    <a:pt x="48052" y="284476"/>
                  </a:lnTo>
                  <a:lnTo>
                    <a:pt x="51835" y="288196"/>
                  </a:lnTo>
                  <a:lnTo>
                    <a:pt x="55733" y="291795"/>
                  </a:lnTo>
                  <a:lnTo>
                    <a:pt x="59744" y="295267"/>
                  </a:lnTo>
                  <a:lnTo>
                    <a:pt x="63863" y="298611"/>
                  </a:lnTo>
                  <a:lnTo>
                    <a:pt x="68086" y="301822"/>
                  </a:lnTo>
                  <a:lnTo>
                    <a:pt x="72409" y="304898"/>
                  </a:lnTo>
                  <a:lnTo>
                    <a:pt x="76828" y="307835"/>
                  </a:lnTo>
                  <a:lnTo>
                    <a:pt x="81337" y="310630"/>
                  </a:lnTo>
                  <a:lnTo>
                    <a:pt x="85933" y="313281"/>
                  </a:lnTo>
                  <a:lnTo>
                    <a:pt x="90610" y="315784"/>
                  </a:lnTo>
                  <a:lnTo>
                    <a:pt x="95365" y="318138"/>
                  </a:lnTo>
                  <a:lnTo>
                    <a:pt x="100192" y="320340"/>
                  </a:lnTo>
                  <a:lnTo>
                    <a:pt x="105086" y="322388"/>
                  </a:lnTo>
                  <a:lnTo>
                    <a:pt x="110043" y="324279"/>
                  </a:lnTo>
                  <a:lnTo>
                    <a:pt x="115058" y="326012"/>
                  </a:lnTo>
                  <a:lnTo>
                    <a:pt x="120124" y="327585"/>
                  </a:lnTo>
                  <a:lnTo>
                    <a:pt x="125239" y="328996"/>
                  </a:lnTo>
                  <a:lnTo>
                    <a:pt x="130395" y="330244"/>
                  </a:lnTo>
                  <a:lnTo>
                    <a:pt x="135589" y="331329"/>
                  </a:lnTo>
                  <a:lnTo>
                    <a:pt x="140814" y="332247"/>
                  </a:lnTo>
                  <a:lnTo>
                    <a:pt x="146066" y="333000"/>
                  </a:lnTo>
                  <a:lnTo>
                    <a:pt x="151339" y="333585"/>
                  </a:lnTo>
                  <a:lnTo>
                    <a:pt x="156628" y="334003"/>
                  </a:lnTo>
                  <a:lnTo>
                    <a:pt x="161927" y="334253"/>
                  </a:lnTo>
                  <a:lnTo>
                    <a:pt x="167232" y="334334"/>
                  </a:lnTo>
                  <a:lnTo>
                    <a:pt x="172537" y="334247"/>
                  </a:lnTo>
                  <a:lnTo>
                    <a:pt x="177836" y="333992"/>
                  </a:lnTo>
                  <a:lnTo>
                    <a:pt x="183124" y="333569"/>
                  </a:lnTo>
                  <a:lnTo>
                    <a:pt x="188397" y="332978"/>
                  </a:lnTo>
                  <a:lnTo>
                    <a:pt x="193648" y="332220"/>
                  </a:lnTo>
                  <a:lnTo>
                    <a:pt x="198872" y="331296"/>
                  </a:lnTo>
                  <a:lnTo>
                    <a:pt x="204064" y="330207"/>
                  </a:lnTo>
                  <a:lnTo>
                    <a:pt x="209220" y="328953"/>
                  </a:lnTo>
                  <a:lnTo>
                    <a:pt x="214332" y="327537"/>
                  </a:lnTo>
                  <a:lnTo>
                    <a:pt x="219398" y="325959"/>
                  </a:lnTo>
                  <a:lnTo>
                    <a:pt x="224410" y="324221"/>
                  </a:lnTo>
                  <a:lnTo>
                    <a:pt x="229365" y="322324"/>
                  </a:lnTo>
                  <a:lnTo>
                    <a:pt x="234257" y="320272"/>
                  </a:lnTo>
                  <a:lnTo>
                    <a:pt x="239082" y="318065"/>
                  </a:lnTo>
                  <a:lnTo>
                    <a:pt x="243834" y="315706"/>
                  </a:lnTo>
                  <a:lnTo>
                    <a:pt x="248509" y="313198"/>
                  </a:lnTo>
                  <a:lnTo>
                    <a:pt x="253102" y="310542"/>
                  </a:lnTo>
                  <a:lnTo>
                    <a:pt x="257609" y="307743"/>
                  </a:lnTo>
                  <a:lnTo>
                    <a:pt x="262024" y="304801"/>
                  </a:lnTo>
                  <a:lnTo>
                    <a:pt x="266344" y="301721"/>
                  </a:lnTo>
                  <a:lnTo>
                    <a:pt x="270564" y="298505"/>
                  </a:lnTo>
                  <a:lnTo>
                    <a:pt x="274680" y="295158"/>
                  </a:lnTo>
                  <a:lnTo>
                    <a:pt x="278687" y="291681"/>
                  </a:lnTo>
                  <a:lnTo>
                    <a:pt x="282582" y="288079"/>
                  </a:lnTo>
                  <a:lnTo>
                    <a:pt x="286361" y="284355"/>
                  </a:lnTo>
                  <a:lnTo>
                    <a:pt x="290019" y="280512"/>
                  </a:lnTo>
                  <a:lnTo>
                    <a:pt x="293554" y="276556"/>
                  </a:lnTo>
                  <a:lnTo>
                    <a:pt x="296962" y="272490"/>
                  </a:lnTo>
                  <a:lnTo>
                    <a:pt x="300239" y="268317"/>
                  </a:lnTo>
                  <a:lnTo>
                    <a:pt x="303382" y="264043"/>
                  </a:lnTo>
                  <a:lnTo>
                    <a:pt x="306387" y="259671"/>
                  </a:lnTo>
                  <a:lnTo>
                    <a:pt x="309252" y="255206"/>
                  </a:lnTo>
                  <a:lnTo>
                    <a:pt x="311975" y="250652"/>
                  </a:lnTo>
                  <a:lnTo>
                    <a:pt x="314551" y="246014"/>
                  </a:lnTo>
                  <a:lnTo>
                    <a:pt x="316979" y="241297"/>
                  </a:lnTo>
                  <a:lnTo>
                    <a:pt x="319256" y="236505"/>
                  </a:lnTo>
                  <a:lnTo>
                    <a:pt x="321379" y="231643"/>
                  </a:lnTo>
                  <a:lnTo>
                    <a:pt x="323348" y="226716"/>
                  </a:lnTo>
                  <a:lnTo>
                    <a:pt x="325159" y="221730"/>
                  </a:lnTo>
                  <a:lnTo>
                    <a:pt x="326811" y="216688"/>
                  </a:lnTo>
                  <a:lnTo>
                    <a:pt x="328302" y="211596"/>
                  </a:lnTo>
                  <a:lnTo>
                    <a:pt x="329630" y="206460"/>
                  </a:lnTo>
                  <a:lnTo>
                    <a:pt x="330795" y="201284"/>
                  </a:lnTo>
                  <a:lnTo>
                    <a:pt x="331796" y="196074"/>
                  </a:lnTo>
                  <a:lnTo>
                    <a:pt x="332630" y="190835"/>
                  </a:lnTo>
                  <a:lnTo>
                    <a:pt x="333298" y="185571"/>
                  </a:lnTo>
                  <a:lnTo>
                    <a:pt x="333798" y="180290"/>
                  </a:lnTo>
                  <a:lnTo>
                    <a:pt x="334131" y="174995"/>
                  </a:lnTo>
                  <a:lnTo>
                    <a:pt x="334295" y="169692"/>
                  </a:lnTo>
                  <a:lnTo>
                    <a:pt x="334291" y="164386"/>
                  </a:lnTo>
                  <a:lnTo>
                    <a:pt x="334118" y="159084"/>
                  </a:lnTo>
                  <a:lnTo>
                    <a:pt x="333778" y="153789"/>
                  </a:lnTo>
                  <a:lnTo>
                    <a:pt x="333269" y="148508"/>
                  </a:lnTo>
                  <a:lnTo>
                    <a:pt x="332594" y="143246"/>
                  </a:lnTo>
                  <a:lnTo>
                    <a:pt x="331751" y="138008"/>
                  </a:lnTo>
                  <a:lnTo>
                    <a:pt x="330743" y="132799"/>
                  </a:lnTo>
                  <a:lnTo>
                    <a:pt x="329570" y="12762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60689"/>
              <a:ext cx="162423" cy="39541"/>
            </a:xfrm>
            <a:custGeom>
              <a:avLst/>
              <a:pathLst>
                <a:path w="162423" h="39541">
                  <a:moveTo>
                    <a:pt x="162423" y="0"/>
                  </a:moveTo>
                  <a:lnTo>
                    <a:pt x="0" y="395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49019"/>
              <a:ext cx="162423" cy="151212"/>
            </a:xfrm>
            <a:custGeom>
              <a:avLst/>
              <a:pathLst>
                <a:path w="162423" h="151212">
                  <a:moveTo>
                    <a:pt x="162423" y="111670"/>
                  </a:moveTo>
                  <a:lnTo>
                    <a:pt x="161029" y="106329"/>
                  </a:lnTo>
                  <a:lnTo>
                    <a:pt x="159460" y="101038"/>
                  </a:lnTo>
                  <a:lnTo>
                    <a:pt x="157716" y="95801"/>
                  </a:lnTo>
                  <a:lnTo>
                    <a:pt x="155801" y="90624"/>
                  </a:lnTo>
                  <a:lnTo>
                    <a:pt x="153716" y="85513"/>
                  </a:lnTo>
                  <a:lnTo>
                    <a:pt x="151463" y="80474"/>
                  </a:lnTo>
                  <a:lnTo>
                    <a:pt x="149045" y="75513"/>
                  </a:lnTo>
                  <a:lnTo>
                    <a:pt x="146465" y="70633"/>
                  </a:lnTo>
                  <a:lnTo>
                    <a:pt x="143725" y="65842"/>
                  </a:lnTo>
                  <a:lnTo>
                    <a:pt x="140828" y="61144"/>
                  </a:lnTo>
                  <a:lnTo>
                    <a:pt x="137778" y="56543"/>
                  </a:lnTo>
                  <a:lnTo>
                    <a:pt x="134577" y="52046"/>
                  </a:lnTo>
                  <a:lnTo>
                    <a:pt x="131230" y="47658"/>
                  </a:lnTo>
                  <a:lnTo>
                    <a:pt x="127740" y="43382"/>
                  </a:lnTo>
                  <a:lnTo>
                    <a:pt x="124110" y="39223"/>
                  </a:lnTo>
                  <a:lnTo>
                    <a:pt x="120346" y="35187"/>
                  </a:lnTo>
                  <a:lnTo>
                    <a:pt x="116449" y="31277"/>
                  </a:lnTo>
                  <a:lnTo>
                    <a:pt x="112427" y="27498"/>
                  </a:lnTo>
                  <a:lnTo>
                    <a:pt x="108281" y="23854"/>
                  </a:lnTo>
                  <a:lnTo>
                    <a:pt x="104017" y="20348"/>
                  </a:lnTo>
                  <a:lnTo>
                    <a:pt x="99640" y="16986"/>
                  </a:lnTo>
                  <a:lnTo>
                    <a:pt x="95155" y="13769"/>
                  </a:lnTo>
                  <a:lnTo>
                    <a:pt x="90565" y="10703"/>
                  </a:lnTo>
                  <a:lnTo>
                    <a:pt x="85877" y="7789"/>
                  </a:lnTo>
                  <a:lnTo>
                    <a:pt x="81096" y="5033"/>
                  </a:lnTo>
                  <a:lnTo>
                    <a:pt x="76225" y="2435"/>
                  </a:lnTo>
                  <a:lnTo>
                    <a:pt x="71272" y="0"/>
                  </a:lnTo>
                  <a:lnTo>
                    <a:pt x="0" y="151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633064"/>
              <a:ext cx="71272" cy="167167"/>
            </a:xfrm>
            <a:custGeom>
              <a:avLst/>
              <a:pathLst>
                <a:path w="71272" h="167167">
                  <a:moveTo>
                    <a:pt x="71272" y="15955"/>
                  </a:moveTo>
                  <a:lnTo>
                    <a:pt x="66109" y="13627"/>
                  </a:lnTo>
                  <a:lnTo>
                    <a:pt x="60870" y="11476"/>
                  </a:lnTo>
                  <a:lnTo>
                    <a:pt x="55561" y="9503"/>
                  </a:lnTo>
                  <a:lnTo>
                    <a:pt x="50188" y="7711"/>
                  </a:lnTo>
                  <a:lnTo>
                    <a:pt x="44758" y="6103"/>
                  </a:lnTo>
                  <a:lnTo>
                    <a:pt x="39276" y="4679"/>
                  </a:lnTo>
                  <a:lnTo>
                    <a:pt x="33749" y="3442"/>
                  </a:lnTo>
                  <a:lnTo>
                    <a:pt x="28184" y="2393"/>
                  </a:lnTo>
                  <a:lnTo>
                    <a:pt x="22586" y="1532"/>
                  </a:lnTo>
                  <a:lnTo>
                    <a:pt x="16962" y="862"/>
                  </a:lnTo>
                  <a:lnTo>
                    <a:pt x="11319" y="383"/>
                  </a:lnTo>
                  <a:lnTo>
                    <a:pt x="566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63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1" y="1338"/>
                  </a:lnTo>
                  <a:lnTo>
                    <a:pt x="140802" y="2090"/>
                  </a:lnTo>
                  <a:lnTo>
                    <a:pt x="135589" y="3007"/>
                  </a:lnTo>
                  <a:lnTo>
                    <a:pt x="130409" y="4088"/>
                  </a:lnTo>
                  <a:lnTo>
                    <a:pt x="125265" y="5333"/>
                  </a:lnTo>
                  <a:lnTo>
                    <a:pt x="120163" y="6740"/>
                  </a:lnTo>
                  <a:lnTo>
                    <a:pt x="115108" y="8308"/>
                  </a:lnTo>
                  <a:lnTo>
                    <a:pt x="110105" y="10035"/>
                  </a:lnTo>
                  <a:lnTo>
                    <a:pt x="105160" y="11920"/>
                  </a:lnTo>
                  <a:lnTo>
                    <a:pt x="100277" y="13960"/>
                  </a:lnTo>
                  <a:lnTo>
                    <a:pt x="95460" y="16154"/>
                  </a:lnTo>
                  <a:lnTo>
                    <a:pt x="90716" y="18499"/>
                  </a:lnTo>
                  <a:lnTo>
                    <a:pt x="86048" y="20993"/>
                  </a:lnTo>
                  <a:lnTo>
                    <a:pt x="81462" y="23634"/>
                  </a:lnTo>
                  <a:lnTo>
                    <a:pt x="76961" y="26419"/>
                  </a:lnTo>
                  <a:lnTo>
                    <a:pt x="72551" y="29344"/>
                  </a:lnTo>
                  <a:lnTo>
                    <a:pt x="68235" y="32408"/>
                  </a:lnTo>
                  <a:lnTo>
                    <a:pt x="64019" y="35607"/>
                  </a:lnTo>
                  <a:lnTo>
                    <a:pt x="59906" y="38938"/>
                  </a:lnTo>
                  <a:lnTo>
                    <a:pt x="55901" y="42397"/>
                  </a:lnTo>
                  <a:lnTo>
                    <a:pt x="52007" y="45981"/>
                  </a:lnTo>
                  <a:lnTo>
                    <a:pt x="48228" y="49687"/>
                  </a:lnTo>
                  <a:lnTo>
                    <a:pt x="44569" y="53510"/>
                  </a:lnTo>
                  <a:lnTo>
                    <a:pt x="41033" y="57448"/>
                  </a:lnTo>
                  <a:lnTo>
                    <a:pt x="37623" y="61495"/>
                  </a:lnTo>
                  <a:lnTo>
                    <a:pt x="34343" y="65649"/>
                  </a:lnTo>
                  <a:lnTo>
                    <a:pt x="31196" y="69904"/>
                  </a:lnTo>
                  <a:lnTo>
                    <a:pt x="28185" y="74256"/>
                  </a:lnTo>
                  <a:lnTo>
                    <a:pt x="25313" y="78702"/>
                  </a:lnTo>
                  <a:lnTo>
                    <a:pt x="22584" y="83236"/>
                  </a:lnTo>
                  <a:lnTo>
                    <a:pt x="20000" y="87855"/>
                  </a:lnTo>
                  <a:lnTo>
                    <a:pt x="17563" y="92553"/>
                  </a:lnTo>
                  <a:lnTo>
                    <a:pt x="15276" y="97325"/>
                  </a:lnTo>
                  <a:lnTo>
                    <a:pt x="13141" y="102168"/>
                  </a:lnTo>
                  <a:lnTo>
                    <a:pt x="11161" y="107076"/>
                  </a:lnTo>
                  <a:lnTo>
                    <a:pt x="9337" y="112044"/>
                  </a:lnTo>
                  <a:lnTo>
                    <a:pt x="7671" y="117068"/>
                  </a:lnTo>
                  <a:lnTo>
                    <a:pt x="6165" y="122141"/>
                  </a:lnTo>
                  <a:lnTo>
                    <a:pt x="4820" y="127260"/>
                  </a:lnTo>
                  <a:lnTo>
                    <a:pt x="3638" y="132419"/>
                  </a:lnTo>
                  <a:lnTo>
                    <a:pt x="2620" y="137612"/>
                  </a:lnTo>
                  <a:lnTo>
                    <a:pt x="1767" y="142835"/>
                  </a:lnTo>
                  <a:lnTo>
                    <a:pt x="1080" y="148083"/>
                  </a:lnTo>
                  <a:lnTo>
                    <a:pt x="559" y="153350"/>
                  </a:lnTo>
                  <a:lnTo>
                    <a:pt x="205" y="158630"/>
                  </a:lnTo>
                  <a:lnTo>
                    <a:pt x="19" y="163919"/>
                  </a:lnTo>
                  <a:lnTo>
                    <a:pt x="0" y="169212"/>
                  </a:lnTo>
                  <a:lnTo>
                    <a:pt x="148" y="174502"/>
                  </a:lnTo>
                  <a:lnTo>
                    <a:pt x="464" y="179785"/>
                  </a:lnTo>
                  <a:lnTo>
                    <a:pt x="947" y="185055"/>
                  </a:lnTo>
                  <a:lnTo>
                    <a:pt x="1596" y="190308"/>
                  </a:lnTo>
                  <a:lnTo>
                    <a:pt x="2412" y="195537"/>
                  </a:lnTo>
                  <a:lnTo>
                    <a:pt x="3393" y="200738"/>
                  </a:lnTo>
                  <a:lnTo>
                    <a:pt x="4537" y="205905"/>
                  </a:lnTo>
                  <a:lnTo>
                    <a:pt x="5845" y="211033"/>
                  </a:lnTo>
                  <a:lnTo>
                    <a:pt x="7314" y="216117"/>
                  </a:lnTo>
                  <a:lnTo>
                    <a:pt x="8944" y="221153"/>
                  </a:lnTo>
                  <a:lnTo>
                    <a:pt x="10732" y="226134"/>
                  </a:lnTo>
                  <a:lnTo>
                    <a:pt x="12677" y="231056"/>
                  </a:lnTo>
                  <a:lnTo>
                    <a:pt x="14777" y="235914"/>
                  </a:lnTo>
                  <a:lnTo>
                    <a:pt x="17030" y="240703"/>
                  </a:lnTo>
                  <a:lnTo>
                    <a:pt x="19433" y="245418"/>
                  </a:lnTo>
                  <a:lnTo>
                    <a:pt x="21984" y="250055"/>
                  </a:lnTo>
                  <a:lnTo>
                    <a:pt x="24681" y="254609"/>
                  </a:lnTo>
                  <a:lnTo>
                    <a:pt x="27520" y="259075"/>
                  </a:lnTo>
                  <a:lnTo>
                    <a:pt x="30499" y="263449"/>
                  </a:lnTo>
                  <a:lnTo>
                    <a:pt x="33616" y="267727"/>
                  </a:lnTo>
                  <a:lnTo>
                    <a:pt x="36866" y="271904"/>
                  </a:lnTo>
                  <a:lnTo>
                    <a:pt x="40247" y="275976"/>
                  </a:lnTo>
                  <a:lnTo>
                    <a:pt x="43755" y="279938"/>
                  </a:lnTo>
                  <a:lnTo>
                    <a:pt x="47386" y="283788"/>
                  </a:lnTo>
                  <a:lnTo>
                    <a:pt x="51138" y="287521"/>
                  </a:lnTo>
                  <a:lnTo>
                    <a:pt x="55006" y="291133"/>
                  </a:lnTo>
                  <a:lnTo>
                    <a:pt x="58986" y="294621"/>
                  </a:lnTo>
                  <a:lnTo>
                    <a:pt x="63075" y="297981"/>
                  </a:lnTo>
                  <a:lnTo>
                    <a:pt x="67268" y="301211"/>
                  </a:lnTo>
                  <a:lnTo>
                    <a:pt x="71561" y="304305"/>
                  </a:lnTo>
                  <a:lnTo>
                    <a:pt x="75951" y="307263"/>
                  </a:lnTo>
                  <a:lnTo>
                    <a:pt x="80431" y="310080"/>
                  </a:lnTo>
                  <a:lnTo>
                    <a:pt x="84998" y="312753"/>
                  </a:lnTo>
                  <a:lnTo>
                    <a:pt x="89648" y="315281"/>
                  </a:lnTo>
                  <a:lnTo>
                    <a:pt x="94376" y="317660"/>
                  </a:lnTo>
                  <a:lnTo>
                    <a:pt x="99176" y="319889"/>
                  </a:lnTo>
                  <a:lnTo>
                    <a:pt x="104044" y="321964"/>
                  </a:lnTo>
                  <a:lnTo>
                    <a:pt x="108976" y="323884"/>
                  </a:lnTo>
                  <a:lnTo>
                    <a:pt x="113966" y="325647"/>
                  </a:lnTo>
                  <a:lnTo>
                    <a:pt x="119010" y="327251"/>
                  </a:lnTo>
                  <a:lnTo>
                    <a:pt x="124101" y="328695"/>
                  </a:lnTo>
                  <a:lnTo>
                    <a:pt x="129236" y="329977"/>
                  </a:lnTo>
                  <a:lnTo>
                    <a:pt x="134409" y="331096"/>
                  </a:lnTo>
                  <a:lnTo>
                    <a:pt x="139615" y="332050"/>
                  </a:lnTo>
                  <a:lnTo>
                    <a:pt x="144848" y="332839"/>
                  </a:lnTo>
                  <a:lnTo>
                    <a:pt x="150103" y="333463"/>
                  </a:lnTo>
                  <a:lnTo>
                    <a:pt x="155376" y="333919"/>
                  </a:lnTo>
                  <a:lnTo>
                    <a:pt x="160661" y="334208"/>
                  </a:lnTo>
                  <a:lnTo>
                    <a:pt x="165952" y="334330"/>
                  </a:lnTo>
                  <a:lnTo>
                    <a:pt x="171244" y="334284"/>
                  </a:lnTo>
                  <a:lnTo>
                    <a:pt x="176532" y="334071"/>
                  </a:lnTo>
                  <a:lnTo>
                    <a:pt x="181811" y="333691"/>
                  </a:lnTo>
                  <a:lnTo>
                    <a:pt x="187075" y="333143"/>
                  </a:lnTo>
                  <a:lnTo>
                    <a:pt x="192319" y="332430"/>
                  </a:lnTo>
                  <a:lnTo>
                    <a:pt x="197537" y="331550"/>
                  </a:lnTo>
                  <a:lnTo>
                    <a:pt x="202726" y="330506"/>
                  </a:lnTo>
                  <a:lnTo>
                    <a:pt x="207879" y="329298"/>
                  </a:lnTo>
                  <a:lnTo>
                    <a:pt x="212990" y="327928"/>
                  </a:lnTo>
                  <a:lnTo>
                    <a:pt x="218056" y="326396"/>
                  </a:lnTo>
                  <a:lnTo>
                    <a:pt x="223071" y="324705"/>
                  </a:lnTo>
                  <a:lnTo>
                    <a:pt x="228030" y="322856"/>
                  </a:lnTo>
                  <a:lnTo>
                    <a:pt x="232928" y="320851"/>
                  </a:lnTo>
                  <a:lnTo>
                    <a:pt x="237760" y="318692"/>
                  </a:lnTo>
                  <a:lnTo>
                    <a:pt x="242521" y="316381"/>
                  </a:lnTo>
                  <a:lnTo>
                    <a:pt x="247207" y="313920"/>
                  </a:lnTo>
                  <a:lnTo>
                    <a:pt x="251812" y="311313"/>
                  </a:lnTo>
                  <a:lnTo>
                    <a:pt x="256333" y="308561"/>
                  </a:lnTo>
                  <a:lnTo>
                    <a:pt x="260764" y="305667"/>
                  </a:lnTo>
                  <a:lnTo>
                    <a:pt x="265101" y="302634"/>
                  </a:lnTo>
                  <a:lnTo>
                    <a:pt x="269340" y="299466"/>
                  </a:lnTo>
                  <a:lnTo>
                    <a:pt x="273477" y="296165"/>
                  </a:lnTo>
                  <a:lnTo>
                    <a:pt x="277507" y="292734"/>
                  </a:lnTo>
                  <a:lnTo>
                    <a:pt x="281427" y="289178"/>
                  </a:lnTo>
                  <a:lnTo>
                    <a:pt x="285232" y="285500"/>
                  </a:lnTo>
                  <a:lnTo>
                    <a:pt x="288919" y="281703"/>
                  </a:lnTo>
                  <a:lnTo>
                    <a:pt x="292483" y="277791"/>
                  </a:lnTo>
                  <a:lnTo>
                    <a:pt x="295922" y="273768"/>
                  </a:lnTo>
                  <a:lnTo>
                    <a:pt x="299232" y="269638"/>
                  </a:lnTo>
                  <a:lnTo>
                    <a:pt x="302410" y="265406"/>
                  </a:lnTo>
                  <a:lnTo>
                    <a:pt x="305452" y="261075"/>
                  </a:lnTo>
                  <a:lnTo>
                    <a:pt x="308355" y="256650"/>
                  </a:lnTo>
                  <a:lnTo>
                    <a:pt x="311117" y="252136"/>
                  </a:lnTo>
                  <a:lnTo>
                    <a:pt x="313735" y="247536"/>
                  </a:lnTo>
                  <a:lnTo>
                    <a:pt x="316205" y="242856"/>
                  </a:lnTo>
                  <a:lnTo>
                    <a:pt x="318527" y="238099"/>
                  </a:lnTo>
                  <a:lnTo>
                    <a:pt x="320696" y="233272"/>
                  </a:lnTo>
                  <a:lnTo>
                    <a:pt x="322712" y="228379"/>
                  </a:lnTo>
                  <a:lnTo>
                    <a:pt x="324571" y="223424"/>
                  </a:lnTo>
                  <a:lnTo>
                    <a:pt x="326273" y="218413"/>
                  </a:lnTo>
                  <a:lnTo>
                    <a:pt x="327816" y="213350"/>
                  </a:lnTo>
                  <a:lnTo>
                    <a:pt x="329197" y="208241"/>
                  </a:lnTo>
                  <a:lnTo>
                    <a:pt x="330416" y="203091"/>
                  </a:lnTo>
                  <a:lnTo>
                    <a:pt x="331472" y="197905"/>
                  </a:lnTo>
                  <a:lnTo>
                    <a:pt x="332362" y="192688"/>
                  </a:lnTo>
                  <a:lnTo>
                    <a:pt x="333087" y="187445"/>
                  </a:lnTo>
                  <a:lnTo>
                    <a:pt x="333646" y="182183"/>
                  </a:lnTo>
                  <a:lnTo>
                    <a:pt x="334038" y="176905"/>
                  </a:lnTo>
                  <a:lnTo>
                    <a:pt x="334263" y="171617"/>
                  </a:lnTo>
                  <a:lnTo>
                    <a:pt x="334320" y="166325"/>
                  </a:lnTo>
                  <a:lnTo>
                    <a:pt x="334209" y="161034"/>
                  </a:lnTo>
                  <a:lnTo>
                    <a:pt x="333931" y="155749"/>
                  </a:lnTo>
                  <a:lnTo>
                    <a:pt x="333486" y="150475"/>
                  </a:lnTo>
                  <a:lnTo>
                    <a:pt x="332875" y="145218"/>
                  </a:lnTo>
                  <a:lnTo>
                    <a:pt x="332097" y="139983"/>
                  </a:lnTo>
                  <a:lnTo>
                    <a:pt x="331154" y="134775"/>
                  </a:lnTo>
                  <a:lnTo>
                    <a:pt x="330046" y="129600"/>
                  </a:lnTo>
                  <a:lnTo>
                    <a:pt x="328775" y="124463"/>
                  </a:lnTo>
                  <a:lnTo>
                    <a:pt x="327342" y="119368"/>
                  </a:lnTo>
                  <a:lnTo>
                    <a:pt x="325749" y="114321"/>
                  </a:lnTo>
                  <a:lnTo>
                    <a:pt x="323997" y="109327"/>
                  </a:lnTo>
                  <a:lnTo>
                    <a:pt x="322087" y="104391"/>
                  </a:lnTo>
                  <a:lnTo>
                    <a:pt x="320022" y="99518"/>
                  </a:lnTo>
                  <a:lnTo>
                    <a:pt x="317804" y="94713"/>
                  </a:lnTo>
                  <a:lnTo>
                    <a:pt x="315435" y="89981"/>
                  </a:lnTo>
                  <a:lnTo>
                    <a:pt x="312918" y="85325"/>
                  </a:lnTo>
                  <a:lnTo>
                    <a:pt x="310254" y="80752"/>
                  </a:lnTo>
                  <a:lnTo>
                    <a:pt x="307447" y="76266"/>
                  </a:lnTo>
                  <a:lnTo>
                    <a:pt x="304499" y="71870"/>
                  </a:lnTo>
                  <a:lnTo>
                    <a:pt x="301413" y="67570"/>
                  </a:lnTo>
                  <a:lnTo>
                    <a:pt x="298193" y="63370"/>
                  </a:lnTo>
                  <a:lnTo>
                    <a:pt x="294842" y="59274"/>
                  </a:lnTo>
                  <a:lnTo>
                    <a:pt x="291363" y="55286"/>
                  </a:lnTo>
                  <a:lnTo>
                    <a:pt x="287759" y="51410"/>
                  </a:lnTo>
                  <a:lnTo>
                    <a:pt x="284034" y="47651"/>
                  </a:lnTo>
                  <a:lnTo>
                    <a:pt x="280192" y="44011"/>
                  </a:lnTo>
                  <a:lnTo>
                    <a:pt x="276237" y="40494"/>
                  </a:lnTo>
                  <a:lnTo>
                    <a:pt x="272172" y="3710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00567"/>
              <a:ext cx="105017" cy="136992"/>
            </a:xfrm>
            <a:custGeom>
              <a:avLst/>
              <a:pathLst>
                <a:path w="105017" h="136992">
                  <a:moveTo>
                    <a:pt x="105017" y="6929"/>
                  </a:moveTo>
                  <a:lnTo>
                    <a:pt x="95802" y="0"/>
                  </a:lnTo>
                  <a:lnTo>
                    <a:pt x="0" y="13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170392"/>
              <a:ext cx="95802" cy="167167"/>
            </a:xfrm>
            <a:custGeom>
              <a:avLst/>
              <a:pathLst>
                <a:path w="95802" h="167167">
                  <a:moveTo>
                    <a:pt x="95802" y="30175"/>
                  </a:moveTo>
                  <a:lnTo>
                    <a:pt x="91103" y="27006"/>
                  </a:lnTo>
                  <a:lnTo>
                    <a:pt x="86300" y="23998"/>
                  </a:lnTo>
                  <a:lnTo>
                    <a:pt x="81397" y="21155"/>
                  </a:lnTo>
                  <a:lnTo>
                    <a:pt x="76401" y="18480"/>
                  </a:lnTo>
                  <a:lnTo>
                    <a:pt x="71317" y="15976"/>
                  </a:lnTo>
                  <a:lnTo>
                    <a:pt x="66151" y="13645"/>
                  </a:lnTo>
                  <a:lnTo>
                    <a:pt x="60909" y="11491"/>
                  </a:lnTo>
                  <a:lnTo>
                    <a:pt x="55597" y="9516"/>
                  </a:lnTo>
                  <a:lnTo>
                    <a:pt x="50221" y="7722"/>
                  </a:lnTo>
                  <a:lnTo>
                    <a:pt x="44787" y="6111"/>
                  </a:lnTo>
                  <a:lnTo>
                    <a:pt x="39302" y="4685"/>
                  </a:lnTo>
                  <a:lnTo>
                    <a:pt x="33772" y="3446"/>
                  </a:lnTo>
                  <a:lnTo>
                    <a:pt x="28202" y="2396"/>
                  </a:lnTo>
                  <a:lnTo>
                    <a:pt x="22601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23598" y="3707720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9" y="1342"/>
                  </a:lnTo>
                  <a:lnTo>
                    <a:pt x="140763" y="2095"/>
                  </a:lnTo>
                  <a:lnTo>
                    <a:pt x="135544" y="3014"/>
                  </a:lnTo>
                  <a:lnTo>
                    <a:pt x="130357" y="4099"/>
                  </a:lnTo>
                  <a:lnTo>
                    <a:pt x="125207" y="5347"/>
                  </a:lnTo>
                  <a:lnTo>
                    <a:pt x="120099" y="6758"/>
                  </a:lnTo>
                  <a:lnTo>
                    <a:pt x="115038" y="8329"/>
                  </a:lnTo>
                  <a:lnTo>
                    <a:pt x="110030" y="10061"/>
                  </a:lnTo>
                  <a:lnTo>
                    <a:pt x="105079" y="11950"/>
                  </a:lnTo>
                  <a:lnTo>
                    <a:pt x="100191" y="13996"/>
                  </a:lnTo>
                  <a:lnTo>
                    <a:pt x="95369" y="16195"/>
                  </a:lnTo>
                  <a:lnTo>
                    <a:pt x="90620" y="18546"/>
                  </a:lnTo>
                  <a:lnTo>
                    <a:pt x="85948" y="21047"/>
                  </a:lnTo>
                  <a:lnTo>
                    <a:pt x="81357" y="23694"/>
                  </a:lnTo>
                  <a:lnTo>
                    <a:pt x="76853" y="26485"/>
                  </a:lnTo>
                  <a:lnTo>
                    <a:pt x="72439" y="29418"/>
                  </a:lnTo>
                  <a:lnTo>
                    <a:pt x="68120" y="32489"/>
                  </a:lnTo>
                  <a:lnTo>
                    <a:pt x="63901" y="35696"/>
                  </a:lnTo>
                  <a:lnTo>
                    <a:pt x="59786" y="39034"/>
                  </a:lnTo>
                  <a:lnTo>
                    <a:pt x="55779" y="42502"/>
                  </a:lnTo>
                  <a:lnTo>
                    <a:pt x="51883" y="46094"/>
                  </a:lnTo>
                  <a:lnTo>
                    <a:pt x="48104" y="49809"/>
                  </a:lnTo>
                  <a:lnTo>
                    <a:pt x="44444" y="53641"/>
                  </a:lnTo>
                  <a:lnTo>
                    <a:pt x="40907" y="57587"/>
                  </a:lnTo>
                  <a:lnTo>
                    <a:pt x="37497" y="61644"/>
                  </a:lnTo>
                  <a:lnTo>
                    <a:pt x="34218" y="65806"/>
                  </a:lnTo>
                  <a:lnTo>
                    <a:pt x="31072" y="70071"/>
                  </a:lnTo>
                  <a:lnTo>
                    <a:pt x="28062" y="74433"/>
                  </a:lnTo>
                  <a:lnTo>
                    <a:pt x="25193" y="78888"/>
                  </a:lnTo>
                  <a:lnTo>
                    <a:pt x="22466" y="83432"/>
                  </a:lnTo>
                  <a:lnTo>
                    <a:pt x="19885" y="88060"/>
                  </a:lnTo>
                  <a:lnTo>
                    <a:pt x="17451" y="92767"/>
                  </a:lnTo>
                  <a:lnTo>
                    <a:pt x="15168" y="97550"/>
                  </a:lnTo>
                  <a:lnTo>
                    <a:pt x="13038" y="102402"/>
                  </a:lnTo>
                  <a:lnTo>
                    <a:pt x="11063" y="107319"/>
                  </a:lnTo>
                  <a:lnTo>
                    <a:pt x="9244" y="112296"/>
                  </a:lnTo>
                  <a:lnTo>
                    <a:pt x="7584" y="117329"/>
                  </a:lnTo>
                  <a:lnTo>
                    <a:pt x="6085" y="122412"/>
                  </a:lnTo>
                  <a:lnTo>
                    <a:pt x="4747" y="127539"/>
                  </a:lnTo>
                  <a:lnTo>
                    <a:pt x="3573" y="132707"/>
                  </a:lnTo>
                  <a:lnTo>
                    <a:pt x="2563" y="137909"/>
                  </a:lnTo>
                  <a:lnTo>
                    <a:pt x="1718" y="143140"/>
                  </a:lnTo>
                  <a:lnTo>
                    <a:pt x="1040" y="148396"/>
                  </a:lnTo>
                  <a:lnTo>
                    <a:pt x="528" y="153671"/>
                  </a:lnTo>
                  <a:lnTo>
                    <a:pt x="184" y="158959"/>
                  </a:lnTo>
                  <a:lnTo>
                    <a:pt x="8" y="164255"/>
                  </a:lnTo>
                  <a:lnTo>
                    <a:pt x="0" y="169554"/>
                  </a:lnTo>
                  <a:lnTo>
                    <a:pt x="159" y="174851"/>
                  </a:lnTo>
                  <a:lnTo>
                    <a:pt x="487" y="180140"/>
                  </a:lnTo>
                  <a:lnTo>
                    <a:pt x="982" y="185416"/>
                  </a:lnTo>
                  <a:lnTo>
                    <a:pt x="1643" y="190674"/>
                  </a:lnTo>
                  <a:lnTo>
                    <a:pt x="2472" y="195908"/>
                  </a:lnTo>
                  <a:lnTo>
                    <a:pt x="3465" y="201113"/>
                  </a:lnTo>
                  <a:lnTo>
                    <a:pt x="4624" y="206284"/>
                  </a:lnTo>
                  <a:lnTo>
                    <a:pt x="5945" y="211416"/>
                  </a:lnTo>
                  <a:lnTo>
                    <a:pt x="7429" y="216504"/>
                  </a:lnTo>
                  <a:lnTo>
                    <a:pt x="9073" y="221541"/>
                  </a:lnTo>
                  <a:lnTo>
                    <a:pt x="10876" y="226524"/>
                  </a:lnTo>
                  <a:lnTo>
                    <a:pt x="12836" y="231448"/>
                  </a:lnTo>
                  <a:lnTo>
                    <a:pt x="14951" y="236307"/>
                  </a:lnTo>
                  <a:lnTo>
                    <a:pt x="17219" y="241096"/>
                  </a:lnTo>
                  <a:lnTo>
                    <a:pt x="19637" y="245811"/>
                  </a:lnTo>
                  <a:lnTo>
                    <a:pt x="22204" y="250447"/>
                  </a:lnTo>
                  <a:lnTo>
                    <a:pt x="24917" y="255000"/>
                  </a:lnTo>
                  <a:lnTo>
                    <a:pt x="27772" y="259464"/>
                  </a:lnTo>
                  <a:lnTo>
                    <a:pt x="30767" y="263835"/>
                  </a:lnTo>
                  <a:lnTo>
                    <a:pt x="33900" y="268110"/>
                  </a:lnTo>
                  <a:lnTo>
                    <a:pt x="37166" y="272282"/>
                  </a:lnTo>
                  <a:lnTo>
                    <a:pt x="40564" y="276350"/>
                  </a:lnTo>
                  <a:lnTo>
                    <a:pt x="44088" y="280307"/>
                  </a:lnTo>
                  <a:lnTo>
                    <a:pt x="47736" y="284151"/>
                  </a:lnTo>
                  <a:lnTo>
                    <a:pt x="51504" y="287877"/>
                  </a:lnTo>
                  <a:lnTo>
                    <a:pt x="55388" y="291482"/>
                  </a:lnTo>
                  <a:lnTo>
                    <a:pt x="59384" y="294962"/>
                  </a:lnTo>
                  <a:lnTo>
                    <a:pt x="63489" y="298313"/>
                  </a:lnTo>
                  <a:lnTo>
                    <a:pt x="67698" y="301533"/>
                  </a:lnTo>
                  <a:lnTo>
                    <a:pt x="72007" y="304618"/>
                  </a:lnTo>
                  <a:lnTo>
                    <a:pt x="76411" y="307565"/>
                  </a:lnTo>
                  <a:lnTo>
                    <a:pt x="80907" y="310370"/>
                  </a:lnTo>
                  <a:lnTo>
                    <a:pt x="85489" y="313032"/>
                  </a:lnTo>
                  <a:lnTo>
                    <a:pt x="90154" y="315547"/>
                  </a:lnTo>
                  <a:lnTo>
                    <a:pt x="94896" y="317913"/>
                  </a:lnTo>
                  <a:lnTo>
                    <a:pt x="99710" y="320127"/>
                  </a:lnTo>
                  <a:lnTo>
                    <a:pt x="104592" y="322188"/>
                  </a:lnTo>
                  <a:lnTo>
                    <a:pt x="109537" y="324093"/>
                  </a:lnTo>
                  <a:lnTo>
                    <a:pt x="114540" y="325840"/>
                  </a:lnTo>
                  <a:lnTo>
                    <a:pt x="119596" y="327428"/>
                  </a:lnTo>
                  <a:lnTo>
                    <a:pt x="124699" y="328855"/>
                  </a:lnTo>
                  <a:lnTo>
                    <a:pt x="129846" y="330119"/>
                  </a:lnTo>
                  <a:lnTo>
                    <a:pt x="135029" y="331219"/>
                  </a:lnTo>
                  <a:lnTo>
                    <a:pt x="140245" y="332155"/>
                  </a:lnTo>
                  <a:lnTo>
                    <a:pt x="145488" y="332925"/>
                  </a:lnTo>
                  <a:lnTo>
                    <a:pt x="150753" y="333528"/>
                  </a:lnTo>
                  <a:lnTo>
                    <a:pt x="156034" y="333964"/>
                  </a:lnTo>
                  <a:lnTo>
                    <a:pt x="161327" y="334233"/>
                  </a:lnTo>
                  <a:lnTo>
                    <a:pt x="166625" y="334334"/>
                  </a:lnTo>
                  <a:lnTo>
                    <a:pt x="171924" y="334266"/>
                  </a:lnTo>
                  <a:lnTo>
                    <a:pt x="177218" y="334031"/>
                  </a:lnTo>
                  <a:lnTo>
                    <a:pt x="182502" y="333628"/>
                  </a:lnTo>
                  <a:lnTo>
                    <a:pt x="187770" y="333058"/>
                  </a:lnTo>
                  <a:lnTo>
                    <a:pt x="193018" y="332321"/>
                  </a:lnTo>
                  <a:lnTo>
                    <a:pt x="198240" y="331418"/>
                  </a:lnTo>
                  <a:lnTo>
                    <a:pt x="203430" y="330350"/>
                  </a:lnTo>
                  <a:lnTo>
                    <a:pt x="208584" y="329118"/>
                  </a:lnTo>
                  <a:lnTo>
                    <a:pt x="213697" y="327723"/>
                  </a:lnTo>
                  <a:lnTo>
                    <a:pt x="218762" y="326167"/>
                  </a:lnTo>
                  <a:lnTo>
                    <a:pt x="223776" y="324451"/>
                  </a:lnTo>
                  <a:lnTo>
                    <a:pt x="228733" y="322578"/>
                  </a:lnTo>
                  <a:lnTo>
                    <a:pt x="233628" y="320548"/>
                  </a:lnTo>
                  <a:lnTo>
                    <a:pt x="238456" y="318363"/>
                  </a:lnTo>
                  <a:lnTo>
                    <a:pt x="243213" y="316027"/>
                  </a:lnTo>
                  <a:lnTo>
                    <a:pt x="247893" y="313542"/>
                  </a:lnTo>
                  <a:lnTo>
                    <a:pt x="252492" y="310909"/>
                  </a:lnTo>
                  <a:lnTo>
                    <a:pt x="257005" y="308132"/>
                  </a:lnTo>
                  <a:lnTo>
                    <a:pt x="261428" y="305213"/>
                  </a:lnTo>
                  <a:lnTo>
                    <a:pt x="265756" y="302155"/>
                  </a:lnTo>
                  <a:lnTo>
                    <a:pt x="269985" y="298962"/>
                  </a:lnTo>
                  <a:lnTo>
                    <a:pt x="274111" y="295636"/>
                  </a:lnTo>
                  <a:lnTo>
                    <a:pt x="278129" y="292181"/>
                  </a:lnTo>
                  <a:lnTo>
                    <a:pt x="282036" y="288601"/>
                  </a:lnTo>
                  <a:lnTo>
                    <a:pt x="285827" y="284898"/>
                  </a:lnTo>
                  <a:lnTo>
                    <a:pt x="289499" y="281078"/>
                  </a:lnTo>
                  <a:lnTo>
                    <a:pt x="293048" y="277142"/>
                  </a:lnTo>
                  <a:lnTo>
                    <a:pt x="296471" y="273097"/>
                  </a:lnTo>
                  <a:lnTo>
                    <a:pt x="299763" y="268944"/>
                  </a:lnTo>
                  <a:lnTo>
                    <a:pt x="302923" y="264690"/>
                  </a:lnTo>
                  <a:lnTo>
                    <a:pt x="305946" y="260337"/>
                  </a:lnTo>
                  <a:lnTo>
                    <a:pt x="308829" y="255891"/>
                  </a:lnTo>
                  <a:lnTo>
                    <a:pt x="311570" y="251356"/>
                  </a:lnTo>
                  <a:lnTo>
                    <a:pt x="314166" y="246736"/>
                  </a:lnTo>
                  <a:lnTo>
                    <a:pt x="316614" y="242036"/>
                  </a:lnTo>
                  <a:lnTo>
                    <a:pt x="318912" y="237261"/>
                  </a:lnTo>
                  <a:lnTo>
                    <a:pt x="321058" y="232416"/>
                  </a:lnTo>
                  <a:lnTo>
                    <a:pt x="323048" y="227505"/>
                  </a:lnTo>
                  <a:lnTo>
                    <a:pt x="324882" y="222533"/>
                  </a:lnTo>
                  <a:lnTo>
                    <a:pt x="326558" y="217506"/>
                  </a:lnTo>
                  <a:lnTo>
                    <a:pt x="328074" y="212428"/>
                  </a:lnTo>
                  <a:lnTo>
                    <a:pt x="329427" y="207304"/>
                  </a:lnTo>
                  <a:lnTo>
                    <a:pt x="330618" y="202140"/>
                  </a:lnTo>
                  <a:lnTo>
                    <a:pt x="331644" y="196942"/>
                  </a:lnTo>
                  <a:lnTo>
                    <a:pt x="332505" y="191713"/>
                  </a:lnTo>
                  <a:lnTo>
                    <a:pt x="333200" y="186459"/>
                  </a:lnTo>
                  <a:lnTo>
                    <a:pt x="333728" y="181186"/>
                  </a:lnTo>
                  <a:lnTo>
                    <a:pt x="334089" y="175899"/>
                  </a:lnTo>
                  <a:lnTo>
                    <a:pt x="334282" y="170604"/>
                  </a:lnTo>
                  <a:lnTo>
                    <a:pt x="334307" y="165305"/>
                  </a:lnTo>
                  <a:lnTo>
                    <a:pt x="334164" y="160007"/>
                  </a:lnTo>
                  <a:lnTo>
                    <a:pt x="333853" y="154717"/>
                  </a:lnTo>
                  <a:lnTo>
                    <a:pt x="333375" y="149439"/>
                  </a:lnTo>
                  <a:lnTo>
                    <a:pt x="332729" y="144180"/>
                  </a:lnTo>
                  <a:lnTo>
                    <a:pt x="331917" y="138943"/>
                  </a:lnTo>
                  <a:lnTo>
                    <a:pt x="330940" y="133735"/>
                  </a:lnTo>
                  <a:lnTo>
                    <a:pt x="329798" y="128560"/>
                  </a:lnTo>
                  <a:lnTo>
                    <a:pt x="328493" y="123424"/>
                  </a:lnTo>
                  <a:lnTo>
                    <a:pt x="327025" y="118332"/>
                  </a:lnTo>
                  <a:lnTo>
                    <a:pt x="325397" y="113289"/>
                  </a:lnTo>
                  <a:lnTo>
                    <a:pt x="323610" y="108300"/>
                  </a:lnTo>
                  <a:lnTo>
                    <a:pt x="321665" y="103371"/>
                  </a:lnTo>
                  <a:lnTo>
                    <a:pt x="319566" y="98505"/>
                  </a:lnTo>
                  <a:lnTo>
                    <a:pt x="317313" y="93709"/>
                  </a:lnTo>
                  <a:lnTo>
                    <a:pt x="314909" y="88986"/>
                  </a:lnTo>
                  <a:lnTo>
                    <a:pt x="312357" y="84342"/>
                  </a:lnTo>
                  <a:lnTo>
                    <a:pt x="309658" y="79781"/>
                  </a:lnTo>
                  <a:lnTo>
                    <a:pt x="306817" y="75308"/>
                  </a:lnTo>
                  <a:lnTo>
                    <a:pt x="303835" y="70927"/>
                  </a:lnTo>
                  <a:lnTo>
                    <a:pt x="300716" y="66643"/>
                  </a:lnTo>
                  <a:lnTo>
                    <a:pt x="297463" y="62460"/>
                  </a:lnTo>
                  <a:lnTo>
                    <a:pt x="294078" y="58382"/>
                  </a:lnTo>
                  <a:lnTo>
                    <a:pt x="290567" y="54414"/>
                  </a:lnTo>
                  <a:lnTo>
                    <a:pt x="286931" y="50559"/>
                  </a:lnTo>
                  <a:lnTo>
                    <a:pt x="283174" y="46821"/>
                  </a:lnTo>
                  <a:lnTo>
                    <a:pt x="279302" y="43203"/>
                  </a:lnTo>
                  <a:lnTo>
                    <a:pt x="275316" y="39711"/>
                  </a:lnTo>
                  <a:lnTo>
                    <a:pt x="271222" y="36347"/>
                  </a:lnTo>
                  <a:lnTo>
                    <a:pt x="267023" y="33114"/>
                  </a:lnTo>
                  <a:lnTo>
                    <a:pt x="262724" y="30015"/>
                  </a:lnTo>
                  <a:lnTo>
                    <a:pt x="258329" y="27055"/>
                  </a:lnTo>
                  <a:lnTo>
                    <a:pt x="253842" y="24235"/>
                  </a:lnTo>
                  <a:lnTo>
                    <a:pt x="249268" y="21559"/>
                  </a:lnTo>
                  <a:lnTo>
                    <a:pt x="244611" y="19030"/>
                  </a:lnTo>
                  <a:lnTo>
                    <a:pt x="239877" y="16649"/>
                  </a:lnTo>
                  <a:lnTo>
                    <a:pt x="235070" y="14419"/>
                  </a:lnTo>
                  <a:lnTo>
                    <a:pt x="230194" y="12343"/>
                  </a:lnTo>
                  <a:lnTo>
                    <a:pt x="225255" y="10423"/>
                  </a:lnTo>
                  <a:lnTo>
                    <a:pt x="220258" y="8660"/>
                  </a:lnTo>
                  <a:lnTo>
                    <a:pt x="215207" y="7056"/>
                  </a:lnTo>
                  <a:lnTo>
                    <a:pt x="210108" y="5613"/>
                  </a:lnTo>
                  <a:lnTo>
                    <a:pt x="204966" y="433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2054"/>
              <a:ext cx="37815" cy="162834"/>
            </a:xfrm>
            <a:custGeom>
              <a:avLst/>
              <a:pathLst>
                <a:path w="37815" h="162834">
                  <a:moveTo>
                    <a:pt x="37815" y="0"/>
                  </a:moveTo>
                  <a:lnTo>
                    <a:pt x="0" y="1628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1855"/>
              <a:ext cx="37815" cy="163032"/>
            </a:xfrm>
            <a:custGeom>
              <a:avLst/>
              <a:pathLst>
                <a:path w="37815" h="163032">
                  <a:moveTo>
                    <a:pt x="37815" y="198"/>
                  </a:moveTo>
                  <a:lnTo>
                    <a:pt x="36951" y="0"/>
                  </a:lnTo>
                  <a:lnTo>
                    <a:pt x="0" y="163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07720"/>
              <a:ext cx="36951" cy="167167"/>
            </a:xfrm>
            <a:custGeom>
              <a:avLst/>
              <a:pathLst>
                <a:path w="36951" h="167167">
                  <a:moveTo>
                    <a:pt x="36951" y="4135"/>
                  </a:move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14140" y="421382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4" y="3020"/>
                  </a:lnTo>
                  <a:lnTo>
                    <a:pt x="130322" y="4106"/>
                  </a:lnTo>
                  <a:lnTo>
                    <a:pt x="125168" y="5356"/>
                  </a:lnTo>
                  <a:lnTo>
                    <a:pt x="120056" y="6769"/>
                  </a:lnTo>
                  <a:lnTo>
                    <a:pt x="114991" y="8344"/>
                  </a:lnTo>
                  <a:lnTo>
                    <a:pt x="109979" y="10078"/>
                  </a:lnTo>
                  <a:lnTo>
                    <a:pt x="105024" y="11971"/>
                  </a:lnTo>
                  <a:lnTo>
                    <a:pt x="100132" y="14020"/>
                  </a:lnTo>
                  <a:lnTo>
                    <a:pt x="95307" y="16223"/>
                  </a:lnTo>
                  <a:lnTo>
                    <a:pt x="90555" y="18578"/>
                  </a:lnTo>
                  <a:lnTo>
                    <a:pt x="85879" y="21083"/>
                  </a:lnTo>
                  <a:lnTo>
                    <a:pt x="81286" y="23734"/>
                  </a:lnTo>
                  <a:lnTo>
                    <a:pt x="76779" y="26530"/>
                  </a:lnTo>
                  <a:lnTo>
                    <a:pt x="72363" y="29468"/>
                  </a:lnTo>
                  <a:lnTo>
                    <a:pt x="68042" y="32544"/>
                  </a:lnTo>
                  <a:lnTo>
                    <a:pt x="63821" y="35756"/>
                  </a:lnTo>
                  <a:lnTo>
                    <a:pt x="59704" y="39100"/>
                  </a:lnTo>
                  <a:lnTo>
                    <a:pt x="55696" y="42573"/>
                  </a:lnTo>
                  <a:lnTo>
                    <a:pt x="51799" y="46171"/>
                  </a:lnTo>
                  <a:lnTo>
                    <a:pt x="48019" y="49891"/>
                  </a:lnTo>
                  <a:lnTo>
                    <a:pt x="44358" y="53730"/>
                  </a:lnTo>
                  <a:lnTo>
                    <a:pt x="40821" y="57682"/>
                  </a:lnTo>
                  <a:lnTo>
                    <a:pt x="37412" y="61745"/>
                  </a:lnTo>
                  <a:lnTo>
                    <a:pt x="34132" y="65914"/>
                  </a:lnTo>
                  <a:lnTo>
                    <a:pt x="30987" y="70184"/>
                  </a:lnTo>
                  <a:lnTo>
                    <a:pt x="27979" y="74553"/>
                  </a:lnTo>
                  <a:lnTo>
                    <a:pt x="25111" y="79014"/>
                  </a:lnTo>
                  <a:lnTo>
                    <a:pt x="22386" y="83564"/>
                  </a:lnTo>
                  <a:lnTo>
                    <a:pt x="19807" y="88199"/>
                  </a:lnTo>
                  <a:lnTo>
                    <a:pt x="17376" y="92913"/>
                  </a:lnTo>
                  <a:lnTo>
                    <a:pt x="15095" y="97702"/>
                  </a:lnTo>
                  <a:lnTo>
                    <a:pt x="12968" y="102560"/>
                  </a:lnTo>
                  <a:lnTo>
                    <a:pt x="10996" y="107484"/>
                  </a:lnTo>
                  <a:lnTo>
                    <a:pt x="9181" y="112468"/>
                  </a:lnTo>
                  <a:lnTo>
                    <a:pt x="7526" y="117506"/>
                  </a:lnTo>
                  <a:lnTo>
                    <a:pt x="6031" y="122595"/>
                  </a:lnTo>
                  <a:lnTo>
                    <a:pt x="4698" y="127729"/>
                  </a:lnTo>
                  <a:lnTo>
                    <a:pt x="3528" y="132902"/>
                  </a:lnTo>
                  <a:lnTo>
                    <a:pt x="2524" y="138110"/>
                  </a:lnTo>
                  <a:lnTo>
                    <a:pt x="1685" y="143347"/>
                  </a:lnTo>
                  <a:lnTo>
                    <a:pt x="1012" y="148608"/>
                  </a:lnTo>
                  <a:lnTo>
                    <a:pt x="507" y="153888"/>
                  </a:lnTo>
                  <a:lnTo>
                    <a:pt x="170" y="159181"/>
                  </a:lnTo>
                  <a:lnTo>
                    <a:pt x="1" y="164482"/>
                  </a:lnTo>
                  <a:lnTo>
                    <a:pt x="0" y="169786"/>
                  </a:lnTo>
                  <a:lnTo>
                    <a:pt x="167" y="175088"/>
                  </a:lnTo>
                  <a:lnTo>
                    <a:pt x="502" y="180381"/>
                  </a:lnTo>
                  <a:lnTo>
                    <a:pt x="1005" y="185661"/>
                  </a:lnTo>
                  <a:lnTo>
                    <a:pt x="1675" y="190922"/>
                  </a:lnTo>
                  <a:lnTo>
                    <a:pt x="2512" y="196160"/>
                  </a:lnTo>
                  <a:lnTo>
                    <a:pt x="3515" y="201368"/>
                  </a:lnTo>
                  <a:lnTo>
                    <a:pt x="4682" y="206542"/>
                  </a:lnTo>
                  <a:lnTo>
                    <a:pt x="6013" y="211676"/>
                  </a:lnTo>
                  <a:lnTo>
                    <a:pt x="7506" y="216765"/>
                  </a:lnTo>
                  <a:lnTo>
                    <a:pt x="9160" y="221805"/>
                  </a:lnTo>
                  <a:lnTo>
                    <a:pt x="10973" y="226789"/>
                  </a:lnTo>
                  <a:lnTo>
                    <a:pt x="12943" y="231714"/>
                  </a:lnTo>
                  <a:lnTo>
                    <a:pt x="15068" y="236573"/>
                  </a:lnTo>
                  <a:lnTo>
                    <a:pt x="17347" y="241363"/>
                  </a:lnTo>
                  <a:lnTo>
                    <a:pt x="19776" y="246078"/>
                  </a:lnTo>
                  <a:lnTo>
                    <a:pt x="22353" y="250713"/>
                  </a:lnTo>
                  <a:lnTo>
                    <a:pt x="25077" y="255264"/>
                  </a:lnTo>
                  <a:lnTo>
                    <a:pt x="27943" y="259727"/>
                  </a:lnTo>
                  <a:lnTo>
                    <a:pt x="30950" y="264097"/>
                  </a:lnTo>
                  <a:lnTo>
                    <a:pt x="34093" y="268369"/>
                  </a:lnTo>
                  <a:lnTo>
                    <a:pt x="37371" y="272539"/>
                  </a:lnTo>
                  <a:lnTo>
                    <a:pt x="40779" y="276603"/>
                  </a:lnTo>
                  <a:lnTo>
                    <a:pt x="44314" y="280556"/>
                  </a:lnTo>
                  <a:lnTo>
                    <a:pt x="47973" y="284396"/>
                  </a:lnTo>
                  <a:lnTo>
                    <a:pt x="51752" y="288118"/>
                  </a:lnTo>
                  <a:lnTo>
                    <a:pt x="55647" y="291718"/>
                  </a:lnTo>
                  <a:lnTo>
                    <a:pt x="59655" y="295192"/>
                  </a:lnTo>
                  <a:lnTo>
                    <a:pt x="63770" y="298538"/>
                  </a:lnTo>
                  <a:lnTo>
                    <a:pt x="67990" y="301751"/>
                  </a:lnTo>
                  <a:lnTo>
                    <a:pt x="72309" y="304829"/>
                  </a:lnTo>
                  <a:lnTo>
                    <a:pt x="76724" y="307768"/>
                  </a:lnTo>
                  <a:lnTo>
                    <a:pt x="81230" y="310566"/>
                  </a:lnTo>
                  <a:lnTo>
                    <a:pt x="85823" y="313220"/>
                  </a:lnTo>
                  <a:lnTo>
                    <a:pt x="90497" y="315726"/>
                  </a:lnTo>
                  <a:lnTo>
                    <a:pt x="95248" y="318083"/>
                  </a:lnTo>
                  <a:lnTo>
                    <a:pt x="100072" y="320288"/>
                  </a:lnTo>
                  <a:lnTo>
                    <a:pt x="104964" y="322339"/>
                  </a:lnTo>
                  <a:lnTo>
                    <a:pt x="109917" y="324233"/>
                  </a:lnTo>
                  <a:lnTo>
                    <a:pt x="114929" y="325970"/>
                  </a:lnTo>
                  <a:lnTo>
                    <a:pt x="119993" y="327546"/>
                  </a:lnTo>
                  <a:lnTo>
                    <a:pt x="125105" y="328961"/>
                  </a:lnTo>
                  <a:lnTo>
                    <a:pt x="130259" y="330214"/>
                  </a:lnTo>
                  <a:lnTo>
                    <a:pt x="135450" y="331302"/>
                  </a:lnTo>
                  <a:lnTo>
                    <a:pt x="140673" y="332225"/>
                  </a:lnTo>
                  <a:lnTo>
                    <a:pt x="145922" y="332982"/>
                  </a:lnTo>
                  <a:lnTo>
                    <a:pt x="151193" y="333571"/>
                  </a:lnTo>
                  <a:lnTo>
                    <a:pt x="156480" y="333994"/>
                  </a:lnTo>
                  <a:lnTo>
                    <a:pt x="161778" y="334248"/>
                  </a:lnTo>
                  <a:lnTo>
                    <a:pt x="167081" y="334334"/>
                  </a:lnTo>
                  <a:lnTo>
                    <a:pt x="172385" y="334252"/>
                  </a:lnTo>
                  <a:lnTo>
                    <a:pt x="177683" y="334002"/>
                  </a:lnTo>
                  <a:lnTo>
                    <a:pt x="182970" y="333584"/>
                  </a:lnTo>
                  <a:lnTo>
                    <a:pt x="188241" y="332998"/>
                  </a:lnTo>
                  <a:lnTo>
                    <a:pt x="193492" y="332245"/>
                  </a:lnTo>
                  <a:lnTo>
                    <a:pt x="198715" y="331326"/>
                  </a:lnTo>
                  <a:lnTo>
                    <a:pt x="203907" y="330242"/>
                  </a:lnTo>
                  <a:lnTo>
                    <a:pt x="209062" y="328994"/>
                  </a:lnTo>
                  <a:lnTo>
                    <a:pt x="214175" y="327583"/>
                  </a:lnTo>
                  <a:lnTo>
                    <a:pt x="219240" y="326010"/>
                  </a:lnTo>
                  <a:lnTo>
                    <a:pt x="224253" y="324278"/>
                  </a:lnTo>
                  <a:lnTo>
                    <a:pt x="229209" y="322387"/>
                  </a:lnTo>
                  <a:lnTo>
                    <a:pt x="234102" y="320340"/>
                  </a:lnTo>
                  <a:lnTo>
                    <a:pt x="238927" y="318139"/>
                  </a:lnTo>
                  <a:lnTo>
                    <a:pt x="243680" y="315786"/>
                  </a:lnTo>
                  <a:lnTo>
                    <a:pt x="248357" y="313283"/>
                  </a:lnTo>
                  <a:lnTo>
                    <a:pt x="252951" y="310633"/>
                  </a:lnTo>
                  <a:lnTo>
                    <a:pt x="257459" y="307839"/>
                  </a:lnTo>
                  <a:lnTo>
                    <a:pt x="261877" y="304903"/>
                  </a:lnTo>
                  <a:lnTo>
                    <a:pt x="266198" y="301828"/>
                  </a:lnTo>
                  <a:lnTo>
                    <a:pt x="270421" y="298618"/>
                  </a:lnTo>
                  <a:lnTo>
                    <a:pt x="274539" y="295276"/>
                  </a:lnTo>
                  <a:lnTo>
                    <a:pt x="278549" y="291804"/>
                  </a:lnTo>
                  <a:lnTo>
                    <a:pt x="282447" y="288207"/>
                  </a:lnTo>
                  <a:lnTo>
                    <a:pt x="286229" y="284489"/>
                  </a:lnTo>
                  <a:lnTo>
                    <a:pt x="289891" y="280652"/>
                  </a:lnTo>
                  <a:lnTo>
                    <a:pt x="293429" y="276701"/>
                  </a:lnTo>
                  <a:lnTo>
                    <a:pt x="296840" y="272640"/>
                  </a:lnTo>
                  <a:lnTo>
                    <a:pt x="300121" y="268472"/>
                  </a:lnTo>
                  <a:lnTo>
                    <a:pt x="303268" y="264203"/>
                  </a:lnTo>
                  <a:lnTo>
                    <a:pt x="306278" y="259835"/>
                  </a:lnTo>
                  <a:lnTo>
                    <a:pt x="309147" y="255375"/>
                  </a:lnTo>
                  <a:lnTo>
                    <a:pt x="311874" y="250826"/>
                  </a:lnTo>
                  <a:lnTo>
                    <a:pt x="314455" y="246192"/>
                  </a:lnTo>
                  <a:lnTo>
                    <a:pt x="316888" y="241479"/>
                  </a:lnTo>
                  <a:lnTo>
                    <a:pt x="319170" y="236691"/>
                  </a:lnTo>
                  <a:lnTo>
                    <a:pt x="321299" y="231834"/>
                  </a:lnTo>
                  <a:lnTo>
                    <a:pt x="323273" y="226911"/>
                  </a:lnTo>
                  <a:lnTo>
                    <a:pt x="325090" y="221928"/>
                  </a:lnTo>
                  <a:lnTo>
                    <a:pt x="326748" y="216890"/>
                  </a:lnTo>
                  <a:lnTo>
                    <a:pt x="328245" y="211801"/>
                  </a:lnTo>
                  <a:lnTo>
                    <a:pt x="329580" y="206668"/>
                  </a:lnTo>
                  <a:lnTo>
                    <a:pt x="330751" y="201495"/>
                  </a:lnTo>
                  <a:lnTo>
                    <a:pt x="331758" y="196288"/>
                  </a:lnTo>
                  <a:lnTo>
                    <a:pt x="332599" y="191051"/>
                  </a:lnTo>
                  <a:lnTo>
                    <a:pt x="333273" y="185790"/>
                  </a:lnTo>
                  <a:lnTo>
                    <a:pt x="333780" y="180511"/>
                  </a:lnTo>
                  <a:lnTo>
                    <a:pt x="334120" y="175218"/>
                  </a:lnTo>
                  <a:lnTo>
                    <a:pt x="334291" y="169916"/>
                  </a:lnTo>
                  <a:lnTo>
                    <a:pt x="334294" y="164613"/>
                  </a:lnTo>
                  <a:lnTo>
                    <a:pt x="334129" y="159311"/>
                  </a:lnTo>
                  <a:lnTo>
                    <a:pt x="333796" y="154018"/>
                  </a:lnTo>
                  <a:lnTo>
                    <a:pt x="333295" y="148738"/>
                  </a:lnTo>
                  <a:lnTo>
                    <a:pt x="332627" y="143476"/>
                  </a:lnTo>
                  <a:lnTo>
                    <a:pt x="331792" y="138238"/>
                  </a:lnTo>
                  <a:lnTo>
                    <a:pt x="330791" y="133030"/>
                  </a:lnTo>
                  <a:lnTo>
                    <a:pt x="329626" y="127855"/>
                  </a:lnTo>
                  <a:lnTo>
                    <a:pt x="328297" y="122721"/>
                  </a:lnTo>
                  <a:lnTo>
                    <a:pt x="326806" y="117631"/>
                  </a:lnTo>
                  <a:lnTo>
                    <a:pt x="325154" y="112591"/>
                  </a:lnTo>
                  <a:lnTo>
                    <a:pt x="323343" y="107605"/>
                  </a:lnTo>
                  <a:lnTo>
                    <a:pt x="321375" y="102680"/>
                  </a:lnTo>
                  <a:lnTo>
                    <a:pt x="319251" y="97820"/>
                  </a:lnTo>
                  <a:lnTo>
                    <a:pt x="316975" y="93029"/>
                  </a:lnTo>
                  <a:lnTo>
                    <a:pt x="314548" y="88314"/>
                  </a:lnTo>
                  <a:lnTo>
                    <a:pt x="311972" y="83677"/>
                  </a:lnTo>
                  <a:lnTo>
                    <a:pt x="309250" y="79125"/>
                  </a:lnTo>
                  <a:lnTo>
                    <a:pt x="306386" y="74661"/>
                  </a:lnTo>
                  <a:lnTo>
                    <a:pt x="303381" y="70290"/>
                  </a:lnTo>
                  <a:lnTo>
                    <a:pt x="300239" y="66017"/>
                  </a:lnTo>
                  <a:lnTo>
                    <a:pt x="296963" y="61846"/>
                  </a:lnTo>
                  <a:lnTo>
                    <a:pt x="293557" y="57780"/>
                  </a:lnTo>
                  <a:lnTo>
                    <a:pt x="290023" y="53825"/>
                  </a:lnTo>
                  <a:lnTo>
                    <a:pt x="286365" y="49984"/>
                  </a:lnTo>
                  <a:lnTo>
                    <a:pt x="282588" y="46261"/>
                  </a:lnTo>
                  <a:lnTo>
                    <a:pt x="278694" y="42660"/>
                  </a:lnTo>
                  <a:lnTo>
                    <a:pt x="274688" y="39184"/>
                  </a:lnTo>
                  <a:lnTo>
                    <a:pt x="270574" y="35836"/>
                  </a:lnTo>
                  <a:lnTo>
                    <a:pt x="266355" y="32621"/>
                  </a:lnTo>
                  <a:lnTo>
                    <a:pt x="262037" y="29542"/>
                  </a:lnTo>
                  <a:lnTo>
                    <a:pt x="257623" y="26601"/>
                  </a:lnTo>
                  <a:lnTo>
                    <a:pt x="253119" y="23801"/>
                  </a:lnTo>
                  <a:lnTo>
                    <a:pt x="248527" y="21146"/>
                  </a:lnTo>
                  <a:lnTo>
                    <a:pt x="243854" y="18638"/>
                  </a:lnTo>
                  <a:lnTo>
                    <a:pt x="239103" y="16279"/>
                  </a:lnTo>
                  <a:lnTo>
                    <a:pt x="234280" y="14072"/>
                  </a:lnTo>
                  <a:lnTo>
                    <a:pt x="229390" y="12019"/>
                  </a:lnTo>
                  <a:lnTo>
                    <a:pt x="224436" y="10123"/>
                  </a:lnTo>
                  <a:lnTo>
                    <a:pt x="219426" y="8385"/>
                  </a:lnTo>
                  <a:lnTo>
                    <a:pt x="214362" y="6806"/>
                  </a:lnTo>
                  <a:lnTo>
                    <a:pt x="209251" y="5389"/>
                  </a:lnTo>
                  <a:lnTo>
                    <a:pt x="204098" y="413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7762"/>
              <a:ext cx="36951" cy="163226"/>
            </a:xfrm>
            <a:custGeom>
              <a:avLst/>
              <a:pathLst>
                <a:path w="36951" h="163226">
                  <a:moveTo>
                    <a:pt x="36951" y="193"/>
                  </a:moveTo>
                  <a:lnTo>
                    <a:pt x="36085" y="0"/>
                  </a:lnTo>
                  <a:lnTo>
                    <a:pt x="0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3821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69" y="4659281"/>
              <a:ext cx="167155" cy="211859"/>
            </a:xfrm>
            <a:custGeom>
              <a:avLst/>
              <a:pathLst>
                <a:path w="167155" h="211859">
                  <a:moveTo>
                    <a:pt x="167155" y="0"/>
                  </a:moveTo>
                  <a:lnTo>
                    <a:pt x="161755" y="87"/>
                  </a:lnTo>
                  <a:lnTo>
                    <a:pt x="156361" y="348"/>
                  </a:lnTo>
                  <a:lnTo>
                    <a:pt x="150978" y="784"/>
                  </a:lnTo>
                  <a:lnTo>
                    <a:pt x="145613" y="1393"/>
                  </a:lnTo>
                  <a:lnTo>
                    <a:pt x="140269" y="2176"/>
                  </a:lnTo>
                  <a:lnTo>
                    <a:pt x="134954" y="3130"/>
                  </a:lnTo>
                  <a:lnTo>
                    <a:pt x="129672" y="4256"/>
                  </a:lnTo>
                  <a:lnTo>
                    <a:pt x="124430" y="5551"/>
                  </a:lnTo>
                  <a:lnTo>
                    <a:pt x="119232" y="7016"/>
                  </a:lnTo>
                  <a:lnTo>
                    <a:pt x="114084" y="8647"/>
                  </a:lnTo>
                  <a:lnTo>
                    <a:pt x="108991" y="10444"/>
                  </a:lnTo>
                  <a:lnTo>
                    <a:pt x="103960" y="12405"/>
                  </a:lnTo>
                  <a:lnTo>
                    <a:pt x="98994" y="14527"/>
                  </a:lnTo>
                  <a:lnTo>
                    <a:pt x="94099" y="16808"/>
                  </a:lnTo>
                  <a:lnTo>
                    <a:pt x="89280" y="19246"/>
                  </a:lnTo>
                  <a:lnTo>
                    <a:pt x="84543" y="21839"/>
                  </a:lnTo>
                  <a:lnTo>
                    <a:pt x="79892" y="24583"/>
                  </a:lnTo>
                  <a:lnTo>
                    <a:pt x="75332" y="27476"/>
                  </a:lnTo>
                  <a:lnTo>
                    <a:pt x="70868" y="30515"/>
                  </a:lnTo>
                  <a:lnTo>
                    <a:pt x="66504" y="33696"/>
                  </a:lnTo>
                  <a:lnTo>
                    <a:pt x="62246" y="37017"/>
                  </a:lnTo>
                  <a:lnTo>
                    <a:pt x="58096" y="40473"/>
                  </a:lnTo>
                  <a:lnTo>
                    <a:pt x="54061" y="44062"/>
                  </a:lnTo>
                  <a:lnTo>
                    <a:pt x="50144" y="47779"/>
                  </a:lnTo>
                  <a:lnTo>
                    <a:pt x="46349" y="51621"/>
                  </a:lnTo>
                  <a:lnTo>
                    <a:pt x="42679" y="55583"/>
                  </a:lnTo>
                  <a:lnTo>
                    <a:pt x="39140" y="59662"/>
                  </a:lnTo>
                  <a:lnTo>
                    <a:pt x="35735" y="63853"/>
                  </a:lnTo>
                  <a:lnTo>
                    <a:pt x="32466" y="68152"/>
                  </a:lnTo>
                  <a:lnTo>
                    <a:pt x="29338" y="72554"/>
                  </a:lnTo>
                  <a:lnTo>
                    <a:pt x="26354" y="77055"/>
                  </a:lnTo>
                  <a:lnTo>
                    <a:pt x="23517" y="81650"/>
                  </a:lnTo>
                  <a:lnTo>
                    <a:pt x="20830" y="86334"/>
                  </a:lnTo>
                  <a:lnTo>
                    <a:pt x="18295" y="91103"/>
                  </a:lnTo>
                  <a:lnTo>
                    <a:pt x="15916" y="95951"/>
                  </a:lnTo>
                  <a:lnTo>
                    <a:pt x="13694" y="100873"/>
                  </a:lnTo>
                  <a:lnTo>
                    <a:pt x="11633" y="105864"/>
                  </a:lnTo>
                  <a:lnTo>
                    <a:pt x="9734" y="110920"/>
                  </a:lnTo>
                  <a:lnTo>
                    <a:pt x="7999" y="116034"/>
                  </a:lnTo>
                  <a:lnTo>
                    <a:pt x="6431" y="121201"/>
                  </a:lnTo>
                  <a:lnTo>
                    <a:pt x="5030" y="126416"/>
                  </a:lnTo>
                  <a:lnTo>
                    <a:pt x="3798" y="131674"/>
                  </a:lnTo>
                  <a:lnTo>
                    <a:pt x="2737" y="136969"/>
                  </a:lnTo>
                  <a:lnTo>
                    <a:pt x="1848" y="142296"/>
                  </a:lnTo>
                  <a:lnTo>
                    <a:pt x="1130" y="147648"/>
                  </a:lnTo>
                  <a:lnTo>
                    <a:pt x="587" y="153021"/>
                  </a:lnTo>
                  <a:lnTo>
                    <a:pt x="217" y="158409"/>
                  </a:lnTo>
                  <a:lnTo>
                    <a:pt x="21" y="163805"/>
                  </a:lnTo>
                  <a:lnTo>
                    <a:pt x="0" y="169206"/>
                  </a:lnTo>
                  <a:lnTo>
                    <a:pt x="153" y="174604"/>
                  </a:lnTo>
                  <a:lnTo>
                    <a:pt x="480" y="179994"/>
                  </a:lnTo>
                  <a:lnTo>
                    <a:pt x="981" y="185371"/>
                  </a:lnTo>
                  <a:lnTo>
                    <a:pt x="1656" y="190729"/>
                  </a:lnTo>
                  <a:lnTo>
                    <a:pt x="2503" y="196062"/>
                  </a:lnTo>
                  <a:lnTo>
                    <a:pt x="3523" y="201366"/>
                  </a:lnTo>
                  <a:lnTo>
                    <a:pt x="4713" y="206633"/>
                  </a:lnTo>
                  <a:lnTo>
                    <a:pt x="6072" y="21185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5442" y="4826449"/>
              <a:ext cx="161082" cy="44692"/>
            </a:xfrm>
            <a:custGeom>
              <a:avLst/>
              <a:pathLst>
                <a:path w="161082" h="44692">
                  <a:moveTo>
                    <a:pt x="0" y="44692"/>
                  </a:moveTo>
                  <a:lnTo>
                    <a:pt x="1610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25442" y="4826449"/>
              <a:ext cx="161082" cy="73670"/>
            </a:xfrm>
            <a:custGeom>
              <a:avLst/>
              <a:pathLst>
                <a:path w="161082" h="73670">
                  <a:moveTo>
                    <a:pt x="0" y="44692"/>
                  </a:moveTo>
                  <a:lnTo>
                    <a:pt x="2248" y="52121"/>
                  </a:lnTo>
                  <a:lnTo>
                    <a:pt x="4838" y="59437"/>
                  </a:lnTo>
                  <a:lnTo>
                    <a:pt x="7766" y="66626"/>
                  </a:lnTo>
                  <a:lnTo>
                    <a:pt x="11023" y="73670"/>
                  </a:lnTo>
                  <a:lnTo>
                    <a:pt x="16108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36466" y="4659281"/>
              <a:ext cx="317208" cy="334334"/>
            </a:xfrm>
            <a:custGeom>
              <a:avLst/>
              <a:pathLst>
                <a:path w="317208" h="334334">
                  <a:moveTo>
                    <a:pt x="0" y="240838"/>
                  </a:moveTo>
                  <a:lnTo>
                    <a:pt x="2415" y="245566"/>
                  </a:lnTo>
                  <a:lnTo>
                    <a:pt x="4979" y="250215"/>
                  </a:lnTo>
                  <a:lnTo>
                    <a:pt x="7689" y="254780"/>
                  </a:lnTo>
                  <a:lnTo>
                    <a:pt x="10543" y="259257"/>
                  </a:lnTo>
                  <a:lnTo>
                    <a:pt x="13538" y="263641"/>
                  </a:lnTo>
                  <a:lnTo>
                    <a:pt x="16670" y="267928"/>
                  </a:lnTo>
                  <a:lnTo>
                    <a:pt x="19938" y="272113"/>
                  </a:lnTo>
                  <a:lnTo>
                    <a:pt x="23336" y="276192"/>
                  </a:lnTo>
                  <a:lnTo>
                    <a:pt x="26862" y="280161"/>
                  </a:lnTo>
                  <a:lnTo>
                    <a:pt x="30512" y="284016"/>
                  </a:lnTo>
                  <a:lnTo>
                    <a:pt x="34283" y="287754"/>
                  </a:lnTo>
                  <a:lnTo>
                    <a:pt x="38171" y="291369"/>
                  </a:lnTo>
                  <a:lnTo>
                    <a:pt x="42172" y="294860"/>
                  </a:lnTo>
                  <a:lnTo>
                    <a:pt x="46281" y="298221"/>
                  </a:lnTo>
                  <a:lnTo>
                    <a:pt x="50495" y="301451"/>
                  </a:lnTo>
                  <a:lnTo>
                    <a:pt x="54810" y="304545"/>
                  </a:lnTo>
                  <a:lnTo>
                    <a:pt x="59220" y="307500"/>
                  </a:lnTo>
                  <a:lnTo>
                    <a:pt x="63722" y="310314"/>
                  </a:lnTo>
                  <a:lnTo>
                    <a:pt x="68312" y="312984"/>
                  </a:lnTo>
                  <a:lnTo>
                    <a:pt x="72983" y="315506"/>
                  </a:lnTo>
                  <a:lnTo>
                    <a:pt x="77733" y="317879"/>
                  </a:lnTo>
                  <a:lnTo>
                    <a:pt x="82555" y="320100"/>
                  </a:lnTo>
                  <a:lnTo>
                    <a:pt x="87446" y="322166"/>
                  </a:lnTo>
                  <a:lnTo>
                    <a:pt x="92400" y="324076"/>
                  </a:lnTo>
                  <a:lnTo>
                    <a:pt x="97412" y="325828"/>
                  </a:lnTo>
                  <a:lnTo>
                    <a:pt x="102477" y="327420"/>
                  </a:lnTo>
                  <a:lnTo>
                    <a:pt x="107590" y="328850"/>
                  </a:lnTo>
                  <a:lnTo>
                    <a:pt x="112745" y="330117"/>
                  </a:lnTo>
                  <a:lnTo>
                    <a:pt x="117939" y="331220"/>
                  </a:lnTo>
                  <a:lnTo>
                    <a:pt x="123165" y="332157"/>
                  </a:lnTo>
                  <a:lnTo>
                    <a:pt x="128418" y="332928"/>
                  </a:lnTo>
                  <a:lnTo>
                    <a:pt x="133692" y="333531"/>
                  </a:lnTo>
                  <a:lnTo>
                    <a:pt x="138984" y="333967"/>
                  </a:lnTo>
                  <a:lnTo>
                    <a:pt x="144286" y="334235"/>
                  </a:lnTo>
                  <a:lnTo>
                    <a:pt x="149595" y="334334"/>
                  </a:lnTo>
                  <a:lnTo>
                    <a:pt x="154903" y="334264"/>
                  </a:lnTo>
                  <a:lnTo>
                    <a:pt x="160207" y="334026"/>
                  </a:lnTo>
                  <a:lnTo>
                    <a:pt x="165501" y="333620"/>
                  </a:lnTo>
                  <a:lnTo>
                    <a:pt x="170779" y="333045"/>
                  </a:lnTo>
                  <a:lnTo>
                    <a:pt x="176036" y="332304"/>
                  </a:lnTo>
                  <a:lnTo>
                    <a:pt x="181267" y="331395"/>
                  </a:lnTo>
                  <a:lnTo>
                    <a:pt x="186467" y="330321"/>
                  </a:lnTo>
                  <a:lnTo>
                    <a:pt x="191629" y="329083"/>
                  </a:lnTo>
                  <a:lnTo>
                    <a:pt x="196750" y="327681"/>
                  </a:lnTo>
                  <a:lnTo>
                    <a:pt x="201824" y="326117"/>
                  </a:lnTo>
                  <a:lnTo>
                    <a:pt x="206845" y="324393"/>
                  </a:lnTo>
                  <a:lnTo>
                    <a:pt x="211810" y="322511"/>
                  </a:lnTo>
                  <a:lnTo>
                    <a:pt x="216712" y="320471"/>
                  </a:lnTo>
                  <a:lnTo>
                    <a:pt x="221546" y="318277"/>
                  </a:lnTo>
                  <a:lnTo>
                    <a:pt x="226309" y="315931"/>
                  </a:lnTo>
                  <a:lnTo>
                    <a:pt x="230995" y="313435"/>
                  </a:lnTo>
                  <a:lnTo>
                    <a:pt x="235599" y="310791"/>
                  </a:lnTo>
                  <a:lnTo>
                    <a:pt x="240116" y="308002"/>
                  </a:lnTo>
                  <a:lnTo>
                    <a:pt x="244543" y="305071"/>
                  </a:lnTo>
                  <a:lnTo>
                    <a:pt x="248875" y="302001"/>
                  </a:lnTo>
                  <a:lnTo>
                    <a:pt x="253107" y="298795"/>
                  </a:lnTo>
                  <a:lnTo>
                    <a:pt x="257235" y="295456"/>
                  </a:lnTo>
                  <a:lnTo>
                    <a:pt x="261255" y="291988"/>
                  </a:lnTo>
                  <a:lnTo>
                    <a:pt x="265162" y="288394"/>
                  </a:lnTo>
                  <a:lnTo>
                    <a:pt x="268954" y="284677"/>
                  </a:lnTo>
                  <a:lnTo>
                    <a:pt x="272626" y="280842"/>
                  </a:lnTo>
                  <a:lnTo>
                    <a:pt x="276174" y="276893"/>
                  </a:lnTo>
                  <a:lnTo>
                    <a:pt x="279595" y="272833"/>
                  </a:lnTo>
                  <a:lnTo>
                    <a:pt x="282885" y="268666"/>
                  </a:lnTo>
                  <a:lnTo>
                    <a:pt x="286041" y="264396"/>
                  </a:lnTo>
                  <a:lnTo>
                    <a:pt x="289060" y="260029"/>
                  </a:lnTo>
                  <a:lnTo>
                    <a:pt x="291939" y="255568"/>
                  </a:lnTo>
                  <a:lnTo>
                    <a:pt x="294675" y="251018"/>
                  </a:lnTo>
                  <a:lnTo>
                    <a:pt x="297264" y="246383"/>
                  </a:lnTo>
                  <a:lnTo>
                    <a:pt x="299706" y="241669"/>
                  </a:lnTo>
                  <a:lnTo>
                    <a:pt x="301996" y="236879"/>
                  </a:lnTo>
                  <a:lnTo>
                    <a:pt x="304133" y="232019"/>
                  </a:lnTo>
                  <a:lnTo>
                    <a:pt x="306115" y="227093"/>
                  </a:lnTo>
                  <a:lnTo>
                    <a:pt x="307939" y="222107"/>
                  </a:lnTo>
                  <a:lnTo>
                    <a:pt x="309604" y="217066"/>
                  </a:lnTo>
                  <a:lnTo>
                    <a:pt x="311108" y="211974"/>
                  </a:lnTo>
                  <a:lnTo>
                    <a:pt x="312450" y="206837"/>
                  </a:lnTo>
                  <a:lnTo>
                    <a:pt x="313628" y="201660"/>
                  </a:lnTo>
                  <a:lnTo>
                    <a:pt x="314641" y="196449"/>
                  </a:lnTo>
                  <a:lnTo>
                    <a:pt x="315488" y="191208"/>
                  </a:lnTo>
                  <a:lnTo>
                    <a:pt x="316168" y="185942"/>
                  </a:lnTo>
                  <a:lnTo>
                    <a:pt x="316680" y="180658"/>
                  </a:lnTo>
                  <a:lnTo>
                    <a:pt x="317025" y="175360"/>
                  </a:lnTo>
                  <a:lnTo>
                    <a:pt x="317200" y="170053"/>
                  </a:lnTo>
                  <a:lnTo>
                    <a:pt x="317208" y="164744"/>
                  </a:lnTo>
                  <a:lnTo>
                    <a:pt x="317047" y="159437"/>
                  </a:lnTo>
                  <a:lnTo>
                    <a:pt x="316717" y="154138"/>
                  </a:lnTo>
                  <a:lnTo>
                    <a:pt x="316219" y="148852"/>
                  </a:lnTo>
                  <a:lnTo>
                    <a:pt x="315554" y="143585"/>
                  </a:lnTo>
                  <a:lnTo>
                    <a:pt x="314721" y="138341"/>
                  </a:lnTo>
                  <a:lnTo>
                    <a:pt x="313723" y="133127"/>
                  </a:lnTo>
                  <a:lnTo>
                    <a:pt x="312559" y="127947"/>
                  </a:lnTo>
                  <a:lnTo>
                    <a:pt x="311232" y="122806"/>
                  </a:lnTo>
                  <a:lnTo>
                    <a:pt x="309742" y="117710"/>
                  </a:lnTo>
                  <a:lnTo>
                    <a:pt x="308091" y="112664"/>
                  </a:lnTo>
                  <a:lnTo>
                    <a:pt x="306280" y="107673"/>
                  </a:lnTo>
                  <a:lnTo>
                    <a:pt x="304312" y="102742"/>
                  </a:lnTo>
                  <a:lnTo>
                    <a:pt x="302189" y="97876"/>
                  </a:lnTo>
                  <a:lnTo>
                    <a:pt x="299912" y="93080"/>
                  </a:lnTo>
                  <a:lnTo>
                    <a:pt x="297483" y="88359"/>
                  </a:lnTo>
                  <a:lnTo>
                    <a:pt x="294906" y="83717"/>
                  </a:lnTo>
                  <a:lnTo>
                    <a:pt x="292183" y="79159"/>
                  </a:lnTo>
                  <a:lnTo>
                    <a:pt x="289317" y="74690"/>
                  </a:lnTo>
                  <a:lnTo>
                    <a:pt x="286310" y="70315"/>
                  </a:lnTo>
                  <a:lnTo>
                    <a:pt x="283166" y="66037"/>
                  </a:lnTo>
                  <a:lnTo>
                    <a:pt x="279887" y="61861"/>
                  </a:lnTo>
                  <a:lnTo>
                    <a:pt x="276477" y="57791"/>
                  </a:lnTo>
                  <a:lnTo>
                    <a:pt x="272940" y="53832"/>
                  </a:lnTo>
                  <a:lnTo>
                    <a:pt x="269279" y="49987"/>
                  </a:lnTo>
                  <a:lnTo>
                    <a:pt x="265498" y="46260"/>
                  </a:lnTo>
                  <a:lnTo>
                    <a:pt x="261600" y="42655"/>
                  </a:lnTo>
                  <a:lnTo>
                    <a:pt x="257590" y="39175"/>
                  </a:lnTo>
                  <a:lnTo>
                    <a:pt x="253471" y="35825"/>
                  </a:lnTo>
                  <a:lnTo>
                    <a:pt x="249248" y="32608"/>
                  </a:lnTo>
                  <a:lnTo>
                    <a:pt x="244925" y="29525"/>
                  </a:lnTo>
                  <a:lnTo>
                    <a:pt x="240506" y="26582"/>
                  </a:lnTo>
                  <a:lnTo>
                    <a:pt x="235996" y="23781"/>
                  </a:lnTo>
                  <a:lnTo>
                    <a:pt x="231400" y="21124"/>
                  </a:lnTo>
                  <a:lnTo>
                    <a:pt x="226721" y="18615"/>
                  </a:lnTo>
                  <a:lnTo>
                    <a:pt x="221965" y="16255"/>
                  </a:lnTo>
                  <a:lnTo>
                    <a:pt x="217136" y="14048"/>
                  </a:lnTo>
                  <a:lnTo>
                    <a:pt x="212240" y="11995"/>
                  </a:lnTo>
                  <a:lnTo>
                    <a:pt x="207281" y="10099"/>
                  </a:lnTo>
                  <a:lnTo>
                    <a:pt x="202264" y="8361"/>
                  </a:lnTo>
                  <a:lnTo>
                    <a:pt x="197195" y="6783"/>
                  </a:lnTo>
                  <a:lnTo>
                    <a:pt x="192078" y="5367"/>
                  </a:lnTo>
                  <a:lnTo>
                    <a:pt x="186919" y="4114"/>
                  </a:lnTo>
                  <a:lnTo>
                    <a:pt x="181722" y="3026"/>
                  </a:lnTo>
                  <a:lnTo>
                    <a:pt x="176494" y="2103"/>
                  </a:lnTo>
                  <a:lnTo>
                    <a:pt x="171239" y="1347"/>
                  </a:lnTo>
                  <a:lnTo>
                    <a:pt x="165962" y="758"/>
                  </a:lnTo>
                  <a:lnTo>
                    <a:pt x="160670" y="337"/>
                  </a:lnTo>
                  <a:lnTo>
                    <a:pt x="155367" y="84"/>
                  </a:lnTo>
                  <a:lnTo>
                    <a:pt x="150058" y="0"/>
                  </a:lnTo>
                  <a:lnTo>
                    <a:pt x="1500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33" y="5018213"/>
              <a:ext cx="887" cy="167167"/>
            </a:xfrm>
            <a:custGeom>
              <a:avLst/>
              <a:pathLst>
                <a:path w="887" h="167167">
                  <a:moveTo>
                    <a:pt x="887" y="0"/>
                  </a:moveTo>
                  <a:lnTo>
                    <a:pt x="0" y="2"/>
                  </a:lnTo>
                  <a:lnTo>
                    <a:pt x="88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321563" y="5018215"/>
              <a:ext cx="334313" cy="334330"/>
            </a:xfrm>
            <a:custGeom>
              <a:avLst/>
              <a:pathLst>
                <a:path w="334313" h="334330">
                  <a:moveTo>
                    <a:pt x="166270" y="0"/>
                  </a:moveTo>
                  <a:lnTo>
                    <a:pt x="160968" y="112"/>
                  </a:lnTo>
                  <a:lnTo>
                    <a:pt x="155672" y="392"/>
                  </a:lnTo>
                  <a:lnTo>
                    <a:pt x="150387" y="840"/>
                  </a:lnTo>
                  <a:lnTo>
                    <a:pt x="145120" y="1456"/>
                  </a:lnTo>
                  <a:lnTo>
                    <a:pt x="139874" y="2239"/>
                  </a:lnTo>
                  <a:lnTo>
                    <a:pt x="134657" y="3187"/>
                  </a:lnTo>
                  <a:lnTo>
                    <a:pt x="129471" y="4300"/>
                  </a:lnTo>
                  <a:lnTo>
                    <a:pt x="124324" y="5578"/>
                  </a:lnTo>
                  <a:lnTo>
                    <a:pt x="119220" y="7018"/>
                  </a:lnTo>
                  <a:lnTo>
                    <a:pt x="114164" y="8619"/>
                  </a:lnTo>
                  <a:lnTo>
                    <a:pt x="109162" y="10380"/>
                  </a:lnTo>
                  <a:lnTo>
                    <a:pt x="104217" y="12298"/>
                  </a:lnTo>
                  <a:lnTo>
                    <a:pt x="99336" y="14373"/>
                  </a:lnTo>
                  <a:lnTo>
                    <a:pt x="94524" y="16601"/>
                  </a:lnTo>
                  <a:lnTo>
                    <a:pt x="89784" y="18981"/>
                  </a:lnTo>
                  <a:lnTo>
                    <a:pt x="85123" y="21510"/>
                  </a:lnTo>
                  <a:lnTo>
                    <a:pt x="80544" y="24185"/>
                  </a:lnTo>
                  <a:lnTo>
                    <a:pt x="76052" y="27005"/>
                  </a:lnTo>
                  <a:lnTo>
                    <a:pt x="71652" y="29965"/>
                  </a:lnTo>
                  <a:lnTo>
                    <a:pt x="67348" y="33064"/>
                  </a:lnTo>
                  <a:lnTo>
                    <a:pt x="63144" y="36297"/>
                  </a:lnTo>
                  <a:lnTo>
                    <a:pt x="59045" y="39662"/>
                  </a:lnTo>
                  <a:lnTo>
                    <a:pt x="55055" y="43156"/>
                  </a:lnTo>
                  <a:lnTo>
                    <a:pt x="51178" y="46774"/>
                  </a:lnTo>
                  <a:lnTo>
                    <a:pt x="47417" y="50514"/>
                  </a:lnTo>
                  <a:lnTo>
                    <a:pt x="43777" y="54371"/>
                  </a:lnTo>
                  <a:lnTo>
                    <a:pt x="40261" y="58341"/>
                  </a:lnTo>
                  <a:lnTo>
                    <a:pt x="36873" y="62421"/>
                  </a:lnTo>
                  <a:lnTo>
                    <a:pt x="33616" y="66607"/>
                  </a:lnTo>
                  <a:lnTo>
                    <a:pt x="30494" y="70894"/>
                  </a:lnTo>
                  <a:lnTo>
                    <a:pt x="27509" y="75277"/>
                  </a:lnTo>
                  <a:lnTo>
                    <a:pt x="24664" y="79753"/>
                  </a:lnTo>
                  <a:lnTo>
                    <a:pt x="21963" y="84317"/>
                  </a:lnTo>
                  <a:lnTo>
                    <a:pt x="19408" y="88965"/>
                  </a:lnTo>
                  <a:lnTo>
                    <a:pt x="17002" y="93691"/>
                  </a:lnTo>
                  <a:lnTo>
                    <a:pt x="14747" y="98491"/>
                  </a:lnTo>
                  <a:lnTo>
                    <a:pt x="12645" y="103360"/>
                  </a:lnTo>
                  <a:lnTo>
                    <a:pt x="10699" y="108293"/>
                  </a:lnTo>
                  <a:lnTo>
                    <a:pt x="8910" y="113286"/>
                  </a:lnTo>
                  <a:lnTo>
                    <a:pt x="7281" y="118333"/>
                  </a:lnTo>
                  <a:lnTo>
                    <a:pt x="5812" y="123429"/>
                  </a:lnTo>
                  <a:lnTo>
                    <a:pt x="4506" y="128569"/>
                  </a:lnTo>
                  <a:lnTo>
                    <a:pt x="3364" y="133748"/>
                  </a:lnTo>
                  <a:lnTo>
                    <a:pt x="2386" y="138960"/>
                  </a:lnTo>
                  <a:lnTo>
                    <a:pt x="1574" y="144201"/>
                  </a:lnTo>
                  <a:lnTo>
                    <a:pt x="929" y="149465"/>
                  </a:lnTo>
                  <a:lnTo>
                    <a:pt x="451" y="154747"/>
                  </a:lnTo>
                  <a:lnTo>
                    <a:pt x="141" y="160041"/>
                  </a:lnTo>
                  <a:lnTo>
                    <a:pt x="0" y="165343"/>
                  </a:lnTo>
                  <a:lnTo>
                    <a:pt x="26" y="170646"/>
                  </a:lnTo>
                  <a:lnTo>
                    <a:pt x="220" y="175946"/>
                  </a:lnTo>
                  <a:lnTo>
                    <a:pt x="583" y="181237"/>
                  </a:lnTo>
                  <a:lnTo>
                    <a:pt x="1113" y="186514"/>
                  </a:lnTo>
                  <a:lnTo>
                    <a:pt x="1810" y="191771"/>
                  </a:lnTo>
                  <a:lnTo>
                    <a:pt x="2674" y="197004"/>
                  </a:lnTo>
                  <a:lnTo>
                    <a:pt x="3704" y="202206"/>
                  </a:lnTo>
                  <a:lnTo>
                    <a:pt x="4897" y="207373"/>
                  </a:lnTo>
                  <a:lnTo>
                    <a:pt x="6254" y="212500"/>
                  </a:lnTo>
                  <a:lnTo>
                    <a:pt x="7774" y="217581"/>
                  </a:lnTo>
                  <a:lnTo>
                    <a:pt x="9453" y="222612"/>
                  </a:lnTo>
                  <a:lnTo>
                    <a:pt x="11291" y="227586"/>
                  </a:lnTo>
                  <a:lnTo>
                    <a:pt x="13286" y="232500"/>
                  </a:lnTo>
                  <a:lnTo>
                    <a:pt x="15436" y="237348"/>
                  </a:lnTo>
                  <a:lnTo>
                    <a:pt x="17739" y="242126"/>
                  </a:lnTo>
                  <a:lnTo>
                    <a:pt x="20192" y="246828"/>
                  </a:lnTo>
                  <a:lnTo>
                    <a:pt x="22793" y="251449"/>
                  </a:lnTo>
                  <a:lnTo>
                    <a:pt x="25539" y="255986"/>
                  </a:lnTo>
                  <a:lnTo>
                    <a:pt x="28428" y="260434"/>
                  </a:lnTo>
                  <a:lnTo>
                    <a:pt x="31456" y="264788"/>
                  </a:lnTo>
                  <a:lnTo>
                    <a:pt x="34621" y="269043"/>
                  </a:lnTo>
                  <a:lnTo>
                    <a:pt x="37920" y="273196"/>
                  </a:lnTo>
                  <a:lnTo>
                    <a:pt x="41348" y="277242"/>
                  </a:lnTo>
                  <a:lnTo>
                    <a:pt x="44903" y="281178"/>
                  </a:lnTo>
                  <a:lnTo>
                    <a:pt x="48581" y="284998"/>
                  </a:lnTo>
                  <a:lnTo>
                    <a:pt x="52379" y="288700"/>
                  </a:lnTo>
                  <a:lnTo>
                    <a:pt x="56292" y="292280"/>
                  </a:lnTo>
                  <a:lnTo>
                    <a:pt x="60316" y="295734"/>
                  </a:lnTo>
                  <a:lnTo>
                    <a:pt x="64449" y="299058"/>
                  </a:lnTo>
                  <a:lnTo>
                    <a:pt x="68684" y="302250"/>
                  </a:lnTo>
                  <a:lnTo>
                    <a:pt x="73019" y="305306"/>
                  </a:lnTo>
                  <a:lnTo>
                    <a:pt x="77448" y="308222"/>
                  </a:lnTo>
                  <a:lnTo>
                    <a:pt x="81968" y="310997"/>
                  </a:lnTo>
                  <a:lnTo>
                    <a:pt x="86573" y="313627"/>
                  </a:lnTo>
                  <a:lnTo>
                    <a:pt x="91259" y="316109"/>
                  </a:lnTo>
                  <a:lnTo>
                    <a:pt x="96022" y="318442"/>
                  </a:lnTo>
                  <a:lnTo>
                    <a:pt x="100857" y="320622"/>
                  </a:lnTo>
                  <a:lnTo>
                    <a:pt x="105758" y="322648"/>
                  </a:lnTo>
                  <a:lnTo>
                    <a:pt x="110721" y="324517"/>
                  </a:lnTo>
                  <a:lnTo>
                    <a:pt x="115741" y="326228"/>
                  </a:lnTo>
                  <a:lnTo>
                    <a:pt x="120812" y="327779"/>
                  </a:lnTo>
                  <a:lnTo>
                    <a:pt x="125931" y="329169"/>
                  </a:lnTo>
                  <a:lnTo>
                    <a:pt x="131090" y="330395"/>
                  </a:lnTo>
                  <a:lnTo>
                    <a:pt x="136286" y="331457"/>
                  </a:lnTo>
                  <a:lnTo>
                    <a:pt x="141513" y="332353"/>
                  </a:lnTo>
                  <a:lnTo>
                    <a:pt x="146766" y="333084"/>
                  </a:lnTo>
                  <a:lnTo>
                    <a:pt x="152040" y="333647"/>
                  </a:lnTo>
                  <a:lnTo>
                    <a:pt x="157328" y="334043"/>
                  </a:lnTo>
                  <a:lnTo>
                    <a:pt x="162627" y="334271"/>
                  </a:lnTo>
                  <a:lnTo>
                    <a:pt x="167930" y="334330"/>
                  </a:lnTo>
                  <a:lnTo>
                    <a:pt x="173232" y="334222"/>
                  </a:lnTo>
                  <a:lnTo>
                    <a:pt x="178528" y="333945"/>
                  </a:lnTo>
                  <a:lnTo>
                    <a:pt x="183813" y="333500"/>
                  </a:lnTo>
                  <a:lnTo>
                    <a:pt x="189081" y="332888"/>
                  </a:lnTo>
                  <a:lnTo>
                    <a:pt x="194327" y="332109"/>
                  </a:lnTo>
                  <a:lnTo>
                    <a:pt x="199545" y="331164"/>
                  </a:lnTo>
                  <a:lnTo>
                    <a:pt x="204731" y="330055"/>
                  </a:lnTo>
                  <a:lnTo>
                    <a:pt x="209879" y="328781"/>
                  </a:lnTo>
                  <a:lnTo>
                    <a:pt x="214984" y="327344"/>
                  </a:lnTo>
                  <a:lnTo>
                    <a:pt x="220041" y="325746"/>
                  </a:lnTo>
                  <a:lnTo>
                    <a:pt x="225045" y="323989"/>
                  </a:lnTo>
                  <a:lnTo>
                    <a:pt x="229991" y="322074"/>
                  </a:lnTo>
                  <a:lnTo>
                    <a:pt x="234873" y="320003"/>
                  </a:lnTo>
                  <a:lnTo>
                    <a:pt x="239687" y="317778"/>
                  </a:lnTo>
                  <a:lnTo>
                    <a:pt x="244428" y="315401"/>
                  </a:lnTo>
                  <a:lnTo>
                    <a:pt x="249091" y="312876"/>
                  </a:lnTo>
                  <a:lnTo>
                    <a:pt x="253672" y="310203"/>
                  </a:lnTo>
                  <a:lnTo>
                    <a:pt x="258166" y="307387"/>
                  </a:lnTo>
                  <a:lnTo>
                    <a:pt x="262568" y="304429"/>
                  </a:lnTo>
                  <a:lnTo>
                    <a:pt x="266874" y="301334"/>
                  </a:lnTo>
                  <a:lnTo>
                    <a:pt x="271080" y="298103"/>
                  </a:lnTo>
                  <a:lnTo>
                    <a:pt x="275181" y="294741"/>
                  </a:lnTo>
                  <a:lnTo>
                    <a:pt x="279174" y="291250"/>
                  </a:lnTo>
                  <a:lnTo>
                    <a:pt x="283054" y="287634"/>
                  </a:lnTo>
                  <a:lnTo>
                    <a:pt x="286817" y="283897"/>
                  </a:lnTo>
                  <a:lnTo>
                    <a:pt x="290459" y="280043"/>
                  </a:lnTo>
                  <a:lnTo>
                    <a:pt x="293978" y="276075"/>
                  </a:lnTo>
                  <a:lnTo>
                    <a:pt x="297369" y="271997"/>
                  </a:lnTo>
                  <a:lnTo>
                    <a:pt x="300629" y="267814"/>
                  </a:lnTo>
                  <a:lnTo>
                    <a:pt x="303754" y="263529"/>
                  </a:lnTo>
                  <a:lnTo>
                    <a:pt x="306742" y="259148"/>
                  </a:lnTo>
                  <a:lnTo>
                    <a:pt x="309590" y="254674"/>
                  </a:lnTo>
                  <a:lnTo>
                    <a:pt x="312294" y="250111"/>
                  </a:lnTo>
                  <a:lnTo>
                    <a:pt x="314852" y="245466"/>
                  </a:lnTo>
                  <a:lnTo>
                    <a:pt x="317262" y="240741"/>
                  </a:lnTo>
                  <a:lnTo>
                    <a:pt x="319520" y="235943"/>
                  </a:lnTo>
                  <a:lnTo>
                    <a:pt x="321625" y="231075"/>
                  </a:lnTo>
                  <a:lnTo>
                    <a:pt x="323575" y="226143"/>
                  </a:lnTo>
                  <a:lnTo>
                    <a:pt x="325367" y="221152"/>
                  </a:lnTo>
                  <a:lnTo>
                    <a:pt x="327000" y="216106"/>
                  </a:lnTo>
                  <a:lnTo>
                    <a:pt x="328472" y="211011"/>
                  </a:lnTo>
                  <a:lnTo>
                    <a:pt x="329781" y="205872"/>
                  </a:lnTo>
                  <a:lnTo>
                    <a:pt x="330927" y="200694"/>
                  </a:lnTo>
                  <a:lnTo>
                    <a:pt x="331909" y="195482"/>
                  </a:lnTo>
                  <a:lnTo>
                    <a:pt x="332724" y="190241"/>
                  </a:lnTo>
                  <a:lnTo>
                    <a:pt x="333373" y="184978"/>
                  </a:lnTo>
                  <a:lnTo>
                    <a:pt x="333854" y="179696"/>
                  </a:lnTo>
                  <a:lnTo>
                    <a:pt x="334168" y="174402"/>
                  </a:lnTo>
                  <a:lnTo>
                    <a:pt x="334313" y="169101"/>
                  </a:lnTo>
                  <a:lnTo>
                    <a:pt x="334291" y="163798"/>
                  </a:lnTo>
                  <a:lnTo>
                    <a:pt x="334100" y="158498"/>
                  </a:lnTo>
                  <a:lnTo>
                    <a:pt x="333741" y="153206"/>
                  </a:lnTo>
                  <a:lnTo>
                    <a:pt x="333214" y="147929"/>
                  </a:lnTo>
                  <a:lnTo>
                    <a:pt x="332520" y="142671"/>
                  </a:lnTo>
                  <a:lnTo>
                    <a:pt x="331660" y="137438"/>
                  </a:lnTo>
                  <a:lnTo>
                    <a:pt x="330634" y="132235"/>
                  </a:lnTo>
                  <a:lnTo>
                    <a:pt x="329444" y="127067"/>
                  </a:lnTo>
                  <a:lnTo>
                    <a:pt x="328091" y="121939"/>
                  </a:lnTo>
                  <a:lnTo>
                    <a:pt x="326575" y="116857"/>
                  </a:lnTo>
                  <a:lnTo>
                    <a:pt x="324899" y="111825"/>
                  </a:lnTo>
                  <a:lnTo>
                    <a:pt x="323064" y="106849"/>
                  </a:lnTo>
                  <a:lnTo>
                    <a:pt x="321072" y="101934"/>
                  </a:lnTo>
                  <a:lnTo>
                    <a:pt x="318926" y="97085"/>
                  </a:lnTo>
                  <a:lnTo>
                    <a:pt x="316626" y="92306"/>
                  </a:lnTo>
                  <a:lnTo>
                    <a:pt x="314177" y="87602"/>
                  </a:lnTo>
                  <a:lnTo>
                    <a:pt x="311579" y="82979"/>
                  </a:lnTo>
                  <a:lnTo>
                    <a:pt x="308836" y="78440"/>
                  </a:lnTo>
                  <a:lnTo>
                    <a:pt x="305950" y="73990"/>
                  </a:lnTo>
                  <a:lnTo>
                    <a:pt x="302925" y="69634"/>
                  </a:lnTo>
                  <a:lnTo>
                    <a:pt x="299762" y="65377"/>
                  </a:lnTo>
                  <a:lnTo>
                    <a:pt x="296467" y="61222"/>
                  </a:lnTo>
                  <a:lnTo>
                    <a:pt x="293041" y="57173"/>
                  </a:lnTo>
                  <a:lnTo>
                    <a:pt x="289489" y="53235"/>
                  </a:lnTo>
                  <a:lnTo>
                    <a:pt x="285813" y="49412"/>
                  </a:lnTo>
                  <a:lnTo>
                    <a:pt x="282018" y="45707"/>
                  </a:lnTo>
                  <a:lnTo>
                    <a:pt x="278108" y="42125"/>
                  </a:lnTo>
                  <a:lnTo>
                    <a:pt x="274086" y="38669"/>
                  </a:lnTo>
                  <a:lnTo>
                    <a:pt x="269956" y="35341"/>
                  </a:lnTo>
                  <a:lnTo>
                    <a:pt x="265722" y="32147"/>
                  </a:lnTo>
                  <a:lnTo>
                    <a:pt x="261390" y="29088"/>
                  </a:lnTo>
                  <a:lnTo>
                    <a:pt x="256963" y="26168"/>
                  </a:lnTo>
                  <a:lnTo>
                    <a:pt x="252445" y="23391"/>
                  </a:lnTo>
                  <a:lnTo>
                    <a:pt x="247841" y="20758"/>
                  </a:lnTo>
                  <a:lnTo>
                    <a:pt x="243157" y="18272"/>
                  </a:lnTo>
                  <a:lnTo>
                    <a:pt x="238395" y="15936"/>
                  </a:lnTo>
                  <a:lnTo>
                    <a:pt x="233562" y="13752"/>
                  </a:lnTo>
                  <a:lnTo>
                    <a:pt x="228662" y="11723"/>
                  </a:lnTo>
                  <a:lnTo>
                    <a:pt x="16715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8720" y="5018213"/>
              <a:ext cx="61505" cy="167167"/>
            </a:xfrm>
            <a:custGeom>
              <a:avLst/>
              <a:pathLst>
                <a:path w="61505" h="167167">
                  <a:moveTo>
                    <a:pt x="61505" y="11726"/>
                  </a:moveTo>
                  <a:lnTo>
                    <a:pt x="55606" y="9519"/>
                  </a:lnTo>
                  <a:lnTo>
                    <a:pt x="49628" y="7536"/>
                  </a:lnTo>
                  <a:lnTo>
                    <a:pt x="43580" y="5780"/>
                  </a:lnTo>
                  <a:lnTo>
                    <a:pt x="37470" y="4253"/>
                  </a:lnTo>
                  <a:lnTo>
                    <a:pt x="31306" y="2957"/>
                  </a:lnTo>
                  <a:lnTo>
                    <a:pt x="25098" y="1894"/>
                  </a:lnTo>
                  <a:lnTo>
                    <a:pt x="18855" y="1066"/>
                  </a:lnTo>
                  <a:lnTo>
                    <a:pt x="12585" y="474"/>
                  </a:lnTo>
                  <a:lnTo>
                    <a:pt x="6297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797337" y="5269756"/>
              <a:ext cx="167164" cy="236023"/>
            </a:xfrm>
            <a:custGeom>
              <a:avLst/>
              <a:pathLst>
                <a:path w="167164" h="236023">
                  <a:moveTo>
                    <a:pt x="167164" y="0"/>
                  </a:moveTo>
                  <a:lnTo>
                    <a:pt x="161785" y="86"/>
                  </a:lnTo>
                  <a:lnTo>
                    <a:pt x="156411" y="346"/>
                  </a:lnTo>
                  <a:lnTo>
                    <a:pt x="151049" y="778"/>
                  </a:lnTo>
                  <a:lnTo>
                    <a:pt x="145703" y="1383"/>
                  </a:lnTo>
                  <a:lnTo>
                    <a:pt x="140380" y="2159"/>
                  </a:lnTo>
                  <a:lnTo>
                    <a:pt x="135084" y="3106"/>
                  </a:lnTo>
                  <a:lnTo>
                    <a:pt x="129822" y="4224"/>
                  </a:lnTo>
                  <a:lnTo>
                    <a:pt x="124598" y="5509"/>
                  </a:lnTo>
                  <a:lnTo>
                    <a:pt x="119419" y="6963"/>
                  </a:lnTo>
                  <a:lnTo>
                    <a:pt x="114288" y="8582"/>
                  </a:lnTo>
                  <a:lnTo>
                    <a:pt x="109213" y="10366"/>
                  </a:lnTo>
                  <a:lnTo>
                    <a:pt x="104198" y="12311"/>
                  </a:lnTo>
                  <a:lnTo>
                    <a:pt x="99247" y="14418"/>
                  </a:lnTo>
                  <a:lnTo>
                    <a:pt x="94367" y="16682"/>
                  </a:lnTo>
                  <a:lnTo>
                    <a:pt x="89563" y="19103"/>
                  </a:lnTo>
                  <a:lnTo>
                    <a:pt x="84839" y="21676"/>
                  </a:lnTo>
                  <a:lnTo>
                    <a:pt x="80200" y="24401"/>
                  </a:lnTo>
                  <a:lnTo>
                    <a:pt x="75651" y="27273"/>
                  </a:lnTo>
                  <a:lnTo>
                    <a:pt x="71197" y="30290"/>
                  </a:lnTo>
                  <a:lnTo>
                    <a:pt x="66842" y="33449"/>
                  </a:lnTo>
                  <a:lnTo>
                    <a:pt x="62592" y="36746"/>
                  </a:lnTo>
                  <a:lnTo>
                    <a:pt x="58449" y="40178"/>
                  </a:lnTo>
                  <a:lnTo>
                    <a:pt x="54419" y="43742"/>
                  </a:lnTo>
                  <a:lnTo>
                    <a:pt x="50506" y="47434"/>
                  </a:lnTo>
                  <a:lnTo>
                    <a:pt x="46714" y="51250"/>
                  </a:lnTo>
                  <a:lnTo>
                    <a:pt x="43047" y="55185"/>
                  </a:lnTo>
                  <a:lnTo>
                    <a:pt x="39508" y="59237"/>
                  </a:lnTo>
                  <a:lnTo>
                    <a:pt x="36101" y="63401"/>
                  </a:lnTo>
                  <a:lnTo>
                    <a:pt x="32830" y="67672"/>
                  </a:lnTo>
                  <a:lnTo>
                    <a:pt x="29698" y="72046"/>
                  </a:lnTo>
                  <a:lnTo>
                    <a:pt x="26708" y="76518"/>
                  </a:lnTo>
                  <a:lnTo>
                    <a:pt x="23864" y="81085"/>
                  </a:lnTo>
                  <a:lnTo>
                    <a:pt x="21168" y="85740"/>
                  </a:lnTo>
                  <a:lnTo>
                    <a:pt x="18624" y="90480"/>
                  </a:lnTo>
                  <a:lnTo>
                    <a:pt x="16233" y="95299"/>
                  </a:lnTo>
                  <a:lnTo>
                    <a:pt x="13999" y="100193"/>
                  </a:lnTo>
                  <a:lnTo>
                    <a:pt x="11923" y="105156"/>
                  </a:lnTo>
                  <a:lnTo>
                    <a:pt x="10008" y="110184"/>
                  </a:lnTo>
                  <a:lnTo>
                    <a:pt x="8256" y="115270"/>
                  </a:lnTo>
                  <a:lnTo>
                    <a:pt x="6668" y="120410"/>
                  </a:lnTo>
                  <a:lnTo>
                    <a:pt x="5247" y="125599"/>
                  </a:lnTo>
                  <a:lnTo>
                    <a:pt x="3993" y="130830"/>
                  </a:lnTo>
                  <a:lnTo>
                    <a:pt x="2909" y="136099"/>
                  </a:lnTo>
                  <a:lnTo>
                    <a:pt x="1994" y="141401"/>
                  </a:lnTo>
                  <a:lnTo>
                    <a:pt x="1250" y="146729"/>
                  </a:lnTo>
                  <a:lnTo>
                    <a:pt x="679" y="152078"/>
                  </a:lnTo>
                  <a:lnTo>
                    <a:pt x="279" y="157443"/>
                  </a:lnTo>
                  <a:lnTo>
                    <a:pt x="53" y="162818"/>
                  </a:lnTo>
                  <a:lnTo>
                    <a:pt x="0" y="168197"/>
                  </a:lnTo>
                  <a:lnTo>
                    <a:pt x="119" y="173575"/>
                  </a:lnTo>
                  <a:lnTo>
                    <a:pt x="412" y="178947"/>
                  </a:lnTo>
                  <a:lnTo>
                    <a:pt x="877" y="184307"/>
                  </a:lnTo>
                  <a:lnTo>
                    <a:pt x="1515" y="189649"/>
                  </a:lnTo>
                  <a:lnTo>
                    <a:pt x="2324" y="194967"/>
                  </a:lnTo>
                  <a:lnTo>
                    <a:pt x="3304" y="200257"/>
                  </a:lnTo>
                  <a:lnTo>
                    <a:pt x="4454" y="205512"/>
                  </a:lnTo>
                  <a:lnTo>
                    <a:pt x="5772" y="210728"/>
                  </a:lnTo>
                  <a:lnTo>
                    <a:pt x="7257" y="215898"/>
                  </a:lnTo>
                  <a:lnTo>
                    <a:pt x="8908" y="221019"/>
                  </a:lnTo>
                  <a:lnTo>
                    <a:pt x="10723" y="226083"/>
                  </a:lnTo>
                  <a:lnTo>
                    <a:pt x="12699" y="231086"/>
                  </a:lnTo>
                  <a:lnTo>
                    <a:pt x="14836" y="2360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812173" y="5269756"/>
              <a:ext cx="319477" cy="334334"/>
            </a:xfrm>
            <a:custGeom>
              <a:avLst/>
              <a:pathLst>
                <a:path w="319477" h="334334">
                  <a:moveTo>
                    <a:pt x="0" y="236023"/>
                  </a:moveTo>
                  <a:lnTo>
                    <a:pt x="2263" y="240826"/>
                  </a:lnTo>
                  <a:lnTo>
                    <a:pt x="4678" y="245554"/>
                  </a:lnTo>
                  <a:lnTo>
                    <a:pt x="7242" y="250204"/>
                  </a:lnTo>
                  <a:lnTo>
                    <a:pt x="9952" y="254769"/>
                  </a:lnTo>
                  <a:lnTo>
                    <a:pt x="12805" y="259246"/>
                  </a:lnTo>
                  <a:lnTo>
                    <a:pt x="15800" y="263631"/>
                  </a:lnTo>
                  <a:lnTo>
                    <a:pt x="18932" y="267918"/>
                  </a:lnTo>
                  <a:lnTo>
                    <a:pt x="22199" y="272103"/>
                  </a:lnTo>
                  <a:lnTo>
                    <a:pt x="25597" y="276183"/>
                  </a:lnTo>
                  <a:lnTo>
                    <a:pt x="29123" y="280152"/>
                  </a:lnTo>
                  <a:lnTo>
                    <a:pt x="32773" y="284008"/>
                  </a:lnTo>
                  <a:lnTo>
                    <a:pt x="36544" y="287745"/>
                  </a:lnTo>
                  <a:lnTo>
                    <a:pt x="40431" y="291361"/>
                  </a:lnTo>
                  <a:lnTo>
                    <a:pt x="44432" y="294852"/>
                  </a:lnTo>
                  <a:lnTo>
                    <a:pt x="48541" y="298214"/>
                  </a:lnTo>
                  <a:lnTo>
                    <a:pt x="52755" y="301444"/>
                  </a:lnTo>
                  <a:lnTo>
                    <a:pt x="57069" y="304538"/>
                  </a:lnTo>
                  <a:lnTo>
                    <a:pt x="61480" y="307494"/>
                  </a:lnTo>
                  <a:lnTo>
                    <a:pt x="65982" y="310308"/>
                  </a:lnTo>
                  <a:lnTo>
                    <a:pt x="70571" y="312978"/>
                  </a:lnTo>
                  <a:lnTo>
                    <a:pt x="75243" y="315501"/>
                  </a:lnTo>
                  <a:lnTo>
                    <a:pt x="79992" y="317874"/>
                  </a:lnTo>
                  <a:lnTo>
                    <a:pt x="84815" y="320095"/>
                  </a:lnTo>
                  <a:lnTo>
                    <a:pt x="89705" y="322162"/>
                  </a:lnTo>
                  <a:lnTo>
                    <a:pt x="94659" y="324072"/>
                  </a:lnTo>
                  <a:lnTo>
                    <a:pt x="99671" y="325825"/>
                  </a:lnTo>
                  <a:lnTo>
                    <a:pt x="104736" y="327417"/>
                  </a:lnTo>
                  <a:lnTo>
                    <a:pt x="109849" y="328847"/>
                  </a:lnTo>
                  <a:lnTo>
                    <a:pt x="115005" y="330115"/>
                  </a:lnTo>
                  <a:lnTo>
                    <a:pt x="120198" y="331218"/>
                  </a:lnTo>
                  <a:lnTo>
                    <a:pt x="125424" y="332155"/>
                  </a:lnTo>
                  <a:lnTo>
                    <a:pt x="130677" y="332926"/>
                  </a:lnTo>
                  <a:lnTo>
                    <a:pt x="135952" y="333530"/>
                  </a:lnTo>
                  <a:lnTo>
                    <a:pt x="141243" y="333967"/>
                  </a:lnTo>
                  <a:lnTo>
                    <a:pt x="146546" y="334234"/>
                  </a:lnTo>
                  <a:lnTo>
                    <a:pt x="151854" y="334334"/>
                  </a:lnTo>
                  <a:lnTo>
                    <a:pt x="157163" y="334264"/>
                  </a:lnTo>
                  <a:lnTo>
                    <a:pt x="162467" y="334027"/>
                  </a:lnTo>
                  <a:lnTo>
                    <a:pt x="167761" y="333620"/>
                  </a:lnTo>
                  <a:lnTo>
                    <a:pt x="173039" y="333046"/>
                  </a:lnTo>
                  <a:lnTo>
                    <a:pt x="178296" y="332305"/>
                  </a:lnTo>
                  <a:lnTo>
                    <a:pt x="183527" y="331397"/>
                  </a:lnTo>
                  <a:lnTo>
                    <a:pt x="188727" y="330323"/>
                  </a:lnTo>
                  <a:lnTo>
                    <a:pt x="193890" y="329085"/>
                  </a:lnTo>
                  <a:lnTo>
                    <a:pt x="199011" y="327684"/>
                  </a:lnTo>
                  <a:lnTo>
                    <a:pt x="204085" y="326120"/>
                  </a:lnTo>
                  <a:lnTo>
                    <a:pt x="209106" y="324396"/>
                  </a:lnTo>
                  <a:lnTo>
                    <a:pt x="214071" y="322514"/>
                  </a:lnTo>
                  <a:lnTo>
                    <a:pt x="218973" y="320475"/>
                  </a:lnTo>
                  <a:lnTo>
                    <a:pt x="223808" y="318281"/>
                  </a:lnTo>
                  <a:lnTo>
                    <a:pt x="228571" y="315935"/>
                  </a:lnTo>
                  <a:lnTo>
                    <a:pt x="233257" y="313439"/>
                  </a:lnTo>
                  <a:lnTo>
                    <a:pt x="237861" y="310795"/>
                  </a:lnTo>
                  <a:lnTo>
                    <a:pt x="242379" y="308006"/>
                  </a:lnTo>
                  <a:lnTo>
                    <a:pt x="246806" y="305075"/>
                  </a:lnTo>
                  <a:lnTo>
                    <a:pt x="251138" y="302005"/>
                  </a:lnTo>
                  <a:lnTo>
                    <a:pt x="255370" y="298800"/>
                  </a:lnTo>
                  <a:lnTo>
                    <a:pt x="259498" y="295461"/>
                  </a:lnTo>
                  <a:lnTo>
                    <a:pt x="263518" y="291993"/>
                  </a:lnTo>
                  <a:lnTo>
                    <a:pt x="267426" y="288399"/>
                  </a:lnTo>
                  <a:lnTo>
                    <a:pt x="271218" y="284682"/>
                  </a:lnTo>
                  <a:lnTo>
                    <a:pt x="274890" y="280848"/>
                  </a:lnTo>
                  <a:lnTo>
                    <a:pt x="278438" y="276898"/>
                  </a:lnTo>
                  <a:lnTo>
                    <a:pt x="281859" y="272838"/>
                  </a:lnTo>
                  <a:lnTo>
                    <a:pt x="285150" y="268671"/>
                  </a:lnTo>
                  <a:lnTo>
                    <a:pt x="288306" y="264402"/>
                  </a:lnTo>
                  <a:lnTo>
                    <a:pt x="291326" y="260035"/>
                  </a:lnTo>
                  <a:lnTo>
                    <a:pt x="294205" y="255574"/>
                  </a:lnTo>
                  <a:lnTo>
                    <a:pt x="296941" y="251024"/>
                  </a:lnTo>
                  <a:lnTo>
                    <a:pt x="299531" y="246389"/>
                  </a:lnTo>
                  <a:lnTo>
                    <a:pt x="301972" y="241674"/>
                  </a:lnTo>
                  <a:lnTo>
                    <a:pt x="304263" y="236885"/>
                  </a:lnTo>
                  <a:lnTo>
                    <a:pt x="306400" y="232024"/>
                  </a:lnTo>
                  <a:lnTo>
                    <a:pt x="308382" y="227099"/>
                  </a:lnTo>
                  <a:lnTo>
                    <a:pt x="310207" y="222113"/>
                  </a:lnTo>
                  <a:lnTo>
                    <a:pt x="311872" y="217072"/>
                  </a:lnTo>
                  <a:lnTo>
                    <a:pt x="313376" y="211980"/>
                  </a:lnTo>
                  <a:lnTo>
                    <a:pt x="314718" y="206843"/>
                  </a:lnTo>
                  <a:lnTo>
                    <a:pt x="315896" y="201666"/>
                  </a:lnTo>
                  <a:lnTo>
                    <a:pt x="316909" y="196454"/>
                  </a:lnTo>
                  <a:lnTo>
                    <a:pt x="317756" y="191213"/>
                  </a:lnTo>
                  <a:lnTo>
                    <a:pt x="318436" y="185947"/>
                  </a:lnTo>
                  <a:lnTo>
                    <a:pt x="318949" y="180663"/>
                  </a:lnTo>
                  <a:lnTo>
                    <a:pt x="319294" y="175365"/>
                  </a:lnTo>
                  <a:lnTo>
                    <a:pt x="319470" y="170058"/>
                  </a:lnTo>
                  <a:lnTo>
                    <a:pt x="319477" y="164749"/>
                  </a:lnTo>
                  <a:lnTo>
                    <a:pt x="319316" y="159442"/>
                  </a:lnTo>
                  <a:lnTo>
                    <a:pt x="318987" y="154143"/>
                  </a:lnTo>
                  <a:lnTo>
                    <a:pt x="318489" y="148857"/>
                  </a:lnTo>
                  <a:lnTo>
                    <a:pt x="317824" y="143589"/>
                  </a:lnTo>
                  <a:lnTo>
                    <a:pt x="316991" y="138346"/>
                  </a:lnTo>
                  <a:lnTo>
                    <a:pt x="315993" y="133131"/>
                  </a:lnTo>
                  <a:lnTo>
                    <a:pt x="314830" y="127951"/>
                  </a:lnTo>
                  <a:lnTo>
                    <a:pt x="313502" y="122810"/>
                  </a:lnTo>
                  <a:lnTo>
                    <a:pt x="312012" y="117714"/>
                  </a:lnTo>
                  <a:lnTo>
                    <a:pt x="310361" y="112668"/>
                  </a:lnTo>
                  <a:lnTo>
                    <a:pt x="308551" y="107677"/>
                  </a:lnTo>
                  <a:lnTo>
                    <a:pt x="306583" y="102746"/>
                  </a:lnTo>
                  <a:lnTo>
                    <a:pt x="304459" y="97880"/>
                  </a:lnTo>
                  <a:lnTo>
                    <a:pt x="302182" y="93083"/>
                  </a:lnTo>
                  <a:lnTo>
                    <a:pt x="299754" y="88362"/>
                  </a:lnTo>
                  <a:lnTo>
                    <a:pt x="297177" y="83720"/>
                  </a:lnTo>
                  <a:lnTo>
                    <a:pt x="294454" y="79162"/>
                  </a:lnTo>
                  <a:lnTo>
                    <a:pt x="291588" y="74693"/>
                  </a:lnTo>
                  <a:lnTo>
                    <a:pt x="288581" y="70317"/>
                  </a:lnTo>
                  <a:lnTo>
                    <a:pt x="285437" y="66039"/>
                  </a:lnTo>
                  <a:lnTo>
                    <a:pt x="282158" y="61863"/>
                  </a:lnTo>
                  <a:lnTo>
                    <a:pt x="278748" y="57793"/>
                  </a:lnTo>
                  <a:lnTo>
                    <a:pt x="275211" y="53834"/>
                  </a:lnTo>
                  <a:lnTo>
                    <a:pt x="271550" y="49988"/>
                  </a:lnTo>
                  <a:lnTo>
                    <a:pt x="267769" y="46261"/>
                  </a:lnTo>
                  <a:lnTo>
                    <a:pt x="263871" y="42656"/>
                  </a:lnTo>
                  <a:lnTo>
                    <a:pt x="259861" y="39177"/>
                  </a:lnTo>
                  <a:lnTo>
                    <a:pt x="255742" y="35827"/>
                  </a:lnTo>
                  <a:lnTo>
                    <a:pt x="251519" y="32609"/>
                  </a:lnTo>
                  <a:lnTo>
                    <a:pt x="247196" y="29527"/>
                  </a:lnTo>
                  <a:lnTo>
                    <a:pt x="242777" y="26583"/>
                  </a:lnTo>
                  <a:lnTo>
                    <a:pt x="238267" y="23782"/>
                  </a:lnTo>
                  <a:lnTo>
                    <a:pt x="233670" y="21125"/>
                  </a:lnTo>
                  <a:lnTo>
                    <a:pt x="228992" y="18615"/>
                  </a:lnTo>
                  <a:lnTo>
                    <a:pt x="224235" y="16256"/>
                  </a:lnTo>
                  <a:lnTo>
                    <a:pt x="219407" y="14048"/>
                  </a:lnTo>
                  <a:lnTo>
                    <a:pt x="214510" y="11995"/>
                  </a:lnTo>
                  <a:lnTo>
                    <a:pt x="209551" y="10099"/>
                  </a:lnTo>
                  <a:lnTo>
                    <a:pt x="204534" y="8361"/>
                  </a:lnTo>
                  <a:lnTo>
                    <a:pt x="199465" y="6783"/>
                  </a:lnTo>
                  <a:lnTo>
                    <a:pt x="194348" y="5367"/>
                  </a:lnTo>
                  <a:lnTo>
                    <a:pt x="189189" y="4114"/>
                  </a:lnTo>
                  <a:lnTo>
                    <a:pt x="183992" y="3026"/>
                  </a:lnTo>
                  <a:lnTo>
                    <a:pt x="178764" y="2103"/>
                  </a:lnTo>
                  <a:lnTo>
                    <a:pt x="173508" y="1347"/>
                  </a:lnTo>
                  <a:lnTo>
                    <a:pt x="168232" y="758"/>
                  </a:lnTo>
                  <a:lnTo>
                    <a:pt x="162939" y="337"/>
                  </a:lnTo>
                  <a:lnTo>
                    <a:pt x="157636" y="84"/>
                  </a:lnTo>
                  <a:lnTo>
                    <a:pt x="152327" y="0"/>
                  </a:lnTo>
                  <a:lnTo>
                    <a:pt x="1523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2378" y="5399291"/>
              <a:ext cx="43837" cy="167167"/>
            </a:xfrm>
            <a:custGeom>
              <a:avLst/>
              <a:pathLst>
                <a:path w="43837" h="167167">
                  <a:moveTo>
                    <a:pt x="43837" y="0"/>
                  </a:moveTo>
                  <a:lnTo>
                    <a:pt x="37502" y="120"/>
                  </a:lnTo>
                  <a:lnTo>
                    <a:pt x="31176" y="480"/>
                  </a:lnTo>
                  <a:lnTo>
                    <a:pt x="24868" y="1079"/>
                  </a:lnTo>
                  <a:lnTo>
                    <a:pt x="18587" y="1917"/>
                  </a:lnTo>
                  <a:lnTo>
                    <a:pt x="12343" y="2993"/>
                  </a:lnTo>
                  <a:lnTo>
                    <a:pt x="6144" y="4304"/>
                  </a:lnTo>
                  <a:lnTo>
                    <a:pt x="0" y="5850"/>
                  </a:lnTo>
                  <a:lnTo>
                    <a:pt x="4383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42378" y="5405141"/>
              <a:ext cx="43837" cy="161317"/>
            </a:xfrm>
            <a:custGeom>
              <a:avLst/>
              <a:pathLst>
                <a:path w="43837" h="161317">
                  <a:moveTo>
                    <a:pt x="0" y="0"/>
                  </a:moveTo>
                  <a:lnTo>
                    <a:pt x="43837" y="1613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319049" y="5402859"/>
              <a:ext cx="334333" cy="330752"/>
            </a:xfrm>
            <a:custGeom>
              <a:avLst/>
              <a:pathLst>
                <a:path w="334333" h="330752">
                  <a:moveTo>
                    <a:pt x="123329" y="2282"/>
                  </a:moveTo>
                  <a:lnTo>
                    <a:pt x="118229" y="3755"/>
                  </a:lnTo>
                  <a:lnTo>
                    <a:pt x="113179" y="5390"/>
                  </a:lnTo>
                  <a:lnTo>
                    <a:pt x="108184" y="7183"/>
                  </a:lnTo>
                  <a:lnTo>
                    <a:pt x="103247" y="9135"/>
                  </a:lnTo>
                  <a:lnTo>
                    <a:pt x="98376" y="11242"/>
                  </a:lnTo>
                  <a:lnTo>
                    <a:pt x="93573" y="13503"/>
                  </a:lnTo>
                  <a:lnTo>
                    <a:pt x="88845" y="15915"/>
                  </a:lnTo>
                  <a:lnTo>
                    <a:pt x="84196" y="18476"/>
                  </a:lnTo>
                  <a:lnTo>
                    <a:pt x="79630" y="21183"/>
                  </a:lnTo>
                  <a:lnTo>
                    <a:pt x="75153" y="24034"/>
                  </a:lnTo>
                  <a:lnTo>
                    <a:pt x="70768" y="27025"/>
                  </a:lnTo>
                  <a:lnTo>
                    <a:pt x="66481" y="30155"/>
                  </a:lnTo>
                  <a:lnTo>
                    <a:pt x="62295" y="33419"/>
                  </a:lnTo>
                  <a:lnTo>
                    <a:pt x="58215" y="36814"/>
                  </a:lnTo>
                  <a:lnTo>
                    <a:pt x="54245" y="40337"/>
                  </a:lnTo>
                  <a:lnTo>
                    <a:pt x="50388" y="43984"/>
                  </a:lnTo>
                  <a:lnTo>
                    <a:pt x="46650" y="47751"/>
                  </a:lnTo>
                  <a:lnTo>
                    <a:pt x="43032" y="51636"/>
                  </a:lnTo>
                  <a:lnTo>
                    <a:pt x="39540" y="55634"/>
                  </a:lnTo>
                  <a:lnTo>
                    <a:pt x="36177" y="59740"/>
                  </a:lnTo>
                  <a:lnTo>
                    <a:pt x="32946" y="63951"/>
                  </a:lnTo>
                  <a:lnTo>
                    <a:pt x="29850" y="68262"/>
                  </a:lnTo>
                  <a:lnTo>
                    <a:pt x="26892" y="72670"/>
                  </a:lnTo>
                  <a:lnTo>
                    <a:pt x="24076" y="77169"/>
                  </a:lnTo>
                  <a:lnTo>
                    <a:pt x="21404" y="81756"/>
                  </a:lnTo>
                  <a:lnTo>
                    <a:pt x="18879" y="86425"/>
                  </a:lnTo>
                  <a:lnTo>
                    <a:pt x="16504" y="91171"/>
                  </a:lnTo>
                  <a:lnTo>
                    <a:pt x="14280" y="95991"/>
                  </a:lnTo>
                  <a:lnTo>
                    <a:pt x="12211" y="100879"/>
                  </a:lnTo>
                  <a:lnTo>
                    <a:pt x="10298" y="105830"/>
                  </a:lnTo>
                  <a:lnTo>
                    <a:pt x="8543" y="110839"/>
                  </a:lnTo>
                  <a:lnTo>
                    <a:pt x="6948" y="115902"/>
                  </a:lnTo>
                  <a:lnTo>
                    <a:pt x="5514" y="121013"/>
                  </a:lnTo>
                  <a:lnTo>
                    <a:pt x="4243" y="126166"/>
                  </a:lnTo>
                  <a:lnTo>
                    <a:pt x="3137" y="131358"/>
                  </a:lnTo>
                  <a:lnTo>
                    <a:pt x="2196" y="136582"/>
                  </a:lnTo>
                  <a:lnTo>
                    <a:pt x="1422" y="141833"/>
                  </a:lnTo>
                  <a:lnTo>
                    <a:pt x="814" y="147106"/>
                  </a:lnTo>
                  <a:lnTo>
                    <a:pt x="374" y="152395"/>
                  </a:lnTo>
                  <a:lnTo>
                    <a:pt x="103" y="157696"/>
                  </a:lnTo>
                  <a:lnTo>
                    <a:pt x="0" y="163003"/>
                  </a:lnTo>
                  <a:lnTo>
                    <a:pt x="65" y="168311"/>
                  </a:lnTo>
                  <a:lnTo>
                    <a:pt x="299" y="173614"/>
                  </a:lnTo>
                  <a:lnTo>
                    <a:pt x="701" y="178906"/>
                  </a:lnTo>
                  <a:lnTo>
                    <a:pt x="1271" y="184183"/>
                  </a:lnTo>
                  <a:lnTo>
                    <a:pt x="2008" y="189440"/>
                  </a:lnTo>
                  <a:lnTo>
                    <a:pt x="2911" y="194670"/>
                  </a:lnTo>
                  <a:lnTo>
                    <a:pt x="3981" y="199869"/>
                  </a:lnTo>
                  <a:lnTo>
                    <a:pt x="5214" y="205032"/>
                  </a:lnTo>
                  <a:lnTo>
                    <a:pt x="6611" y="210153"/>
                  </a:lnTo>
                  <a:lnTo>
                    <a:pt x="8170" y="215227"/>
                  </a:lnTo>
                  <a:lnTo>
                    <a:pt x="9890" y="220248"/>
                  </a:lnTo>
                  <a:lnTo>
                    <a:pt x="11767" y="225213"/>
                  </a:lnTo>
                  <a:lnTo>
                    <a:pt x="13802" y="230116"/>
                  </a:lnTo>
                  <a:lnTo>
                    <a:pt x="15991" y="234951"/>
                  </a:lnTo>
                  <a:lnTo>
                    <a:pt x="18332" y="239715"/>
                  </a:lnTo>
                  <a:lnTo>
                    <a:pt x="20824" y="244402"/>
                  </a:lnTo>
                  <a:lnTo>
                    <a:pt x="23463" y="249007"/>
                  </a:lnTo>
                  <a:lnTo>
                    <a:pt x="26247" y="253526"/>
                  </a:lnTo>
                  <a:lnTo>
                    <a:pt x="29173" y="257955"/>
                  </a:lnTo>
                  <a:lnTo>
                    <a:pt x="32238" y="262288"/>
                  </a:lnTo>
                  <a:lnTo>
                    <a:pt x="35439" y="266522"/>
                  </a:lnTo>
                  <a:lnTo>
                    <a:pt x="38773" y="270652"/>
                  </a:lnTo>
                  <a:lnTo>
                    <a:pt x="42237" y="274675"/>
                  </a:lnTo>
                  <a:lnTo>
                    <a:pt x="45826" y="278585"/>
                  </a:lnTo>
                  <a:lnTo>
                    <a:pt x="49538" y="282379"/>
                  </a:lnTo>
                  <a:lnTo>
                    <a:pt x="53368" y="286054"/>
                  </a:lnTo>
                  <a:lnTo>
                    <a:pt x="57313" y="289605"/>
                  </a:lnTo>
                  <a:lnTo>
                    <a:pt x="61369" y="293029"/>
                  </a:lnTo>
                  <a:lnTo>
                    <a:pt x="65532" y="296323"/>
                  </a:lnTo>
                  <a:lnTo>
                    <a:pt x="69797" y="299482"/>
                  </a:lnTo>
                  <a:lnTo>
                    <a:pt x="74160" y="302505"/>
                  </a:lnTo>
                  <a:lnTo>
                    <a:pt x="78617" y="305388"/>
                  </a:lnTo>
                  <a:lnTo>
                    <a:pt x="83163" y="308128"/>
                  </a:lnTo>
                  <a:lnTo>
                    <a:pt x="87794" y="310722"/>
                  </a:lnTo>
                  <a:lnTo>
                    <a:pt x="92504" y="313168"/>
                  </a:lnTo>
                  <a:lnTo>
                    <a:pt x="97291" y="315463"/>
                  </a:lnTo>
                  <a:lnTo>
                    <a:pt x="102147" y="317604"/>
                  </a:lnTo>
                  <a:lnTo>
                    <a:pt x="107069" y="319591"/>
                  </a:lnTo>
                  <a:lnTo>
                    <a:pt x="112052" y="321420"/>
                  </a:lnTo>
                  <a:lnTo>
                    <a:pt x="117090" y="323091"/>
                  </a:lnTo>
                  <a:lnTo>
                    <a:pt x="122179" y="324600"/>
                  </a:lnTo>
                  <a:lnTo>
                    <a:pt x="127313" y="325947"/>
                  </a:lnTo>
                  <a:lnTo>
                    <a:pt x="132488" y="327130"/>
                  </a:lnTo>
                  <a:lnTo>
                    <a:pt x="137697" y="328149"/>
                  </a:lnTo>
                  <a:lnTo>
                    <a:pt x="142936" y="329002"/>
                  </a:lnTo>
                  <a:lnTo>
                    <a:pt x="148199" y="329687"/>
                  </a:lnTo>
                  <a:lnTo>
                    <a:pt x="153482" y="330206"/>
                  </a:lnTo>
                  <a:lnTo>
                    <a:pt x="158778" y="330556"/>
                  </a:lnTo>
                  <a:lnTo>
                    <a:pt x="164083" y="330739"/>
                  </a:lnTo>
                  <a:lnTo>
                    <a:pt x="169391" y="330752"/>
                  </a:lnTo>
                  <a:lnTo>
                    <a:pt x="174697" y="330597"/>
                  </a:lnTo>
                  <a:lnTo>
                    <a:pt x="179995" y="330274"/>
                  </a:lnTo>
                  <a:lnTo>
                    <a:pt x="185280" y="329783"/>
                  </a:lnTo>
                  <a:lnTo>
                    <a:pt x="190547" y="329124"/>
                  </a:lnTo>
                  <a:lnTo>
                    <a:pt x="195790" y="328298"/>
                  </a:lnTo>
                  <a:lnTo>
                    <a:pt x="201004" y="327306"/>
                  </a:lnTo>
                  <a:lnTo>
                    <a:pt x="206185" y="326149"/>
                  </a:lnTo>
                  <a:lnTo>
                    <a:pt x="211326" y="324829"/>
                  </a:lnTo>
                  <a:lnTo>
                    <a:pt x="216422" y="323345"/>
                  </a:lnTo>
                  <a:lnTo>
                    <a:pt x="221469" y="321701"/>
                  </a:lnTo>
                  <a:lnTo>
                    <a:pt x="226461" y="319897"/>
                  </a:lnTo>
                  <a:lnTo>
                    <a:pt x="231393" y="317936"/>
                  </a:lnTo>
                  <a:lnTo>
                    <a:pt x="236261" y="315819"/>
                  </a:lnTo>
                  <a:lnTo>
                    <a:pt x="241059" y="313549"/>
                  </a:lnTo>
                  <a:lnTo>
                    <a:pt x="245782" y="311127"/>
                  </a:lnTo>
                  <a:lnTo>
                    <a:pt x="250426" y="308557"/>
                  </a:lnTo>
                  <a:lnTo>
                    <a:pt x="254986" y="305841"/>
                  </a:lnTo>
                  <a:lnTo>
                    <a:pt x="259458" y="302981"/>
                  </a:lnTo>
                  <a:lnTo>
                    <a:pt x="263836" y="299980"/>
                  </a:lnTo>
                  <a:lnTo>
                    <a:pt x="268118" y="296843"/>
                  </a:lnTo>
                  <a:lnTo>
                    <a:pt x="272297" y="293570"/>
                  </a:lnTo>
                  <a:lnTo>
                    <a:pt x="276370" y="290167"/>
                  </a:lnTo>
                  <a:lnTo>
                    <a:pt x="280333" y="286636"/>
                  </a:lnTo>
                  <a:lnTo>
                    <a:pt x="284183" y="282981"/>
                  </a:lnTo>
                  <a:lnTo>
                    <a:pt x="287914" y="279206"/>
                  </a:lnTo>
                  <a:lnTo>
                    <a:pt x="291523" y="275314"/>
                  </a:lnTo>
                  <a:lnTo>
                    <a:pt x="295007" y="271310"/>
                  </a:lnTo>
                  <a:lnTo>
                    <a:pt x="298362" y="267197"/>
                  </a:lnTo>
                  <a:lnTo>
                    <a:pt x="301585" y="262979"/>
                  </a:lnTo>
                  <a:lnTo>
                    <a:pt x="304673" y="258662"/>
                  </a:lnTo>
                  <a:lnTo>
                    <a:pt x="307621" y="254248"/>
                  </a:lnTo>
                  <a:lnTo>
                    <a:pt x="310429" y="249743"/>
                  </a:lnTo>
                  <a:lnTo>
                    <a:pt x="313091" y="245152"/>
                  </a:lnTo>
                  <a:lnTo>
                    <a:pt x="315607" y="240478"/>
                  </a:lnTo>
                  <a:lnTo>
                    <a:pt x="317973" y="235726"/>
                  </a:lnTo>
                  <a:lnTo>
                    <a:pt x="320187" y="230902"/>
                  </a:lnTo>
                  <a:lnTo>
                    <a:pt x="322246" y="226010"/>
                  </a:lnTo>
                  <a:lnTo>
                    <a:pt x="324149" y="221055"/>
                  </a:lnTo>
                  <a:lnTo>
                    <a:pt x="325894" y="216042"/>
                  </a:lnTo>
                  <a:lnTo>
                    <a:pt x="327479" y="210976"/>
                  </a:lnTo>
                  <a:lnTo>
                    <a:pt x="328903" y="205863"/>
                  </a:lnTo>
                  <a:lnTo>
                    <a:pt x="330163" y="200707"/>
                  </a:lnTo>
                  <a:lnTo>
                    <a:pt x="331259" y="195513"/>
                  </a:lnTo>
                  <a:lnTo>
                    <a:pt x="332189" y="190287"/>
                  </a:lnTo>
                  <a:lnTo>
                    <a:pt x="332953" y="185035"/>
                  </a:lnTo>
                  <a:lnTo>
                    <a:pt x="333550" y="179760"/>
                  </a:lnTo>
                  <a:lnTo>
                    <a:pt x="333980" y="174470"/>
                  </a:lnTo>
                  <a:lnTo>
                    <a:pt x="334241" y="169168"/>
                  </a:lnTo>
                  <a:lnTo>
                    <a:pt x="334333" y="163861"/>
                  </a:lnTo>
                  <a:lnTo>
                    <a:pt x="334257" y="158554"/>
                  </a:lnTo>
                  <a:lnTo>
                    <a:pt x="334013" y="153252"/>
                  </a:lnTo>
                  <a:lnTo>
                    <a:pt x="333600" y="147960"/>
                  </a:lnTo>
                  <a:lnTo>
                    <a:pt x="333020" y="142684"/>
                  </a:lnTo>
                  <a:lnTo>
                    <a:pt x="332272" y="137429"/>
                  </a:lnTo>
                  <a:lnTo>
                    <a:pt x="331358" y="132200"/>
                  </a:lnTo>
                  <a:lnTo>
                    <a:pt x="330278" y="127003"/>
                  </a:lnTo>
                  <a:lnTo>
                    <a:pt x="329034" y="121843"/>
                  </a:lnTo>
                  <a:lnTo>
                    <a:pt x="327627" y="116725"/>
                  </a:lnTo>
                  <a:lnTo>
                    <a:pt x="326058" y="111654"/>
                  </a:lnTo>
                  <a:lnTo>
                    <a:pt x="324329" y="106636"/>
                  </a:lnTo>
                  <a:lnTo>
                    <a:pt x="322441" y="101675"/>
                  </a:lnTo>
                  <a:lnTo>
                    <a:pt x="320397" y="96777"/>
                  </a:lnTo>
                  <a:lnTo>
                    <a:pt x="318198" y="91945"/>
                  </a:lnTo>
                  <a:lnTo>
                    <a:pt x="315847" y="87187"/>
                  </a:lnTo>
                  <a:lnTo>
                    <a:pt x="313346" y="82505"/>
                  </a:lnTo>
                  <a:lnTo>
                    <a:pt x="310698" y="77905"/>
                  </a:lnTo>
                  <a:lnTo>
                    <a:pt x="307905" y="73391"/>
                  </a:lnTo>
                  <a:lnTo>
                    <a:pt x="304970" y="68968"/>
                  </a:lnTo>
                  <a:lnTo>
                    <a:pt x="301896" y="64641"/>
                  </a:lnTo>
                  <a:lnTo>
                    <a:pt x="298686" y="60414"/>
                  </a:lnTo>
                  <a:lnTo>
                    <a:pt x="295344" y="56290"/>
                  </a:lnTo>
                  <a:lnTo>
                    <a:pt x="291872" y="52275"/>
                  </a:lnTo>
                  <a:lnTo>
                    <a:pt x="288275" y="48372"/>
                  </a:lnTo>
                  <a:lnTo>
                    <a:pt x="284556" y="44585"/>
                  </a:lnTo>
                  <a:lnTo>
                    <a:pt x="280718" y="40918"/>
                  </a:lnTo>
                  <a:lnTo>
                    <a:pt x="276766" y="37375"/>
                  </a:lnTo>
                  <a:lnTo>
                    <a:pt x="272703" y="33959"/>
                  </a:lnTo>
                  <a:lnTo>
                    <a:pt x="268534" y="30673"/>
                  </a:lnTo>
                  <a:lnTo>
                    <a:pt x="264263" y="27522"/>
                  </a:lnTo>
                  <a:lnTo>
                    <a:pt x="259894" y="24508"/>
                  </a:lnTo>
                  <a:lnTo>
                    <a:pt x="255431" y="21634"/>
                  </a:lnTo>
                  <a:lnTo>
                    <a:pt x="250880" y="18903"/>
                  </a:lnTo>
                  <a:lnTo>
                    <a:pt x="246244" y="16319"/>
                  </a:lnTo>
                  <a:lnTo>
                    <a:pt x="241528" y="13882"/>
                  </a:lnTo>
                  <a:lnTo>
                    <a:pt x="236737" y="11597"/>
                  </a:lnTo>
                  <a:lnTo>
                    <a:pt x="231876" y="9465"/>
                  </a:lnTo>
                  <a:lnTo>
                    <a:pt x="226950" y="7488"/>
                  </a:lnTo>
                  <a:lnTo>
                    <a:pt x="221964" y="5669"/>
                  </a:lnTo>
                  <a:lnTo>
                    <a:pt x="216922" y="4009"/>
                  </a:lnTo>
                  <a:lnTo>
                    <a:pt x="211830" y="2509"/>
                  </a:lnTo>
                  <a:lnTo>
                    <a:pt x="206694" y="1173"/>
                  </a:lnTo>
                  <a:lnTo>
                    <a:pt x="201517" y="0"/>
                  </a:lnTo>
                  <a:lnTo>
                    <a:pt x="167166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86215" y="5399291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856377" y="5399291"/>
              <a:ext cx="182227" cy="334332"/>
            </a:xfrm>
            <a:custGeom>
              <a:avLst/>
              <a:pathLst>
                <a:path w="182227" h="334332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4" y="769"/>
                  </a:lnTo>
                  <a:lnTo>
                    <a:pt x="145828" y="1367"/>
                  </a:lnTo>
                  <a:lnTo>
                    <a:pt x="140535" y="2134"/>
                  </a:lnTo>
                  <a:lnTo>
                    <a:pt x="135269" y="3071"/>
                  </a:lnTo>
                  <a:lnTo>
                    <a:pt x="130035" y="4175"/>
                  </a:lnTo>
                  <a:lnTo>
                    <a:pt x="124840" y="5447"/>
                  </a:lnTo>
                  <a:lnTo>
                    <a:pt x="119688" y="6884"/>
                  </a:lnTo>
                  <a:lnTo>
                    <a:pt x="114584" y="8485"/>
                  </a:lnTo>
                  <a:lnTo>
                    <a:pt x="109534" y="10248"/>
                  </a:lnTo>
                  <a:lnTo>
                    <a:pt x="104543" y="12172"/>
                  </a:lnTo>
                  <a:lnTo>
                    <a:pt x="99617" y="14255"/>
                  </a:lnTo>
                  <a:lnTo>
                    <a:pt x="94759" y="16494"/>
                  </a:lnTo>
                  <a:lnTo>
                    <a:pt x="89976" y="18888"/>
                  </a:lnTo>
                  <a:lnTo>
                    <a:pt x="85272" y="21433"/>
                  </a:lnTo>
                  <a:lnTo>
                    <a:pt x="80651" y="24128"/>
                  </a:lnTo>
                  <a:lnTo>
                    <a:pt x="76119" y="26969"/>
                  </a:lnTo>
                  <a:lnTo>
                    <a:pt x="71681" y="29954"/>
                  </a:lnTo>
                  <a:lnTo>
                    <a:pt x="67340" y="33079"/>
                  </a:lnTo>
                  <a:lnTo>
                    <a:pt x="63101" y="36341"/>
                  </a:lnTo>
                  <a:lnTo>
                    <a:pt x="58969" y="39737"/>
                  </a:lnTo>
                  <a:lnTo>
                    <a:pt x="54947" y="43264"/>
                  </a:lnTo>
                  <a:lnTo>
                    <a:pt x="51041" y="46918"/>
                  </a:lnTo>
                  <a:lnTo>
                    <a:pt x="47253" y="50695"/>
                  </a:lnTo>
                  <a:lnTo>
                    <a:pt x="43588" y="54590"/>
                  </a:lnTo>
                  <a:lnTo>
                    <a:pt x="40050" y="58602"/>
                  </a:lnTo>
                  <a:lnTo>
                    <a:pt x="36642" y="62724"/>
                  </a:lnTo>
                  <a:lnTo>
                    <a:pt x="33367" y="66953"/>
                  </a:lnTo>
                  <a:lnTo>
                    <a:pt x="30230" y="71285"/>
                  </a:lnTo>
                  <a:lnTo>
                    <a:pt x="27232" y="75715"/>
                  </a:lnTo>
                  <a:lnTo>
                    <a:pt x="24378" y="80239"/>
                  </a:lnTo>
                  <a:lnTo>
                    <a:pt x="21670" y="84852"/>
                  </a:lnTo>
                  <a:lnTo>
                    <a:pt x="19111" y="89549"/>
                  </a:lnTo>
                  <a:lnTo>
                    <a:pt x="16704" y="94325"/>
                  </a:lnTo>
                  <a:lnTo>
                    <a:pt x="14450" y="99176"/>
                  </a:lnTo>
                  <a:lnTo>
                    <a:pt x="12353" y="104097"/>
                  </a:lnTo>
                  <a:lnTo>
                    <a:pt x="10415" y="109082"/>
                  </a:lnTo>
                  <a:lnTo>
                    <a:pt x="8637" y="114126"/>
                  </a:lnTo>
                  <a:lnTo>
                    <a:pt x="7021" y="119225"/>
                  </a:lnTo>
                  <a:lnTo>
                    <a:pt x="5569" y="124373"/>
                  </a:lnTo>
                  <a:lnTo>
                    <a:pt x="4283" y="129565"/>
                  </a:lnTo>
                  <a:lnTo>
                    <a:pt x="3163" y="134795"/>
                  </a:lnTo>
                  <a:lnTo>
                    <a:pt x="2211" y="140059"/>
                  </a:lnTo>
                  <a:lnTo>
                    <a:pt x="1429" y="145350"/>
                  </a:lnTo>
                  <a:lnTo>
                    <a:pt x="815" y="150664"/>
                  </a:lnTo>
                  <a:lnTo>
                    <a:pt x="373" y="155994"/>
                  </a:lnTo>
                  <a:lnTo>
                    <a:pt x="101" y="161336"/>
                  </a:lnTo>
                  <a:lnTo>
                    <a:pt x="0" y="166684"/>
                  </a:lnTo>
                  <a:lnTo>
                    <a:pt x="70" y="172032"/>
                  </a:lnTo>
                  <a:lnTo>
                    <a:pt x="311" y="177376"/>
                  </a:lnTo>
                  <a:lnTo>
                    <a:pt x="723" y="182709"/>
                  </a:lnTo>
                  <a:lnTo>
                    <a:pt x="1305" y="188026"/>
                  </a:lnTo>
                  <a:lnTo>
                    <a:pt x="2057" y="193321"/>
                  </a:lnTo>
                  <a:lnTo>
                    <a:pt x="2979" y="198590"/>
                  </a:lnTo>
                  <a:lnTo>
                    <a:pt x="4068" y="203827"/>
                  </a:lnTo>
                  <a:lnTo>
                    <a:pt x="5324" y="209026"/>
                  </a:lnTo>
                  <a:lnTo>
                    <a:pt x="6746" y="214182"/>
                  </a:lnTo>
                  <a:lnTo>
                    <a:pt x="8333" y="219290"/>
                  </a:lnTo>
                  <a:lnTo>
                    <a:pt x="10082" y="224345"/>
                  </a:lnTo>
                  <a:lnTo>
                    <a:pt x="11991" y="229342"/>
                  </a:lnTo>
                  <a:lnTo>
                    <a:pt x="14060" y="234274"/>
                  </a:lnTo>
                  <a:lnTo>
                    <a:pt x="16285" y="239138"/>
                  </a:lnTo>
                  <a:lnTo>
                    <a:pt x="18665" y="243928"/>
                  </a:lnTo>
                  <a:lnTo>
                    <a:pt x="21197" y="248640"/>
                  </a:lnTo>
                  <a:lnTo>
                    <a:pt x="23878" y="253268"/>
                  </a:lnTo>
                  <a:lnTo>
                    <a:pt x="26706" y="257808"/>
                  </a:lnTo>
                  <a:lnTo>
                    <a:pt x="29678" y="262256"/>
                  </a:lnTo>
                  <a:lnTo>
                    <a:pt x="32790" y="266606"/>
                  </a:lnTo>
                  <a:lnTo>
                    <a:pt x="36040" y="270854"/>
                  </a:lnTo>
                  <a:lnTo>
                    <a:pt x="39425" y="274996"/>
                  </a:lnTo>
                  <a:lnTo>
                    <a:pt x="42940" y="279027"/>
                  </a:lnTo>
                  <a:lnTo>
                    <a:pt x="46582" y="282944"/>
                  </a:lnTo>
                  <a:lnTo>
                    <a:pt x="50348" y="286743"/>
                  </a:lnTo>
                  <a:lnTo>
                    <a:pt x="54233" y="290419"/>
                  </a:lnTo>
                  <a:lnTo>
                    <a:pt x="58234" y="293969"/>
                  </a:lnTo>
                  <a:lnTo>
                    <a:pt x="62347" y="297389"/>
                  </a:lnTo>
                  <a:lnTo>
                    <a:pt x="66566" y="300676"/>
                  </a:lnTo>
                  <a:lnTo>
                    <a:pt x="70889" y="303826"/>
                  </a:lnTo>
                  <a:lnTo>
                    <a:pt x="75311" y="306836"/>
                  </a:lnTo>
                  <a:lnTo>
                    <a:pt x="79826" y="309703"/>
                  </a:lnTo>
                  <a:lnTo>
                    <a:pt x="84431" y="312425"/>
                  </a:lnTo>
                  <a:lnTo>
                    <a:pt x="89120" y="314997"/>
                  </a:lnTo>
                  <a:lnTo>
                    <a:pt x="93890" y="317418"/>
                  </a:lnTo>
                  <a:lnTo>
                    <a:pt x="98734" y="319686"/>
                  </a:lnTo>
                  <a:lnTo>
                    <a:pt x="103649" y="321797"/>
                  </a:lnTo>
                  <a:lnTo>
                    <a:pt x="108628" y="323750"/>
                  </a:lnTo>
                  <a:lnTo>
                    <a:pt x="113668" y="325543"/>
                  </a:lnTo>
                  <a:lnTo>
                    <a:pt x="118762" y="327173"/>
                  </a:lnTo>
                  <a:lnTo>
                    <a:pt x="123906" y="328640"/>
                  </a:lnTo>
                  <a:lnTo>
                    <a:pt x="129094" y="329941"/>
                  </a:lnTo>
                  <a:lnTo>
                    <a:pt x="134321" y="331076"/>
                  </a:lnTo>
                  <a:lnTo>
                    <a:pt x="139582" y="332043"/>
                  </a:lnTo>
                  <a:lnTo>
                    <a:pt x="144871" y="332841"/>
                  </a:lnTo>
                  <a:lnTo>
                    <a:pt x="150182" y="333469"/>
                  </a:lnTo>
                  <a:lnTo>
                    <a:pt x="155511" y="333928"/>
                  </a:lnTo>
                  <a:lnTo>
                    <a:pt x="160853" y="334215"/>
                  </a:lnTo>
                  <a:lnTo>
                    <a:pt x="166200" y="334332"/>
                  </a:lnTo>
                  <a:lnTo>
                    <a:pt x="171549" y="334277"/>
                  </a:lnTo>
                  <a:lnTo>
                    <a:pt x="176893" y="334051"/>
                  </a:lnTo>
                  <a:lnTo>
                    <a:pt x="182227" y="33365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566459"/>
              <a:ext cx="15060" cy="166487"/>
            </a:xfrm>
            <a:custGeom>
              <a:avLst/>
              <a:pathLst>
                <a:path w="15060" h="166487">
                  <a:moveTo>
                    <a:pt x="15060" y="166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566459"/>
              <a:ext cx="15060" cy="166487"/>
            </a:xfrm>
            <a:custGeom>
              <a:avLst/>
              <a:pathLst>
                <a:path w="15060" h="166487">
                  <a:moveTo>
                    <a:pt x="15060" y="166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15060" cy="166487"/>
            </a:xfrm>
            <a:custGeom>
              <a:avLst/>
              <a:pathLst>
                <a:path w="15060" h="166487">
                  <a:moveTo>
                    <a:pt x="15060" y="166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15060" cy="166487"/>
            </a:xfrm>
            <a:custGeom>
              <a:avLst/>
              <a:pathLst>
                <a:path w="15060" h="166487">
                  <a:moveTo>
                    <a:pt x="15060" y="166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566459"/>
              <a:ext cx="15060" cy="166487"/>
            </a:xfrm>
            <a:custGeom>
              <a:avLst/>
              <a:pathLst>
                <a:path w="15060" h="166487">
                  <a:moveTo>
                    <a:pt x="15060" y="1664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566459"/>
              <a:ext cx="106392" cy="166487"/>
            </a:xfrm>
            <a:custGeom>
              <a:avLst/>
              <a:pathLst>
                <a:path w="106392" h="166487">
                  <a:moveTo>
                    <a:pt x="15060" y="166487"/>
                  </a:moveTo>
                  <a:lnTo>
                    <a:pt x="20597" y="165893"/>
                  </a:lnTo>
                  <a:lnTo>
                    <a:pt x="26111" y="165115"/>
                  </a:lnTo>
                  <a:lnTo>
                    <a:pt x="31597" y="164154"/>
                  </a:lnTo>
                  <a:lnTo>
                    <a:pt x="37047" y="163010"/>
                  </a:lnTo>
                  <a:lnTo>
                    <a:pt x="42456" y="161686"/>
                  </a:lnTo>
                  <a:lnTo>
                    <a:pt x="47818" y="160182"/>
                  </a:lnTo>
                  <a:lnTo>
                    <a:pt x="53127" y="158500"/>
                  </a:lnTo>
                  <a:lnTo>
                    <a:pt x="58377" y="156643"/>
                  </a:lnTo>
                  <a:lnTo>
                    <a:pt x="63562" y="154611"/>
                  </a:lnTo>
                  <a:lnTo>
                    <a:pt x="68676" y="152408"/>
                  </a:lnTo>
                  <a:lnTo>
                    <a:pt x="73715" y="150036"/>
                  </a:lnTo>
                  <a:lnTo>
                    <a:pt x="78671" y="147498"/>
                  </a:lnTo>
                  <a:lnTo>
                    <a:pt x="83541" y="144795"/>
                  </a:lnTo>
                  <a:lnTo>
                    <a:pt x="88317" y="141932"/>
                  </a:lnTo>
                  <a:lnTo>
                    <a:pt x="92996" y="138912"/>
                  </a:lnTo>
                  <a:lnTo>
                    <a:pt x="97571" y="135737"/>
                  </a:lnTo>
                  <a:lnTo>
                    <a:pt x="102038" y="132412"/>
                  </a:lnTo>
                  <a:lnTo>
                    <a:pt x="106392" y="1289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399291"/>
              <a:ext cx="167158" cy="296107"/>
            </a:xfrm>
            <a:custGeom>
              <a:avLst/>
              <a:pathLst>
                <a:path w="167158" h="296107">
                  <a:moveTo>
                    <a:pt x="106392" y="296107"/>
                  </a:moveTo>
                  <a:lnTo>
                    <a:pt x="110443" y="292655"/>
                  </a:lnTo>
                  <a:lnTo>
                    <a:pt x="114382" y="289075"/>
                  </a:ln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12455" y="5269756"/>
              <a:ext cx="132802" cy="167167"/>
            </a:xfrm>
            <a:custGeom>
              <a:avLst/>
              <a:pathLst>
                <a:path w="132802" h="167167">
                  <a:moveTo>
                    <a:pt x="132802" y="0"/>
                  </a:moveTo>
                  <a:lnTo>
                    <a:pt x="127322" y="89"/>
                  </a:lnTo>
                  <a:lnTo>
                    <a:pt x="121848" y="359"/>
                  </a:lnTo>
                  <a:lnTo>
                    <a:pt x="116385" y="808"/>
                  </a:lnTo>
                  <a:lnTo>
                    <a:pt x="110941" y="1435"/>
                  </a:lnTo>
                  <a:lnTo>
                    <a:pt x="105519" y="2241"/>
                  </a:lnTo>
                  <a:lnTo>
                    <a:pt x="100127" y="3224"/>
                  </a:lnTo>
                  <a:lnTo>
                    <a:pt x="94770" y="4383"/>
                  </a:lnTo>
                  <a:lnTo>
                    <a:pt x="89454" y="5717"/>
                  </a:lnTo>
                  <a:lnTo>
                    <a:pt x="84185" y="7225"/>
                  </a:lnTo>
                  <a:lnTo>
                    <a:pt x="78968" y="8905"/>
                  </a:lnTo>
                  <a:lnTo>
                    <a:pt x="73809" y="10755"/>
                  </a:lnTo>
                  <a:lnTo>
                    <a:pt x="68713" y="12773"/>
                  </a:lnTo>
                  <a:lnTo>
                    <a:pt x="63686" y="14957"/>
                  </a:lnTo>
                  <a:lnTo>
                    <a:pt x="58733" y="17304"/>
                  </a:lnTo>
                  <a:lnTo>
                    <a:pt x="53860" y="19813"/>
                  </a:lnTo>
                  <a:lnTo>
                    <a:pt x="49072" y="22480"/>
                  </a:lnTo>
                  <a:lnTo>
                    <a:pt x="44374" y="25303"/>
                  </a:lnTo>
                  <a:lnTo>
                    <a:pt x="39771" y="28278"/>
                  </a:lnTo>
                  <a:lnTo>
                    <a:pt x="35268" y="31402"/>
                  </a:lnTo>
                  <a:lnTo>
                    <a:pt x="30870" y="34673"/>
                  </a:lnTo>
                  <a:lnTo>
                    <a:pt x="26581" y="38086"/>
                  </a:lnTo>
                  <a:lnTo>
                    <a:pt x="22406" y="41637"/>
                  </a:lnTo>
                  <a:lnTo>
                    <a:pt x="18351" y="45324"/>
                  </a:lnTo>
                  <a:lnTo>
                    <a:pt x="14418" y="49141"/>
                  </a:lnTo>
                  <a:lnTo>
                    <a:pt x="10612" y="53085"/>
                  </a:lnTo>
                  <a:lnTo>
                    <a:pt x="6938" y="57152"/>
                  </a:lnTo>
                  <a:lnTo>
                    <a:pt x="3399" y="61338"/>
                  </a:lnTo>
                  <a:lnTo>
                    <a:pt x="0" y="65637"/>
                  </a:lnTo>
                  <a:lnTo>
                    <a:pt x="1328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94046" y="5335393"/>
              <a:ext cx="151212" cy="101530"/>
            </a:xfrm>
            <a:custGeom>
              <a:avLst/>
              <a:pathLst>
                <a:path w="151212" h="101530">
                  <a:moveTo>
                    <a:pt x="18409" y="0"/>
                  </a:moveTo>
                  <a:lnTo>
                    <a:pt x="14220" y="5727"/>
                  </a:lnTo>
                  <a:lnTo>
                    <a:pt x="10277" y="11628"/>
                  </a:lnTo>
                  <a:lnTo>
                    <a:pt x="6589" y="17690"/>
                  </a:lnTo>
                  <a:lnTo>
                    <a:pt x="3161" y="23904"/>
                  </a:lnTo>
                  <a:lnTo>
                    <a:pt x="0" y="30257"/>
                  </a:lnTo>
                  <a:lnTo>
                    <a:pt x="151212" y="1015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15954" y="95894"/>
                  </a:moveTo>
                  <a:lnTo>
                    <a:pt x="13777" y="100709"/>
                  </a:lnTo>
                  <a:lnTo>
                    <a:pt x="11753" y="105591"/>
                  </a:lnTo>
                  <a:lnTo>
                    <a:pt x="9885" y="110534"/>
                  </a:lnTo>
                  <a:lnTo>
                    <a:pt x="8173" y="115533"/>
                  </a:lnTo>
                  <a:lnTo>
                    <a:pt x="6621" y="120584"/>
                  </a:lnTo>
                  <a:lnTo>
                    <a:pt x="5228" y="125682"/>
                  </a:lnTo>
                  <a:lnTo>
                    <a:pt x="3998" y="130821"/>
                  </a:lnTo>
                  <a:lnTo>
                    <a:pt x="2931" y="135997"/>
                  </a:lnTo>
                  <a:lnTo>
                    <a:pt x="2028" y="141203"/>
                  </a:lnTo>
                  <a:lnTo>
                    <a:pt x="1290" y="146436"/>
                  </a:lnTo>
                  <a:lnTo>
                    <a:pt x="717" y="151689"/>
                  </a:lnTo>
                  <a:lnTo>
                    <a:pt x="311" y="156958"/>
                  </a:lnTo>
                  <a:lnTo>
                    <a:pt x="72" y="162237"/>
                  </a:lnTo>
                  <a:lnTo>
                    <a:pt x="0" y="167521"/>
                  </a:lnTo>
                  <a:lnTo>
                    <a:pt x="94" y="172804"/>
                  </a:lnTo>
                  <a:lnTo>
                    <a:pt x="356" y="178082"/>
                  </a:lnTo>
                  <a:lnTo>
                    <a:pt x="784" y="183349"/>
                  </a:lnTo>
                  <a:lnTo>
                    <a:pt x="1379" y="188600"/>
                  </a:lnTo>
                  <a:lnTo>
                    <a:pt x="2139" y="193829"/>
                  </a:lnTo>
                  <a:lnTo>
                    <a:pt x="3064" y="199032"/>
                  </a:lnTo>
                  <a:lnTo>
                    <a:pt x="4153" y="204203"/>
                  </a:lnTo>
                  <a:lnTo>
                    <a:pt x="5405" y="209337"/>
                  </a:lnTo>
                  <a:lnTo>
                    <a:pt x="6819" y="214429"/>
                  </a:lnTo>
                  <a:lnTo>
                    <a:pt x="8393" y="219473"/>
                  </a:lnTo>
                  <a:lnTo>
                    <a:pt x="10126" y="224465"/>
                  </a:lnTo>
                  <a:lnTo>
                    <a:pt x="12015" y="229400"/>
                  </a:lnTo>
                  <a:lnTo>
                    <a:pt x="14060" y="234273"/>
                  </a:lnTo>
                  <a:lnTo>
                    <a:pt x="16257" y="239079"/>
                  </a:lnTo>
                  <a:lnTo>
                    <a:pt x="18606" y="243813"/>
                  </a:lnTo>
                  <a:lnTo>
                    <a:pt x="21102" y="248470"/>
                  </a:lnTo>
                  <a:lnTo>
                    <a:pt x="23745" y="253046"/>
                  </a:lnTo>
                  <a:lnTo>
                    <a:pt x="26531" y="257537"/>
                  </a:lnTo>
                  <a:lnTo>
                    <a:pt x="29458" y="261937"/>
                  </a:lnTo>
                  <a:lnTo>
                    <a:pt x="32522" y="266242"/>
                  </a:lnTo>
                  <a:lnTo>
                    <a:pt x="35721" y="270448"/>
                  </a:lnTo>
                  <a:lnTo>
                    <a:pt x="39051" y="274551"/>
                  </a:lnTo>
                  <a:lnTo>
                    <a:pt x="42509" y="278547"/>
                  </a:lnTo>
                  <a:lnTo>
                    <a:pt x="46092" y="282431"/>
                  </a:lnTo>
                  <a:lnTo>
                    <a:pt x="49796" y="286200"/>
                  </a:lnTo>
                  <a:lnTo>
                    <a:pt x="53616" y="289851"/>
                  </a:lnTo>
                  <a:lnTo>
                    <a:pt x="57551" y="293379"/>
                  </a:lnTo>
                  <a:lnTo>
                    <a:pt x="61595" y="296780"/>
                  </a:lnTo>
                  <a:lnTo>
                    <a:pt x="65744" y="300052"/>
                  </a:lnTo>
                  <a:lnTo>
                    <a:pt x="69995" y="303191"/>
                  </a:lnTo>
                  <a:lnTo>
                    <a:pt x="74343" y="306195"/>
                  </a:lnTo>
                  <a:lnTo>
                    <a:pt x="78784" y="309059"/>
                  </a:lnTo>
                  <a:lnTo>
                    <a:pt x="83313" y="311782"/>
                  </a:lnTo>
                  <a:lnTo>
                    <a:pt x="87926" y="314360"/>
                  </a:lnTo>
                  <a:lnTo>
                    <a:pt x="92618" y="316791"/>
                  </a:lnTo>
                  <a:lnTo>
                    <a:pt x="97384" y="319073"/>
                  </a:lnTo>
                  <a:lnTo>
                    <a:pt x="102220" y="321202"/>
                  </a:lnTo>
                  <a:lnTo>
                    <a:pt x="107121" y="323178"/>
                  </a:lnTo>
                  <a:lnTo>
                    <a:pt x="112082" y="324998"/>
                  </a:lnTo>
                  <a:lnTo>
                    <a:pt x="117099" y="326660"/>
                  </a:lnTo>
                  <a:lnTo>
                    <a:pt x="122165" y="328163"/>
                  </a:lnTo>
                  <a:lnTo>
                    <a:pt x="127276" y="329505"/>
                  </a:lnTo>
                  <a:lnTo>
                    <a:pt x="132427" y="330685"/>
                  </a:lnTo>
                  <a:lnTo>
                    <a:pt x="137613" y="331701"/>
                  </a:lnTo>
                  <a:lnTo>
                    <a:pt x="142828" y="332553"/>
                  </a:lnTo>
                  <a:lnTo>
                    <a:pt x="148067" y="333240"/>
                  </a:lnTo>
                  <a:lnTo>
                    <a:pt x="153326" y="333760"/>
                  </a:lnTo>
                  <a:lnTo>
                    <a:pt x="158599" y="334115"/>
                  </a:lnTo>
                  <a:lnTo>
                    <a:pt x="163880" y="334302"/>
                  </a:lnTo>
                  <a:lnTo>
                    <a:pt x="169164" y="334322"/>
                  </a:lnTo>
                  <a:lnTo>
                    <a:pt x="174446" y="334176"/>
                  </a:lnTo>
                  <a:lnTo>
                    <a:pt x="179721" y="333862"/>
                  </a:lnTo>
                  <a:lnTo>
                    <a:pt x="184984" y="333382"/>
                  </a:lnTo>
                  <a:lnTo>
                    <a:pt x="190229" y="332736"/>
                  </a:lnTo>
                  <a:lnTo>
                    <a:pt x="195450" y="331924"/>
                  </a:lnTo>
                  <a:lnTo>
                    <a:pt x="200644" y="330948"/>
                  </a:lnTo>
                  <a:lnTo>
                    <a:pt x="205804" y="329808"/>
                  </a:lnTo>
                  <a:lnTo>
                    <a:pt x="210925" y="328506"/>
                  </a:lnTo>
                  <a:lnTo>
                    <a:pt x="216003" y="327042"/>
                  </a:lnTo>
                  <a:lnTo>
                    <a:pt x="221031" y="325418"/>
                  </a:lnTo>
                  <a:lnTo>
                    <a:pt x="226006" y="323637"/>
                  </a:lnTo>
                  <a:lnTo>
                    <a:pt x="230923" y="321699"/>
                  </a:lnTo>
                  <a:lnTo>
                    <a:pt x="235775" y="319607"/>
                  </a:lnTo>
                  <a:lnTo>
                    <a:pt x="240559" y="317362"/>
                  </a:lnTo>
                  <a:lnTo>
                    <a:pt x="245270" y="314967"/>
                  </a:lnTo>
                  <a:lnTo>
                    <a:pt x="249902" y="312425"/>
                  </a:lnTo>
                  <a:lnTo>
                    <a:pt x="254452" y="309737"/>
                  </a:lnTo>
                  <a:lnTo>
                    <a:pt x="258915" y="306907"/>
                  </a:lnTo>
                  <a:lnTo>
                    <a:pt x="263286" y="303937"/>
                  </a:lnTo>
                  <a:lnTo>
                    <a:pt x="267560" y="300831"/>
                  </a:lnTo>
                  <a:lnTo>
                    <a:pt x="271735" y="297591"/>
                  </a:lnTo>
                  <a:lnTo>
                    <a:pt x="275805" y="294221"/>
                  </a:lnTo>
                  <a:lnTo>
                    <a:pt x="279767" y="290723"/>
                  </a:lnTo>
                  <a:lnTo>
                    <a:pt x="283616" y="287103"/>
                  </a:lnTo>
                  <a:lnTo>
                    <a:pt x="287348" y="283362"/>
                  </a:lnTo>
                  <a:lnTo>
                    <a:pt x="290961" y="279505"/>
                  </a:lnTo>
                  <a:lnTo>
                    <a:pt x="294450" y="275536"/>
                  </a:lnTo>
                  <a:lnTo>
                    <a:pt x="297811" y="271459"/>
                  </a:lnTo>
                  <a:lnTo>
                    <a:pt x="301043" y="267278"/>
                  </a:lnTo>
                  <a:lnTo>
                    <a:pt x="304140" y="262996"/>
                  </a:lnTo>
                  <a:lnTo>
                    <a:pt x="307100" y="258619"/>
                  </a:lnTo>
                  <a:lnTo>
                    <a:pt x="309921" y="254150"/>
                  </a:lnTo>
                  <a:lnTo>
                    <a:pt x="312599" y="249595"/>
                  </a:lnTo>
                  <a:lnTo>
                    <a:pt x="315132" y="244957"/>
                  </a:lnTo>
                  <a:lnTo>
                    <a:pt x="317516" y="240241"/>
                  </a:lnTo>
                  <a:lnTo>
                    <a:pt x="319751" y="235453"/>
                  </a:lnTo>
                  <a:lnTo>
                    <a:pt x="321833" y="230596"/>
                  </a:lnTo>
                  <a:lnTo>
                    <a:pt x="323761" y="225675"/>
                  </a:lnTo>
                  <a:lnTo>
                    <a:pt x="325532" y="220697"/>
                  </a:lnTo>
                  <a:lnTo>
                    <a:pt x="327145" y="215664"/>
                  </a:lnTo>
                  <a:lnTo>
                    <a:pt x="328597" y="210584"/>
                  </a:lnTo>
                  <a:lnTo>
                    <a:pt x="329889" y="205460"/>
                  </a:lnTo>
                  <a:lnTo>
                    <a:pt x="331018" y="200297"/>
                  </a:lnTo>
                  <a:lnTo>
                    <a:pt x="331983" y="195102"/>
                  </a:lnTo>
                  <a:lnTo>
                    <a:pt x="332784" y="189878"/>
                  </a:lnTo>
                  <a:lnTo>
                    <a:pt x="333419" y="184632"/>
                  </a:lnTo>
                  <a:lnTo>
                    <a:pt x="333888" y="179369"/>
                  </a:lnTo>
                  <a:lnTo>
                    <a:pt x="334190" y="174093"/>
                  </a:lnTo>
                  <a:lnTo>
                    <a:pt x="334326" y="168811"/>
                  </a:lnTo>
                  <a:lnTo>
                    <a:pt x="334294" y="163526"/>
                  </a:lnTo>
                  <a:lnTo>
                    <a:pt x="334096" y="158246"/>
                  </a:lnTo>
                  <a:lnTo>
                    <a:pt x="333730" y="152974"/>
                  </a:lnTo>
                  <a:lnTo>
                    <a:pt x="333199" y="147716"/>
                  </a:lnTo>
                  <a:lnTo>
                    <a:pt x="332501" y="142478"/>
                  </a:lnTo>
                  <a:lnTo>
                    <a:pt x="331638" y="137265"/>
                  </a:lnTo>
                  <a:lnTo>
                    <a:pt x="330611" y="132081"/>
                  </a:lnTo>
                  <a:lnTo>
                    <a:pt x="329420" y="126933"/>
                  </a:lnTo>
                  <a:lnTo>
                    <a:pt x="328067" y="121824"/>
                  </a:lnTo>
                  <a:lnTo>
                    <a:pt x="326554" y="116761"/>
                  </a:lnTo>
                  <a:lnTo>
                    <a:pt x="324881" y="111749"/>
                  </a:lnTo>
                  <a:lnTo>
                    <a:pt x="323050" y="106792"/>
                  </a:lnTo>
                  <a:lnTo>
                    <a:pt x="321064" y="101895"/>
                  </a:lnTo>
                  <a:lnTo>
                    <a:pt x="318924" y="97063"/>
                  </a:lnTo>
                  <a:lnTo>
                    <a:pt x="316633" y="92301"/>
                  </a:lnTo>
                  <a:lnTo>
                    <a:pt x="314192" y="87615"/>
                  </a:lnTo>
                  <a:lnTo>
                    <a:pt x="311604" y="83007"/>
                  </a:lnTo>
                  <a:lnTo>
                    <a:pt x="308872" y="78484"/>
                  </a:lnTo>
                  <a:lnTo>
                    <a:pt x="305998" y="74049"/>
                  </a:lnTo>
                  <a:lnTo>
                    <a:pt x="302985" y="69708"/>
                  </a:lnTo>
                  <a:lnTo>
                    <a:pt x="299837" y="65464"/>
                  </a:lnTo>
                  <a:lnTo>
                    <a:pt x="296556" y="61321"/>
                  </a:lnTo>
                  <a:lnTo>
                    <a:pt x="293146" y="57284"/>
                  </a:lnTo>
                  <a:lnTo>
                    <a:pt x="289610" y="53357"/>
                  </a:lnTo>
                  <a:lnTo>
                    <a:pt x="285951" y="49544"/>
                  </a:lnTo>
                  <a:lnTo>
                    <a:pt x="282174" y="45849"/>
                  </a:lnTo>
                  <a:lnTo>
                    <a:pt x="278282" y="42274"/>
                  </a:lnTo>
                  <a:lnTo>
                    <a:pt x="274279" y="38824"/>
                  </a:lnTo>
                  <a:lnTo>
                    <a:pt x="270169" y="35503"/>
                  </a:lnTo>
                  <a:lnTo>
                    <a:pt x="265956" y="32313"/>
                  </a:lnTo>
                  <a:lnTo>
                    <a:pt x="261645" y="29258"/>
                  </a:lnTo>
                  <a:lnTo>
                    <a:pt x="257238" y="26341"/>
                  </a:lnTo>
                  <a:lnTo>
                    <a:pt x="252742" y="23564"/>
                  </a:lnTo>
                  <a:lnTo>
                    <a:pt x="248161" y="20931"/>
                  </a:lnTo>
                  <a:lnTo>
                    <a:pt x="243498" y="18444"/>
                  </a:lnTo>
                  <a:lnTo>
                    <a:pt x="238759" y="16106"/>
                  </a:lnTo>
                  <a:lnTo>
                    <a:pt x="233949" y="13918"/>
                  </a:lnTo>
                  <a:lnTo>
                    <a:pt x="229072" y="11884"/>
                  </a:lnTo>
                  <a:lnTo>
                    <a:pt x="224133" y="10005"/>
                  </a:lnTo>
                  <a:lnTo>
                    <a:pt x="219137" y="8283"/>
                  </a:lnTo>
                  <a:lnTo>
                    <a:pt x="214089" y="6720"/>
                  </a:lnTo>
                  <a:lnTo>
                    <a:pt x="208994" y="5317"/>
                  </a:lnTo>
                  <a:lnTo>
                    <a:pt x="203858" y="4076"/>
                  </a:lnTo>
                  <a:lnTo>
                    <a:pt x="198684" y="2998"/>
                  </a:lnTo>
                  <a:lnTo>
                    <a:pt x="193480" y="2083"/>
                  </a:lnTo>
                  <a:lnTo>
                    <a:pt x="188249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3883" y="5018213"/>
              <a:ext cx="167155" cy="216965"/>
            </a:xfrm>
            <a:custGeom>
              <a:avLst/>
              <a:pathLst>
                <a:path w="167155" h="216965">
                  <a:moveTo>
                    <a:pt x="167155" y="0"/>
                  </a:moveTo>
                  <a:lnTo>
                    <a:pt x="161757" y="87"/>
                  </a:lnTo>
                  <a:lnTo>
                    <a:pt x="156364" y="348"/>
                  </a:lnTo>
                  <a:lnTo>
                    <a:pt x="150983" y="784"/>
                  </a:lnTo>
                  <a:lnTo>
                    <a:pt x="145619" y="1393"/>
                  </a:lnTo>
                  <a:lnTo>
                    <a:pt x="140277" y="2175"/>
                  </a:lnTo>
                  <a:lnTo>
                    <a:pt x="134963" y="3129"/>
                  </a:lnTo>
                  <a:lnTo>
                    <a:pt x="129682" y="4254"/>
                  </a:lnTo>
                  <a:lnTo>
                    <a:pt x="124441" y="5549"/>
                  </a:lnTo>
                  <a:lnTo>
                    <a:pt x="119244" y="7012"/>
                  </a:lnTo>
                  <a:lnTo>
                    <a:pt x="114097" y="8643"/>
                  </a:lnTo>
                  <a:lnTo>
                    <a:pt x="109006" y="10439"/>
                  </a:lnTo>
                  <a:lnTo>
                    <a:pt x="103975" y="12399"/>
                  </a:lnTo>
                  <a:lnTo>
                    <a:pt x="99010" y="14520"/>
                  </a:lnTo>
                  <a:lnTo>
                    <a:pt x="94117" y="16800"/>
                  </a:lnTo>
                  <a:lnTo>
                    <a:pt x="89299" y="19237"/>
                  </a:lnTo>
                  <a:lnTo>
                    <a:pt x="84563" y="21828"/>
                  </a:lnTo>
                  <a:lnTo>
                    <a:pt x="79912" y="24571"/>
                  </a:lnTo>
                  <a:lnTo>
                    <a:pt x="75353" y="27463"/>
                  </a:lnTo>
                  <a:lnTo>
                    <a:pt x="70890" y="30500"/>
                  </a:lnTo>
                  <a:lnTo>
                    <a:pt x="66526" y="33680"/>
                  </a:lnTo>
                  <a:lnTo>
                    <a:pt x="62268" y="36999"/>
                  </a:lnTo>
                  <a:lnTo>
                    <a:pt x="58120" y="40454"/>
                  </a:lnTo>
                  <a:lnTo>
                    <a:pt x="54085" y="44041"/>
                  </a:lnTo>
                  <a:lnTo>
                    <a:pt x="50168" y="47757"/>
                  </a:lnTo>
                  <a:lnTo>
                    <a:pt x="46373" y="51597"/>
                  </a:lnTo>
                  <a:lnTo>
                    <a:pt x="42703" y="55557"/>
                  </a:lnTo>
                  <a:lnTo>
                    <a:pt x="39164" y="59634"/>
                  </a:lnTo>
                  <a:lnTo>
                    <a:pt x="35759" y="63824"/>
                  </a:lnTo>
                  <a:lnTo>
                    <a:pt x="32490" y="68121"/>
                  </a:lnTo>
                  <a:lnTo>
                    <a:pt x="29362" y="72521"/>
                  </a:lnTo>
                  <a:lnTo>
                    <a:pt x="26377" y="77020"/>
                  </a:lnTo>
                  <a:lnTo>
                    <a:pt x="23540" y="81613"/>
                  </a:lnTo>
                  <a:lnTo>
                    <a:pt x="20852" y="86295"/>
                  </a:lnTo>
                  <a:lnTo>
                    <a:pt x="18316" y="91062"/>
                  </a:lnTo>
                  <a:lnTo>
                    <a:pt x="15937" y="95908"/>
                  </a:lnTo>
                  <a:lnTo>
                    <a:pt x="13714" y="100828"/>
                  </a:lnTo>
                  <a:lnTo>
                    <a:pt x="11652" y="105818"/>
                  </a:lnTo>
                  <a:lnTo>
                    <a:pt x="9752" y="110872"/>
                  </a:lnTo>
                  <a:lnTo>
                    <a:pt x="8016" y="115984"/>
                  </a:lnTo>
                  <a:lnTo>
                    <a:pt x="6446" y="121149"/>
                  </a:lnTo>
                  <a:lnTo>
                    <a:pt x="5044" y="126363"/>
                  </a:lnTo>
                  <a:lnTo>
                    <a:pt x="3811" y="131619"/>
                  </a:lnTo>
                  <a:lnTo>
                    <a:pt x="2748" y="136913"/>
                  </a:lnTo>
                  <a:lnTo>
                    <a:pt x="1857" y="142238"/>
                  </a:lnTo>
                  <a:lnTo>
                    <a:pt x="1138" y="147588"/>
                  </a:lnTo>
                  <a:lnTo>
                    <a:pt x="593" y="152960"/>
                  </a:lnTo>
                  <a:lnTo>
                    <a:pt x="221" y="158346"/>
                  </a:lnTo>
                  <a:lnTo>
                    <a:pt x="23" y="163741"/>
                  </a:lnTo>
                  <a:lnTo>
                    <a:pt x="0" y="169140"/>
                  </a:lnTo>
                  <a:lnTo>
                    <a:pt x="150" y="174537"/>
                  </a:lnTo>
                  <a:lnTo>
                    <a:pt x="475" y="179926"/>
                  </a:lnTo>
                  <a:lnTo>
                    <a:pt x="974" y="185302"/>
                  </a:lnTo>
                  <a:lnTo>
                    <a:pt x="1647" y="190659"/>
                  </a:lnTo>
                  <a:lnTo>
                    <a:pt x="2492" y="195991"/>
                  </a:lnTo>
                  <a:lnTo>
                    <a:pt x="3508" y="201293"/>
                  </a:lnTo>
                  <a:lnTo>
                    <a:pt x="4696" y="206560"/>
                  </a:lnTo>
                  <a:lnTo>
                    <a:pt x="6053" y="211786"/>
                  </a:lnTo>
                  <a:lnTo>
                    <a:pt x="7577" y="21696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61461" y="5185380"/>
              <a:ext cx="159577" cy="106392"/>
            </a:xfrm>
            <a:custGeom>
              <a:avLst/>
              <a:pathLst>
                <a:path w="159577" h="106392">
                  <a:moveTo>
                    <a:pt x="0" y="49797"/>
                  </a:moveTo>
                  <a:lnTo>
                    <a:pt x="1852" y="55385"/>
                  </a:lnTo>
                  <a:lnTo>
                    <a:pt x="3900" y="60905"/>
                  </a:lnTo>
                  <a:lnTo>
                    <a:pt x="6141" y="66348"/>
                  </a:lnTo>
                  <a:lnTo>
                    <a:pt x="8572" y="71710"/>
                  </a:lnTo>
                  <a:lnTo>
                    <a:pt x="11191" y="76982"/>
                  </a:lnTo>
                  <a:lnTo>
                    <a:pt x="13993" y="82159"/>
                  </a:lnTo>
                  <a:lnTo>
                    <a:pt x="16976" y="87234"/>
                  </a:lnTo>
                  <a:lnTo>
                    <a:pt x="20136" y="92201"/>
                  </a:lnTo>
                  <a:lnTo>
                    <a:pt x="23469" y="97054"/>
                  </a:lnTo>
                  <a:lnTo>
                    <a:pt x="26971" y="101786"/>
                  </a:lnTo>
                  <a:lnTo>
                    <a:pt x="30637" y="106392"/>
                  </a:lnTo>
                  <a:lnTo>
                    <a:pt x="15957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92098" y="5018213"/>
              <a:ext cx="296093" cy="334331"/>
            </a:xfrm>
            <a:custGeom>
              <a:avLst/>
              <a:pathLst>
                <a:path w="296093" h="334331">
                  <a:moveTo>
                    <a:pt x="0" y="273559"/>
                  </a:moveTo>
                  <a:lnTo>
                    <a:pt x="3433" y="277589"/>
                  </a:lnTo>
                  <a:lnTo>
                    <a:pt x="6993" y="281508"/>
                  </a:lnTo>
                  <a:lnTo>
                    <a:pt x="10675" y="285313"/>
                  </a:lnTo>
                  <a:lnTo>
                    <a:pt x="14476" y="288999"/>
                  </a:lnTo>
                  <a:lnTo>
                    <a:pt x="18392" y="292563"/>
                  </a:lnTo>
                  <a:lnTo>
                    <a:pt x="22418" y="296001"/>
                  </a:lnTo>
                  <a:lnTo>
                    <a:pt x="26552" y="299309"/>
                  </a:lnTo>
                  <a:lnTo>
                    <a:pt x="30788" y="302485"/>
                  </a:lnTo>
                  <a:lnTo>
                    <a:pt x="35122" y="305526"/>
                  </a:lnTo>
                  <a:lnTo>
                    <a:pt x="39551" y="308427"/>
                  </a:lnTo>
                  <a:lnTo>
                    <a:pt x="44069" y="311187"/>
                  </a:lnTo>
                  <a:lnTo>
                    <a:pt x="48672" y="313803"/>
                  </a:lnTo>
                  <a:lnTo>
                    <a:pt x="53356" y="316271"/>
                  </a:lnTo>
                  <a:lnTo>
                    <a:pt x="58116" y="318590"/>
                  </a:lnTo>
                  <a:lnTo>
                    <a:pt x="62947" y="320757"/>
                  </a:lnTo>
                  <a:lnTo>
                    <a:pt x="67844" y="322770"/>
                  </a:lnTo>
                  <a:lnTo>
                    <a:pt x="72802" y="324626"/>
                  </a:lnTo>
                  <a:lnTo>
                    <a:pt x="77817" y="326325"/>
                  </a:lnTo>
                  <a:lnTo>
                    <a:pt x="82883" y="327864"/>
                  </a:lnTo>
                  <a:lnTo>
                    <a:pt x="87995" y="329242"/>
                  </a:lnTo>
                  <a:lnTo>
                    <a:pt x="93148" y="330458"/>
                  </a:lnTo>
                  <a:lnTo>
                    <a:pt x="98337" y="331509"/>
                  </a:lnTo>
                  <a:lnTo>
                    <a:pt x="103557" y="332396"/>
                  </a:lnTo>
                  <a:lnTo>
                    <a:pt x="108802" y="333117"/>
                  </a:lnTo>
                  <a:lnTo>
                    <a:pt x="114067" y="333671"/>
                  </a:lnTo>
                  <a:lnTo>
                    <a:pt x="119348" y="334059"/>
                  </a:lnTo>
                  <a:lnTo>
                    <a:pt x="124637" y="334279"/>
                  </a:lnTo>
                  <a:lnTo>
                    <a:pt x="129932" y="334331"/>
                  </a:lnTo>
                  <a:lnTo>
                    <a:pt x="135225" y="334216"/>
                  </a:lnTo>
                  <a:lnTo>
                    <a:pt x="140512" y="333933"/>
                  </a:lnTo>
                  <a:lnTo>
                    <a:pt x="145787" y="333483"/>
                  </a:lnTo>
                  <a:lnTo>
                    <a:pt x="151046" y="332866"/>
                  </a:lnTo>
                  <a:lnTo>
                    <a:pt x="156282" y="332083"/>
                  </a:lnTo>
                  <a:lnTo>
                    <a:pt x="161491" y="331135"/>
                  </a:lnTo>
                  <a:lnTo>
                    <a:pt x="166667" y="330021"/>
                  </a:lnTo>
                  <a:lnTo>
                    <a:pt x="171805" y="328745"/>
                  </a:lnTo>
                  <a:lnTo>
                    <a:pt x="176901" y="327307"/>
                  </a:lnTo>
                  <a:lnTo>
                    <a:pt x="181948" y="325707"/>
                  </a:lnTo>
                  <a:lnTo>
                    <a:pt x="186942" y="323949"/>
                  </a:lnTo>
                  <a:lnTo>
                    <a:pt x="191878" y="322034"/>
                  </a:lnTo>
                  <a:lnTo>
                    <a:pt x="196751" y="319963"/>
                  </a:lnTo>
                  <a:lnTo>
                    <a:pt x="201556" y="317739"/>
                  </a:lnTo>
                  <a:lnTo>
                    <a:pt x="206287" y="315364"/>
                  </a:lnTo>
                  <a:lnTo>
                    <a:pt x="210942" y="312840"/>
                  </a:lnTo>
                  <a:lnTo>
                    <a:pt x="215514" y="310170"/>
                  </a:lnTo>
                  <a:lnTo>
                    <a:pt x="219999" y="307357"/>
                  </a:lnTo>
                  <a:lnTo>
                    <a:pt x="224393" y="304403"/>
                  </a:lnTo>
                  <a:lnTo>
                    <a:pt x="228691" y="301311"/>
                  </a:lnTo>
                  <a:lnTo>
                    <a:pt x="232889" y="298085"/>
                  </a:lnTo>
                  <a:lnTo>
                    <a:pt x="236983" y="294727"/>
                  </a:lnTo>
                  <a:lnTo>
                    <a:pt x="240968" y="291242"/>
                  </a:lnTo>
                  <a:lnTo>
                    <a:pt x="244841" y="287632"/>
                  </a:lnTo>
                  <a:lnTo>
                    <a:pt x="248598" y="283901"/>
                  </a:lnTo>
                  <a:lnTo>
                    <a:pt x="252235" y="280053"/>
                  </a:lnTo>
                  <a:lnTo>
                    <a:pt x="255748" y="276092"/>
                  </a:lnTo>
                  <a:lnTo>
                    <a:pt x="259134" y="272022"/>
                  </a:lnTo>
                  <a:lnTo>
                    <a:pt x="262389" y="267846"/>
                  </a:lnTo>
                  <a:lnTo>
                    <a:pt x="265510" y="263570"/>
                  </a:lnTo>
                  <a:lnTo>
                    <a:pt x="268495" y="259196"/>
                  </a:lnTo>
                  <a:lnTo>
                    <a:pt x="271339" y="254731"/>
                  </a:lnTo>
                  <a:lnTo>
                    <a:pt x="274041" y="250177"/>
                  </a:lnTo>
                  <a:lnTo>
                    <a:pt x="276597" y="245541"/>
                  </a:lnTo>
                  <a:lnTo>
                    <a:pt x="279004" y="240825"/>
                  </a:lnTo>
                  <a:lnTo>
                    <a:pt x="281262" y="236036"/>
                  </a:lnTo>
                  <a:lnTo>
                    <a:pt x="283366" y="231178"/>
                  </a:lnTo>
                  <a:lnTo>
                    <a:pt x="285316" y="226255"/>
                  </a:lnTo>
                  <a:lnTo>
                    <a:pt x="287109" y="221274"/>
                  </a:lnTo>
                  <a:lnTo>
                    <a:pt x="288743" y="216238"/>
                  </a:lnTo>
                  <a:lnTo>
                    <a:pt x="290217" y="211152"/>
                  </a:lnTo>
                  <a:lnTo>
                    <a:pt x="291529" y="206023"/>
                  </a:lnTo>
                  <a:lnTo>
                    <a:pt x="292678" y="200855"/>
                  </a:lnTo>
                  <a:lnTo>
                    <a:pt x="293662" y="195652"/>
                  </a:lnTo>
                  <a:lnTo>
                    <a:pt x="294482" y="190422"/>
                  </a:lnTo>
                  <a:lnTo>
                    <a:pt x="295135" y="185168"/>
                  </a:lnTo>
                  <a:lnTo>
                    <a:pt x="295622" y="179896"/>
                  </a:lnTo>
                  <a:lnTo>
                    <a:pt x="295941" y="174611"/>
                  </a:lnTo>
                  <a:lnTo>
                    <a:pt x="296093" y="169318"/>
                  </a:lnTo>
                  <a:lnTo>
                    <a:pt x="296078" y="164024"/>
                  </a:lnTo>
                  <a:lnTo>
                    <a:pt x="295894" y="158732"/>
                  </a:lnTo>
                  <a:lnTo>
                    <a:pt x="295544" y="153450"/>
                  </a:lnTo>
                  <a:lnTo>
                    <a:pt x="295026" y="148180"/>
                  </a:lnTo>
                  <a:lnTo>
                    <a:pt x="294341" y="142930"/>
                  </a:lnTo>
                  <a:lnTo>
                    <a:pt x="293491" y="137705"/>
                  </a:lnTo>
                  <a:lnTo>
                    <a:pt x="292475" y="132508"/>
                  </a:lnTo>
                  <a:lnTo>
                    <a:pt x="291295" y="127347"/>
                  </a:lnTo>
                  <a:lnTo>
                    <a:pt x="289953" y="122225"/>
                  </a:lnTo>
                  <a:lnTo>
                    <a:pt x="288449" y="117149"/>
                  </a:lnTo>
                  <a:lnTo>
                    <a:pt x="286785" y="112123"/>
                  </a:lnTo>
                  <a:lnTo>
                    <a:pt x="284963" y="107152"/>
                  </a:lnTo>
                  <a:lnTo>
                    <a:pt x="282984" y="102241"/>
                  </a:lnTo>
                  <a:lnTo>
                    <a:pt x="280851" y="97395"/>
                  </a:lnTo>
                  <a:lnTo>
                    <a:pt x="278565" y="92619"/>
                  </a:lnTo>
                  <a:lnTo>
                    <a:pt x="276129" y="87918"/>
                  </a:lnTo>
                  <a:lnTo>
                    <a:pt x="273545" y="83297"/>
                  </a:lnTo>
                  <a:lnTo>
                    <a:pt x="270817" y="78760"/>
                  </a:lnTo>
                  <a:lnTo>
                    <a:pt x="267946" y="74311"/>
                  </a:lnTo>
                  <a:lnTo>
                    <a:pt x="264936" y="69956"/>
                  </a:lnTo>
                  <a:lnTo>
                    <a:pt x="261789" y="65698"/>
                  </a:lnTo>
                  <a:lnTo>
                    <a:pt x="258509" y="61541"/>
                  </a:lnTo>
                  <a:lnTo>
                    <a:pt x="255099" y="57491"/>
                  </a:lnTo>
                  <a:lnTo>
                    <a:pt x="251563" y="53551"/>
                  </a:lnTo>
                  <a:lnTo>
                    <a:pt x="247903" y="49725"/>
                  </a:lnTo>
                  <a:lnTo>
                    <a:pt x="244124" y="46016"/>
                  </a:lnTo>
                  <a:lnTo>
                    <a:pt x="240230" y="42429"/>
                  </a:lnTo>
                  <a:lnTo>
                    <a:pt x="236224" y="38968"/>
                  </a:lnTo>
                  <a:lnTo>
                    <a:pt x="232110" y="35634"/>
                  </a:lnTo>
                  <a:lnTo>
                    <a:pt x="227893" y="32433"/>
                  </a:lnTo>
                  <a:lnTo>
                    <a:pt x="223577" y="29367"/>
                  </a:lnTo>
                  <a:lnTo>
                    <a:pt x="219166" y="26439"/>
                  </a:lnTo>
                  <a:lnTo>
                    <a:pt x="214664" y="23653"/>
                  </a:lnTo>
                  <a:lnTo>
                    <a:pt x="210076" y="21010"/>
                  </a:lnTo>
                  <a:lnTo>
                    <a:pt x="205407" y="18514"/>
                  </a:lnTo>
                  <a:lnTo>
                    <a:pt x="200661" y="16167"/>
                  </a:lnTo>
                  <a:lnTo>
                    <a:pt x="195843" y="13971"/>
                  </a:lnTo>
                  <a:lnTo>
                    <a:pt x="190958" y="11929"/>
                  </a:lnTo>
                  <a:lnTo>
                    <a:pt x="186011" y="10043"/>
                  </a:lnTo>
                  <a:lnTo>
                    <a:pt x="181006" y="8315"/>
                  </a:lnTo>
                  <a:lnTo>
                    <a:pt x="175950" y="6746"/>
                  </a:lnTo>
                  <a:lnTo>
                    <a:pt x="170846" y="5337"/>
                  </a:lnTo>
                  <a:lnTo>
                    <a:pt x="165700" y="4091"/>
                  </a:lnTo>
                  <a:lnTo>
                    <a:pt x="160517" y="3009"/>
                  </a:lnTo>
                  <a:lnTo>
                    <a:pt x="155303" y="2091"/>
                  </a:lnTo>
                  <a:lnTo>
                    <a:pt x="150062" y="1339"/>
                  </a:lnTo>
                  <a:lnTo>
                    <a:pt x="144800" y="754"/>
                  </a:lnTo>
                  <a:lnTo>
                    <a:pt x="139522" y="335"/>
                  </a:lnTo>
                  <a:lnTo>
                    <a:pt x="134234" y="83"/>
                  </a:lnTo>
                  <a:lnTo>
                    <a:pt x="128940" y="0"/>
                  </a:lnTo>
                  <a:lnTo>
                    <a:pt x="1289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56076" y="4659281"/>
              <a:ext cx="167158" cy="329378"/>
            </a:xfrm>
            <a:custGeom>
              <a:avLst/>
              <a:pathLst>
                <a:path w="167158" h="329378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82831" y="4826449"/>
              <a:ext cx="40403" cy="162211"/>
            </a:xfrm>
            <a:custGeom>
              <a:avLst/>
              <a:pathLst>
                <a:path w="40403" h="162211">
                  <a:moveTo>
                    <a:pt x="0" y="162211"/>
                  </a:moveTo>
                  <a:lnTo>
                    <a:pt x="404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82831" y="4826449"/>
              <a:ext cx="40403" cy="162211"/>
            </a:xfrm>
            <a:custGeom>
              <a:avLst/>
              <a:pathLst>
                <a:path w="40403" h="162211">
                  <a:moveTo>
                    <a:pt x="0" y="162211"/>
                  </a:moveTo>
                  <a:lnTo>
                    <a:pt x="404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382831" y="4826449"/>
              <a:ext cx="92735" cy="167167"/>
            </a:xfrm>
            <a:custGeom>
              <a:avLst/>
              <a:pathLst>
                <a:path w="92735" h="167167">
                  <a:moveTo>
                    <a:pt x="0" y="162211"/>
                  </a:moveTo>
                  <a:lnTo>
                    <a:pt x="5726" y="163531"/>
                  </a:lnTo>
                  <a:lnTo>
                    <a:pt x="11496" y="164649"/>
                  </a:lnTo>
                  <a:lnTo>
                    <a:pt x="17301" y="165563"/>
                  </a:lnTo>
                  <a:lnTo>
                    <a:pt x="23135" y="166273"/>
                  </a:lnTo>
                  <a:lnTo>
                    <a:pt x="28990" y="166777"/>
                  </a:lnTo>
                  <a:lnTo>
                    <a:pt x="34859" y="167075"/>
                  </a:lnTo>
                  <a:lnTo>
                    <a:pt x="40735" y="167167"/>
                  </a:lnTo>
                  <a:lnTo>
                    <a:pt x="46611" y="167052"/>
                  </a:lnTo>
                  <a:lnTo>
                    <a:pt x="52479" y="166730"/>
                  </a:lnTo>
                  <a:lnTo>
                    <a:pt x="58332" y="166203"/>
                  </a:lnTo>
                  <a:lnTo>
                    <a:pt x="64163" y="165470"/>
                  </a:lnTo>
                  <a:lnTo>
                    <a:pt x="69965" y="164532"/>
                  </a:lnTo>
                  <a:lnTo>
                    <a:pt x="75730" y="163392"/>
                  </a:lnTo>
                  <a:lnTo>
                    <a:pt x="81451" y="162049"/>
                  </a:lnTo>
                  <a:lnTo>
                    <a:pt x="87122" y="160506"/>
                  </a:lnTo>
                  <a:lnTo>
                    <a:pt x="92735" y="158764"/>
                  </a:lnTo>
                  <a:lnTo>
                    <a:pt x="404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423235" y="4659281"/>
              <a:ext cx="167167" cy="325932"/>
            </a:xfrm>
            <a:custGeom>
              <a:avLst/>
              <a:pathLst>
                <a:path w="167167" h="325932">
                  <a:moveTo>
                    <a:pt x="52332" y="325932"/>
                  </a:moveTo>
                  <a:lnTo>
                    <a:pt x="57397" y="324172"/>
                  </a:lnTo>
                  <a:lnTo>
                    <a:pt x="62404" y="322250"/>
                  </a:lnTo>
                  <a:lnTo>
                    <a:pt x="67346" y="320168"/>
                  </a:lnTo>
                  <a:lnTo>
                    <a:pt x="72219" y="317929"/>
                  </a:lnTo>
                  <a:lnTo>
                    <a:pt x="77018" y="315535"/>
                  </a:lnTo>
                  <a:lnTo>
                    <a:pt x="81737" y="312988"/>
                  </a:lnTo>
                  <a:lnTo>
                    <a:pt x="86373" y="310291"/>
                  </a:lnTo>
                  <a:lnTo>
                    <a:pt x="90919" y="307447"/>
                  </a:lnTo>
                  <a:lnTo>
                    <a:pt x="95372" y="304459"/>
                  </a:lnTo>
                  <a:lnTo>
                    <a:pt x="99727" y="301329"/>
                  </a:lnTo>
                  <a:lnTo>
                    <a:pt x="103979" y="298061"/>
                  </a:lnTo>
                  <a:lnTo>
                    <a:pt x="108124" y="294658"/>
                  </a:lnTo>
                  <a:lnTo>
                    <a:pt x="112158" y="291125"/>
                  </a:lnTo>
                  <a:lnTo>
                    <a:pt x="116076" y="287463"/>
                  </a:lnTo>
                  <a:lnTo>
                    <a:pt x="119875" y="283678"/>
                  </a:lnTo>
                  <a:lnTo>
                    <a:pt x="123551" y="279773"/>
                  </a:lnTo>
                  <a:lnTo>
                    <a:pt x="127099" y="275752"/>
                  </a:lnTo>
                  <a:lnTo>
                    <a:pt x="130516" y="271619"/>
                  </a:lnTo>
                  <a:lnTo>
                    <a:pt x="133800" y="267379"/>
                  </a:lnTo>
                  <a:lnTo>
                    <a:pt x="136945" y="263036"/>
                  </a:lnTo>
                  <a:lnTo>
                    <a:pt x="139950" y="258594"/>
                  </a:lnTo>
                  <a:lnTo>
                    <a:pt x="142811" y="254057"/>
                  </a:lnTo>
                  <a:lnTo>
                    <a:pt x="145524" y="249432"/>
                  </a:lnTo>
                  <a:lnTo>
                    <a:pt x="148088" y="244722"/>
                  </a:lnTo>
                  <a:lnTo>
                    <a:pt x="150500" y="239932"/>
                  </a:lnTo>
                  <a:lnTo>
                    <a:pt x="152756" y="235067"/>
                  </a:lnTo>
                  <a:lnTo>
                    <a:pt x="154855" y="230132"/>
                  </a:lnTo>
                  <a:lnTo>
                    <a:pt x="156795" y="225132"/>
                  </a:lnTo>
                  <a:lnTo>
                    <a:pt x="158574" y="220073"/>
                  </a:lnTo>
                  <a:lnTo>
                    <a:pt x="160189" y="214959"/>
                  </a:lnTo>
                  <a:lnTo>
                    <a:pt x="161640" y="209797"/>
                  </a:lnTo>
                  <a:lnTo>
                    <a:pt x="162924" y="204590"/>
                  </a:lnTo>
                  <a:lnTo>
                    <a:pt x="164041" y="199345"/>
                  </a:lnTo>
                  <a:lnTo>
                    <a:pt x="164989" y="194066"/>
                  </a:lnTo>
                  <a:lnTo>
                    <a:pt x="165766" y="188760"/>
                  </a:lnTo>
                  <a:lnTo>
                    <a:pt x="166374" y="183432"/>
                  </a:lnTo>
                  <a:lnTo>
                    <a:pt x="166810" y="178087"/>
                  </a:lnTo>
                  <a:lnTo>
                    <a:pt x="167074" y="172731"/>
                  </a:lnTo>
                  <a:lnTo>
                    <a:pt x="167167" y="167369"/>
                  </a:lnTo>
                  <a:lnTo>
                    <a:pt x="167087" y="162006"/>
                  </a:lnTo>
                  <a:lnTo>
                    <a:pt x="166836" y="156649"/>
                  </a:lnTo>
                  <a:lnTo>
                    <a:pt x="166413" y="151303"/>
                  </a:lnTo>
                  <a:lnTo>
                    <a:pt x="165818" y="145974"/>
                  </a:lnTo>
                  <a:lnTo>
                    <a:pt x="165053" y="140666"/>
                  </a:lnTo>
                  <a:lnTo>
                    <a:pt x="164118" y="135385"/>
                  </a:lnTo>
                  <a:lnTo>
                    <a:pt x="163014" y="130137"/>
                  </a:lnTo>
                  <a:lnTo>
                    <a:pt x="161742" y="124927"/>
                  </a:lnTo>
                  <a:lnTo>
                    <a:pt x="160304" y="119761"/>
                  </a:lnTo>
                  <a:lnTo>
                    <a:pt x="158701" y="114643"/>
                  </a:lnTo>
                  <a:lnTo>
                    <a:pt x="156935" y="109580"/>
                  </a:lnTo>
                  <a:lnTo>
                    <a:pt x="155007" y="104576"/>
                  </a:lnTo>
                  <a:lnTo>
                    <a:pt x="152919" y="99636"/>
                  </a:lnTo>
                  <a:lnTo>
                    <a:pt x="150675" y="94765"/>
                  </a:lnTo>
                  <a:lnTo>
                    <a:pt x="148275" y="89970"/>
                  </a:lnTo>
                  <a:lnTo>
                    <a:pt x="145722" y="85253"/>
                  </a:lnTo>
                  <a:lnTo>
                    <a:pt x="143020" y="80621"/>
                  </a:lnTo>
                  <a:lnTo>
                    <a:pt x="140170" y="76078"/>
                  </a:lnTo>
                  <a:lnTo>
                    <a:pt x="137176" y="71629"/>
                  </a:lnTo>
                  <a:lnTo>
                    <a:pt x="134041" y="67278"/>
                  </a:lnTo>
                  <a:lnTo>
                    <a:pt x="130768" y="63030"/>
                  </a:lnTo>
                  <a:lnTo>
                    <a:pt x="127360" y="58889"/>
                  </a:lnTo>
                  <a:lnTo>
                    <a:pt x="123822" y="54859"/>
                  </a:lnTo>
                  <a:lnTo>
                    <a:pt x="120156" y="50945"/>
                  </a:lnTo>
                  <a:lnTo>
                    <a:pt x="116366" y="47151"/>
                  </a:lnTo>
                  <a:lnTo>
                    <a:pt x="112456" y="43480"/>
                  </a:lnTo>
                  <a:lnTo>
                    <a:pt x="108431" y="39937"/>
                  </a:lnTo>
                  <a:lnTo>
                    <a:pt x="104294" y="36524"/>
                  </a:lnTo>
                  <a:lnTo>
                    <a:pt x="100050" y="33246"/>
                  </a:lnTo>
                  <a:lnTo>
                    <a:pt x="95703" y="30106"/>
                  </a:lnTo>
                  <a:lnTo>
                    <a:pt x="91257" y="27106"/>
                  </a:lnTo>
                  <a:lnTo>
                    <a:pt x="86718" y="24251"/>
                  </a:lnTo>
                  <a:lnTo>
                    <a:pt x="82089" y="21543"/>
                  </a:lnTo>
                  <a:lnTo>
                    <a:pt x="77376" y="18985"/>
                  </a:lnTo>
                  <a:lnTo>
                    <a:pt x="72583" y="16579"/>
                  </a:lnTo>
                  <a:lnTo>
                    <a:pt x="67715" y="14329"/>
                  </a:lnTo>
                  <a:lnTo>
                    <a:pt x="62778" y="12235"/>
                  </a:lnTo>
                  <a:lnTo>
                    <a:pt x="57776" y="10301"/>
                  </a:lnTo>
                  <a:lnTo>
                    <a:pt x="52714" y="8529"/>
                  </a:lnTo>
                  <a:lnTo>
                    <a:pt x="47599" y="6919"/>
                  </a:lnTo>
                  <a:lnTo>
                    <a:pt x="42434" y="5475"/>
                  </a:lnTo>
                  <a:lnTo>
                    <a:pt x="37226" y="4197"/>
                  </a:lnTo>
                  <a:lnTo>
                    <a:pt x="31979" y="3087"/>
                  </a:lnTo>
                  <a:lnTo>
                    <a:pt x="26700" y="2146"/>
                  </a:lnTo>
                  <a:lnTo>
                    <a:pt x="21393" y="1374"/>
                  </a:lnTo>
                  <a:lnTo>
                    <a:pt x="16064" y="773"/>
                  </a:lnTo>
                  <a:lnTo>
                    <a:pt x="10718" y="343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61324" y="4213821"/>
              <a:ext cx="234383" cy="334334"/>
            </a:xfrm>
            <a:custGeom>
              <a:avLst/>
              <a:pathLst>
                <a:path w="234383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2"/>
                  </a:lnTo>
                  <a:lnTo>
                    <a:pt x="120033" y="6776"/>
                  </a:lnTo>
                  <a:lnTo>
                    <a:pt x="114966" y="8352"/>
                  </a:lnTo>
                  <a:lnTo>
                    <a:pt x="109951" y="10089"/>
                  </a:lnTo>
                  <a:lnTo>
                    <a:pt x="104994" y="11983"/>
                  </a:lnTo>
                  <a:lnTo>
                    <a:pt x="100100" y="14034"/>
                  </a:lnTo>
                  <a:lnTo>
                    <a:pt x="95273" y="16240"/>
                  </a:lnTo>
                  <a:lnTo>
                    <a:pt x="90519" y="18597"/>
                  </a:lnTo>
                  <a:lnTo>
                    <a:pt x="85842" y="21104"/>
                  </a:lnTo>
                  <a:lnTo>
                    <a:pt x="81247" y="23758"/>
                  </a:lnTo>
                  <a:lnTo>
                    <a:pt x="76738" y="26557"/>
                  </a:lnTo>
                  <a:lnTo>
                    <a:pt x="72321" y="29497"/>
                  </a:lnTo>
                  <a:lnTo>
                    <a:pt x="67999" y="32577"/>
                  </a:lnTo>
                  <a:lnTo>
                    <a:pt x="63777" y="35791"/>
                  </a:lnTo>
                  <a:lnTo>
                    <a:pt x="59659" y="39139"/>
                  </a:lnTo>
                  <a:lnTo>
                    <a:pt x="55650" y="42615"/>
                  </a:lnTo>
                  <a:lnTo>
                    <a:pt x="51753" y="46217"/>
                  </a:lnTo>
                  <a:lnTo>
                    <a:pt x="47972" y="49940"/>
                  </a:lnTo>
                  <a:lnTo>
                    <a:pt x="44311" y="53782"/>
                  </a:lnTo>
                  <a:lnTo>
                    <a:pt x="40774" y="57738"/>
                  </a:lnTo>
                  <a:lnTo>
                    <a:pt x="37364" y="61804"/>
                  </a:lnTo>
                  <a:lnTo>
                    <a:pt x="34085" y="65977"/>
                  </a:lnTo>
                  <a:lnTo>
                    <a:pt x="30941" y="70251"/>
                  </a:lnTo>
                  <a:lnTo>
                    <a:pt x="27933" y="74623"/>
                  </a:lnTo>
                  <a:lnTo>
                    <a:pt x="25066" y="79089"/>
                  </a:lnTo>
                  <a:lnTo>
                    <a:pt x="22342" y="83643"/>
                  </a:lnTo>
                  <a:lnTo>
                    <a:pt x="19764" y="88281"/>
                  </a:lnTo>
                  <a:lnTo>
                    <a:pt x="17334" y="92999"/>
                  </a:lnTo>
                  <a:lnTo>
                    <a:pt x="15056" y="97791"/>
                  </a:lnTo>
                  <a:lnTo>
                    <a:pt x="12930" y="102654"/>
                  </a:lnTo>
                  <a:lnTo>
                    <a:pt x="10960" y="107581"/>
                  </a:lnTo>
                  <a:lnTo>
                    <a:pt x="9148" y="112568"/>
                  </a:lnTo>
                  <a:lnTo>
                    <a:pt x="7494" y="117611"/>
                  </a:lnTo>
                  <a:lnTo>
                    <a:pt x="6002" y="122703"/>
                  </a:lnTo>
                  <a:lnTo>
                    <a:pt x="4672" y="127841"/>
                  </a:lnTo>
                  <a:lnTo>
                    <a:pt x="3505" y="133017"/>
                  </a:lnTo>
                  <a:lnTo>
                    <a:pt x="2504" y="138229"/>
                  </a:lnTo>
                  <a:lnTo>
                    <a:pt x="1668" y="143469"/>
                  </a:lnTo>
                  <a:lnTo>
                    <a:pt x="999" y="148734"/>
                  </a:lnTo>
                  <a:lnTo>
                    <a:pt x="498" y="154016"/>
                  </a:lnTo>
                  <a:lnTo>
                    <a:pt x="165" y="159313"/>
                  </a:lnTo>
                  <a:lnTo>
                    <a:pt x="0" y="164617"/>
                  </a:lnTo>
                  <a:lnTo>
                    <a:pt x="3" y="169923"/>
                  </a:lnTo>
                  <a:lnTo>
                    <a:pt x="174" y="175227"/>
                  </a:lnTo>
                  <a:lnTo>
                    <a:pt x="514" y="180523"/>
                  </a:lnTo>
                  <a:lnTo>
                    <a:pt x="1022" y="185805"/>
                  </a:lnTo>
                  <a:lnTo>
                    <a:pt x="1698" y="191069"/>
                  </a:lnTo>
                  <a:lnTo>
                    <a:pt x="2540" y="196308"/>
                  </a:lnTo>
                  <a:lnTo>
                    <a:pt x="3547" y="201518"/>
                  </a:lnTo>
                  <a:lnTo>
                    <a:pt x="4720" y="206693"/>
                  </a:lnTo>
                  <a:lnTo>
                    <a:pt x="6057" y="211829"/>
                  </a:lnTo>
                  <a:lnTo>
                    <a:pt x="7555" y="216920"/>
                  </a:lnTo>
                  <a:lnTo>
                    <a:pt x="9215" y="221960"/>
                  </a:lnTo>
                  <a:lnTo>
                    <a:pt x="11034" y="226945"/>
                  </a:lnTo>
                  <a:lnTo>
                    <a:pt x="13010" y="231870"/>
                  </a:lnTo>
                  <a:lnTo>
                    <a:pt x="15141" y="236730"/>
                  </a:lnTo>
                  <a:lnTo>
                    <a:pt x="17426" y="241520"/>
                  </a:lnTo>
                  <a:lnTo>
                    <a:pt x="19861" y="246234"/>
                  </a:lnTo>
                  <a:lnTo>
                    <a:pt x="22445" y="250870"/>
                  </a:lnTo>
                  <a:lnTo>
                    <a:pt x="25175" y="255420"/>
                  </a:lnTo>
                  <a:lnTo>
                    <a:pt x="28047" y="259882"/>
                  </a:lnTo>
                  <a:lnTo>
                    <a:pt x="31060" y="264250"/>
                  </a:lnTo>
                  <a:lnTo>
                    <a:pt x="34210" y="268521"/>
                  </a:lnTo>
                  <a:lnTo>
                    <a:pt x="37494" y="272689"/>
                  </a:lnTo>
                  <a:lnTo>
                    <a:pt x="40909" y="276751"/>
                  </a:lnTo>
                  <a:lnTo>
                    <a:pt x="44451" y="280703"/>
                  </a:lnTo>
                  <a:lnTo>
                    <a:pt x="48116" y="284540"/>
                  </a:lnTo>
                  <a:lnTo>
                    <a:pt x="51902" y="288259"/>
                  </a:lnTo>
                  <a:lnTo>
                    <a:pt x="55803" y="291856"/>
                  </a:lnTo>
                  <a:lnTo>
                    <a:pt x="59817" y="295328"/>
                  </a:lnTo>
                  <a:lnTo>
                    <a:pt x="63939" y="298670"/>
                  </a:lnTo>
                  <a:lnTo>
                    <a:pt x="68165" y="301879"/>
                  </a:lnTo>
                  <a:lnTo>
                    <a:pt x="72491" y="304953"/>
                  </a:lnTo>
                  <a:lnTo>
                    <a:pt x="76912" y="307888"/>
                  </a:lnTo>
                  <a:lnTo>
                    <a:pt x="81424" y="310681"/>
                  </a:lnTo>
                  <a:lnTo>
                    <a:pt x="86022" y="313330"/>
                  </a:lnTo>
                  <a:lnTo>
                    <a:pt x="90702" y="315831"/>
                  </a:lnTo>
                  <a:lnTo>
                    <a:pt x="95459" y="318183"/>
                  </a:lnTo>
                  <a:lnTo>
                    <a:pt x="100289" y="320382"/>
                  </a:lnTo>
                  <a:lnTo>
                    <a:pt x="105186" y="322427"/>
                  </a:lnTo>
                  <a:lnTo>
                    <a:pt x="110145" y="324315"/>
                  </a:lnTo>
                  <a:lnTo>
                    <a:pt x="115162" y="326046"/>
                  </a:lnTo>
                  <a:lnTo>
                    <a:pt x="120231" y="327616"/>
                  </a:lnTo>
                  <a:lnTo>
                    <a:pt x="125347" y="329024"/>
                  </a:lnTo>
                  <a:lnTo>
                    <a:pt x="130505" y="330269"/>
                  </a:lnTo>
                  <a:lnTo>
                    <a:pt x="135701" y="331350"/>
                  </a:lnTo>
                  <a:lnTo>
                    <a:pt x="140928" y="332265"/>
                  </a:lnTo>
                  <a:lnTo>
                    <a:pt x="146181" y="333014"/>
                  </a:lnTo>
                  <a:lnTo>
                    <a:pt x="151456" y="333596"/>
                  </a:lnTo>
                  <a:lnTo>
                    <a:pt x="156746" y="334010"/>
                  </a:lnTo>
                  <a:lnTo>
                    <a:pt x="162047" y="334257"/>
                  </a:lnTo>
                  <a:lnTo>
                    <a:pt x="167353" y="334334"/>
                  </a:lnTo>
                  <a:lnTo>
                    <a:pt x="172659" y="334243"/>
                  </a:lnTo>
                  <a:lnTo>
                    <a:pt x="177960" y="333984"/>
                  </a:lnTo>
                  <a:lnTo>
                    <a:pt x="183249" y="333557"/>
                  </a:lnTo>
                  <a:lnTo>
                    <a:pt x="188522" y="332962"/>
                  </a:lnTo>
                  <a:lnTo>
                    <a:pt x="193774" y="332200"/>
                  </a:lnTo>
                  <a:lnTo>
                    <a:pt x="198999" y="331272"/>
                  </a:lnTo>
                  <a:lnTo>
                    <a:pt x="204191" y="330178"/>
                  </a:lnTo>
                  <a:lnTo>
                    <a:pt x="209347" y="328920"/>
                  </a:lnTo>
                  <a:lnTo>
                    <a:pt x="214460" y="327499"/>
                  </a:lnTo>
                  <a:lnTo>
                    <a:pt x="219525" y="325917"/>
                  </a:lnTo>
                  <a:lnTo>
                    <a:pt x="224537" y="324175"/>
                  </a:lnTo>
                  <a:lnTo>
                    <a:pt x="229492" y="322274"/>
                  </a:lnTo>
                  <a:lnTo>
                    <a:pt x="234383" y="32021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380988"/>
              <a:ext cx="146370" cy="153049"/>
            </a:xfrm>
            <a:custGeom>
              <a:avLst/>
              <a:pathLst>
                <a:path w="146370" h="153049">
                  <a:moveTo>
                    <a:pt x="67235" y="153049"/>
                  </a:moveTo>
                  <a:lnTo>
                    <a:pt x="72453" y="150650"/>
                  </a:lnTo>
                  <a:lnTo>
                    <a:pt x="77584" y="148072"/>
                  </a:lnTo>
                  <a:lnTo>
                    <a:pt x="82624" y="145320"/>
                  </a:lnTo>
                  <a:lnTo>
                    <a:pt x="87567" y="142396"/>
                  </a:lnTo>
                  <a:lnTo>
                    <a:pt x="92406" y="139305"/>
                  </a:lnTo>
                  <a:lnTo>
                    <a:pt x="97137" y="136049"/>
                  </a:lnTo>
                  <a:lnTo>
                    <a:pt x="101752" y="132632"/>
                  </a:lnTo>
                  <a:lnTo>
                    <a:pt x="106248" y="129059"/>
                  </a:lnTo>
                  <a:lnTo>
                    <a:pt x="110618" y="125333"/>
                  </a:lnTo>
                  <a:lnTo>
                    <a:pt x="114858" y="121460"/>
                  </a:lnTo>
                  <a:lnTo>
                    <a:pt x="118962" y="117443"/>
                  </a:lnTo>
                  <a:lnTo>
                    <a:pt x="122925" y="113288"/>
                  </a:lnTo>
                  <a:lnTo>
                    <a:pt x="126744" y="108999"/>
                  </a:lnTo>
                  <a:lnTo>
                    <a:pt x="130413" y="104581"/>
                  </a:lnTo>
                  <a:lnTo>
                    <a:pt x="133928" y="100040"/>
                  </a:lnTo>
                  <a:lnTo>
                    <a:pt x="137285" y="95381"/>
                  </a:lnTo>
                  <a:lnTo>
                    <a:pt x="140480" y="90609"/>
                  </a:lnTo>
                  <a:lnTo>
                    <a:pt x="143510" y="85730"/>
                  </a:lnTo>
                  <a:lnTo>
                    <a:pt x="146370" y="80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213821"/>
              <a:ext cx="167163" cy="247918"/>
            </a:xfrm>
            <a:custGeom>
              <a:avLst/>
              <a:pathLst>
                <a:path w="167163" h="247918">
                  <a:moveTo>
                    <a:pt x="146370" y="247918"/>
                  </a:moveTo>
                  <a:lnTo>
                    <a:pt x="148872" y="243205"/>
                  </a:lnTo>
                  <a:lnTo>
                    <a:pt x="151223" y="238415"/>
                  </a:lnTo>
                  <a:lnTo>
                    <a:pt x="153420" y="233552"/>
                  </a:lnTo>
                  <a:lnTo>
                    <a:pt x="155461" y="228622"/>
                  </a:lnTo>
                  <a:lnTo>
                    <a:pt x="157343" y="223628"/>
                  </a:lnTo>
                  <a:lnTo>
                    <a:pt x="159065" y="218578"/>
                  </a:lnTo>
                  <a:lnTo>
                    <a:pt x="160625" y="213475"/>
                  </a:lnTo>
                  <a:lnTo>
                    <a:pt x="162021" y="208325"/>
                  </a:lnTo>
                  <a:lnTo>
                    <a:pt x="163252" y="203132"/>
                  </a:lnTo>
                  <a:lnTo>
                    <a:pt x="164317" y="197904"/>
                  </a:lnTo>
                  <a:lnTo>
                    <a:pt x="165214" y="192643"/>
                  </a:lnTo>
                  <a:lnTo>
                    <a:pt x="165943" y="187357"/>
                  </a:lnTo>
                  <a:lnTo>
                    <a:pt x="166503" y="182051"/>
                  </a:lnTo>
                  <a:lnTo>
                    <a:pt x="166893" y="176729"/>
                  </a:lnTo>
                  <a:lnTo>
                    <a:pt x="167113" y="171397"/>
                  </a:lnTo>
                  <a:lnTo>
                    <a:pt x="167163" y="166061"/>
                  </a:lnTo>
                  <a:lnTo>
                    <a:pt x="167043" y="160727"/>
                  </a:lnTo>
                  <a:lnTo>
                    <a:pt x="166752" y="155399"/>
                  </a:lnTo>
                  <a:lnTo>
                    <a:pt x="166292" y="150082"/>
                  </a:lnTo>
                  <a:lnTo>
                    <a:pt x="165662" y="144784"/>
                  </a:lnTo>
                  <a:lnTo>
                    <a:pt x="164863" y="139508"/>
                  </a:lnTo>
                  <a:lnTo>
                    <a:pt x="163896" y="134260"/>
                  </a:lnTo>
                  <a:lnTo>
                    <a:pt x="162762" y="129045"/>
                  </a:lnTo>
                  <a:lnTo>
                    <a:pt x="161463" y="123870"/>
                  </a:lnTo>
                  <a:lnTo>
                    <a:pt x="159998" y="118739"/>
                  </a:lnTo>
                  <a:lnTo>
                    <a:pt x="158371" y="113657"/>
                  </a:lnTo>
                  <a:lnTo>
                    <a:pt x="156583" y="108629"/>
                  </a:lnTo>
                  <a:lnTo>
                    <a:pt x="154635" y="103662"/>
                  </a:lnTo>
                  <a:lnTo>
                    <a:pt x="152529" y="98758"/>
                  </a:lnTo>
                  <a:lnTo>
                    <a:pt x="150268" y="93925"/>
                  </a:lnTo>
                  <a:lnTo>
                    <a:pt x="147854" y="89166"/>
                  </a:lnTo>
                  <a:lnTo>
                    <a:pt x="145289" y="84487"/>
                  </a:lnTo>
                  <a:lnTo>
                    <a:pt x="142576" y="79892"/>
                  </a:lnTo>
                  <a:lnTo>
                    <a:pt x="139718" y="75386"/>
                  </a:lnTo>
                  <a:lnTo>
                    <a:pt x="136717" y="70973"/>
                  </a:lnTo>
                  <a:lnTo>
                    <a:pt x="133577" y="66659"/>
                  </a:lnTo>
                  <a:lnTo>
                    <a:pt x="130301" y="62447"/>
                  </a:lnTo>
                  <a:lnTo>
                    <a:pt x="126893" y="58341"/>
                  </a:lnTo>
                  <a:lnTo>
                    <a:pt x="123355" y="54347"/>
                  </a:lnTo>
                  <a:lnTo>
                    <a:pt x="119691" y="50467"/>
                  </a:lnTo>
                  <a:lnTo>
                    <a:pt x="115905" y="46706"/>
                  </a:lnTo>
                  <a:lnTo>
                    <a:pt x="112002" y="43068"/>
                  </a:lnTo>
                  <a:lnTo>
                    <a:pt x="107984" y="39557"/>
                  </a:lnTo>
                  <a:lnTo>
                    <a:pt x="103856" y="36175"/>
                  </a:lnTo>
                  <a:lnTo>
                    <a:pt x="99622" y="32927"/>
                  </a:lnTo>
                  <a:lnTo>
                    <a:pt x="95287" y="29816"/>
                  </a:lnTo>
                  <a:lnTo>
                    <a:pt x="90855" y="26845"/>
                  </a:lnTo>
                  <a:lnTo>
                    <a:pt x="86330" y="24016"/>
                  </a:lnTo>
                  <a:lnTo>
                    <a:pt x="81717" y="21334"/>
                  </a:lnTo>
                  <a:lnTo>
                    <a:pt x="77021" y="18800"/>
                  </a:lnTo>
                  <a:lnTo>
                    <a:pt x="72246" y="16418"/>
                  </a:lnTo>
                  <a:lnTo>
                    <a:pt x="67398" y="14188"/>
                  </a:lnTo>
                  <a:lnTo>
                    <a:pt x="62481" y="12115"/>
                  </a:lnTo>
                  <a:lnTo>
                    <a:pt x="57500" y="10200"/>
                  </a:lnTo>
                  <a:lnTo>
                    <a:pt x="52461" y="8445"/>
                  </a:lnTo>
                  <a:lnTo>
                    <a:pt x="47369" y="6851"/>
                  </a:lnTo>
                  <a:lnTo>
                    <a:pt x="42228" y="5421"/>
                  </a:lnTo>
                  <a:lnTo>
                    <a:pt x="37044" y="4156"/>
                  </a:lnTo>
                  <a:lnTo>
                    <a:pt x="31822" y="3056"/>
                  </a:lnTo>
                  <a:lnTo>
                    <a:pt x="26568" y="2124"/>
                  </a:lnTo>
                  <a:lnTo>
                    <a:pt x="21287" y="1360"/>
                  </a:lnTo>
                  <a:lnTo>
                    <a:pt x="15984" y="765"/>
                  </a:lnTo>
                  <a:lnTo>
                    <a:pt x="10665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1858" y="3707720"/>
              <a:ext cx="225345" cy="334332"/>
            </a:xfrm>
            <a:custGeom>
              <a:avLst/>
              <a:pathLst>
                <a:path w="225345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2" y="1349"/>
                  </a:lnTo>
                  <a:lnTo>
                    <a:pt x="140692" y="2107"/>
                  </a:lnTo>
                  <a:lnTo>
                    <a:pt x="135458" y="3032"/>
                  </a:lnTo>
                  <a:lnTo>
                    <a:pt x="130257" y="4122"/>
                  </a:lnTo>
                  <a:lnTo>
                    <a:pt x="125093" y="5377"/>
                  </a:lnTo>
                  <a:lnTo>
                    <a:pt x="119971" y="6796"/>
                  </a:lnTo>
                  <a:lnTo>
                    <a:pt x="114897" y="8377"/>
                  </a:lnTo>
                  <a:lnTo>
                    <a:pt x="109876" y="10118"/>
                  </a:lnTo>
                  <a:lnTo>
                    <a:pt x="104913" y="12018"/>
                  </a:lnTo>
                  <a:lnTo>
                    <a:pt x="100013" y="14075"/>
                  </a:lnTo>
                  <a:lnTo>
                    <a:pt x="95181" y="16286"/>
                  </a:lnTo>
                  <a:lnTo>
                    <a:pt x="90421" y="18650"/>
                  </a:lnTo>
                  <a:lnTo>
                    <a:pt x="85739" y="21165"/>
                  </a:lnTo>
                  <a:lnTo>
                    <a:pt x="81139" y="23826"/>
                  </a:lnTo>
                  <a:lnTo>
                    <a:pt x="76626" y="26633"/>
                  </a:lnTo>
                  <a:lnTo>
                    <a:pt x="72205" y="29581"/>
                  </a:lnTo>
                  <a:lnTo>
                    <a:pt x="67879" y="32669"/>
                  </a:lnTo>
                  <a:lnTo>
                    <a:pt x="63654" y="35893"/>
                  </a:lnTo>
                  <a:lnTo>
                    <a:pt x="59534" y="39249"/>
                  </a:lnTo>
                  <a:lnTo>
                    <a:pt x="55522" y="42734"/>
                  </a:lnTo>
                  <a:lnTo>
                    <a:pt x="51623" y="46346"/>
                  </a:lnTo>
                  <a:lnTo>
                    <a:pt x="47841" y="50079"/>
                  </a:lnTo>
                  <a:lnTo>
                    <a:pt x="44179" y="53931"/>
                  </a:lnTo>
                  <a:lnTo>
                    <a:pt x="40642" y="57897"/>
                  </a:lnTo>
                  <a:lnTo>
                    <a:pt x="37233" y="61973"/>
                  </a:lnTo>
                  <a:lnTo>
                    <a:pt x="33954" y="66156"/>
                  </a:lnTo>
                  <a:lnTo>
                    <a:pt x="30811" y="70441"/>
                  </a:lnTo>
                  <a:lnTo>
                    <a:pt x="27805" y="74824"/>
                  </a:lnTo>
                  <a:lnTo>
                    <a:pt x="24940" y="79300"/>
                  </a:lnTo>
                  <a:lnTo>
                    <a:pt x="22219" y="83865"/>
                  </a:lnTo>
                  <a:lnTo>
                    <a:pt x="19645" y="88514"/>
                  </a:lnTo>
                  <a:lnTo>
                    <a:pt x="17219" y="93243"/>
                  </a:lnTo>
                  <a:lnTo>
                    <a:pt x="14945" y="98046"/>
                  </a:lnTo>
                  <a:lnTo>
                    <a:pt x="12825" y="102919"/>
                  </a:lnTo>
                  <a:lnTo>
                    <a:pt x="10860" y="107857"/>
                  </a:lnTo>
                  <a:lnTo>
                    <a:pt x="9054" y="112855"/>
                  </a:lnTo>
                  <a:lnTo>
                    <a:pt x="7408" y="117908"/>
                  </a:lnTo>
                  <a:lnTo>
                    <a:pt x="5923" y="123011"/>
                  </a:lnTo>
                  <a:lnTo>
                    <a:pt x="4601" y="128158"/>
                  </a:lnTo>
                  <a:lnTo>
                    <a:pt x="3443" y="133345"/>
                  </a:lnTo>
                  <a:lnTo>
                    <a:pt x="2450" y="138566"/>
                  </a:lnTo>
                  <a:lnTo>
                    <a:pt x="1624" y="143816"/>
                  </a:lnTo>
                  <a:lnTo>
                    <a:pt x="966" y="149089"/>
                  </a:lnTo>
                  <a:lnTo>
                    <a:pt x="475" y="154381"/>
                  </a:lnTo>
                  <a:lnTo>
                    <a:pt x="153" y="159685"/>
                  </a:lnTo>
                  <a:lnTo>
                    <a:pt x="0" y="164998"/>
                  </a:lnTo>
                  <a:lnTo>
                    <a:pt x="15" y="170312"/>
                  </a:lnTo>
                  <a:lnTo>
                    <a:pt x="199" y="175623"/>
                  </a:lnTo>
                  <a:lnTo>
                    <a:pt x="553" y="180926"/>
                  </a:lnTo>
                  <a:lnTo>
                    <a:pt x="1074" y="186215"/>
                  </a:lnTo>
                  <a:lnTo>
                    <a:pt x="1764" y="191484"/>
                  </a:lnTo>
                  <a:lnTo>
                    <a:pt x="2620" y="196729"/>
                  </a:lnTo>
                  <a:lnTo>
                    <a:pt x="3643" y="201944"/>
                  </a:lnTo>
                  <a:lnTo>
                    <a:pt x="4831" y="207124"/>
                  </a:lnTo>
                  <a:lnTo>
                    <a:pt x="6183" y="212263"/>
                  </a:lnTo>
                  <a:lnTo>
                    <a:pt x="7698" y="217357"/>
                  </a:lnTo>
                  <a:lnTo>
                    <a:pt x="9374" y="222401"/>
                  </a:lnTo>
                  <a:lnTo>
                    <a:pt x="11209" y="227388"/>
                  </a:lnTo>
                  <a:lnTo>
                    <a:pt x="13202" y="232315"/>
                  </a:lnTo>
                  <a:lnTo>
                    <a:pt x="15351" y="237175"/>
                  </a:lnTo>
                  <a:lnTo>
                    <a:pt x="17653" y="241965"/>
                  </a:lnTo>
                  <a:lnTo>
                    <a:pt x="20106" y="246679"/>
                  </a:lnTo>
                  <a:lnTo>
                    <a:pt x="22708" y="251313"/>
                  </a:lnTo>
                  <a:lnTo>
                    <a:pt x="25456" y="255862"/>
                  </a:lnTo>
                  <a:lnTo>
                    <a:pt x="28347" y="260322"/>
                  </a:lnTo>
                  <a:lnTo>
                    <a:pt x="31378" y="264687"/>
                  </a:lnTo>
                  <a:lnTo>
                    <a:pt x="34546" y="268953"/>
                  </a:lnTo>
                  <a:lnTo>
                    <a:pt x="37849" y="273117"/>
                  </a:lnTo>
                  <a:lnTo>
                    <a:pt x="41282" y="277174"/>
                  </a:lnTo>
                  <a:lnTo>
                    <a:pt x="44842" y="281119"/>
                  </a:lnTo>
                  <a:lnTo>
                    <a:pt x="48526" y="284949"/>
                  </a:lnTo>
                  <a:lnTo>
                    <a:pt x="52330" y="288661"/>
                  </a:lnTo>
                  <a:lnTo>
                    <a:pt x="56250" y="292249"/>
                  </a:lnTo>
                  <a:lnTo>
                    <a:pt x="60282" y="295711"/>
                  </a:lnTo>
                  <a:lnTo>
                    <a:pt x="64422" y="299043"/>
                  </a:lnTo>
                  <a:lnTo>
                    <a:pt x="68666" y="302242"/>
                  </a:lnTo>
                  <a:lnTo>
                    <a:pt x="73009" y="305304"/>
                  </a:lnTo>
                  <a:lnTo>
                    <a:pt x="77448" y="308227"/>
                  </a:lnTo>
                  <a:lnTo>
                    <a:pt x="81977" y="311007"/>
                  </a:lnTo>
                  <a:lnTo>
                    <a:pt x="86592" y="313642"/>
                  </a:lnTo>
                  <a:lnTo>
                    <a:pt x="91289" y="316129"/>
                  </a:lnTo>
                  <a:lnTo>
                    <a:pt x="96063" y="318465"/>
                  </a:lnTo>
                  <a:lnTo>
                    <a:pt x="100908" y="320648"/>
                  </a:lnTo>
                  <a:lnTo>
                    <a:pt x="105820" y="322677"/>
                  </a:lnTo>
                  <a:lnTo>
                    <a:pt x="110794" y="324548"/>
                  </a:lnTo>
                  <a:lnTo>
                    <a:pt x="115825" y="326259"/>
                  </a:lnTo>
                  <a:lnTo>
                    <a:pt x="120908" y="327811"/>
                  </a:lnTo>
                  <a:lnTo>
                    <a:pt x="126038" y="329199"/>
                  </a:lnTo>
                  <a:lnTo>
                    <a:pt x="131209" y="330424"/>
                  </a:lnTo>
                  <a:lnTo>
                    <a:pt x="136417" y="331484"/>
                  </a:lnTo>
                  <a:lnTo>
                    <a:pt x="141655" y="332378"/>
                  </a:lnTo>
                  <a:lnTo>
                    <a:pt x="146920" y="333105"/>
                  </a:lnTo>
                  <a:lnTo>
                    <a:pt x="152205" y="333665"/>
                  </a:lnTo>
                  <a:lnTo>
                    <a:pt x="157505" y="334056"/>
                  </a:lnTo>
                  <a:lnTo>
                    <a:pt x="162815" y="334278"/>
                  </a:lnTo>
                  <a:lnTo>
                    <a:pt x="168129" y="334332"/>
                  </a:lnTo>
                  <a:lnTo>
                    <a:pt x="173442" y="334216"/>
                  </a:lnTo>
                  <a:lnTo>
                    <a:pt x="178749" y="333932"/>
                  </a:lnTo>
                  <a:lnTo>
                    <a:pt x="184044" y="333479"/>
                  </a:lnTo>
                  <a:lnTo>
                    <a:pt x="189322" y="332858"/>
                  </a:lnTo>
                  <a:lnTo>
                    <a:pt x="194577" y="332070"/>
                  </a:lnTo>
                  <a:lnTo>
                    <a:pt x="199805" y="331114"/>
                  </a:lnTo>
                  <a:lnTo>
                    <a:pt x="205000" y="329994"/>
                  </a:lnTo>
                  <a:lnTo>
                    <a:pt x="210157" y="328708"/>
                  </a:lnTo>
                  <a:lnTo>
                    <a:pt x="215270" y="327260"/>
                  </a:lnTo>
                  <a:lnTo>
                    <a:pt x="220334" y="325649"/>
                  </a:lnTo>
                  <a:lnTo>
                    <a:pt x="225345" y="32387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836"/>
              <a:ext cx="167167" cy="323763"/>
            </a:xfrm>
            <a:custGeom>
              <a:avLst/>
              <a:pathLst>
                <a:path w="167167" h="323763">
                  <a:moveTo>
                    <a:pt x="58192" y="323763"/>
                  </a:moveTo>
                  <a:lnTo>
                    <a:pt x="63170" y="321824"/>
                  </a:lnTo>
                  <a:lnTo>
                    <a:pt x="68084" y="319726"/>
                  </a:lnTo>
                  <a:lnTo>
                    <a:pt x="72929" y="317472"/>
                  </a:lnTo>
                  <a:lnTo>
                    <a:pt x="77699" y="315064"/>
                  </a:lnTo>
                  <a:lnTo>
                    <a:pt x="82389" y="312506"/>
                  </a:lnTo>
                  <a:lnTo>
                    <a:pt x="86996" y="309798"/>
                  </a:lnTo>
                  <a:lnTo>
                    <a:pt x="91513" y="306945"/>
                  </a:lnTo>
                  <a:lnTo>
                    <a:pt x="95937" y="303949"/>
                  </a:lnTo>
                  <a:lnTo>
                    <a:pt x="100263" y="300813"/>
                  </a:lnTo>
                  <a:lnTo>
                    <a:pt x="104487" y="297540"/>
                  </a:lnTo>
                  <a:lnTo>
                    <a:pt x="108604" y="294135"/>
                  </a:lnTo>
                  <a:lnTo>
                    <a:pt x="112610" y="290599"/>
                  </a:lnTo>
                  <a:lnTo>
                    <a:pt x="116500" y="286937"/>
                  </a:lnTo>
                  <a:lnTo>
                    <a:pt x="120272" y="283152"/>
                  </a:lnTo>
                  <a:lnTo>
                    <a:pt x="123921" y="279249"/>
                  </a:lnTo>
                  <a:lnTo>
                    <a:pt x="127444" y="275232"/>
                  </a:lnTo>
                  <a:lnTo>
                    <a:pt x="130836" y="271104"/>
                  </a:lnTo>
                  <a:lnTo>
                    <a:pt x="134094" y="266869"/>
                  </a:lnTo>
                  <a:lnTo>
                    <a:pt x="137216" y="262533"/>
                  </a:lnTo>
                  <a:lnTo>
                    <a:pt x="140197" y="258099"/>
                  </a:lnTo>
                  <a:lnTo>
                    <a:pt x="143035" y="253572"/>
                  </a:lnTo>
                  <a:lnTo>
                    <a:pt x="145727" y="248956"/>
                  </a:lnTo>
                  <a:lnTo>
                    <a:pt x="148270" y="244257"/>
                  </a:lnTo>
                  <a:lnTo>
                    <a:pt x="150662" y="239479"/>
                  </a:lnTo>
                  <a:lnTo>
                    <a:pt x="152900" y="234627"/>
                  </a:lnTo>
                  <a:lnTo>
                    <a:pt x="154981" y="229706"/>
                  </a:lnTo>
                  <a:lnTo>
                    <a:pt x="156904" y="224721"/>
                  </a:lnTo>
                  <a:lnTo>
                    <a:pt x="158667" y="219678"/>
                  </a:lnTo>
                  <a:lnTo>
                    <a:pt x="160268" y="214580"/>
                  </a:lnTo>
                  <a:lnTo>
                    <a:pt x="161705" y="209434"/>
                  </a:lnTo>
                  <a:lnTo>
                    <a:pt x="162977" y="204244"/>
                  </a:lnTo>
                  <a:lnTo>
                    <a:pt x="164082" y="199017"/>
                  </a:lnTo>
                  <a:lnTo>
                    <a:pt x="165020" y="193756"/>
                  </a:lnTo>
                  <a:lnTo>
                    <a:pt x="165789" y="188469"/>
                  </a:lnTo>
                  <a:lnTo>
                    <a:pt x="166389" y="183160"/>
                  </a:lnTo>
                  <a:lnTo>
                    <a:pt x="166819" y="177834"/>
                  </a:lnTo>
                  <a:lnTo>
                    <a:pt x="167078" y="172497"/>
                  </a:lnTo>
                  <a:lnTo>
                    <a:pt x="167167" y="167155"/>
                  </a:lnTo>
                  <a:lnTo>
                    <a:pt x="167085" y="161812"/>
                  </a:lnTo>
                  <a:lnTo>
                    <a:pt x="166832" y="156475"/>
                  </a:lnTo>
                  <a:lnTo>
                    <a:pt x="166409" y="151149"/>
                  </a:lnTo>
                  <a:lnTo>
                    <a:pt x="165816" y="145839"/>
                  </a:lnTo>
                  <a:lnTo>
                    <a:pt x="165053" y="140550"/>
                  </a:lnTo>
                  <a:lnTo>
                    <a:pt x="164122" y="135289"/>
                  </a:lnTo>
                  <a:lnTo>
                    <a:pt x="163023" y="130060"/>
                  </a:lnTo>
                  <a:lnTo>
                    <a:pt x="161757" y="124869"/>
                  </a:lnTo>
                  <a:lnTo>
                    <a:pt x="160327" y="119721"/>
                  </a:lnTo>
                  <a:lnTo>
                    <a:pt x="158732" y="114622"/>
                  </a:lnTo>
                  <a:lnTo>
                    <a:pt x="156975" y="109576"/>
                  </a:lnTo>
                  <a:lnTo>
                    <a:pt x="155058" y="104588"/>
                  </a:lnTo>
                  <a:lnTo>
                    <a:pt x="152983" y="99665"/>
                  </a:lnTo>
                  <a:lnTo>
                    <a:pt x="150751" y="94810"/>
                  </a:lnTo>
                  <a:lnTo>
                    <a:pt x="148366" y="90029"/>
                  </a:lnTo>
                  <a:lnTo>
                    <a:pt x="145828" y="85327"/>
                  </a:lnTo>
                  <a:lnTo>
                    <a:pt x="143142" y="80708"/>
                  </a:lnTo>
                  <a:lnTo>
                    <a:pt x="140309" y="76178"/>
                  </a:lnTo>
                  <a:lnTo>
                    <a:pt x="137334" y="71740"/>
                  </a:lnTo>
                  <a:lnTo>
                    <a:pt x="134217" y="67400"/>
                  </a:lnTo>
                  <a:lnTo>
                    <a:pt x="130964" y="63161"/>
                  </a:lnTo>
                  <a:lnTo>
                    <a:pt x="127577" y="59029"/>
                  </a:lnTo>
                  <a:lnTo>
                    <a:pt x="124060" y="55007"/>
                  </a:lnTo>
                  <a:lnTo>
                    <a:pt x="120415" y="51099"/>
                  </a:lnTo>
                  <a:lnTo>
                    <a:pt x="116648" y="47310"/>
                  </a:lnTo>
                  <a:lnTo>
                    <a:pt x="112762" y="43643"/>
                  </a:lnTo>
                  <a:lnTo>
                    <a:pt x="108760" y="40103"/>
                  </a:lnTo>
                  <a:lnTo>
                    <a:pt x="104648" y="36692"/>
                  </a:lnTo>
                  <a:lnTo>
                    <a:pt x="100428" y="33414"/>
                  </a:lnTo>
                  <a:lnTo>
                    <a:pt x="96106" y="30273"/>
                  </a:lnTo>
                  <a:lnTo>
                    <a:pt x="91686" y="27271"/>
                  </a:lnTo>
                  <a:lnTo>
                    <a:pt x="87172" y="24412"/>
                  </a:lnTo>
                  <a:lnTo>
                    <a:pt x="82569" y="21699"/>
                  </a:lnTo>
                  <a:lnTo>
                    <a:pt x="77881" y="19135"/>
                  </a:lnTo>
                  <a:lnTo>
                    <a:pt x="73114" y="16721"/>
                  </a:lnTo>
                  <a:lnTo>
                    <a:pt x="68273" y="14462"/>
                  </a:lnTo>
                  <a:lnTo>
                    <a:pt x="63361" y="12358"/>
                  </a:lnTo>
                  <a:lnTo>
                    <a:pt x="58385" y="10412"/>
                  </a:lnTo>
                  <a:lnTo>
                    <a:pt x="53349" y="8626"/>
                  </a:lnTo>
                  <a:lnTo>
                    <a:pt x="48259" y="7002"/>
                  </a:lnTo>
                  <a:lnTo>
                    <a:pt x="43119" y="5541"/>
                  </a:lnTo>
                  <a:lnTo>
                    <a:pt x="37936" y="4246"/>
                  </a:lnTo>
                  <a:lnTo>
                    <a:pt x="32713" y="3116"/>
                  </a:lnTo>
                  <a:lnTo>
                    <a:pt x="27458" y="2155"/>
                  </a:lnTo>
                  <a:lnTo>
                    <a:pt x="22174" y="1361"/>
                  </a:lnTo>
                  <a:lnTo>
                    <a:pt x="16867" y="737"/>
                  </a:lnTo>
                  <a:lnTo>
                    <a:pt x="11543" y="283"/>
                  </a:lnTo>
                  <a:lnTo>
                    <a:pt x="6208" y="0"/>
                  </a:lnTo>
                  <a:lnTo>
                    <a:pt x="0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20"/>
              <a:ext cx="6208" cy="167167"/>
            </a:xfrm>
            <a:custGeom>
              <a:avLst/>
              <a:pathLst>
                <a:path w="6208" h="167167">
                  <a:moveTo>
                    <a:pt x="6208" y="1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2025-06-05T18:33:40Z</dcterms:modified>
  <cp:category/>
</cp:coreProperties>
</file>