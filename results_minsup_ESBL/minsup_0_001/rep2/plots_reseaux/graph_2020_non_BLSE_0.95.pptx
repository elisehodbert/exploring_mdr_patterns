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250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14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5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33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02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322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46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282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107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15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199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79452" y="1556381"/>
              <a:ext cx="2536502" cy="147484"/>
            </a:xfrm>
            <a:custGeom>
              <a:avLst/>
              <a:pathLst>
                <a:path w="2536502" h="147484">
                  <a:moveTo>
                    <a:pt x="2536502" y="0"/>
                  </a:moveTo>
                  <a:lnTo>
                    <a:pt x="0" y="147484"/>
                  </a:lnTo>
                </a:path>
              </a:pathLst>
            </a:custGeom>
            <a:ln w="1641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52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449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90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23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241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08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35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03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199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48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102" y="3170392"/>
              <a:ext cx="1676" cy="167167"/>
            </a:xfrm>
            <a:custGeom>
              <a:avLst/>
              <a:pathLst>
                <a:path w="1676" h="167167">
                  <a:moveTo>
                    <a:pt x="1676" y="0"/>
                  </a:moveTo>
                  <a:lnTo>
                    <a:pt x="0" y="8"/>
                  </a:lnTo>
                  <a:lnTo>
                    <a:pt x="16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102" y="3170400"/>
              <a:ext cx="1676" cy="167159"/>
            </a:xfrm>
            <a:custGeom>
              <a:avLst/>
              <a:pathLst>
                <a:path w="1676" h="167159">
                  <a:moveTo>
                    <a:pt x="0" y="0"/>
                  </a:moveTo>
                  <a:lnTo>
                    <a:pt x="1676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16621" y="3170400"/>
              <a:ext cx="334315" cy="334326"/>
            </a:xfrm>
            <a:custGeom>
              <a:avLst/>
              <a:pathLst>
                <a:path w="334315" h="334326">
                  <a:moveTo>
                    <a:pt x="165480" y="0"/>
                  </a:moveTo>
                  <a:lnTo>
                    <a:pt x="160194" y="136"/>
                  </a:lnTo>
                  <a:lnTo>
                    <a:pt x="154916" y="440"/>
                  </a:lnTo>
                  <a:lnTo>
                    <a:pt x="149649" y="910"/>
                  </a:lnTo>
                  <a:lnTo>
                    <a:pt x="144400" y="1547"/>
                  </a:lnTo>
                  <a:lnTo>
                    <a:pt x="139173" y="2350"/>
                  </a:lnTo>
                  <a:lnTo>
                    <a:pt x="133975" y="3318"/>
                  </a:lnTo>
                  <a:lnTo>
                    <a:pt x="128810" y="4449"/>
                  </a:lnTo>
                  <a:lnTo>
                    <a:pt x="123683" y="5743"/>
                  </a:lnTo>
                  <a:lnTo>
                    <a:pt x="118599" y="7199"/>
                  </a:lnTo>
                  <a:lnTo>
                    <a:pt x="113565" y="8815"/>
                  </a:lnTo>
                  <a:lnTo>
                    <a:pt x="108584" y="10589"/>
                  </a:lnTo>
                  <a:lnTo>
                    <a:pt x="103661" y="12520"/>
                  </a:lnTo>
                  <a:lnTo>
                    <a:pt x="98802" y="14605"/>
                  </a:lnTo>
                  <a:lnTo>
                    <a:pt x="94011" y="16843"/>
                  </a:lnTo>
                  <a:lnTo>
                    <a:pt x="89294" y="19232"/>
                  </a:lnTo>
                  <a:lnTo>
                    <a:pt x="84654" y="21769"/>
                  </a:lnTo>
                  <a:lnTo>
                    <a:pt x="80097" y="24451"/>
                  </a:lnTo>
                  <a:lnTo>
                    <a:pt x="75628" y="27275"/>
                  </a:lnTo>
                  <a:lnTo>
                    <a:pt x="71249" y="30240"/>
                  </a:lnTo>
                  <a:lnTo>
                    <a:pt x="66967" y="33342"/>
                  </a:lnTo>
                  <a:lnTo>
                    <a:pt x="62785" y="36578"/>
                  </a:lnTo>
                  <a:lnTo>
                    <a:pt x="58707" y="39944"/>
                  </a:lnTo>
                  <a:lnTo>
                    <a:pt x="54738" y="43438"/>
                  </a:lnTo>
                  <a:lnTo>
                    <a:pt x="50881" y="47055"/>
                  </a:lnTo>
                  <a:lnTo>
                    <a:pt x="47141" y="50793"/>
                  </a:lnTo>
                  <a:lnTo>
                    <a:pt x="43521" y="54647"/>
                  </a:lnTo>
                  <a:lnTo>
                    <a:pt x="40024" y="58613"/>
                  </a:lnTo>
                  <a:lnTo>
                    <a:pt x="36655" y="62688"/>
                  </a:lnTo>
                  <a:lnTo>
                    <a:pt x="33416" y="66868"/>
                  </a:lnTo>
                  <a:lnTo>
                    <a:pt x="30311" y="71148"/>
                  </a:lnTo>
                  <a:lnTo>
                    <a:pt x="27343" y="75524"/>
                  </a:lnTo>
                  <a:lnTo>
                    <a:pt x="24515" y="79992"/>
                  </a:lnTo>
                  <a:lnTo>
                    <a:pt x="21829" y="84547"/>
                  </a:lnTo>
                  <a:lnTo>
                    <a:pt x="19289" y="89184"/>
                  </a:lnTo>
                  <a:lnTo>
                    <a:pt x="16897" y="93900"/>
                  </a:lnTo>
                  <a:lnTo>
                    <a:pt x="14655" y="98689"/>
                  </a:lnTo>
                  <a:lnTo>
                    <a:pt x="12566" y="103546"/>
                  </a:lnTo>
                  <a:lnTo>
                    <a:pt x="10631" y="108468"/>
                  </a:lnTo>
                  <a:lnTo>
                    <a:pt x="8854" y="113447"/>
                  </a:lnTo>
                  <a:lnTo>
                    <a:pt x="7234" y="118481"/>
                  </a:lnTo>
                  <a:lnTo>
                    <a:pt x="5774" y="123563"/>
                  </a:lnTo>
                  <a:lnTo>
                    <a:pt x="4476" y="128689"/>
                  </a:lnTo>
                  <a:lnTo>
                    <a:pt x="3341" y="133853"/>
                  </a:lnTo>
                  <a:lnTo>
                    <a:pt x="2370" y="139051"/>
                  </a:lnTo>
                  <a:lnTo>
                    <a:pt x="1563" y="144277"/>
                  </a:lnTo>
                  <a:lnTo>
                    <a:pt x="922" y="149526"/>
                  </a:lnTo>
                  <a:lnTo>
                    <a:pt x="448" y="154792"/>
                  </a:lnTo>
                  <a:lnTo>
                    <a:pt x="140" y="160071"/>
                  </a:lnTo>
                  <a:lnTo>
                    <a:pt x="0" y="165356"/>
                  </a:lnTo>
                  <a:lnTo>
                    <a:pt x="26" y="170644"/>
                  </a:lnTo>
                  <a:lnTo>
                    <a:pt x="220" y="175928"/>
                  </a:lnTo>
                  <a:lnTo>
                    <a:pt x="581" y="181204"/>
                  </a:lnTo>
                  <a:lnTo>
                    <a:pt x="1108" y="186465"/>
                  </a:lnTo>
                  <a:lnTo>
                    <a:pt x="1802" y="191707"/>
                  </a:lnTo>
                  <a:lnTo>
                    <a:pt x="2661" y="196924"/>
                  </a:lnTo>
                  <a:lnTo>
                    <a:pt x="3685" y="202112"/>
                  </a:lnTo>
                  <a:lnTo>
                    <a:pt x="4872" y="207265"/>
                  </a:lnTo>
                  <a:lnTo>
                    <a:pt x="6222" y="212377"/>
                  </a:lnTo>
                  <a:lnTo>
                    <a:pt x="7732" y="217444"/>
                  </a:lnTo>
                  <a:lnTo>
                    <a:pt x="9403" y="222461"/>
                  </a:lnTo>
                  <a:lnTo>
                    <a:pt x="11230" y="227423"/>
                  </a:lnTo>
                  <a:lnTo>
                    <a:pt x="13214" y="232324"/>
                  </a:lnTo>
                  <a:lnTo>
                    <a:pt x="15352" y="237160"/>
                  </a:lnTo>
                  <a:lnTo>
                    <a:pt x="17642" y="241927"/>
                  </a:lnTo>
                  <a:lnTo>
                    <a:pt x="20082" y="246618"/>
                  </a:lnTo>
                  <a:lnTo>
                    <a:pt x="22669" y="251230"/>
                  </a:lnTo>
                  <a:lnTo>
                    <a:pt x="25400" y="255757"/>
                  </a:lnTo>
                  <a:lnTo>
                    <a:pt x="28273" y="260196"/>
                  </a:lnTo>
                  <a:lnTo>
                    <a:pt x="31285" y="264542"/>
                  </a:lnTo>
                  <a:lnTo>
                    <a:pt x="34433" y="268791"/>
                  </a:lnTo>
                  <a:lnTo>
                    <a:pt x="37713" y="272938"/>
                  </a:lnTo>
                  <a:lnTo>
                    <a:pt x="41124" y="276979"/>
                  </a:lnTo>
                  <a:lnTo>
                    <a:pt x="44660" y="280910"/>
                  </a:lnTo>
                  <a:lnTo>
                    <a:pt x="48319" y="284727"/>
                  </a:lnTo>
                  <a:lnTo>
                    <a:pt x="52097" y="288427"/>
                  </a:lnTo>
                  <a:lnTo>
                    <a:pt x="55990" y="292005"/>
                  </a:lnTo>
                  <a:lnTo>
                    <a:pt x="59994" y="295459"/>
                  </a:lnTo>
                  <a:lnTo>
                    <a:pt x="64105" y="298784"/>
                  </a:lnTo>
                  <a:lnTo>
                    <a:pt x="68320" y="301977"/>
                  </a:lnTo>
                  <a:lnTo>
                    <a:pt x="72633" y="305036"/>
                  </a:lnTo>
                  <a:lnTo>
                    <a:pt x="77041" y="307956"/>
                  </a:lnTo>
                  <a:lnTo>
                    <a:pt x="81539" y="310736"/>
                  </a:lnTo>
                  <a:lnTo>
                    <a:pt x="86123" y="313372"/>
                  </a:lnTo>
                  <a:lnTo>
                    <a:pt x="90788" y="315862"/>
                  </a:lnTo>
                  <a:lnTo>
                    <a:pt x="95529" y="318203"/>
                  </a:lnTo>
                  <a:lnTo>
                    <a:pt x="100342" y="320393"/>
                  </a:lnTo>
                  <a:lnTo>
                    <a:pt x="105222" y="322429"/>
                  </a:lnTo>
                  <a:lnTo>
                    <a:pt x="110163" y="324310"/>
                  </a:lnTo>
                  <a:lnTo>
                    <a:pt x="115162" y="326034"/>
                  </a:lnTo>
                  <a:lnTo>
                    <a:pt x="120213" y="327599"/>
                  </a:lnTo>
                  <a:lnTo>
                    <a:pt x="125311" y="329004"/>
                  </a:lnTo>
                  <a:lnTo>
                    <a:pt x="130450" y="330246"/>
                  </a:lnTo>
                  <a:lnTo>
                    <a:pt x="135627" y="331325"/>
                  </a:lnTo>
                  <a:lnTo>
                    <a:pt x="140834" y="332241"/>
                  </a:lnTo>
                  <a:lnTo>
                    <a:pt x="146069" y="332990"/>
                  </a:lnTo>
                  <a:lnTo>
                    <a:pt x="151324" y="333574"/>
                  </a:lnTo>
                  <a:lnTo>
                    <a:pt x="156595" y="333992"/>
                  </a:lnTo>
                  <a:lnTo>
                    <a:pt x="161877" y="334243"/>
                  </a:lnTo>
                  <a:lnTo>
                    <a:pt x="167164" y="334326"/>
                  </a:lnTo>
                  <a:lnTo>
                    <a:pt x="172451" y="334242"/>
                  </a:lnTo>
                  <a:lnTo>
                    <a:pt x="177733" y="333991"/>
                  </a:lnTo>
                  <a:lnTo>
                    <a:pt x="183004" y="333573"/>
                  </a:lnTo>
                  <a:lnTo>
                    <a:pt x="188259" y="332989"/>
                  </a:lnTo>
                  <a:lnTo>
                    <a:pt x="193493" y="332238"/>
                  </a:lnTo>
                  <a:lnTo>
                    <a:pt x="198701" y="331323"/>
                  </a:lnTo>
                  <a:lnTo>
                    <a:pt x="203877" y="330243"/>
                  </a:lnTo>
                  <a:lnTo>
                    <a:pt x="209017" y="329000"/>
                  </a:lnTo>
                  <a:lnTo>
                    <a:pt x="214115" y="327595"/>
                  </a:lnTo>
                  <a:lnTo>
                    <a:pt x="219165" y="326030"/>
                  </a:lnTo>
                  <a:lnTo>
                    <a:pt x="224164" y="324306"/>
                  </a:lnTo>
                  <a:lnTo>
                    <a:pt x="229105" y="322424"/>
                  </a:lnTo>
                  <a:lnTo>
                    <a:pt x="233985" y="320387"/>
                  </a:lnTo>
                  <a:lnTo>
                    <a:pt x="238798" y="318197"/>
                  </a:lnTo>
                  <a:lnTo>
                    <a:pt x="243539" y="315856"/>
                  </a:lnTo>
                  <a:lnTo>
                    <a:pt x="248203" y="313365"/>
                  </a:lnTo>
                  <a:lnTo>
                    <a:pt x="252787" y="310729"/>
                  </a:lnTo>
                  <a:lnTo>
                    <a:pt x="257285" y="307949"/>
                  </a:lnTo>
                  <a:lnTo>
                    <a:pt x="261693" y="305028"/>
                  </a:lnTo>
                  <a:lnTo>
                    <a:pt x="266006" y="301969"/>
                  </a:lnTo>
                  <a:lnTo>
                    <a:pt x="270220" y="298776"/>
                  </a:lnTo>
                  <a:lnTo>
                    <a:pt x="274331" y="295450"/>
                  </a:lnTo>
                  <a:lnTo>
                    <a:pt x="278335" y="291996"/>
                  </a:lnTo>
                  <a:lnTo>
                    <a:pt x="282227" y="288418"/>
                  </a:lnTo>
                  <a:lnTo>
                    <a:pt x="286005" y="284718"/>
                  </a:lnTo>
                  <a:lnTo>
                    <a:pt x="289664" y="280900"/>
                  </a:lnTo>
                  <a:lnTo>
                    <a:pt x="293200" y="276969"/>
                  </a:lnTo>
                  <a:lnTo>
                    <a:pt x="296610" y="272927"/>
                  </a:lnTo>
                  <a:lnTo>
                    <a:pt x="299890" y="268780"/>
                  </a:lnTo>
                  <a:lnTo>
                    <a:pt x="303038" y="264532"/>
                  </a:lnTo>
                  <a:lnTo>
                    <a:pt x="306049" y="260185"/>
                  </a:lnTo>
                  <a:lnTo>
                    <a:pt x="308922" y="255746"/>
                  </a:lnTo>
                  <a:lnTo>
                    <a:pt x="311653" y="251218"/>
                  </a:lnTo>
                  <a:lnTo>
                    <a:pt x="314239" y="246606"/>
                  </a:lnTo>
                  <a:lnTo>
                    <a:pt x="316678" y="241915"/>
                  </a:lnTo>
                  <a:lnTo>
                    <a:pt x="318968" y="237148"/>
                  </a:lnTo>
                  <a:lnTo>
                    <a:pt x="321105" y="232312"/>
                  </a:lnTo>
                  <a:lnTo>
                    <a:pt x="323089" y="227410"/>
                  </a:lnTo>
                  <a:lnTo>
                    <a:pt x="324916" y="222449"/>
                  </a:lnTo>
                  <a:lnTo>
                    <a:pt x="326586" y="217432"/>
                  </a:lnTo>
                  <a:lnTo>
                    <a:pt x="328096" y="212364"/>
                  </a:lnTo>
                  <a:lnTo>
                    <a:pt x="329446" y="207251"/>
                  </a:lnTo>
                  <a:lnTo>
                    <a:pt x="330632" y="202099"/>
                  </a:lnTo>
                  <a:lnTo>
                    <a:pt x="331656" y="196911"/>
                  </a:lnTo>
                  <a:lnTo>
                    <a:pt x="332514" y="191693"/>
                  </a:lnTo>
                  <a:lnTo>
                    <a:pt x="333208" y="186451"/>
                  </a:lnTo>
                  <a:lnTo>
                    <a:pt x="333735" y="181190"/>
                  </a:lnTo>
                  <a:lnTo>
                    <a:pt x="334095" y="175915"/>
                  </a:lnTo>
                  <a:lnTo>
                    <a:pt x="334289" y="170631"/>
                  </a:lnTo>
                  <a:lnTo>
                    <a:pt x="334315" y="165343"/>
                  </a:lnTo>
                  <a:lnTo>
                    <a:pt x="334174" y="160057"/>
                  </a:lnTo>
                  <a:lnTo>
                    <a:pt x="333866" y="154778"/>
                  </a:lnTo>
                  <a:lnTo>
                    <a:pt x="333391" y="149512"/>
                  </a:lnTo>
                  <a:lnTo>
                    <a:pt x="332749" y="144264"/>
                  </a:lnTo>
                  <a:lnTo>
                    <a:pt x="331942" y="139038"/>
                  </a:lnTo>
                  <a:lnTo>
                    <a:pt x="330971" y="133840"/>
                  </a:lnTo>
                  <a:lnTo>
                    <a:pt x="329835" y="128676"/>
                  </a:lnTo>
                  <a:lnTo>
                    <a:pt x="328536" y="123550"/>
                  </a:lnTo>
                  <a:lnTo>
                    <a:pt x="327077" y="118468"/>
                  </a:lnTo>
                  <a:lnTo>
                    <a:pt x="325457" y="113435"/>
                  </a:lnTo>
                  <a:lnTo>
                    <a:pt x="323678" y="108455"/>
                  </a:lnTo>
                  <a:lnTo>
                    <a:pt x="321743" y="103534"/>
                  </a:lnTo>
                  <a:lnTo>
                    <a:pt x="319654" y="98677"/>
                  </a:lnTo>
                  <a:lnTo>
                    <a:pt x="317412" y="93888"/>
                  </a:lnTo>
                  <a:lnTo>
                    <a:pt x="315019" y="89172"/>
                  </a:lnTo>
                  <a:lnTo>
                    <a:pt x="312479" y="84535"/>
                  </a:lnTo>
                  <a:lnTo>
                    <a:pt x="309793" y="79980"/>
                  </a:lnTo>
                  <a:lnTo>
                    <a:pt x="306964" y="75513"/>
                  </a:lnTo>
                  <a:lnTo>
                    <a:pt x="303996" y="71137"/>
                  </a:lnTo>
                  <a:lnTo>
                    <a:pt x="300891" y="66857"/>
                  </a:lnTo>
                  <a:lnTo>
                    <a:pt x="297651" y="62678"/>
                  </a:lnTo>
                  <a:lnTo>
                    <a:pt x="294282" y="58603"/>
                  </a:lnTo>
                  <a:lnTo>
                    <a:pt x="290785" y="54637"/>
                  </a:lnTo>
                  <a:lnTo>
                    <a:pt x="287164" y="50783"/>
                  </a:lnTo>
                  <a:lnTo>
                    <a:pt x="283424" y="47046"/>
                  </a:lnTo>
                  <a:lnTo>
                    <a:pt x="279567" y="43429"/>
                  </a:lnTo>
                  <a:lnTo>
                    <a:pt x="275597" y="39935"/>
                  </a:lnTo>
                  <a:lnTo>
                    <a:pt x="271519" y="36569"/>
                  </a:lnTo>
                  <a:lnTo>
                    <a:pt x="267337" y="33334"/>
                  </a:lnTo>
                  <a:lnTo>
                    <a:pt x="263054" y="30233"/>
                  </a:lnTo>
                  <a:lnTo>
                    <a:pt x="258676" y="27268"/>
                  </a:lnTo>
                  <a:lnTo>
                    <a:pt x="254206" y="24444"/>
                  </a:lnTo>
                  <a:lnTo>
                    <a:pt x="249648" y="21762"/>
                  </a:lnTo>
                  <a:lnTo>
                    <a:pt x="245009" y="19226"/>
                  </a:lnTo>
                  <a:lnTo>
                    <a:pt x="240291" y="16838"/>
                  </a:lnTo>
                  <a:lnTo>
                    <a:pt x="235500" y="14600"/>
                  </a:lnTo>
                  <a:lnTo>
                    <a:pt x="230641" y="12515"/>
                  </a:lnTo>
                  <a:lnTo>
                    <a:pt x="225718" y="10584"/>
                  </a:lnTo>
                  <a:lnTo>
                    <a:pt x="220737" y="8810"/>
                  </a:lnTo>
                  <a:lnTo>
                    <a:pt x="215702" y="7195"/>
                  </a:lnTo>
                  <a:lnTo>
                    <a:pt x="210619" y="5740"/>
                  </a:lnTo>
                  <a:lnTo>
                    <a:pt x="205492" y="4446"/>
                  </a:lnTo>
                  <a:lnTo>
                    <a:pt x="200326" y="3315"/>
                  </a:lnTo>
                  <a:lnTo>
                    <a:pt x="195128" y="2348"/>
                  </a:lnTo>
                  <a:lnTo>
                    <a:pt x="189901" y="1546"/>
                  </a:lnTo>
                  <a:lnTo>
                    <a:pt x="184652" y="909"/>
                  </a:lnTo>
                  <a:lnTo>
                    <a:pt x="179386" y="439"/>
                  </a:lnTo>
                  <a:lnTo>
                    <a:pt x="167157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3779" y="3170392"/>
              <a:ext cx="12228" cy="167167"/>
            </a:xfrm>
            <a:custGeom>
              <a:avLst/>
              <a:pathLst>
                <a:path w="12228" h="167167">
                  <a:moveTo>
                    <a:pt x="12228" y="4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6356" y="2655501"/>
              <a:ext cx="27138" cy="167167"/>
            </a:xfrm>
            <a:custGeom>
              <a:avLst/>
              <a:pathLst>
                <a:path w="27138" h="167167">
                  <a:moveTo>
                    <a:pt x="27138" y="0"/>
                  </a:moveTo>
                  <a:lnTo>
                    <a:pt x="20325" y="138"/>
                  </a:lnTo>
                  <a:lnTo>
                    <a:pt x="13524" y="555"/>
                  </a:lnTo>
                  <a:lnTo>
                    <a:pt x="6745" y="1248"/>
                  </a:lnTo>
                  <a:lnTo>
                    <a:pt x="0" y="2217"/>
                  </a:lnTo>
                  <a:lnTo>
                    <a:pt x="2713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56344" y="2657719"/>
              <a:ext cx="334317" cy="332111"/>
            </a:xfrm>
            <a:custGeom>
              <a:avLst/>
              <a:pathLst>
                <a:path w="334317" h="332111">
                  <a:moveTo>
                    <a:pt x="140011" y="0"/>
                  </a:moveTo>
                  <a:lnTo>
                    <a:pt x="134814" y="939"/>
                  </a:lnTo>
                  <a:lnTo>
                    <a:pt x="129648" y="2043"/>
                  </a:lnTo>
                  <a:lnTo>
                    <a:pt x="124520" y="3309"/>
                  </a:lnTo>
                  <a:lnTo>
                    <a:pt x="119435" y="4736"/>
                  </a:lnTo>
                  <a:lnTo>
                    <a:pt x="114397" y="6324"/>
                  </a:lnTo>
                  <a:lnTo>
                    <a:pt x="109412" y="8070"/>
                  </a:lnTo>
                  <a:lnTo>
                    <a:pt x="104484" y="9972"/>
                  </a:lnTo>
                  <a:lnTo>
                    <a:pt x="99619" y="12029"/>
                  </a:lnTo>
                  <a:lnTo>
                    <a:pt x="94822" y="14239"/>
                  </a:lnTo>
                  <a:lnTo>
                    <a:pt x="90097" y="16599"/>
                  </a:lnTo>
                  <a:lnTo>
                    <a:pt x="85448" y="19108"/>
                  </a:lnTo>
                  <a:lnTo>
                    <a:pt x="80881" y="21762"/>
                  </a:lnTo>
                  <a:lnTo>
                    <a:pt x="76401" y="24559"/>
                  </a:lnTo>
                  <a:lnTo>
                    <a:pt x="72011" y="27496"/>
                  </a:lnTo>
                  <a:lnTo>
                    <a:pt x="67715" y="30570"/>
                  </a:lnTo>
                  <a:lnTo>
                    <a:pt x="63520" y="33779"/>
                  </a:lnTo>
                  <a:lnTo>
                    <a:pt x="59427" y="37118"/>
                  </a:lnTo>
                  <a:lnTo>
                    <a:pt x="55442" y="40586"/>
                  </a:lnTo>
                  <a:lnTo>
                    <a:pt x="51569" y="44177"/>
                  </a:lnTo>
                  <a:lnTo>
                    <a:pt x="47811" y="47889"/>
                  </a:lnTo>
                  <a:lnTo>
                    <a:pt x="44172" y="51717"/>
                  </a:lnTo>
                  <a:lnTo>
                    <a:pt x="40657" y="55659"/>
                  </a:lnTo>
                  <a:lnTo>
                    <a:pt x="37267" y="59710"/>
                  </a:lnTo>
                  <a:lnTo>
                    <a:pt x="34007" y="63866"/>
                  </a:lnTo>
                  <a:lnTo>
                    <a:pt x="30880" y="68123"/>
                  </a:lnTo>
                  <a:lnTo>
                    <a:pt x="27889" y="72476"/>
                  </a:lnTo>
                  <a:lnTo>
                    <a:pt x="25037" y="76922"/>
                  </a:lnTo>
                  <a:lnTo>
                    <a:pt x="22327" y="81456"/>
                  </a:lnTo>
                  <a:lnTo>
                    <a:pt x="19761" y="86073"/>
                  </a:lnTo>
                  <a:lnTo>
                    <a:pt x="17343" y="90769"/>
                  </a:lnTo>
                  <a:lnTo>
                    <a:pt x="15074" y="95539"/>
                  </a:lnTo>
                  <a:lnTo>
                    <a:pt x="12957" y="100378"/>
                  </a:lnTo>
                  <a:lnTo>
                    <a:pt x="10994" y="105282"/>
                  </a:lnTo>
                  <a:lnTo>
                    <a:pt x="9187" y="110245"/>
                  </a:lnTo>
                  <a:lnTo>
                    <a:pt x="7537" y="115263"/>
                  </a:lnTo>
                  <a:lnTo>
                    <a:pt x="6047" y="120331"/>
                  </a:lnTo>
                  <a:lnTo>
                    <a:pt x="4718" y="125443"/>
                  </a:lnTo>
                  <a:lnTo>
                    <a:pt x="3551" y="130594"/>
                  </a:lnTo>
                  <a:lnTo>
                    <a:pt x="2547" y="135780"/>
                  </a:lnTo>
                  <a:lnTo>
                    <a:pt x="1708" y="140995"/>
                  </a:lnTo>
                  <a:lnTo>
                    <a:pt x="1034" y="146234"/>
                  </a:lnTo>
                  <a:lnTo>
                    <a:pt x="525" y="151491"/>
                  </a:lnTo>
                  <a:lnTo>
                    <a:pt x="183" y="156762"/>
                  </a:lnTo>
                  <a:lnTo>
                    <a:pt x="8" y="162041"/>
                  </a:lnTo>
                  <a:lnTo>
                    <a:pt x="0" y="167323"/>
                  </a:lnTo>
                  <a:lnTo>
                    <a:pt x="158" y="172603"/>
                  </a:lnTo>
                  <a:lnTo>
                    <a:pt x="483" y="177875"/>
                  </a:lnTo>
                  <a:lnTo>
                    <a:pt x="975" y="183134"/>
                  </a:lnTo>
                  <a:lnTo>
                    <a:pt x="1632" y="188375"/>
                  </a:lnTo>
                  <a:lnTo>
                    <a:pt x="2455" y="193592"/>
                  </a:lnTo>
                  <a:lnTo>
                    <a:pt x="3442" y="198781"/>
                  </a:lnTo>
                  <a:lnTo>
                    <a:pt x="4593" y="203936"/>
                  </a:lnTo>
                  <a:lnTo>
                    <a:pt x="5905" y="209053"/>
                  </a:lnTo>
                  <a:lnTo>
                    <a:pt x="7379" y="214125"/>
                  </a:lnTo>
                  <a:lnTo>
                    <a:pt x="9013" y="219148"/>
                  </a:lnTo>
                  <a:lnTo>
                    <a:pt x="10804" y="224117"/>
                  </a:lnTo>
                  <a:lnTo>
                    <a:pt x="12751" y="229027"/>
                  </a:lnTo>
                  <a:lnTo>
                    <a:pt x="14853" y="233873"/>
                  </a:lnTo>
                  <a:lnTo>
                    <a:pt x="17106" y="238650"/>
                  </a:lnTo>
                  <a:lnTo>
                    <a:pt x="19510" y="243354"/>
                  </a:lnTo>
                  <a:lnTo>
                    <a:pt x="22060" y="247979"/>
                  </a:lnTo>
                  <a:lnTo>
                    <a:pt x="24756" y="252521"/>
                  </a:lnTo>
                  <a:lnTo>
                    <a:pt x="27594" y="256976"/>
                  </a:lnTo>
                  <a:lnTo>
                    <a:pt x="30571" y="261339"/>
                  </a:lnTo>
                  <a:lnTo>
                    <a:pt x="33684" y="265606"/>
                  </a:lnTo>
                  <a:lnTo>
                    <a:pt x="36931" y="269773"/>
                  </a:lnTo>
                  <a:lnTo>
                    <a:pt x="40308" y="273834"/>
                  </a:lnTo>
                  <a:lnTo>
                    <a:pt x="43811" y="277787"/>
                  </a:lnTo>
                  <a:lnTo>
                    <a:pt x="47437" y="281628"/>
                  </a:lnTo>
                  <a:lnTo>
                    <a:pt x="51183" y="285352"/>
                  </a:lnTo>
                  <a:lnTo>
                    <a:pt x="55045" y="288955"/>
                  </a:lnTo>
                  <a:lnTo>
                    <a:pt x="59019" y="292435"/>
                  </a:lnTo>
                  <a:lnTo>
                    <a:pt x="63101" y="295788"/>
                  </a:lnTo>
                  <a:lnTo>
                    <a:pt x="67286" y="299010"/>
                  </a:lnTo>
                  <a:lnTo>
                    <a:pt x="71571" y="302098"/>
                  </a:lnTo>
                  <a:lnTo>
                    <a:pt x="75952" y="305049"/>
                  </a:lnTo>
                  <a:lnTo>
                    <a:pt x="80424" y="307860"/>
                  </a:lnTo>
                  <a:lnTo>
                    <a:pt x="84982" y="310529"/>
                  </a:lnTo>
                  <a:lnTo>
                    <a:pt x="89622" y="313052"/>
                  </a:lnTo>
                  <a:lnTo>
                    <a:pt x="94340" y="315427"/>
                  </a:lnTo>
                  <a:lnTo>
                    <a:pt x="99131" y="317653"/>
                  </a:lnTo>
                  <a:lnTo>
                    <a:pt x="103989" y="319725"/>
                  </a:lnTo>
                  <a:lnTo>
                    <a:pt x="108910" y="321644"/>
                  </a:lnTo>
                  <a:lnTo>
                    <a:pt x="113890" y="323405"/>
                  </a:lnTo>
                  <a:lnTo>
                    <a:pt x="118923" y="325009"/>
                  </a:lnTo>
                  <a:lnTo>
                    <a:pt x="124004" y="326453"/>
                  </a:lnTo>
                  <a:lnTo>
                    <a:pt x="129127" y="327735"/>
                  </a:lnTo>
                  <a:lnTo>
                    <a:pt x="134289" y="328855"/>
                  </a:lnTo>
                  <a:lnTo>
                    <a:pt x="139484" y="329812"/>
                  </a:lnTo>
                  <a:lnTo>
                    <a:pt x="144706" y="330603"/>
                  </a:lnTo>
                  <a:lnTo>
                    <a:pt x="149951" y="331230"/>
                  </a:lnTo>
                  <a:lnTo>
                    <a:pt x="155213" y="331690"/>
                  </a:lnTo>
                  <a:lnTo>
                    <a:pt x="160487" y="331984"/>
                  </a:lnTo>
                  <a:lnTo>
                    <a:pt x="165767" y="332111"/>
                  </a:lnTo>
                  <a:lnTo>
                    <a:pt x="171049" y="332071"/>
                  </a:lnTo>
                  <a:lnTo>
                    <a:pt x="176327" y="331865"/>
                  </a:lnTo>
                  <a:lnTo>
                    <a:pt x="181596" y="331491"/>
                  </a:lnTo>
                  <a:lnTo>
                    <a:pt x="186850" y="330952"/>
                  </a:lnTo>
                  <a:lnTo>
                    <a:pt x="192085" y="330247"/>
                  </a:lnTo>
                  <a:lnTo>
                    <a:pt x="197295" y="329376"/>
                  </a:lnTo>
                  <a:lnTo>
                    <a:pt x="202475" y="328342"/>
                  </a:lnTo>
                  <a:lnTo>
                    <a:pt x="207619" y="327144"/>
                  </a:lnTo>
                  <a:lnTo>
                    <a:pt x="212723" y="325785"/>
                  </a:lnTo>
                  <a:lnTo>
                    <a:pt x="217782" y="324265"/>
                  </a:lnTo>
                  <a:lnTo>
                    <a:pt x="222790" y="322586"/>
                  </a:lnTo>
                  <a:lnTo>
                    <a:pt x="227742" y="320749"/>
                  </a:lnTo>
                  <a:lnTo>
                    <a:pt x="232634" y="318757"/>
                  </a:lnTo>
                  <a:lnTo>
                    <a:pt x="237461" y="316611"/>
                  </a:lnTo>
                  <a:lnTo>
                    <a:pt x="242217" y="314314"/>
                  </a:lnTo>
                  <a:lnTo>
                    <a:pt x="246899" y="311868"/>
                  </a:lnTo>
                  <a:lnTo>
                    <a:pt x="251500" y="309275"/>
                  </a:lnTo>
                  <a:lnTo>
                    <a:pt x="256018" y="306538"/>
                  </a:lnTo>
                  <a:lnTo>
                    <a:pt x="260447" y="303660"/>
                  </a:lnTo>
                  <a:lnTo>
                    <a:pt x="264783" y="300643"/>
                  </a:lnTo>
                  <a:lnTo>
                    <a:pt x="269021" y="297491"/>
                  </a:lnTo>
                  <a:lnTo>
                    <a:pt x="273158" y="294206"/>
                  </a:lnTo>
                  <a:lnTo>
                    <a:pt x="277188" y="290793"/>
                  </a:lnTo>
                  <a:lnTo>
                    <a:pt x="281109" y="287253"/>
                  </a:lnTo>
                  <a:lnTo>
                    <a:pt x="284916" y="283592"/>
                  </a:lnTo>
                  <a:lnTo>
                    <a:pt x="288606" y="279812"/>
                  </a:lnTo>
                  <a:lnTo>
                    <a:pt x="292174" y="275918"/>
                  </a:lnTo>
                  <a:lnTo>
                    <a:pt x="295617" y="271912"/>
                  </a:lnTo>
                  <a:lnTo>
                    <a:pt x="298933" y="267800"/>
                  </a:lnTo>
                  <a:lnTo>
                    <a:pt x="302116" y="263586"/>
                  </a:lnTo>
                  <a:lnTo>
                    <a:pt x="305165" y="259272"/>
                  </a:lnTo>
                  <a:lnTo>
                    <a:pt x="308076" y="254865"/>
                  </a:lnTo>
                  <a:lnTo>
                    <a:pt x="310847" y="250368"/>
                  </a:lnTo>
                  <a:lnTo>
                    <a:pt x="313473" y="245785"/>
                  </a:lnTo>
                  <a:lnTo>
                    <a:pt x="315954" y="241122"/>
                  </a:lnTo>
                  <a:lnTo>
                    <a:pt x="318286" y="236383"/>
                  </a:lnTo>
                  <a:lnTo>
                    <a:pt x="320468" y="231572"/>
                  </a:lnTo>
                  <a:lnTo>
                    <a:pt x="322496" y="226695"/>
                  </a:lnTo>
                  <a:lnTo>
                    <a:pt x="324369" y="221756"/>
                  </a:lnTo>
                  <a:lnTo>
                    <a:pt x="326086" y="216761"/>
                  </a:lnTo>
                  <a:lnTo>
                    <a:pt x="327643" y="211714"/>
                  </a:lnTo>
                  <a:lnTo>
                    <a:pt x="329040" y="206620"/>
                  </a:lnTo>
                  <a:lnTo>
                    <a:pt x="330276" y="201485"/>
                  </a:lnTo>
                  <a:lnTo>
                    <a:pt x="331349" y="196313"/>
                  </a:lnTo>
                  <a:lnTo>
                    <a:pt x="332258" y="191110"/>
                  </a:lnTo>
                  <a:lnTo>
                    <a:pt x="333002" y="185880"/>
                  </a:lnTo>
                  <a:lnTo>
                    <a:pt x="333580" y="180630"/>
                  </a:lnTo>
                  <a:lnTo>
                    <a:pt x="333993" y="175364"/>
                  </a:lnTo>
                  <a:lnTo>
                    <a:pt x="334239" y="170088"/>
                  </a:lnTo>
                  <a:lnTo>
                    <a:pt x="334317" y="164806"/>
                  </a:lnTo>
                  <a:lnTo>
                    <a:pt x="334230" y="159525"/>
                  </a:lnTo>
                  <a:lnTo>
                    <a:pt x="333975" y="154249"/>
                  </a:lnTo>
                  <a:lnTo>
                    <a:pt x="333553" y="148984"/>
                  </a:lnTo>
                  <a:lnTo>
                    <a:pt x="332966" y="143735"/>
                  </a:lnTo>
                  <a:lnTo>
                    <a:pt x="332213" y="138507"/>
                  </a:lnTo>
                  <a:lnTo>
                    <a:pt x="331295" y="133305"/>
                  </a:lnTo>
                  <a:lnTo>
                    <a:pt x="330213" y="128135"/>
                  </a:lnTo>
                  <a:lnTo>
                    <a:pt x="328969" y="123002"/>
                  </a:lnTo>
                  <a:lnTo>
                    <a:pt x="327563" y="117910"/>
                  </a:lnTo>
                  <a:lnTo>
                    <a:pt x="325997" y="112866"/>
                  </a:lnTo>
                  <a:lnTo>
                    <a:pt x="324272" y="107873"/>
                  </a:lnTo>
                  <a:lnTo>
                    <a:pt x="322390" y="102938"/>
                  </a:lnTo>
                  <a:lnTo>
                    <a:pt x="320354" y="98064"/>
                  </a:lnTo>
                  <a:lnTo>
                    <a:pt x="318164" y="93257"/>
                  </a:lnTo>
                  <a:lnTo>
                    <a:pt x="315824" y="88522"/>
                  </a:lnTo>
                  <a:lnTo>
                    <a:pt x="313335" y="83863"/>
                  </a:lnTo>
                  <a:lnTo>
                    <a:pt x="310700" y="79285"/>
                  </a:lnTo>
                  <a:lnTo>
                    <a:pt x="307922" y="74793"/>
                  </a:lnTo>
                  <a:lnTo>
                    <a:pt x="305003" y="70390"/>
                  </a:lnTo>
                  <a:lnTo>
                    <a:pt x="301947" y="66082"/>
                  </a:lnTo>
                  <a:lnTo>
                    <a:pt x="298756" y="61873"/>
                  </a:lnTo>
                  <a:lnTo>
                    <a:pt x="295434" y="57767"/>
                  </a:lnTo>
                  <a:lnTo>
                    <a:pt x="291984" y="53767"/>
                  </a:lnTo>
                  <a:lnTo>
                    <a:pt x="288409" y="49879"/>
                  </a:lnTo>
                  <a:lnTo>
                    <a:pt x="284713" y="46105"/>
                  </a:lnTo>
                  <a:lnTo>
                    <a:pt x="280900" y="42450"/>
                  </a:lnTo>
                  <a:lnTo>
                    <a:pt x="276973" y="38918"/>
                  </a:lnTo>
                  <a:lnTo>
                    <a:pt x="272936" y="35511"/>
                  </a:lnTo>
                  <a:lnTo>
                    <a:pt x="268794" y="32234"/>
                  </a:lnTo>
                  <a:lnTo>
                    <a:pt x="264550" y="29089"/>
                  </a:lnTo>
                  <a:lnTo>
                    <a:pt x="260209" y="26079"/>
                  </a:lnTo>
                  <a:lnTo>
                    <a:pt x="167150" y="1649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3495" y="2655501"/>
              <a:ext cx="93059" cy="167167"/>
            </a:xfrm>
            <a:custGeom>
              <a:avLst/>
              <a:pathLst>
                <a:path w="93059" h="167167">
                  <a:moveTo>
                    <a:pt x="93059" y="28297"/>
                  </a:moveTo>
                  <a:lnTo>
                    <a:pt x="88181" y="25149"/>
                  </a:lnTo>
                  <a:lnTo>
                    <a:pt x="83197" y="22173"/>
                  </a:lnTo>
                  <a:lnTo>
                    <a:pt x="78112" y="19372"/>
                  </a:lnTo>
                  <a:lnTo>
                    <a:pt x="72933" y="16749"/>
                  </a:lnTo>
                  <a:lnTo>
                    <a:pt x="67667" y="14307"/>
                  </a:lnTo>
                  <a:lnTo>
                    <a:pt x="62318" y="12050"/>
                  </a:lnTo>
                  <a:lnTo>
                    <a:pt x="56895" y="9979"/>
                  </a:lnTo>
                  <a:lnTo>
                    <a:pt x="51403" y="8099"/>
                  </a:lnTo>
                  <a:lnTo>
                    <a:pt x="45848" y="6410"/>
                  </a:lnTo>
                  <a:lnTo>
                    <a:pt x="40239" y="4915"/>
                  </a:lnTo>
                  <a:lnTo>
                    <a:pt x="34581" y="3616"/>
                  </a:lnTo>
                  <a:lnTo>
                    <a:pt x="28881" y="2513"/>
                  </a:lnTo>
                  <a:lnTo>
                    <a:pt x="23147" y="1610"/>
                  </a:lnTo>
                  <a:lnTo>
                    <a:pt x="17385" y="906"/>
                  </a:lnTo>
                  <a:lnTo>
                    <a:pt x="11601" y="403"/>
                  </a:lnTo>
                  <a:lnTo>
                    <a:pt x="5804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0167" y="2168369"/>
              <a:ext cx="5725" cy="167167"/>
            </a:xfrm>
            <a:custGeom>
              <a:avLst/>
              <a:pathLst>
                <a:path w="5725" h="167167">
                  <a:moveTo>
                    <a:pt x="5725" y="0"/>
                  </a:moveTo>
                  <a:lnTo>
                    <a:pt x="0" y="98"/>
                  </a:lnTo>
                  <a:lnTo>
                    <a:pt x="57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167" y="2168467"/>
              <a:ext cx="5725" cy="167069"/>
            </a:xfrm>
            <a:custGeom>
              <a:avLst/>
              <a:pathLst>
                <a:path w="5725" h="167069">
                  <a:moveTo>
                    <a:pt x="0" y="0"/>
                  </a:moveTo>
                  <a:lnTo>
                    <a:pt x="5725" y="1670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578735" y="2168467"/>
              <a:ext cx="321951" cy="334232"/>
            </a:xfrm>
            <a:custGeom>
              <a:avLst/>
              <a:pathLst>
                <a:path w="321951" h="334232">
                  <a:moveTo>
                    <a:pt x="161432" y="0"/>
                  </a:moveTo>
                  <a:lnTo>
                    <a:pt x="156125" y="266"/>
                  </a:lnTo>
                  <a:lnTo>
                    <a:pt x="150830" y="701"/>
                  </a:lnTo>
                  <a:lnTo>
                    <a:pt x="145551" y="1304"/>
                  </a:lnTo>
                  <a:lnTo>
                    <a:pt x="140294" y="2074"/>
                  </a:lnTo>
                  <a:lnTo>
                    <a:pt x="135064" y="3011"/>
                  </a:lnTo>
                  <a:lnTo>
                    <a:pt x="129866" y="4114"/>
                  </a:lnTo>
                  <a:lnTo>
                    <a:pt x="124707" y="5381"/>
                  </a:lnTo>
                  <a:lnTo>
                    <a:pt x="119590" y="6812"/>
                  </a:lnTo>
                  <a:lnTo>
                    <a:pt x="114521" y="8404"/>
                  </a:lnTo>
                  <a:lnTo>
                    <a:pt x="109505" y="10157"/>
                  </a:lnTo>
                  <a:lnTo>
                    <a:pt x="104548" y="12069"/>
                  </a:lnTo>
                  <a:lnTo>
                    <a:pt x="99654" y="14137"/>
                  </a:lnTo>
                  <a:lnTo>
                    <a:pt x="94828" y="16359"/>
                  </a:lnTo>
                  <a:lnTo>
                    <a:pt x="90075" y="18734"/>
                  </a:lnTo>
                  <a:lnTo>
                    <a:pt x="85400" y="21259"/>
                  </a:lnTo>
                  <a:lnTo>
                    <a:pt x="80807" y="23930"/>
                  </a:lnTo>
                  <a:lnTo>
                    <a:pt x="76302" y="26747"/>
                  </a:lnTo>
                  <a:lnTo>
                    <a:pt x="71888" y="29705"/>
                  </a:lnTo>
                  <a:lnTo>
                    <a:pt x="67571" y="32802"/>
                  </a:lnTo>
                  <a:lnTo>
                    <a:pt x="63354" y="36035"/>
                  </a:lnTo>
                  <a:lnTo>
                    <a:pt x="59243" y="39400"/>
                  </a:lnTo>
                  <a:lnTo>
                    <a:pt x="55240" y="42894"/>
                  </a:lnTo>
                  <a:lnTo>
                    <a:pt x="51350" y="46513"/>
                  </a:lnTo>
                  <a:lnTo>
                    <a:pt x="47577" y="50254"/>
                  </a:lnTo>
                  <a:lnTo>
                    <a:pt x="43926" y="54113"/>
                  </a:lnTo>
                  <a:lnTo>
                    <a:pt x="40398" y="58087"/>
                  </a:lnTo>
                  <a:lnTo>
                    <a:pt x="36999" y="62170"/>
                  </a:lnTo>
                  <a:lnTo>
                    <a:pt x="33731" y="66359"/>
                  </a:lnTo>
                  <a:lnTo>
                    <a:pt x="30598" y="70650"/>
                  </a:lnTo>
                  <a:lnTo>
                    <a:pt x="27603" y="75039"/>
                  </a:lnTo>
                  <a:lnTo>
                    <a:pt x="24748" y="79520"/>
                  </a:lnTo>
                  <a:lnTo>
                    <a:pt x="22038" y="84090"/>
                  </a:lnTo>
                  <a:lnTo>
                    <a:pt x="19474" y="88744"/>
                  </a:lnTo>
                  <a:lnTo>
                    <a:pt x="17060" y="93477"/>
                  </a:lnTo>
                  <a:lnTo>
                    <a:pt x="14797" y="98284"/>
                  </a:lnTo>
                  <a:lnTo>
                    <a:pt x="12688" y="103161"/>
                  </a:lnTo>
                  <a:lnTo>
                    <a:pt x="10735" y="108102"/>
                  </a:lnTo>
                  <a:lnTo>
                    <a:pt x="8940" y="113103"/>
                  </a:lnTo>
                  <a:lnTo>
                    <a:pt x="7305" y="118158"/>
                  </a:lnTo>
                  <a:lnTo>
                    <a:pt x="5831" y="123263"/>
                  </a:lnTo>
                  <a:lnTo>
                    <a:pt x="4521" y="128412"/>
                  </a:lnTo>
                  <a:lnTo>
                    <a:pt x="3374" y="133600"/>
                  </a:lnTo>
                  <a:lnTo>
                    <a:pt x="2393" y="138822"/>
                  </a:lnTo>
                  <a:lnTo>
                    <a:pt x="1579" y="144072"/>
                  </a:lnTo>
                  <a:lnTo>
                    <a:pt x="932" y="149346"/>
                  </a:lnTo>
                  <a:lnTo>
                    <a:pt x="453" y="154637"/>
                  </a:lnTo>
                  <a:lnTo>
                    <a:pt x="142" y="159941"/>
                  </a:lnTo>
                  <a:lnTo>
                    <a:pt x="0" y="165252"/>
                  </a:lnTo>
                  <a:lnTo>
                    <a:pt x="26" y="170566"/>
                  </a:lnTo>
                  <a:lnTo>
                    <a:pt x="222" y="175875"/>
                  </a:lnTo>
                  <a:lnTo>
                    <a:pt x="586" y="181176"/>
                  </a:lnTo>
                  <a:lnTo>
                    <a:pt x="1118" y="186462"/>
                  </a:lnTo>
                  <a:lnTo>
                    <a:pt x="1819" y="191729"/>
                  </a:lnTo>
                  <a:lnTo>
                    <a:pt x="2686" y="196971"/>
                  </a:lnTo>
                  <a:lnTo>
                    <a:pt x="3719" y="202183"/>
                  </a:lnTo>
                  <a:lnTo>
                    <a:pt x="4918" y="207359"/>
                  </a:lnTo>
                  <a:lnTo>
                    <a:pt x="6280" y="212494"/>
                  </a:lnTo>
                  <a:lnTo>
                    <a:pt x="7805" y="217584"/>
                  </a:lnTo>
                  <a:lnTo>
                    <a:pt x="9491" y="222623"/>
                  </a:lnTo>
                  <a:lnTo>
                    <a:pt x="11336" y="227605"/>
                  </a:lnTo>
                  <a:lnTo>
                    <a:pt x="13338" y="232527"/>
                  </a:lnTo>
                  <a:lnTo>
                    <a:pt x="15496" y="237382"/>
                  </a:lnTo>
                  <a:lnTo>
                    <a:pt x="17807" y="242166"/>
                  </a:lnTo>
                  <a:lnTo>
                    <a:pt x="20269" y="246874"/>
                  </a:lnTo>
                  <a:lnTo>
                    <a:pt x="22880" y="251502"/>
                  </a:lnTo>
                  <a:lnTo>
                    <a:pt x="25636" y="256045"/>
                  </a:lnTo>
                  <a:lnTo>
                    <a:pt x="28535" y="260497"/>
                  </a:lnTo>
                  <a:lnTo>
                    <a:pt x="31574" y="264855"/>
                  </a:lnTo>
                  <a:lnTo>
                    <a:pt x="34750" y="269115"/>
                  </a:lnTo>
                  <a:lnTo>
                    <a:pt x="38060" y="273271"/>
                  </a:lnTo>
                  <a:lnTo>
                    <a:pt x="41500" y="277320"/>
                  </a:lnTo>
                  <a:lnTo>
                    <a:pt x="45067" y="281258"/>
                  </a:lnTo>
                  <a:lnTo>
                    <a:pt x="48758" y="285080"/>
                  </a:lnTo>
                  <a:lnTo>
                    <a:pt x="52568" y="288783"/>
                  </a:lnTo>
                  <a:lnTo>
                    <a:pt x="56494" y="292363"/>
                  </a:lnTo>
                  <a:lnTo>
                    <a:pt x="60532" y="295816"/>
                  </a:lnTo>
                  <a:lnTo>
                    <a:pt x="64677" y="299140"/>
                  </a:lnTo>
                  <a:lnTo>
                    <a:pt x="68926" y="302330"/>
                  </a:lnTo>
                  <a:lnTo>
                    <a:pt x="73274" y="305383"/>
                  </a:lnTo>
                  <a:lnTo>
                    <a:pt x="77717" y="308297"/>
                  </a:lnTo>
                  <a:lnTo>
                    <a:pt x="82250" y="311068"/>
                  </a:lnTo>
                  <a:lnTo>
                    <a:pt x="86869" y="313694"/>
                  </a:lnTo>
                  <a:lnTo>
                    <a:pt x="91570" y="316171"/>
                  </a:lnTo>
                  <a:lnTo>
                    <a:pt x="96346" y="318498"/>
                  </a:lnTo>
                  <a:lnTo>
                    <a:pt x="101194" y="320672"/>
                  </a:lnTo>
                  <a:lnTo>
                    <a:pt x="106109" y="322691"/>
                  </a:lnTo>
                  <a:lnTo>
                    <a:pt x="111086" y="324552"/>
                  </a:lnTo>
                  <a:lnTo>
                    <a:pt x="116119" y="326254"/>
                  </a:lnTo>
                  <a:lnTo>
                    <a:pt x="121203" y="327796"/>
                  </a:lnTo>
                  <a:lnTo>
                    <a:pt x="126334" y="329175"/>
                  </a:lnTo>
                  <a:lnTo>
                    <a:pt x="131507" y="330391"/>
                  </a:lnTo>
                  <a:lnTo>
                    <a:pt x="136715" y="331441"/>
                  </a:lnTo>
                  <a:lnTo>
                    <a:pt x="141954" y="332325"/>
                  </a:lnTo>
                  <a:lnTo>
                    <a:pt x="147218" y="333043"/>
                  </a:lnTo>
                  <a:lnTo>
                    <a:pt x="152503" y="333593"/>
                  </a:lnTo>
                  <a:lnTo>
                    <a:pt x="157802" y="333974"/>
                  </a:lnTo>
                  <a:lnTo>
                    <a:pt x="163111" y="334187"/>
                  </a:lnTo>
                  <a:lnTo>
                    <a:pt x="168424" y="334232"/>
                  </a:lnTo>
                  <a:lnTo>
                    <a:pt x="173736" y="334107"/>
                  </a:lnTo>
                  <a:lnTo>
                    <a:pt x="179041" y="333813"/>
                  </a:lnTo>
                  <a:lnTo>
                    <a:pt x="184334" y="333351"/>
                  </a:lnTo>
                  <a:lnTo>
                    <a:pt x="189610" y="332722"/>
                  </a:lnTo>
                  <a:lnTo>
                    <a:pt x="194863" y="331924"/>
                  </a:lnTo>
                  <a:lnTo>
                    <a:pt x="200088" y="330961"/>
                  </a:lnTo>
                  <a:lnTo>
                    <a:pt x="205280" y="329831"/>
                  </a:lnTo>
                  <a:lnTo>
                    <a:pt x="210433" y="328538"/>
                  </a:lnTo>
                  <a:lnTo>
                    <a:pt x="215542" y="327081"/>
                  </a:lnTo>
                  <a:lnTo>
                    <a:pt x="220603" y="325462"/>
                  </a:lnTo>
                  <a:lnTo>
                    <a:pt x="225610" y="323684"/>
                  </a:lnTo>
                  <a:lnTo>
                    <a:pt x="230557" y="321747"/>
                  </a:lnTo>
                  <a:lnTo>
                    <a:pt x="235441" y="319654"/>
                  </a:lnTo>
                  <a:lnTo>
                    <a:pt x="240256" y="317407"/>
                  </a:lnTo>
                  <a:lnTo>
                    <a:pt x="244996" y="315008"/>
                  </a:lnTo>
                  <a:lnTo>
                    <a:pt x="249658" y="312460"/>
                  </a:lnTo>
                  <a:lnTo>
                    <a:pt x="254237" y="309764"/>
                  </a:lnTo>
                  <a:lnTo>
                    <a:pt x="258728" y="306925"/>
                  </a:lnTo>
                  <a:lnTo>
                    <a:pt x="263126" y="303944"/>
                  </a:lnTo>
                  <a:lnTo>
                    <a:pt x="267428" y="300825"/>
                  </a:lnTo>
                  <a:lnTo>
                    <a:pt x="271628" y="297571"/>
                  </a:lnTo>
                  <a:lnTo>
                    <a:pt x="275722" y="294185"/>
                  </a:lnTo>
                  <a:lnTo>
                    <a:pt x="279707" y="290671"/>
                  </a:lnTo>
                  <a:lnTo>
                    <a:pt x="283578" y="287032"/>
                  </a:lnTo>
                  <a:lnTo>
                    <a:pt x="287332" y="283271"/>
                  </a:lnTo>
                  <a:lnTo>
                    <a:pt x="290964" y="279393"/>
                  </a:lnTo>
                  <a:lnTo>
                    <a:pt x="294471" y="275402"/>
                  </a:lnTo>
                  <a:lnTo>
                    <a:pt x="297850" y="271301"/>
                  </a:lnTo>
                  <a:lnTo>
                    <a:pt x="301096" y="267095"/>
                  </a:lnTo>
                  <a:lnTo>
                    <a:pt x="304207" y="262788"/>
                  </a:lnTo>
                  <a:lnTo>
                    <a:pt x="307180" y="258385"/>
                  </a:lnTo>
                  <a:lnTo>
                    <a:pt x="310011" y="253889"/>
                  </a:lnTo>
                  <a:lnTo>
                    <a:pt x="312698" y="249305"/>
                  </a:lnTo>
                  <a:lnTo>
                    <a:pt x="315238" y="244638"/>
                  </a:lnTo>
                  <a:lnTo>
                    <a:pt x="317628" y="239893"/>
                  </a:lnTo>
                  <a:lnTo>
                    <a:pt x="319867" y="235074"/>
                  </a:lnTo>
                  <a:lnTo>
                    <a:pt x="321951" y="230187"/>
                  </a:lnTo>
                  <a:lnTo>
                    <a:pt x="167157" y="1670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45892" y="2168369"/>
              <a:ext cx="167167" cy="230285"/>
            </a:xfrm>
            <a:custGeom>
              <a:avLst/>
              <a:pathLst>
                <a:path w="167167" h="230285">
                  <a:moveTo>
                    <a:pt x="154793" y="230285"/>
                  </a:moveTo>
                  <a:lnTo>
                    <a:pt x="156739" y="225285"/>
                  </a:lnTo>
                  <a:lnTo>
                    <a:pt x="158523" y="220225"/>
                  </a:lnTo>
                  <a:lnTo>
                    <a:pt x="160144" y="215110"/>
                  </a:lnTo>
                  <a:lnTo>
                    <a:pt x="161601" y="209946"/>
                  </a:lnTo>
                  <a:lnTo>
                    <a:pt x="162890" y="204738"/>
                  </a:lnTo>
                  <a:lnTo>
                    <a:pt x="164012" y="199491"/>
                  </a:lnTo>
                  <a:lnTo>
                    <a:pt x="164965" y="194211"/>
                  </a:lnTo>
                  <a:lnTo>
                    <a:pt x="165748" y="188903"/>
                  </a:lnTo>
                  <a:lnTo>
                    <a:pt x="166360" y="183572"/>
                  </a:lnTo>
                  <a:lnTo>
                    <a:pt x="166801" y="178225"/>
                  </a:lnTo>
                  <a:lnTo>
                    <a:pt x="167070" y="172866"/>
                  </a:lnTo>
                  <a:lnTo>
                    <a:pt x="167167" y="167501"/>
                  </a:lnTo>
                  <a:lnTo>
                    <a:pt x="167091" y="162136"/>
                  </a:lnTo>
                  <a:lnTo>
                    <a:pt x="166844" y="156777"/>
                  </a:lnTo>
                  <a:lnTo>
                    <a:pt x="166424" y="151428"/>
                  </a:lnTo>
                  <a:lnTo>
                    <a:pt x="165833" y="146095"/>
                  </a:lnTo>
                  <a:lnTo>
                    <a:pt x="165072" y="140784"/>
                  </a:lnTo>
                  <a:lnTo>
                    <a:pt x="164140" y="135500"/>
                  </a:lnTo>
                  <a:lnTo>
                    <a:pt x="163039" y="130248"/>
                  </a:lnTo>
                  <a:lnTo>
                    <a:pt x="161770" y="125035"/>
                  </a:lnTo>
                  <a:lnTo>
                    <a:pt x="160335" y="119865"/>
                  </a:lnTo>
                  <a:lnTo>
                    <a:pt x="158734" y="114744"/>
                  </a:lnTo>
                  <a:lnTo>
                    <a:pt x="156970" y="109677"/>
                  </a:lnTo>
                  <a:lnTo>
                    <a:pt x="155044" y="104669"/>
                  </a:lnTo>
                  <a:lnTo>
                    <a:pt x="152959" y="99725"/>
                  </a:lnTo>
                  <a:lnTo>
                    <a:pt x="150716" y="94851"/>
                  </a:lnTo>
                  <a:lnTo>
                    <a:pt x="148317" y="90051"/>
                  </a:lnTo>
                  <a:lnTo>
                    <a:pt x="145766" y="85331"/>
                  </a:lnTo>
                  <a:lnTo>
                    <a:pt x="143065" y="80695"/>
                  </a:lnTo>
                  <a:lnTo>
                    <a:pt x="140216" y="76149"/>
                  </a:lnTo>
                  <a:lnTo>
                    <a:pt x="137223" y="71696"/>
                  </a:lnTo>
                  <a:lnTo>
                    <a:pt x="134088" y="67341"/>
                  </a:lnTo>
                  <a:lnTo>
                    <a:pt x="130815" y="63089"/>
                  </a:lnTo>
                  <a:lnTo>
                    <a:pt x="127408" y="58945"/>
                  </a:lnTo>
                  <a:lnTo>
                    <a:pt x="123869" y="54912"/>
                  </a:lnTo>
                  <a:lnTo>
                    <a:pt x="120203" y="50994"/>
                  </a:lnTo>
                  <a:lnTo>
                    <a:pt x="116413" y="47196"/>
                  </a:lnTo>
                  <a:lnTo>
                    <a:pt x="112502" y="43522"/>
                  </a:lnTo>
                  <a:lnTo>
                    <a:pt x="108476" y="39975"/>
                  </a:lnTo>
                  <a:lnTo>
                    <a:pt x="104339" y="36560"/>
                  </a:lnTo>
                  <a:lnTo>
                    <a:pt x="100093" y="33278"/>
                  </a:lnTo>
                  <a:lnTo>
                    <a:pt x="95745" y="30135"/>
                  </a:lnTo>
                  <a:lnTo>
                    <a:pt x="91298" y="27133"/>
                  </a:lnTo>
                  <a:lnTo>
                    <a:pt x="86757" y="24275"/>
                  </a:lnTo>
                  <a:lnTo>
                    <a:pt x="82127" y="21564"/>
                  </a:lnTo>
                  <a:lnTo>
                    <a:pt x="77412" y="19004"/>
                  </a:lnTo>
                  <a:lnTo>
                    <a:pt x="72617" y="16596"/>
                  </a:lnTo>
                  <a:lnTo>
                    <a:pt x="67747" y="14343"/>
                  </a:lnTo>
                  <a:lnTo>
                    <a:pt x="62808" y="12247"/>
                  </a:lnTo>
                  <a:lnTo>
                    <a:pt x="57804" y="10312"/>
                  </a:lnTo>
                  <a:lnTo>
                    <a:pt x="52740" y="8537"/>
                  </a:lnTo>
                  <a:lnTo>
                    <a:pt x="47622" y="6926"/>
                  </a:lnTo>
                  <a:lnTo>
                    <a:pt x="42455" y="5481"/>
                  </a:lnTo>
                  <a:lnTo>
                    <a:pt x="37244" y="4201"/>
                  </a:lnTo>
                  <a:lnTo>
                    <a:pt x="31995" y="3090"/>
                  </a:lnTo>
                  <a:lnTo>
                    <a:pt x="26713" y="2148"/>
                  </a:lnTo>
                  <a:lnTo>
                    <a:pt x="21403" y="1375"/>
                  </a:lnTo>
                  <a:lnTo>
                    <a:pt x="16072" y="774"/>
                  </a:lnTo>
                  <a:lnTo>
                    <a:pt x="10724" y="344"/>
                  </a:lnTo>
                  <a:lnTo>
                    <a:pt x="536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45296" y="1735255"/>
              <a:ext cx="15250" cy="167167"/>
            </a:xfrm>
            <a:custGeom>
              <a:avLst/>
              <a:pathLst>
                <a:path w="15250" h="167167">
                  <a:moveTo>
                    <a:pt x="15250" y="0"/>
                  </a:moveTo>
                  <a:lnTo>
                    <a:pt x="0" y="697"/>
                  </a:lnTo>
                  <a:lnTo>
                    <a:pt x="1525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5296" y="1735952"/>
              <a:ext cx="15250" cy="166470"/>
            </a:xfrm>
            <a:custGeom>
              <a:avLst/>
              <a:pathLst>
                <a:path w="15250" h="166470">
                  <a:moveTo>
                    <a:pt x="0" y="0"/>
                  </a:moveTo>
                  <a:lnTo>
                    <a:pt x="15250" y="1664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93387" y="1735418"/>
              <a:ext cx="334324" cy="334166"/>
            </a:xfrm>
            <a:custGeom>
              <a:avLst/>
              <a:pathLst>
                <a:path w="334324" h="334166">
                  <a:moveTo>
                    <a:pt x="151908" y="533"/>
                  </a:moveTo>
                  <a:lnTo>
                    <a:pt x="146641" y="1100"/>
                  </a:lnTo>
                  <a:lnTo>
                    <a:pt x="141395" y="1834"/>
                  </a:lnTo>
                  <a:lnTo>
                    <a:pt x="136175" y="2733"/>
                  </a:lnTo>
                  <a:lnTo>
                    <a:pt x="130986" y="3797"/>
                  </a:lnTo>
                  <a:lnTo>
                    <a:pt x="125833" y="5025"/>
                  </a:lnTo>
                  <a:lnTo>
                    <a:pt x="120722" y="6416"/>
                  </a:lnTo>
                  <a:lnTo>
                    <a:pt x="115657" y="7967"/>
                  </a:lnTo>
                  <a:lnTo>
                    <a:pt x="110644" y="9679"/>
                  </a:lnTo>
                  <a:lnTo>
                    <a:pt x="105688" y="11549"/>
                  </a:lnTo>
                  <a:lnTo>
                    <a:pt x="100793" y="13574"/>
                  </a:lnTo>
                  <a:lnTo>
                    <a:pt x="95965" y="15754"/>
                  </a:lnTo>
                  <a:lnTo>
                    <a:pt x="91209" y="18086"/>
                  </a:lnTo>
                  <a:lnTo>
                    <a:pt x="86529" y="20567"/>
                  </a:lnTo>
                  <a:lnTo>
                    <a:pt x="81930" y="23195"/>
                  </a:lnTo>
                  <a:lnTo>
                    <a:pt x="77416" y="25967"/>
                  </a:lnTo>
                  <a:lnTo>
                    <a:pt x="72993" y="28882"/>
                  </a:lnTo>
                  <a:lnTo>
                    <a:pt x="68664" y="31934"/>
                  </a:lnTo>
                  <a:lnTo>
                    <a:pt x="64434" y="35123"/>
                  </a:lnTo>
                  <a:lnTo>
                    <a:pt x="60307" y="38444"/>
                  </a:lnTo>
                  <a:lnTo>
                    <a:pt x="56287" y="41894"/>
                  </a:lnTo>
                  <a:lnTo>
                    <a:pt x="52379" y="45469"/>
                  </a:lnTo>
                  <a:lnTo>
                    <a:pt x="48586" y="49167"/>
                  </a:lnTo>
                  <a:lnTo>
                    <a:pt x="44912" y="52983"/>
                  </a:lnTo>
                  <a:lnTo>
                    <a:pt x="41361" y="56913"/>
                  </a:lnTo>
                  <a:lnTo>
                    <a:pt x="37936" y="60954"/>
                  </a:lnTo>
                  <a:lnTo>
                    <a:pt x="34641" y="65102"/>
                  </a:lnTo>
                  <a:lnTo>
                    <a:pt x="31479" y="69352"/>
                  </a:lnTo>
                  <a:lnTo>
                    <a:pt x="28453" y="73700"/>
                  </a:lnTo>
                  <a:lnTo>
                    <a:pt x="25566" y="78141"/>
                  </a:lnTo>
                  <a:lnTo>
                    <a:pt x="22822" y="82672"/>
                  </a:lnTo>
                  <a:lnTo>
                    <a:pt x="20223" y="87287"/>
                  </a:lnTo>
                  <a:lnTo>
                    <a:pt x="17771" y="91983"/>
                  </a:lnTo>
                  <a:lnTo>
                    <a:pt x="15469" y="96754"/>
                  </a:lnTo>
                  <a:lnTo>
                    <a:pt x="13319" y="101595"/>
                  </a:lnTo>
                  <a:lnTo>
                    <a:pt x="11324" y="106502"/>
                  </a:lnTo>
                  <a:lnTo>
                    <a:pt x="9485" y="111470"/>
                  </a:lnTo>
                  <a:lnTo>
                    <a:pt x="7805" y="116493"/>
                  </a:lnTo>
                  <a:lnTo>
                    <a:pt x="6285" y="121567"/>
                  </a:lnTo>
                  <a:lnTo>
                    <a:pt x="4926" y="126687"/>
                  </a:lnTo>
                  <a:lnTo>
                    <a:pt x="3730" y="131848"/>
                  </a:lnTo>
                  <a:lnTo>
                    <a:pt x="2698" y="137043"/>
                  </a:lnTo>
                  <a:lnTo>
                    <a:pt x="1831" y="142269"/>
                  </a:lnTo>
                  <a:lnTo>
                    <a:pt x="1131" y="147520"/>
                  </a:lnTo>
                  <a:lnTo>
                    <a:pt x="597" y="152790"/>
                  </a:lnTo>
                  <a:lnTo>
                    <a:pt x="230" y="158074"/>
                  </a:lnTo>
                  <a:lnTo>
                    <a:pt x="31" y="163368"/>
                  </a:lnTo>
                  <a:lnTo>
                    <a:pt x="0" y="168665"/>
                  </a:lnTo>
                  <a:lnTo>
                    <a:pt x="136" y="173960"/>
                  </a:lnTo>
                  <a:lnTo>
                    <a:pt x="440" y="179248"/>
                  </a:lnTo>
                  <a:lnTo>
                    <a:pt x="912" y="184524"/>
                  </a:lnTo>
                  <a:lnTo>
                    <a:pt x="1551" y="189783"/>
                  </a:lnTo>
                  <a:lnTo>
                    <a:pt x="2355" y="195018"/>
                  </a:lnTo>
                  <a:lnTo>
                    <a:pt x="3326" y="200226"/>
                  </a:lnTo>
                  <a:lnTo>
                    <a:pt x="4461" y="205400"/>
                  </a:lnTo>
                  <a:lnTo>
                    <a:pt x="5759" y="210536"/>
                  </a:lnTo>
                  <a:lnTo>
                    <a:pt x="7219" y="215627"/>
                  </a:lnTo>
                  <a:lnTo>
                    <a:pt x="8840" y="220671"/>
                  </a:lnTo>
                  <a:lnTo>
                    <a:pt x="10620" y="225660"/>
                  </a:lnTo>
                  <a:lnTo>
                    <a:pt x="12557" y="230590"/>
                  </a:lnTo>
                  <a:lnTo>
                    <a:pt x="14649" y="235456"/>
                  </a:lnTo>
                  <a:lnTo>
                    <a:pt x="16894" y="240254"/>
                  </a:lnTo>
                  <a:lnTo>
                    <a:pt x="19291" y="244978"/>
                  </a:lnTo>
                  <a:lnTo>
                    <a:pt x="21835" y="249624"/>
                  </a:lnTo>
                  <a:lnTo>
                    <a:pt x="24526" y="254187"/>
                  </a:lnTo>
                  <a:lnTo>
                    <a:pt x="27360" y="258662"/>
                  </a:lnTo>
                  <a:lnTo>
                    <a:pt x="30334" y="263045"/>
                  </a:lnTo>
                  <a:lnTo>
                    <a:pt x="33446" y="267332"/>
                  </a:lnTo>
                  <a:lnTo>
                    <a:pt x="36692" y="271518"/>
                  </a:lnTo>
                  <a:lnTo>
                    <a:pt x="40069" y="275600"/>
                  </a:lnTo>
                  <a:lnTo>
                    <a:pt x="43573" y="279572"/>
                  </a:lnTo>
                  <a:lnTo>
                    <a:pt x="47202" y="283431"/>
                  </a:lnTo>
                  <a:lnTo>
                    <a:pt x="50951" y="287173"/>
                  </a:lnTo>
                  <a:lnTo>
                    <a:pt x="54817" y="290795"/>
                  </a:lnTo>
                  <a:lnTo>
                    <a:pt x="58795" y="294292"/>
                  </a:lnTo>
                  <a:lnTo>
                    <a:pt x="62882" y="297661"/>
                  </a:lnTo>
                  <a:lnTo>
                    <a:pt x="67074" y="300900"/>
                  </a:lnTo>
                  <a:lnTo>
                    <a:pt x="71367" y="304003"/>
                  </a:lnTo>
                  <a:lnTo>
                    <a:pt x="75756" y="306970"/>
                  </a:lnTo>
                  <a:lnTo>
                    <a:pt x="80236" y="309795"/>
                  </a:lnTo>
                  <a:lnTo>
                    <a:pt x="84804" y="312478"/>
                  </a:lnTo>
                  <a:lnTo>
                    <a:pt x="89454" y="315014"/>
                  </a:lnTo>
                  <a:lnTo>
                    <a:pt x="94183" y="317401"/>
                  </a:lnTo>
                  <a:lnTo>
                    <a:pt x="98985" y="319638"/>
                  </a:lnTo>
                  <a:lnTo>
                    <a:pt x="103855" y="321721"/>
                  </a:lnTo>
                  <a:lnTo>
                    <a:pt x="108789" y="323649"/>
                  </a:lnTo>
                  <a:lnTo>
                    <a:pt x="113781" y="325420"/>
                  </a:lnTo>
                  <a:lnTo>
                    <a:pt x="118827" y="327032"/>
                  </a:lnTo>
                  <a:lnTo>
                    <a:pt x="123922" y="328483"/>
                  </a:lnTo>
                  <a:lnTo>
                    <a:pt x="129060" y="329772"/>
                  </a:lnTo>
                  <a:lnTo>
                    <a:pt x="134236" y="330897"/>
                  </a:lnTo>
                  <a:lnTo>
                    <a:pt x="139445" y="331858"/>
                  </a:lnTo>
                  <a:lnTo>
                    <a:pt x="144682" y="332653"/>
                  </a:lnTo>
                  <a:lnTo>
                    <a:pt x="149942" y="333282"/>
                  </a:lnTo>
                  <a:lnTo>
                    <a:pt x="155219" y="333744"/>
                  </a:lnTo>
                  <a:lnTo>
                    <a:pt x="160508" y="334039"/>
                  </a:lnTo>
                  <a:lnTo>
                    <a:pt x="165803" y="334166"/>
                  </a:lnTo>
                  <a:lnTo>
                    <a:pt x="171100" y="334125"/>
                  </a:lnTo>
                  <a:lnTo>
                    <a:pt x="176393" y="333916"/>
                  </a:lnTo>
                  <a:lnTo>
                    <a:pt x="181677" y="333540"/>
                  </a:lnTo>
                  <a:lnTo>
                    <a:pt x="186946" y="332996"/>
                  </a:lnTo>
                  <a:lnTo>
                    <a:pt x="192195" y="332286"/>
                  </a:lnTo>
                  <a:lnTo>
                    <a:pt x="197419" y="331409"/>
                  </a:lnTo>
                  <a:lnTo>
                    <a:pt x="202613" y="330368"/>
                  </a:lnTo>
                  <a:lnTo>
                    <a:pt x="207771" y="329163"/>
                  </a:lnTo>
                  <a:lnTo>
                    <a:pt x="212889" y="327795"/>
                  </a:lnTo>
                  <a:lnTo>
                    <a:pt x="217960" y="326265"/>
                  </a:lnTo>
                  <a:lnTo>
                    <a:pt x="222981" y="324575"/>
                  </a:lnTo>
                  <a:lnTo>
                    <a:pt x="227945" y="322728"/>
                  </a:lnTo>
                  <a:lnTo>
                    <a:pt x="232848" y="320724"/>
                  </a:lnTo>
                  <a:lnTo>
                    <a:pt x="237686" y="318565"/>
                  </a:lnTo>
                  <a:lnTo>
                    <a:pt x="242452" y="316255"/>
                  </a:lnTo>
                  <a:lnTo>
                    <a:pt x="247143" y="313794"/>
                  </a:lnTo>
                  <a:lnTo>
                    <a:pt x="251754" y="311186"/>
                  </a:lnTo>
                  <a:lnTo>
                    <a:pt x="256280" y="308433"/>
                  </a:lnTo>
                  <a:lnTo>
                    <a:pt x="260716" y="305539"/>
                  </a:lnTo>
                  <a:lnTo>
                    <a:pt x="265058" y="302505"/>
                  </a:lnTo>
                  <a:lnTo>
                    <a:pt x="269302" y="299335"/>
                  </a:lnTo>
                  <a:lnTo>
                    <a:pt x="273444" y="296033"/>
                  </a:lnTo>
                  <a:lnTo>
                    <a:pt x="277478" y="292600"/>
                  </a:lnTo>
                  <a:lnTo>
                    <a:pt x="281402" y="289042"/>
                  </a:lnTo>
                  <a:lnTo>
                    <a:pt x="285212" y="285361"/>
                  </a:lnTo>
                  <a:lnTo>
                    <a:pt x="288902" y="281561"/>
                  </a:lnTo>
                  <a:lnTo>
                    <a:pt x="292471" y="277646"/>
                  </a:lnTo>
                  <a:lnTo>
                    <a:pt x="295913" y="273621"/>
                  </a:lnTo>
                  <a:lnTo>
                    <a:pt x="299227" y="269488"/>
                  </a:lnTo>
                  <a:lnTo>
                    <a:pt x="302408" y="265252"/>
                  </a:lnTo>
                  <a:lnTo>
                    <a:pt x="305453" y="260917"/>
                  </a:lnTo>
                  <a:lnTo>
                    <a:pt x="308359" y="256489"/>
                  </a:lnTo>
                  <a:lnTo>
                    <a:pt x="311123" y="251970"/>
                  </a:lnTo>
                  <a:lnTo>
                    <a:pt x="313743" y="247366"/>
                  </a:lnTo>
                  <a:lnTo>
                    <a:pt x="316215" y="242681"/>
                  </a:lnTo>
                  <a:lnTo>
                    <a:pt x="318538" y="237921"/>
                  </a:lnTo>
                  <a:lnTo>
                    <a:pt x="320709" y="233089"/>
                  </a:lnTo>
                  <a:lnTo>
                    <a:pt x="322726" y="228191"/>
                  </a:lnTo>
                  <a:lnTo>
                    <a:pt x="324586" y="223231"/>
                  </a:lnTo>
                  <a:lnTo>
                    <a:pt x="326289" y="218215"/>
                  </a:lnTo>
                  <a:lnTo>
                    <a:pt x="327831" y="213147"/>
                  </a:lnTo>
                  <a:lnTo>
                    <a:pt x="329213" y="208034"/>
                  </a:lnTo>
                  <a:lnTo>
                    <a:pt x="330431" y="202879"/>
                  </a:lnTo>
                  <a:lnTo>
                    <a:pt x="331486" y="197687"/>
                  </a:lnTo>
                  <a:lnTo>
                    <a:pt x="332376" y="192466"/>
                  </a:lnTo>
                  <a:lnTo>
                    <a:pt x="333099" y="187218"/>
                  </a:lnTo>
                  <a:lnTo>
                    <a:pt x="333657" y="181950"/>
                  </a:lnTo>
                  <a:lnTo>
                    <a:pt x="334047" y="176668"/>
                  </a:lnTo>
                  <a:lnTo>
                    <a:pt x="334269" y="171375"/>
                  </a:lnTo>
                  <a:lnTo>
                    <a:pt x="334324" y="166078"/>
                  </a:lnTo>
                  <a:lnTo>
                    <a:pt x="334210" y="160783"/>
                  </a:lnTo>
                  <a:lnTo>
                    <a:pt x="333929" y="155493"/>
                  </a:lnTo>
                  <a:lnTo>
                    <a:pt x="333481" y="150215"/>
                  </a:lnTo>
                  <a:lnTo>
                    <a:pt x="332865" y="144954"/>
                  </a:lnTo>
                  <a:lnTo>
                    <a:pt x="332084" y="139714"/>
                  </a:lnTo>
                  <a:lnTo>
                    <a:pt x="331136" y="134503"/>
                  </a:lnTo>
                  <a:lnTo>
                    <a:pt x="330024" y="129324"/>
                  </a:lnTo>
                  <a:lnTo>
                    <a:pt x="328749" y="124182"/>
                  </a:lnTo>
                  <a:lnTo>
                    <a:pt x="327311" y="119084"/>
                  </a:lnTo>
                  <a:lnTo>
                    <a:pt x="325712" y="114034"/>
                  </a:lnTo>
                  <a:lnTo>
                    <a:pt x="323954" y="109037"/>
                  </a:lnTo>
                  <a:lnTo>
                    <a:pt x="322039" y="104098"/>
                  </a:lnTo>
                  <a:lnTo>
                    <a:pt x="319968" y="99223"/>
                  </a:lnTo>
                  <a:lnTo>
                    <a:pt x="317744" y="94415"/>
                  </a:lnTo>
                  <a:lnTo>
                    <a:pt x="315368" y="89681"/>
                  </a:lnTo>
                  <a:lnTo>
                    <a:pt x="312844" y="85024"/>
                  </a:lnTo>
                  <a:lnTo>
                    <a:pt x="310174" y="80449"/>
                  </a:lnTo>
                  <a:lnTo>
                    <a:pt x="307359" y="75961"/>
                  </a:lnTo>
                  <a:lnTo>
                    <a:pt x="304404" y="71565"/>
                  </a:lnTo>
                  <a:lnTo>
                    <a:pt x="301312" y="67264"/>
                  </a:lnTo>
                  <a:lnTo>
                    <a:pt x="298084" y="63064"/>
                  </a:lnTo>
                  <a:lnTo>
                    <a:pt x="294725" y="58968"/>
                  </a:lnTo>
                  <a:lnTo>
                    <a:pt x="291238" y="54981"/>
                  </a:lnTo>
                  <a:lnTo>
                    <a:pt x="287627" y="51106"/>
                  </a:lnTo>
                  <a:lnTo>
                    <a:pt x="283894" y="47347"/>
                  </a:lnTo>
                  <a:lnTo>
                    <a:pt x="280045" y="43708"/>
                  </a:lnTo>
                  <a:lnTo>
                    <a:pt x="276081" y="40194"/>
                  </a:lnTo>
                  <a:lnTo>
                    <a:pt x="272009" y="36806"/>
                  </a:lnTo>
                  <a:lnTo>
                    <a:pt x="267831" y="33550"/>
                  </a:lnTo>
                  <a:lnTo>
                    <a:pt x="263552" y="30427"/>
                  </a:lnTo>
                  <a:lnTo>
                    <a:pt x="259177" y="27441"/>
                  </a:lnTo>
                  <a:lnTo>
                    <a:pt x="254709" y="24596"/>
                  </a:lnTo>
                  <a:lnTo>
                    <a:pt x="250153" y="21894"/>
                  </a:lnTo>
                  <a:lnTo>
                    <a:pt x="245513" y="19337"/>
                  </a:lnTo>
                  <a:lnTo>
                    <a:pt x="240796" y="16928"/>
                  </a:lnTo>
                  <a:lnTo>
                    <a:pt x="236004" y="14671"/>
                  </a:lnTo>
                  <a:lnTo>
                    <a:pt x="231143" y="12566"/>
                  </a:lnTo>
                  <a:lnTo>
                    <a:pt x="226217" y="10616"/>
                  </a:lnTo>
                  <a:lnTo>
                    <a:pt x="221233" y="8824"/>
                  </a:lnTo>
                  <a:lnTo>
                    <a:pt x="216194" y="7190"/>
                  </a:lnTo>
                  <a:lnTo>
                    <a:pt x="211106" y="5716"/>
                  </a:lnTo>
                  <a:lnTo>
                    <a:pt x="205974" y="4405"/>
                  </a:lnTo>
                  <a:lnTo>
                    <a:pt x="200803" y="3257"/>
                  </a:lnTo>
                  <a:lnTo>
                    <a:pt x="195598" y="2273"/>
                  </a:lnTo>
                  <a:lnTo>
                    <a:pt x="190364" y="1455"/>
                  </a:lnTo>
                  <a:lnTo>
                    <a:pt x="185107" y="803"/>
                  </a:lnTo>
                  <a:lnTo>
                    <a:pt x="179832" y="317"/>
                  </a:lnTo>
                  <a:lnTo>
                    <a:pt x="174545" y="0"/>
                  </a:lnTo>
                  <a:lnTo>
                    <a:pt x="167159" y="1670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60546" y="1735255"/>
              <a:ext cx="7386" cy="167167"/>
            </a:xfrm>
            <a:custGeom>
              <a:avLst/>
              <a:pathLst>
                <a:path w="7386" h="167167">
                  <a:moveTo>
                    <a:pt x="7386" y="16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15684" y="1379510"/>
              <a:ext cx="167156" cy="190610"/>
            </a:xfrm>
            <a:custGeom>
              <a:avLst/>
              <a:pathLst>
                <a:path w="167156" h="190610">
                  <a:moveTo>
                    <a:pt x="167156" y="0"/>
                  </a:moveTo>
                  <a:lnTo>
                    <a:pt x="161759" y="87"/>
                  </a:lnTo>
                  <a:lnTo>
                    <a:pt x="156367" y="348"/>
                  </a:lnTo>
                  <a:lnTo>
                    <a:pt x="150986" y="783"/>
                  </a:lnTo>
                  <a:lnTo>
                    <a:pt x="145623" y="1392"/>
                  </a:lnTo>
                  <a:lnTo>
                    <a:pt x="140282" y="2174"/>
                  </a:lnTo>
                  <a:lnTo>
                    <a:pt x="134969" y="3127"/>
                  </a:lnTo>
                  <a:lnTo>
                    <a:pt x="129689" y="4252"/>
                  </a:lnTo>
                  <a:lnTo>
                    <a:pt x="124449" y="5547"/>
                  </a:lnTo>
                  <a:lnTo>
                    <a:pt x="119253" y="7010"/>
                  </a:lnTo>
                  <a:lnTo>
                    <a:pt x="114107" y="8640"/>
                  </a:lnTo>
                  <a:lnTo>
                    <a:pt x="109016" y="10436"/>
                  </a:lnTo>
                  <a:lnTo>
                    <a:pt x="103986" y="12394"/>
                  </a:lnTo>
                  <a:lnTo>
                    <a:pt x="99022" y="14515"/>
                  </a:lnTo>
                  <a:lnTo>
                    <a:pt x="94129" y="16794"/>
                  </a:lnTo>
                  <a:lnTo>
                    <a:pt x="89312" y="19230"/>
                  </a:lnTo>
                  <a:lnTo>
                    <a:pt x="84576" y="21821"/>
                  </a:lnTo>
                  <a:lnTo>
                    <a:pt x="79926" y="24563"/>
                  </a:lnTo>
                  <a:lnTo>
                    <a:pt x="75367" y="27453"/>
                  </a:lnTo>
                  <a:lnTo>
                    <a:pt x="70904" y="30490"/>
                  </a:lnTo>
                  <a:lnTo>
                    <a:pt x="66542" y="33669"/>
                  </a:lnTo>
                  <a:lnTo>
                    <a:pt x="62284" y="36987"/>
                  </a:lnTo>
                  <a:lnTo>
                    <a:pt x="58136" y="40441"/>
                  </a:lnTo>
                  <a:lnTo>
                    <a:pt x="54101" y="44027"/>
                  </a:lnTo>
                  <a:lnTo>
                    <a:pt x="50184" y="47741"/>
                  </a:lnTo>
                  <a:lnTo>
                    <a:pt x="46389" y="51580"/>
                  </a:lnTo>
                  <a:lnTo>
                    <a:pt x="42720" y="55539"/>
                  </a:lnTo>
                  <a:lnTo>
                    <a:pt x="39181" y="59615"/>
                  </a:lnTo>
                  <a:lnTo>
                    <a:pt x="35775" y="63803"/>
                  </a:lnTo>
                  <a:lnTo>
                    <a:pt x="32506" y="68099"/>
                  </a:lnTo>
                  <a:lnTo>
                    <a:pt x="29378" y="72498"/>
                  </a:lnTo>
                  <a:lnTo>
                    <a:pt x="26393" y="76996"/>
                  </a:lnTo>
                  <a:lnTo>
                    <a:pt x="23555" y="81588"/>
                  </a:lnTo>
                  <a:lnTo>
                    <a:pt x="20867" y="86269"/>
                  </a:lnTo>
                  <a:lnTo>
                    <a:pt x="18331" y="91034"/>
                  </a:lnTo>
                  <a:lnTo>
                    <a:pt x="15951" y="95879"/>
                  </a:lnTo>
                  <a:lnTo>
                    <a:pt x="13728" y="100798"/>
                  </a:lnTo>
                  <a:lnTo>
                    <a:pt x="11665" y="105786"/>
                  </a:lnTo>
                  <a:lnTo>
                    <a:pt x="9764" y="110838"/>
                  </a:lnTo>
                  <a:lnTo>
                    <a:pt x="8028" y="115950"/>
                  </a:lnTo>
                  <a:lnTo>
                    <a:pt x="6457" y="121114"/>
                  </a:lnTo>
                  <a:lnTo>
                    <a:pt x="5054" y="126326"/>
                  </a:lnTo>
                  <a:lnTo>
                    <a:pt x="3820" y="131581"/>
                  </a:lnTo>
                  <a:lnTo>
                    <a:pt x="2756" y="136874"/>
                  </a:lnTo>
                  <a:lnTo>
                    <a:pt x="1864" y="142197"/>
                  </a:lnTo>
                  <a:lnTo>
                    <a:pt x="1144" y="147547"/>
                  </a:lnTo>
                  <a:lnTo>
                    <a:pt x="597" y="152917"/>
                  </a:lnTo>
                  <a:lnTo>
                    <a:pt x="224" y="158302"/>
                  </a:lnTo>
                  <a:lnTo>
                    <a:pt x="24" y="163697"/>
                  </a:lnTo>
                  <a:lnTo>
                    <a:pt x="0" y="169095"/>
                  </a:lnTo>
                  <a:lnTo>
                    <a:pt x="149" y="174491"/>
                  </a:lnTo>
                  <a:lnTo>
                    <a:pt x="472" y="179879"/>
                  </a:lnTo>
                  <a:lnTo>
                    <a:pt x="970" y="185254"/>
                  </a:lnTo>
                  <a:lnTo>
                    <a:pt x="1640" y="19061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7324" y="1546678"/>
              <a:ext cx="165515" cy="23443"/>
            </a:xfrm>
            <a:custGeom>
              <a:avLst/>
              <a:pathLst>
                <a:path w="165515" h="23443">
                  <a:moveTo>
                    <a:pt x="0" y="23443"/>
                  </a:moveTo>
                  <a:lnTo>
                    <a:pt x="16551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7324" y="1546678"/>
              <a:ext cx="314109" cy="167161"/>
            </a:xfrm>
            <a:custGeom>
              <a:avLst/>
              <a:pathLst>
                <a:path w="314109" h="167161">
                  <a:moveTo>
                    <a:pt x="0" y="23443"/>
                  </a:moveTo>
                  <a:lnTo>
                    <a:pt x="833" y="28720"/>
                  </a:lnTo>
                  <a:lnTo>
                    <a:pt x="1835" y="33968"/>
                  </a:lnTo>
                  <a:lnTo>
                    <a:pt x="3004" y="39181"/>
                  </a:lnTo>
                  <a:lnTo>
                    <a:pt x="4339" y="44355"/>
                  </a:lnTo>
                  <a:lnTo>
                    <a:pt x="5839" y="49483"/>
                  </a:lnTo>
                  <a:lnTo>
                    <a:pt x="7502" y="54560"/>
                  </a:lnTo>
                  <a:lnTo>
                    <a:pt x="9326" y="59582"/>
                  </a:lnTo>
                  <a:lnTo>
                    <a:pt x="11310" y="64543"/>
                  </a:lnTo>
                  <a:lnTo>
                    <a:pt x="13452" y="69438"/>
                  </a:lnTo>
                  <a:lnTo>
                    <a:pt x="15748" y="74262"/>
                  </a:lnTo>
                  <a:lnTo>
                    <a:pt x="18198" y="79010"/>
                  </a:lnTo>
                  <a:lnTo>
                    <a:pt x="20798" y="83677"/>
                  </a:lnTo>
                  <a:lnTo>
                    <a:pt x="23546" y="88259"/>
                  </a:lnTo>
                  <a:lnTo>
                    <a:pt x="26439" y="92751"/>
                  </a:lnTo>
                  <a:lnTo>
                    <a:pt x="29474" y="97148"/>
                  </a:lnTo>
                  <a:lnTo>
                    <a:pt x="32648" y="101446"/>
                  </a:lnTo>
                  <a:lnTo>
                    <a:pt x="35958" y="105640"/>
                  </a:lnTo>
                  <a:lnTo>
                    <a:pt x="39400" y="109726"/>
                  </a:lnTo>
                  <a:lnTo>
                    <a:pt x="42971" y="113700"/>
                  </a:lnTo>
                  <a:lnTo>
                    <a:pt x="46667" y="117558"/>
                  </a:lnTo>
                  <a:lnTo>
                    <a:pt x="50484" y="121296"/>
                  </a:lnTo>
                  <a:lnTo>
                    <a:pt x="54419" y="124910"/>
                  </a:lnTo>
                  <a:lnTo>
                    <a:pt x="58468" y="128397"/>
                  </a:lnTo>
                  <a:lnTo>
                    <a:pt x="62626" y="131752"/>
                  </a:lnTo>
                  <a:lnTo>
                    <a:pt x="66889" y="134973"/>
                  </a:lnTo>
                  <a:lnTo>
                    <a:pt x="71252" y="138056"/>
                  </a:lnTo>
                  <a:lnTo>
                    <a:pt x="75712" y="140998"/>
                  </a:lnTo>
                  <a:lnTo>
                    <a:pt x="80264" y="143795"/>
                  </a:lnTo>
                  <a:lnTo>
                    <a:pt x="84903" y="146446"/>
                  </a:lnTo>
                  <a:lnTo>
                    <a:pt x="89624" y="148948"/>
                  </a:lnTo>
                  <a:lnTo>
                    <a:pt x="94423" y="151297"/>
                  </a:lnTo>
                  <a:lnTo>
                    <a:pt x="99294" y="153491"/>
                  </a:lnTo>
                  <a:lnTo>
                    <a:pt x="104233" y="155529"/>
                  </a:lnTo>
                  <a:lnTo>
                    <a:pt x="109234" y="157408"/>
                  </a:lnTo>
                  <a:lnTo>
                    <a:pt x="114293" y="159126"/>
                  </a:lnTo>
                  <a:lnTo>
                    <a:pt x="119405" y="160682"/>
                  </a:lnTo>
                  <a:lnTo>
                    <a:pt x="124563" y="162073"/>
                  </a:lnTo>
                  <a:lnTo>
                    <a:pt x="129763" y="163299"/>
                  </a:lnTo>
                  <a:lnTo>
                    <a:pt x="135000" y="164358"/>
                  </a:lnTo>
                  <a:lnTo>
                    <a:pt x="140268" y="165249"/>
                  </a:lnTo>
                  <a:lnTo>
                    <a:pt x="145562" y="165972"/>
                  </a:lnTo>
                  <a:lnTo>
                    <a:pt x="150876" y="166525"/>
                  </a:lnTo>
                  <a:lnTo>
                    <a:pt x="156205" y="166908"/>
                  </a:lnTo>
                  <a:lnTo>
                    <a:pt x="161544" y="167120"/>
                  </a:lnTo>
                  <a:lnTo>
                    <a:pt x="166886" y="167161"/>
                  </a:lnTo>
                  <a:lnTo>
                    <a:pt x="172228" y="167032"/>
                  </a:lnTo>
                  <a:lnTo>
                    <a:pt x="177562" y="166732"/>
                  </a:lnTo>
                  <a:lnTo>
                    <a:pt x="182884" y="166262"/>
                  </a:lnTo>
                  <a:lnTo>
                    <a:pt x="188189" y="165622"/>
                  </a:lnTo>
                  <a:lnTo>
                    <a:pt x="193470" y="164813"/>
                  </a:lnTo>
                  <a:lnTo>
                    <a:pt x="198722" y="163835"/>
                  </a:lnTo>
                  <a:lnTo>
                    <a:pt x="203941" y="162691"/>
                  </a:lnTo>
                  <a:lnTo>
                    <a:pt x="209120" y="161380"/>
                  </a:lnTo>
                  <a:lnTo>
                    <a:pt x="214255" y="159904"/>
                  </a:lnTo>
                  <a:lnTo>
                    <a:pt x="219341" y="158264"/>
                  </a:lnTo>
                  <a:lnTo>
                    <a:pt x="224371" y="156463"/>
                  </a:lnTo>
                  <a:lnTo>
                    <a:pt x="229341" y="154503"/>
                  </a:lnTo>
                  <a:lnTo>
                    <a:pt x="234246" y="152384"/>
                  </a:lnTo>
                  <a:lnTo>
                    <a:pt x="239080" y="150110"/>
                  </a:lnTo>
                  <a:lnTo>
                    <a:pt x="243840" y="147682"/>
                  </a:lnTo>
                  <a:lnTo>
                    <a:pt x="248519" y="145104"/>
                  </a:lnTo>
                  <a:lnTo>
                    <a:pt x="253114" y="142377"/>
                  </a:lnTo>
                  <a:lnTo>
                    <a:pt x="257619" y="139505"/>
                  </a:lnTo>
                  <a:lnTo>
                    <a:pt x="262030" y="136491"/>
                  </a:lnTo>
                  <a:lnTo>
                    <a:pt x="266343" y="133337"/>
                  </a:lnTo>
                  <a:lnTo>
                    <a:pt x="270552" y="130046"/>
                  </a:lnTo>
                  <a:lnTo>
                    <a:pt x="274654" y="126623"/>
                  </a:lnTo>
                  <a:lnTo>
                    <a:pt x="278645" y="123071"/>
                  </a:lnTo>
                  <a:lnTo>
                    <a:pt x="282520" y="119393"/>
                  </a:lnTo>
                  <a:lnTo>
                    <a:pt x="286276" y="115593"/>
                  </a:lnTo>
                  <a:lnTo>
                    <a:pt x="289908" y="111674"/>
                  </a:lnTo>
                  <a:lnTo>
                    <a:pt x="293413" y="107642"/>
                  </a:lnTo>
                  <a:lnTo>
                    <a:pt x="296788" y="103500"/>
                  </a:lnTo>
                  <a:lnTo>
                    <a:pt x="300028" y="99252"/>
                  </a:lnTo>
                  <a:lnTo>
                    <a:pt x="303132" y="94903"/>
                  </a:lnTo>
                  <a:lnTo>
                    <a:pt x="306094" y="90457"/>
                  </a:lnTo>
                  <a:lnTo>
                    <a:pt x="308913" y="85918"/>
                  </a:lnTo>
                  <a:lnTo>
                    <a:pt x="311585" y="81291"/>
                  </a:lnTo>
                  <a:lnTo>
                    <a:pt x="314109" y="76582"/>
                  </a:lnTo>
                  <a:lnTo>
                    <a:pt x="16551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82840" y="1379510"/>
              <a:ext cx="167166" cy="243749"/>
            </a:xfrm>
            <a:custGeom>
              <a:avLst/>
              <a:pathLst>
                <a:path w="167166" h="243749">
                  <a:moveTo>
                    <a:pt x="148593" y="243749"/>
                  </a:moveTo>
                  <a:lnTo>
                    <a:pt x="150966" y="238959"/>
                  </a:lnTo>
                  <a:lnTo>
                    <a:pt x="153184" y="234095"/>
                  </a:lnTo>
                  <a:lnTo>
                    <a:pt x="155246" y="229163"/>
                  </a:lnTo>
                  <a:lnTo>
                    <a:pt x="157149" y="224168"/>
                  </a:lnTo>
                  <a:lnTo>
                    <a:pt x="158891" y="219114"/>
                  </a:lnTo>
                  <a:lnTo>
                    <a:pt x="160471" y="214007"/>
                  </a:lnTo>
                  <a:lnTo>
                    <a:pt x="161886" y="208852"/>
                  </a:lnTo>
                  <a:lnTo>
                    <a:pt x="163136" y="203655"/>
                  </a:lnTo>
                  <a:lnTo>
                    <a:pt x="164219" y="198420"/>
                  </a:lnTo>
                  <a:lnTo>
                    <a:pt x="165135" y="193153"/>
                  </a:lnTo>
                  <a:lnTo>
                    <a:pt x="165881" y="187860"/>
                  </a:lnTo>
                  <a:lnTo>
                    <a:pt x="166458" y="182546"/>
                  </a:lnTo>
                  <a:lnTo>
                    <a:pt x="166865" y="177215"/>
                  </a:lnTo>
                  <a:lnTo>
                    <a:pt x="167101" y="171875"/>
                  </a:lnTo>
                  <a:lnTo>
                    <a:pt x="167166" y="166530"/>
                  </a:lnTo>
                  <a:lnTo>
                    <a:pt x="167060" y="161185"/>
                  </a:lnTo>
                  <a:lnTo>
                    <a:pt x="166783" y="155847"/>
                  </a:lnTo>
                  <a:lnTo>
                    <a:pt x="166336" y="150520"/>
                  </a:lnTo>
                  <a:lnTo>
                    <a:pt x="165719" y="145210"/>
                  </a:lnTo>
                  <a:lnTo>
                    <a:pt x="164932" y="139922"/>
                  </a:lnTo>
                  <a:lnTo>
                    <a:pt x="163976" y="134663"/>
                  </a:lnTo>
                  <a:lnTo>
                    <a:pt x="162853" y="129436"/>
                  </a:lnTo>
                  <a:lnTo>
                    <a:pt x="161564" y="124249"/>
                  </a:lnTo>
                  <a:lnTo>
                    <a:pt x="160109" y="119105"/>
                  </a:lnTo>
                  <a:lnTo>
                    <a:pt x="158490" y="114010"/>
                  </a:lnTo>
                  <a:lnTo>
                    <a:pt x="156710" y="108970"/>
                  </a:lnTo>
                  <a:lnTo>
                    <a:pt x="154769" y="103989"/>
                  </a:lnTo>
                  <a:lnTo>
                    <a:pt x="152669" y="99073"/>
                  </a:lnTo>
                  <a:lnTo>
                    <a:pt x="150414" y="94226"/>
                  </a:lnTo>
                  <a:lnTo>
                    <a:pt x="148005" y="89454"/>
                  </a:lnTo>
                  <a:lnTo>
                    <a:pt x="145445" y="84761"/>
                  </a:lnTo>
                  <a:lnTo>
                    <a:pt x="142735" y="80153"/>
                  </a:lnTo>
                  <a:lnTo>
                    <a:pt x="139880" y="75634"/>
                  </a:lnTo>
                  <a:lnTo>
                    <a:pt x="136882" y="71208"/>
                  </a:lnTo>
                  <a:lnTo>
                    <a:pt x="133744" y="66880"/>
                  </a:lnTo>
                  <a:lnTo>
                    <a:pt x="130469" y="62655"/>
                  </a:lnTo>
                  <a:lnTo>
                    <a:pt x="127061" y="58537"/>
                  </a:lnTo>
                  <a:lnTo>
                    <a:pt x="123522" y="54530"/>
                  </a:lnTo>
                  <a:lnTo>
                    <a:pt x="119858" y="50638"/>
                  </a:lnTo>
                  <a:lnTo>
                    <a:pt x="116071" y="46865"/>
                  </a:lnTo>
                  <a:lnTo>
                    <a:pt x="112165" y="43216"/>
                  </a:lnTo>
                  <a:lnTo>
                    <a:pt x="108144" y="39693"/>
                  </a:lnTo>
                  <a:lnTo>
                    <a:pt x="104013" y="36300"/>
                  </a:lnTo>
                  <a:lnTo>
                    <a:pt x="99776" y="33041"/>
                  </a:lnTo>
                  <a:lnTo>
                    <a:pt x="95436" y="29920"/>
                  </a:lnTo>
                  <a:lnTo>
                    <a:pt x="90999" y="26938"/>
                  </a:lnTo>
                  <a:lnTo>
                    <a:pt x="86469" y="24100"/>
                  </a:lnTo>
                  <a:lnTo>
                    <a:pt x="81850" y="21409"/>
                  </a:lnTo>
                  <a:lnTo>
                    <a:pt x="77148" y="18866"/>
                  </a:lnTo>
                  <a:lnTo>
                    <a:pt x="72367" y="16475"/>
                  </a:lnTo>
                  <a:lnTo>
                    <a:pt x="67511" y="14239"/>
                  </a:lnTo>
                  <a:lnTo>
                    <a:pt x="62587" y="12158"/>
                  </a:lnTo>
                  <a:lnTo>
                    <a:pt x="57599" y="10236"/>
                  </a:lnTo>
                  <a:lnTo>
                    <a:pt x="52552" y="8475"/>
                  </a:lnTo>
                  <a:lnTo>
                    <a:pt x="47451" y="6876"/>
                  </a:lnTo>
                  <a:lnTo>
                    <a:pt x="42302" y="5440"/>
                  </a:lnTo>
                  <a:lnTo>
                    <a:pt x="37109" y="4171"/>
                  </a:lnTo>
                  <a:lnTo>
                    <a:pt x="31878" y="3067"/>
                  </a:lnTo>
                  <a:lnTo>
                    <a:pt x="26615" y="2132"/>
                  </a:lnTo>
                  <a:lnTo>
                    <a:pt x="21325" y="1365"/>
                  </a:lnTo>
                  <a:lnTo>
                    <a:pt x="16013" y="768"/>
                  </a:lnTo>
                  <a:lnTo>
                    <a:pt x="10684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65973" y="1120312"/>
              <a:ext cx="167162" cy="303072"/>
            </a:xfrm>
            <a:custGeom>
              <a:avLst/>
              <a:pathLst>
                <a:path w="167162" h="303072">
                  <a:moveTo>
                    <a:pt x="167162" y="0"/>
                  </a:moveTo>
                  <a:lnTo>
                    <a:pt x="161830" y="85"/>
                  </a:lnTo>
                  <a:lnTo>
                    <a:pt x="156504" y="340"/>
                  </a:lnTo>
                  <a:lnTo>
                    <a:pt x="151189" y="764"/>
                  </a:lnTo>
                  <a:lnTo>
                    <a:pt x="145890" y="1359"/>
                  </a:lnTo>
                  <a:lnTo>
                    <a:pt x="140612" y="2121"/>
                  </a:lnTo>
                  <a:lnTo>
                    <a:pt x="135362" y="3052"/>
                  </a:lnTo>
                  <a:lnTo>
                    <a:pt x="130143" y="4150"/>
                  </a:lnTo>
                  <a:lnTo>
                    <a:pt x="124963" y="5413"/>
                  </a:lnTo>
                  <a:lnTo>
                    <a:pt x="119826" y="6842"/>
                  </a:lnTo>
                  <a:lnTo>
                    <a:pt x="114736" y="8433"/>
                  </a:lnTo>
                  <a:lnTo>
                    <a:pt x="109700" y="10186"/>
                  </a:lnTo>
                  <a:lnTo>
                    <a:pt x="104723" y="12098"/>
                  </a:lnTo>
                  <a:lnTo>
                    <a:pt x="99809" y="14169"/>
                  </a:lnTo>
                  <a:lnTo>
                    <a:pt x="94963" y="16395"/>
                  </a:lnTo>
                  <a:lnTo>
                    <a:pt x="90191" y="18774"/>
                  </a:lnTo>
                  <a:lnTo>
                    <a:pt x="85497" y="21304"/>
                  </a:lnTo>
                  <a:lnTo>
                    <a:pt x="80887" y="23983"/>
                  </a:lnTo>
                  <a:lnTo>
                    <a:pt x="76364" y="26808"/>
                  </a:lnTo>
                  <a:lnTo>
                    <a:pt x="71934" y="29775"/>
                  </a:lnTo>
                  <a:lnTo>
                    <a:pt x="67600" y="32882"/>
                  </a:lnTo>
                  <a:lnTo>
                    <a:pt x="63368" y="36126"/>
                  </a:lnTo>
                  <a:lnTo>
                    <a:pt x="59241" y="39503"/>
                  </a:lnTo>
                  <a:lnTo>
                    <a:pt x="55224" y="43010"/>
                  </a:lnTo>
                  <a:lnTo>
                    <a:pt x="51321" y="46643"/>
                  </a:lnTo>
                  <a:lnTo>
                    <a:pt x="47536" y="50399"/>
                  </a:lnTo>
                  <a:lnTo>
                    <a:pt x="43873" y="54274"/>
                  </a:lnTo>
                  <a:lnTo>
                    <a:pt x="40335" y="58264"/>
                  </a:lnTo>
                  <a:lnTo>
                    <a:pt x="36926" y="62364"/>
                  </a:lnTo>
                  <a:lnTo>
                    <a:pt x="33650" y="66571"/>
                  </a:lnTo>
                  <a:lnTo>
                    <a:pt x="30509" y="70881"/>
                  </a:lnTo>
                  <a:lnTo>
                    <a:pt x="27508" y="75288"/>
                  </a:lnTo>
                  <a:lnTo>
                    <a:pt x="24649" y="79789"/>
                  </a:lnTo>
                  <a:lnTo>
                    <a:pt x="21934" y="84379"/>
                  </a:lnTo>
                  <a:lnTo>
                    <a:pt x="19368" y="89053"/>
                  </a:lnTo>
                  <a:lnTo>
                    <a:pt x="16952" y="93806"/>
                  </a:lnTo>
                  <a:lnTo>
                    <a:pt x="14688" y="98634"/>
                  </a:lnTo>
                  <a:lnTo>
                    <a:pt x="12580" y="103532"/>
                  </a:lnTo>
                  <a:lnTo>
                    <a:pt x="10629" y="108495"/>
                  </a:lnTo>
                  <a:lnTo>
                    <a:pt x="8837" y="113517"/>
                  </a:lnTo>
                  <a:lnTo>
                    <a:pt x="7207" y="118594"/>
                  </a:lnTo>
                  <a:lnTo>
                    <a:pt x="5739" y="123720"/>
                  </a:lnTo>
                  <a:lnTo>
                    <a:pt x="4435" y="128891"/>
                  </a:lnTo>
                  <a:lnTo>
                    <a:pt x="3297" y="134100"/>
                  </a:lnTo>
                  <a:lnTo>
                    <a:pt x="2326" y="139344"/>
                  </a:lnTo>
                  <a:lnTo>
                    <a:pt x="1523" y="144615"/>
                  </a:lnTo>
                  <a:lnTo>
                    <a:pt x="888" y="149909"/>
                  </a:lnTo>
                  <a:lnTo>
                    <a:pt x="422" y="155221"/>
                  </a:lnTo>
                  <a:lnTo>
                    <a:pt x="126" y="160545"/>
                  </a:lnTo>
                  <a:lnTo>
                    <a:pt x="0" y="165876"/>
                  </a:lnTo>
                  <a:lnTo>
                    <a:pt x="43" y="171208"/>
                  </a:lnTo>
                  <a:lnTo>
                    <a:pt x="257" y="176537"/>
                  </a:lnTo>
                  <a:lnTo>
                    <a:pt x="641" y="181855"/>
                  </a:lnTo>
                  <a:lnTo>
                    <a:pt x="1194" y="187159"/>
                  </a:lnTo>
                  <a:lnTo>
                    <a:pt x="1916" y="192442"/>
                  </a:lnTo>
                  <a:lnTo>
                    <a:pt x="2806" y="197699"/>
                  </a:lnTo>
                  <a:lnTo>
                    <a:pt x="3864" y="202926"/>
                  </a:lnTo>
                  <a:lnTo>
                    <a:pt x="5087" y="208116"/>
                  </a:lnTo>
                  <a:lnTo>
                    <a:pt x="6476" y="213264"/>
                  </a:lnTo>
                  <a:lnTo>
                    <a:pt x="8028" y="218366"/>
                  </a:lnTo>
                  <a:lnTo>
                    <a:pt x="9742" y="223415"/>
                  </a:lnTo>
                  <a:lnTo>
                    <a:pt x="11616" y="228407"/>
                  </a:lnTo>
                  <a:lnTo>
                    <a:pt x="13648" y="233337"/>
                  </a:lnTo>
                  <a:lnTo>
                    <a:pt x="15837" y="238200"/>
                  </a:lnTo>
                  <a:lnTo>
                    <a:pt x="18179" y="242990"/>
                  </a:lnTo>
                  <a:lnTo>
                    <a:pt x="20673" y="247703"/>
                  </a:lnTo>
                  <a:lnTo>
                    <a:pt x="23317" y="252334"/>
                  </a:lnTo>
                  <a:lnTo>
                    <a:pt x="26106" y="256879"/>
                  </a:lnTo>
                  <a:lnTo>
                    <a:pt x="29039" y="261332"/>
                  </a:lnTo>
                  <a:lnTo>
                    <a:pt x="32113" y="265689"/>
                  </a:lnTo>
                  <a:lnTo>
                    <a:pt x="35324" y="269946"/>
                  </a:lnTo>
                  <a:lnTo>
                    <a:pt x="38669" y="274099"/>
                  </a:lnTo>
                  <a:lnTo>
                    <a:pt x="42145" y="278143"/>
                  </a:lnTo>
                  <a:lnTo>
                    <a:pt x="45748" y="282074"/>
                  </a:lnTo>
                  <a:lnTo>
                    <a:pt x="49474" y="285887"/>
                  </a:lnTo>
                  <a:lnTo>
                    <a:pt x="53321" y="289581"/>
                  </a:lnTo>
                  <a:lnTo>
                    <a:pt x="57283" y="293149"/>
                  </a:lnTo>
                  <a:lnTo>
                    <a:pt x="61357" y="296590"/>
                  </a:lnTo>
                  <a:lnTo>
                    <a:pt x="65538" y="299898"/>
                  </a:lnTo>
                  <a:lnTo>
                    <a:pt x="69824" y="303072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35797" y="1287480"/>
              <a:ext cx="97338" cy="135905"/>
            </a:xfrm>
            <a:custGeom>
              <a:avLst/>
              <a:pathLst>
                <a:path w="97338" h="135905">
                  <a:moveTo>
                    <a:pt x="0" y="135905"/>
                  </a:moveTo>
                  <a:lnTo>
                    <a:pt x="9733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35797" y="1122137"/>
              <a:ext cx="264504" cy="332496"/>
            </a:xfrm>
            <a:custGeom>
              <a:avLst/>
              <a:pathLst>
                <a:path w="264504" h="332496">
                  <a:moveTo>
                    <a:pt x="0" y="301247"/>
                  </a:moveTo>
                  <a:lnTo>
                    <a:pt x="4358" y="304265"/>
                  </a:lnTo>
                  <a:lnTo>
                    <a:pt x="8809" y="307144"/>
                  </a:lnTo>
                  <a:lnTo>
                    <a:pt x="13350" y="309879"/>
                  </a:lnTo>
                  <a:lnTo>
                    <a:pt x="17975" y="312470"/>
                  </a:lnTo>
                  <a:lnTo>
                    <a:pt x="22680" y="314912"/>
                  </a:lnTo>
                  <a:lnTo>
                    <a:pt x="27460" y="317204"/>
                  </a:lnTo>
                  <a:lnTo>
                    <a:pt x="32310" y="319343"/>
                  </a:lnTo>
                  <a:lnTo>
                    <a:pt x="37226" y="321328"/>
                  </a:lnTo>
                  <a:lnTo>
                    <a:pt x="42202" y="323155"/>
                  </a:lnTo>
                  <a:lnTo>
                    <a:pt x="47234" y="324824"/>
                  </a:lnTo>
                  <a:lnTo>
                    <a:pt x="52315" y="326333"/>
                  </a:lnTo>
                  <a:lnTo>
                    <a:pt x="57443" y="327679"/>
                  </a:lnTo>
                  <a:lnTo>
                    <a:pt x="62610" y="328863"/>
                  </a:lnTo>
                  <a:lnTo>
                    <a:pt x="67812" y="329882"/>
                  </a:lnTo>
                  <a:lnTo>
                    <a:pt x="73044" y="330735"/>
                  </a:lnTo>
                  <a:lnTo>
                    <a:pt x="78301" y="331422"/>
                  </a:lnTo>
                  <a:lnTo>
                    <a:pt x="83576" y="331942"/>
                  </a:lnTo>
                  <a:lnTo>
                    <a:pt x="88865" y="332295"/>
                  </a:lnTo>
                  <a:lnTo>
                    <a:pt x="94163" y="332480"/>
                  </a:lnTo>
                  <a:lnTo>
                    <a:pt x="99464" y="332496"/>
                  </a:lnTo>
                  <a:lnTo>
                    <a:pt x="104763" y="332345"/>
                  </a:lnTo>
                  <a:lnTo>
                    <a:pt x="110055" y="332025"/>
                  </a:lnTo>
                  <a:lnTo>
                    <a:pt x="115333" y="331538"/>
                  </a:lnTo>
                  <a:lnTo>
                    <a:pt x="120594" y="330884"/>
                  </a:lnTo>
                  <a:lnTo>
                    <a:pt x="125831" y="330064"/>
                  </a:lnTo>
                  <a:lnTo>
                    <a:pt x="131040" y="329077"/>
                  </a:lnTo>
                  <a:lnTo>
                    <a:pt x="136214" y="327926"/>
                  </a:lnTo>
                  <a:lnTo>
                    <a:pt x="141350" y="326612"/>
                  </a:lnTo>
                  <a:lnTo>
                    <a:pt x="146441" y="325135"/>
                  </a:lnTo>
                  <a:lnTo>
                    <a:pt x="151483" y="323498"/>
                  </a:lnTo>
                  <a:lnTo>
                    <a:pt x="156471" y="321702"/>
                  </a:lnTo>
                  <a:lnTo>
                    <a:pt x="161399" y="319748"/>
                  </a:lnTo>
                  <a:lnTo>
                    <a:pt x="166262" y="317639"/>
                  </a:lnTo>
                  <a:lnTo>
                    <a:pt x="171057" y="315377"/>
                  </a:lnTo>
                  <a:lnTo>
                    <a:pt x="175777" y="312965"/>
                  </a:lnTo>
                  <a:lnTo>
                    <a:pt x="180418" y="310403"/>
                  </a:lnTo>
                  <a:lnTo>
                    <a:pt x="184976" y="307696"/>
                  </a:lnTo>
                  <a:lnTo>
                    <a:pt x="189445" y="304846"/>
                  </a:lnTo>
                  <a:lnTo>
                    <a:pt x="193822" y="301855"/>
                  </a:lnTo>
                  <a:lnTo>
                    <a:pt x="198102" y="298727"/>
                  </a:lnTo>
                  <a:lnTo>
                    <a:pt x="202281" y="295465"/>
                  </a:lnTo>
                  <a:lnTo>
                    <a:pt x="206354" y="292072"/>
                  </a:lnTo>
                  <a:lnTo>
                    <a:pt x="210317" y="288552"/>
                  </a:lnTo>
                  <a:lnTo>
                    <a:pt x="214167" y="284908"/>
                  </a:lnTo>
                  <a:lnTo>
                    <a:pt x="217900" y="281143"/>
                  </a:lnTo>
                  <a:lnTo>
                    <a:pt x="221511" y="277262"/>
                  </a:lnTo>
                  <a:lnTo>
                    <a:pt x="224997" y="273269"/>
                  </a:lnTo>
                  <a:lnTo>
                    <a:pt x="228355" y="269167"/>
                  </a:lnTo>
                  <a:lnTo>
                    <a:pt x="231581" y="264961"/>
                  </a:lnTo>
                  <a:lnTo>
                    <a:pt x="234672" y="260654"/>
                  </a:lnTo>
                  <a:lnTo>
                    <a:pt x="237625" y="256252"/>
                  </a:lnTo>
                  <a:lnTo>
                    <a:pt x="240437" y="251758"/>
                  </a:lnTo>
                  <a:lnTo>
                    <a:pt x="243105" y="247177"/>
                  </a:lnTo>
                  <a:lnTo>
                    <a:pt x="245627" y="242514"/>
                  </a:lnTo>
                  <a:lnTo>
                    <a:pt x="247999" y="237773"/>
                  </a:lnTo>
                  <a:lnTo>
                    <a:pt x="250220" y="232960"/>
                  </a:lnTo>
                  <a:lnTo>
                    <a:pt x="252287" y="228078"/>
                  </a:lnTo>
                  <a:lnTo>
                    <a:pt x="254198" y="223134"/>
                  </a:lnTo>
                  <a:lnTo>
                    <a:pt x="255952" y="218131"/>
                  </a:lnTo>
                  <a:lnTo>
                    <a:pt x="257546" y="213075"/>
                  </a:lnTo>
                  <a:lnTo>
                    <a:pt x="258979" y="207972"/>
                  </a:lnTo>
                  <a:lnTo>
                    <a:pt x="260249" y="202825"/>
                  </a:lnTo>
                  <a:lnTo>
                    <a:pt x="261356" y="197641"/>
                  </a:lnTo>
                  <a:lnTo>
                    <a:pt x="262297" y="192424"/>
                  </a:lnTo>
                  <a:lnTo>
                    <a:pt x="263073" y="187180"/>
                  </a:lnTo>
                  <a:lnTo>
                    <a:pt x="263682" y="181914"/>
                  </a:lnTo>
                  <a:lnTo>
                    <a:pt x="264124" y="176631"/>
                  </a:lnTo>
                  <a:lnTo>
                    <a:pt x="264398" y="171337"/>
                  </a:lnTo>
                  <a:lnTo>
                    <a:pt x="264504" y="166037"/>
                  </a:lnTo>
                  <a:lnTo>
                    <a:pt x="264442" y="160736"/>
                  </a:lnTo>
                  <a:lnTo>
                    <a:pt x="264212" y="155440"/>
                  </a:lnTo>
                  <a:lnTo>
                    <a:pt x="263814" y="150154"/>
                  </a:lnTo>
                  <a:lnTo>
                    <a:pt x="263249" y="144883"/>
                  </a:lnTo>
                  <a:lnTo>
                    <a:pt x="262517" y="139633"/>
                  </a:lnTo>
                  <a:lnTo>
                    <a:pt x="261618" y="134409"/>
                  </a:lnTo>
                  <a:lnTo>
                    <a:pt x="260555" y="129215"/>
                  </a:lnTo>
                  <a:lnTo>
                    <a:pt x="259327" y="124058"/>
                  </a:lnTo>
                  <a:lnTo>
                    <a:pt x="257937" y="118943"/>
                  </a:lnTo>
                  <a:lnTo>
                    <a:pt x="256385" y="113874"/>
                  </a:lnTo>
                  <a:lnTo>
                    <a:pt x="254673" y="108857"/>
                  </a:lnTo>
                  <a:lnTo>
                    <a:pt x="252803" y="103897"/>
                  </a:lnTo>
                  <a:lnTo>
                    <a:pt x="250776" y="98998"/>
                  </a:lnTo>
                  <a:lnTo>
                    <a:pt x="248596" y="94166"/>
                  </a:lnTo>
                  <a:lnTo>
                    <a:pt x="246263" y="89406"/>
                  </a:lnTo>
                  <a:lnTo>
                    <a:pt x="243780" y="84722"/>
                  </a:lnTo>
                  <a:lnTo>
                    <a:pt x="241150" y="80119"/>
                  </a:lnTo>
                  <a:lnTo>
                    <a:pt x="238376" y="75602"/>
                  </a:lnTo>
                  <a:lnTo>
                    <a:pt x="235460" y="71176"/>
                  </a:lnTo>
                  <a:lnTo>
                    <a:pt x="232404" y="66843"/>
                  </a:lnTo>
                  <a:lnTo>
                    <a:pt x="229213" y="62610"/>
                  </a:lnTo>
                  <a:lnTo>
                    <a:pt x="225890" y="58481"/>
                  </a:lnTo>
                  <a:lnTo>
                    <a:pt x="222437" y="54458"/>
                  </a:lnTo>
                  <a:lnTo>
                    <a:pt x="218858" y="50548"/>
                  </a:lnTo>
                  <a:lnTo>
                    <a:pt x="215157" y="46752"/>
                  </a:lnTo>
                  <a:lnTo>
                    <a:pt x="211338" y="43076"/>
                  </a:lnTo>
                  <a:lnTo>
                    <a:pt x="207404" y="39523"/>
                  </a:lnTo>
                  <a:lnTo>
                    <a:pt x="203359" y="36096"/>
                  </a:lnTo>
                  <a:lnTo>
                    <a:pt x="199207" y="32800"/>
                  </a:lnTo>
                  <a:lnTo>
                    <a:pt x="194954" y="29636"/>
                  </a:lnTo>
                  <a:lnTo>
                    <a:pt x="190602" y="26609"/>
                  </a:lnTo>
                  <a:lnTo>
                    <a:pt x="186156" y="23722"/>
                  </a:lnTo>
                  <a:lnTo>
                    <a:pt x="181621" y="20977"/>
                  </a:lnTo>
                  <a:lnTo>
                    <a:pt x="177001" y="18377"/>
                  </a:lnTo>
                  <a:lnTo>
                    <a:pt x="172301" y="15925"/>
                  </a:lnTo>
                  <a:lnTo>
                    <a:pt x="167526" y="13623"/>
                  </a:lnTo>
                  <a:lnTo>
                    <a:pt x="162680" y="11474"/>
                  </a:lnTo>
                  <a:lnTo>
                    <a:pt x="157768" y="9480"/>
                  </a:lnTo>
                  <a:lnTo>
                    <a:pt x="152796" y="7642"/>
                  </a:lnTo>
                  <a:lnTo>
                    <a:pt x="147768" y="5963"/>
                  </a:lnTo>
                  <a:lnTo>
                    <a:pt x="142689" y="4444"/>
                  </a:lnTo>
                  <a:lnTo>
                    <a:pt x="137565" y="3087"/>
                  </a:lnTo>
                  <a:lnTo>
                    <a:pt x="132400" y="1893"/>
                  </a:lnTo>
                  <a:lnTo>
                    <a:pt x="127200" y="864"/>
                  </a:lnTo>
                  <a:lnTo>
                    <a:pt x="121969" y="0"/>
                  </a:lnTo>
                  <a:lnTo>
                    <a:pt x="97338" y="1653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633135" y="1120312"/>
              <a:ext cx="24631" cy="167167"/>
            </a:xfrm>
            <a:custGeom>
              <a:avLst/>
              <a:pathLst>
                <a:path w="24631" h="167167">
                  <a:moveTo>
                    <a:pt x="24631" y="1824"/>
                  </a:moveTo>
                  <a:lnTo>
                    <a:pt x="16454" y="811"/>
                  </a:lnTo>
                  <a:lnTo>
                    <a:pt x="8237" y="2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68514" y="971635"/>
              <a:ext cx="167161" cy="256751"/>
            </a:xfrm>
            <a:custGeom>
              <a:avLst/>
              <a:pathLst>
                <a:path w="167161" h="256751">
                  <a:moveTo>
                    <a:pt x="167161" y="0"/>
                  </a:moveTo>
                  <a:lnTo>
                    <a:pt x="161832" y="84"/>
                  </a:lnTo>
                  <a:lnTo>
                    <a:pt x="156508" y="339"/>
                  </a:lnTo>
                  <a:lnTo>
                    <a:pt x="151195" y="764"/>
                  </a:lnTo>
                  <a:lnTo>
                    <a:pt x="145898" y="1357"/>
                  </a:lnTo>
                  <a:lnTo>
                    <a:pt x="140622" y="2120"/>
                  </a:lnTo>
                  <a:lnTo>
                    <a:pt x="135374" y="3049"/>
                  </a:lnTo>
                  <a:lnTo>
                    <a:pt x="130158" y="4146"/>
                  </a:lnTo>
                  <a:lnTo>
                    <a:pt x="124980" y="5409"/>
                  </a:lnTo>
                  <a:lnTo>
                    <a:pt x="119844" y="6836"/>
                  </a:lnTo>
                  <a:lnTo>
                    <a:pt x="114757" y="8426"/>
                  </a:lnTo>
                  <a:lnTo>
                    <a:pt x="109723" y="10177"/>
                  </a:lnTo>
                  <a:lnTo>
                    <a:pt x="104747" y="12088"/>
                  </a:lnTo>
                  <a:lnTo>
                    <a:pt x="99835" y="14157"/>
                  </a:lnTo>
                  <a:lnTo>
                    <a:pt x="94991" y="16381"/>
                  </a:lnTo>
                  <a:lnTo>
                    <a:pt x="90220" y="18758"/>
                  </a:lnTo>
                  <a:lnTo>
                    <a:pt x="85528" y="21287"/>
                  </a:lnTo>
                  <a:lnTo>
                    <a:pt x="80919" y="23964"/>
                  </a:lnTo>
                  <a:lnTo>
                    <a:pt x="76397" y="26786"/>
                  </a:lnTo>
                  <a:lnTo>
                    <a:pt x="71968" y="29751"/>
                  </a:lnTo>
                  <a:lnTo>
                    <a:pt x="67635" y="32855"/>
                  </a:lnTo>
                  <a:lnTo>
                    <a:pt x="63404" y="36097"/>
                  </a:lnTo>
                  <a:lnTo>
                    <a:pt x="59278" y="39471"/>
                  </a:lnTo>
                  <a:lnTo>
                    <a:pt x="55262" y="42975"/>
                  </a:lnTo>
                  <a:lnTo>
                    <a:pt x="51360" y="46606"/>
                  </a:lnTo>
                  <a:lnTo>
                    <a:pt x="47575" y="50359"/>
                  </a:lnTo>
                  <a:lnTo>
                    <a:pt x="43912" y="54231"/>
                  </a:lnTo>
                  <a:lnTo>
                    <a:pt x="40374" y="58218"/>
                  </a:lnTo>
                  <a:lnTo>
                    <a:pt x="36965" y="62315"/>
                  </a:lnTo>
                  <a:lnTo>
                    <a:pt x="33688" y="66519"/>
                  </a:lnTo>
                  <a:lnTo>
                    <a:pt x="30548" y="70825"/>
                  </a:lnTo>
                  <a:lnTo>
                    <a:pt x="27546" y="75230"/>
                  </a:lnTo>
                  <a:lnTo>
                    <a:pt x="24686" y="79727"/>
                  </a:lnTo>
                  <a:lnTo>
                    <a:pt x="21970" y="84314"/>
                  </a:lnTo>
                  <a:lnTo>
                    <a:pt x="19403" y="88985"/>
                  </a:lnTo>
                  <a:lnTo>
                    <a:pt x="16985" y="93735"/>
                  </a:lnTo>
                  <a:lnTo>
                    <a:pt x="14721" y="98560"/>
                  </a:lnTo>
                  <a:lnTo>
                    <a:pt x="12611" y="103455"/>
                  </a:lnTo>
                  <a:lnTo>
                    <a:pt x="10658" y="108415"/>
                  </a:lnTo>
                  <a:lnTo>
                    <a:pt x="8865" y="113434"/>
                  </a:lnTo>
                  <a:lnTo>
                    <a:pt x="7232" y="118508"/>
                  </a:lnTo>
                  <a:lnTo>
                    <a:pt x="5762" y="123631"/>
                  </a:lnTo>
                  <a:lnTo>
                    <a:pt x="4456" y="128799"/>
                  </a:lnTo>
                  <a:lnTo>
                    <a:pt x="3316" y="134005"/>
                  </a:lnTo>
                  <a:lnTo>
                    <a:pt x="2342" y="139246"/>
                  </a:lnTo>
                  <a:lnTo>
                    <a:pt x="1536" y="144514"/>
                  </a:lnTo>
                  <a:lnTo>
                    <a:pt x="898" y="149806"/>
                  </a:lnTo>
                  <a:lnTo>
                    <a:pt x="429" y="155116"/>
                  </a:lnTo>
                  <a:lnTo>
                    <a:pt x="129" y="160437"/>
                  </a:lnTo>
                  <a:lnTo>
                    <a:pt x="0" y="165766"/>
                  </a:lnTo>
                  <a:lnTo>
                    <a:pt x="40" y="171096"/>
                  </a:lnTo>
                  <a:lnTo>
                    <a:pt x="250" y="176422"/>
                  </a:lnTo>
                  <a:lnTo>
                    <a:pt x="630" y="181738"/>
                  </a:lnTo>
                  <a:lnTo>
                    <a:pt x="1179" y="187040"/>
                  </a:lnTo>
                  <a:lnTo>
                    <a:pt x="1897" y="192321"/>
                  </a:lnTo>
                  <a:lnTo>
                    <a:pt x="2783" y="197577"/>
                  </a:lnTo>
                  <a:lnTo>
                    <a:pt x="3836" y="202802"/>
                  </a:lnTo>
                  <a:lnTo>
                    <a:pt x="5055" y="207991"/>
                  </a:lnTo>
                  <a:lnTo>
                    <a:pt x="6439" y="213138"/>
                  </a:lnTo>
                  <a:lnTo>
                    <a:pt x="7986" y="218239"/>
                  </a:lnTo>
                  <a:lnTo>
                    <a:pt x="9695" y="223288"/>
                  </a:lnTo>
                  <a:lnTo>
                    <a:pt x="11565" y="228279"/>
                  </a:lnTo>
                  <a:lnTo>
                    <a:pt x="13592" y="233209"/>
                  </a:lnTo>
                  <a:lnTo>
                    <a:pt x="15776" y="238071"/>
                  </a:lnTo>
                  <a:lnTo>
                    <a:pt x="18113" y="242861"/>
                  </a:lnTo>
                  <a:lnTo>
                    <a:pt x="20602" y="247574"/>
                  </a:lnTo>
                  <a:lnTo>
                    <a:pt x="23240" y="252206"/>
                  </a:lnTo>
                  <a:lnTo>
                    <a:pt x="26024" y="256751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94539" y="1138802"/>
              <a:ext cx="141137" cy="89583"/>
            </a:xfrm>
            <a:custGeom>
              <a:avLst/>
              <a:pathLst>
                <a:path w="141137" h="89583">
                  <a:moveTo>
                    <a:pt x="0" y="89583"/>
                  </a:moveTo>
                  <a:lnTo>
                    <a:pt x="1411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94539" y="1017491"/>
              <a:ext cx="308290" cy="288461"/>
            </a:xfrm>
            <a:custGeom>
              <a:avLst/>
              <a:pathLst>
                <a:path w="308290" h="288461">
                  <a:moveTo>
                    <a:pt x="0" y="210895"/>
                  </a:moveTo>
                  <a:lnTo>
                    <a:pt x="2934" y="215359"/>
                  </a:lnTo>
                  <a:lnTo>
                    <a:pt x="6011" y="219728"/>
                  </a:lnTo>
                  <a:lnTo>
                    <a:pt x="9225" y="223996"/>
                  </a:lnTo>
                  <a:lnTo>
                    <a:pt x="12574" y="228159"/>
                  </a:lnTo>
                  <a:lnTo>
                    <a:pt x="16054" y="232213"/>
                  </a:lnTo>
                  <a:lnTo>
                    <a:pt x="19662" y="236153"/>
                  </a:lnTo>
                  <a:lnTo>
                    <a:pt x="23394" y="239977"/>
                  </a:lnTo>
                  <a:lnTo>
                    <a:pt x="27246" y="243679"/>
                  </a:lnTo>
                  <a:lnTo>
                    <a:pt x="31215" y="247256"/>
                  </a:lnTo>
                  <a:lnTo>
                    <a:pt x="35296" y="250704"/>
                  </a:lnTo>
                  <a:lnTo>
                    <a:pt x="39485" y="254021"/>
                  </a:lnTo>
                  <a:lnTo>
                    <a:pt x="43778" y="257201"/>
                  </a:lnTo>
                  <a:lnTo>
                    <a:pt x="48171" y="260243"/>
                  </a:lnTo>
                  <a:lnTo>
                    <a:pt x="52658" y="263143"/>
                  </a:lnTo>
                  <a:lnTo>
                    <a:pt x="57236" y="265898"/>
                  </a:lnTo>
                  <a:lnTo>
                    <a:pt x="61900" y="268506"/>
                  </a:lnTo>
                  <a:lnTo>
                    <a:pt x="66644" y="270963"/>
                  </a:lnTo>
                  <a:lnTo>
                    <a:pt x="71465" y="273267"/>
                  </a:lnTo>
                  <a:lnTo>
                    <a:pt x="76356" y="275416"/>
                  </a:lnTo>
                  <a:lnTo>
                    <a:pt x="81314" y="277407"/>
                  </a:lnTo>
                  <a:lnTo>
                    <a:pt x="86333" y="279239"/>
                  </a:lnTo>
                  <a:lnTo>
                    <a:pt x="91408" y="280910"/>
                  </a:lnTo>
                  <a:lnTo>
                    <a:pt x="96534" y="282418"/>
                  </a:lnTo>
                  <a:lnTo>
                    <a:pt x="101705" y="283761"/>
                  </a:lnTo>
                  <a:lnTo>
                    <a:pt x="106917" y="284938"/>
                  </a:lnTo>
                  <a:lnTo>
                    <a:pt x="112163" y="285948"/>
                  </a:lnTo>
                  <a:lnTo>
                    <a:pt x="117440" y="286790"/>
                  </a:lnTo>
                  <a:lnTo>
                    <a:pt x="122740" y="287463"/>
                  </a:lnTo>
                  <a:lnTo>
                    <a:pt x="128059" y="287966"/>
                  </a:lnTo>
                  <a:lnTo>
                    <a:pt x="133392" y="288298"/>
                  </a:lnTo>
                  <a:lnTo>
                    <a:pt x="138732" y="288461"/>
                  </a:lnTo>
                  <a:lnTo>
                    <a:pt x="144075" y="288452"/>
                  </a:lnTo>
                  <a:lnTo>
                    <a:pt x="149415" y="288273"/>
                  </a:lnTo>
                  <a:lnTo>
                    <a:pt x="154746" y="287923"/>
                  </a:lnTo>
                  <a:lnTo>
                    <a:pt x="160064" y="287403"/>
                  </a:lnTo>
                  <a:lnTo>
                    <a:pt x="165362" y="286713"/>
                  </a:lnTo>
                  <a:lnTo>
                    <a:pt x="170636" y="285855"/>
                  </a:lnTo>
                  <a:lnTo>
                    <a:pt x="175879" y="284828"/>
                  </a:lnTo>
                  <a:lnTo>
                    <a:pt x="181087" y="283634"/>
                  </a:lnTo>
                  <a:lnTo>
                    <a:pt x="186254" y="282274"/>
                  </a:lnTo>
                  <a:lnTo>
                    <a:pt x="191375" y="280750"/>
                  </a:lnTo>
                  <a:lnTo>
                    <a:pt x="196444" y="279063"/>
                  </a:lnTo>
                  <a:lnTo>
                    <a:pt x="201458" y="277215"/>
                  </a:lnTo>
                  <a:lnTo>
                    <a:pt x="206409" y="275208"/>
                  </a:lnTo>
                  <a:lnTo>
                    <a:pt x="211294" y="273044"/>
                  </a:lnTo>
                  <a:lnTo>
                    <a:pt x="216107" y="270724"/>
                  </a:lnTo>
                  <a:lnTo>
                    <a:pt x="220844" y="268252"/>
                  </a:lnTo>
                  <a:lnTo>
                    <a:pt x="225499" y="265630"/>
                  </a:lnTo>
                  <a:lnTo>
                    <a:pt x="230068" y="262860"/>
                  </a:lnTo>
                  <a:lnTo>
                    <a:pt x="234546" y="259946"/>
                  </a:lnTo>
                  <a:lnTo>
                    <a:pt x="238928" y="256890"/>
                  </a:lnTo>
                  <a:lnTo>
                    <a:pt x="243211" y="253695"/>
                  </a:lnTo>
                  <a:lnTo>
                    <a:pt x="247390" y="250366"/>
                  </a:lnTo>
                  <a:lnTo>
                    <a:pt x="251460" y="246904"/>
                  </a:lnTo>
                  <a:lnTo>
                    <a:pt x="255417" y="243314"/>
                  </a:lnTo>
                  <a:lnTo>
                    <a:pt x="259258" y="239600"/>
                  </a:lnTo>
                  <a:lnTo>
                    <a:pt x="262978" y="235765"/>
                  </a:lnTo>
                  <a:lnTo>
                    <a:pt x="266573" y="231812"/>
                  </a:lnTo>
                  <a:lnTo>
                    <a:pt x="270040" y="227747"/>
                  </a:lnTo>
                  <a:lnTo>
                    <a:pt x="273376" y="223574"/>
                  </a:lnTo>
                  <a:lnTo>
                    <a:pt x="276576" y="219295"/>
                  </a:lnTo>
                  <a:lnTo>
                    <a:pt x="279638" y="214917"/>
                  </a:lnTo>
                  <a:lnTo>
                    <a:pt x="282559" y="210443"/>
                  </a:lnTo>
                  <a:lnTo>
                    <a:pt x="285335" y="205878"/>
                  </a:lnTo>
                  <a:lnTo>
                    <a:pt x="287964" y="201227"/>
                  </a:lnTo>
                  <a:lnTo>
                    <a:pt x="290443" y="196494"/>
                  </a:lnTo>
                  <a:lnTo>
                    <a:pt x="292770" y="191684"/>
                  </a:lnTo>
                  <a:lnTo>
                    <a:pt x="294941" y="186802"/>
                  </a:lnTo>
                  <a:lnTo>
                    <a:pt x="296955" y="181853"/>
                  </a:lnTo>
                  <a:lnTo>
                    <a:pt x="298811" y="176843"/>
                  </a:lnTo>
                  <a:lnTo>
                    <a:pt x="300505" y="171776"/>
                  </a:lnTo>
                  <a:lnTo>
                    <a:pt x="302036" y="166657"/>
                  </a:lnTo>
                  <a:lnTo>
                    <a:pt x="303403" y="161492"/>
                  </a:lnTo>
                  <a:lnTo>
                    <a:pt x="304604" y="156286"/>
                  </a:lnTo>
                  <a:lnTo>
                    <a:pt x="305638" y="151044"/>
                  </a:lnTo>
                  <a:lnTo>
                    <a:pt x="306505" y="145772"/>
                  </a:lnTo>
                  <a:lnTo>
                    <a:pt x="307202" y="140474"/>
                  </a:lnTo>
                  <a:lnTo>
                    <a:pt x="307729" y="135157"/>
                  </a:lnTo>
                  <a:lnTo>
                    <a:pt x="308087" y="129827"/>
                  </a:lnTo>
                  <a:lnTo>
                    <a:pt x="308274" y="124487"/>
                  </a:lnTo>
                  <a:lnTo>
                    <a:pt x="308290" y="119144"/>
                  </a:lnTo>
                  <a:lnTo>
                    <a:pt x="308135" y="113803"/>
                  </a:lnTo>
                  <a:lnTo>
                    <a:pt x="307810" y="108470"/>
                  </a:lnTo>
                  <a:lnTo>
                    <a:pt x="307315" y="103150"/>
                  </a:lnTo>
                  <a:lnTo>
                    <a:pt x="306649" y="97849"/>
                  </a:lnTo>
                  <a:lnTo>
                    <a:pt x="305815" y="92572"/>
                  </a:lnTo>
                  <a:lnTo>
                    <a:pt x="304813" y="87324"/>
                  </a:lnTo>
                  <a:lnTo>
                    <a:pt x="303643" y="82110"/>
                  </a:lnTo>
                  <a:lnTo>
                    <a:pt x="302307" y="76937"/>
                  </a:lnTo>
                  <a:lnTo>
                    <a:pt x="300807" y="71809"/>
                  </a:lnTo>
                  <a:lnTo>
                    <a:pt x="299143" y="66732"/>
                  </a:lnTo>
                  <a:lnTo>
                    <a:pt x="297318" y="61710"/>
                  </a:lnTo>
                  <a:lnTo>
                    <a:pt x="295334" y="56750"/>
                  </a:lnTo>
                  <a:lnTo>
                    <a:pt x="293192" y="51855"/>
                  </a:lnTo>
                  <a:lnTo>
                    <a:pt x="290895" y="47031"/>
                  </a:lnTo>
                  <a:lnTo>
                    <a:pt x="288444" y="42283"/>
                  </a:lnTo>
                  <a:lnTo>
                    <a:pt x="285844" y="37616"/>
                  </a:lnTo>
                  <a:lnTo>
                    <a:pt x="283095" y="33034"/>
                  </a:lnTo>
                  <a:lnTo>
                    <a:pt x="280202" y="28543"/>
                  </a:lnTo>
                  <a:lnTo>
                    <a:pt x="277166" y="24146"/>
                  </a:lnTo>
                  <a:lnTo>
                    <a:pt x="273991" y="19848"/>
                  </a:lnTo>
                  <a:lnTo>
                    <a:pt x="270681" y="15654"/>
                  </a:lnTo>
                  <a:lnTo>
                    <a:pt x="267238" y="11569"/>
                  </a:lnTo>
                  <a:lnTo>
                    <a:pt x="263667" y="7595"/>
                  </a:lnTo>
                  <a:lnTo>
                    <a:pt x="259970" y="3737"/>
                  </a:lnTo>
                  <a:lnTo>
                    <a:pt x="256152" y="0"/>
                  </a:lnTo>
                  <a:lnTo>
                    <a:pt x="141137" y="121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135676" y="971635"/>
              <a:ext cx="115015" cy="167167"/>
            </a:xfrm>
            <a:custGeom>
              <a:avLst/>
              <a:pathLst>
                <a:path w="115015" h="167167">
                  <a:moveTo>
                    <a:pt x="115015" y="45856"/>
                  </a:moveTo>
                  <a:lnTo>
                    <a:pt x="110951" y="42128"/>
                  </a:lnTo>
                  <a:lnTo>
                    <a:pt x="106767" y="38537"/>
                  </a:lnTo>
                  <a:lnTo>
                    <a:pt x="102466" y="35085"/>
                  </a:lnTo>
                  <a:lnTo>
                    <a:pt x="98053" y="31777"/>
                  </a:lnTo>
                  <a:lnTo>
                    <a:pt x="93534" y="28617"/>
                  </a:lnTo>
                  <a:lnTo>
                    <a:pt x="88914" y="25607"/>
                  </a:lnTo>
                  <a:lnTo>
                    <a:pt x="84196" y="22751"/>
                  </a:lnTo>
                  <a:lnTo>
                    <a:pt x="79387" y="20053"/>
                  </a:lnTo>
                  <a:lnTo>
                    <a:pt x="74491" y="17514"/>
                  </a:lnTo>
                  <a:lnTo>
                    <a:pt x="69515" y="15139"/>
                  </a:lnTo>
                  <a:lnTo>
                    <a:pt x="64462" y="12928"/>
                  </a:lnTo>
                  <a:lnTo>
                    <a:pt x="59340" y="10886"/>
                  </a:lnTo>
                  <a:lnTo>
                    <a:pt x="54153" y="9014"/>
                  </a:lnTo>
                  <a:lnTo>
                    <a:pt x="48907" y="7314"/>
                  </a:lnTo>
                  <a:lnTo>
                    <a:pt x="43608" y="5788"/>
                  </a:lnTo>
                  <a:lnTo>
                    <a:pt x="38261" y="4437"/>
                  </a:lnTo>
                  <a:lnTo>
                    <a:pt x="32873" y="3264"/>
                  </a:lnTo>
                  <a:lnTo>
                    <a:pt x="27449" y="2269"/>
                  </a:lnTo>
                  <a:lnTo>
                    <a:pt x="21995" y="1453"/>
                  </a:lnTo>
                  <a:lnTo>
                    <a:pt x="16517" y="818"/>
                  </a:lnTo>
                  <a:lnTo>
                    <a:pt x="11021" y="363"/>
                  </a:lnTo>
                  <a:lnTo>
                    <a:pt x="5513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539356" y="941493"/>
              <a:ext cx="77923" cy="167167"/>
            </a:xfrm>
            <a:custGeom>
              <a:avLst/>
              <a:pathLst>
                <a:path w="77923" h="167167">
                  <a:moveTo>
                    <a:pt x="77923" y="0"/>
                  </a:moveTo>
                  <a:lnTo>
                    <a:pt x="72134" y="100"/>
                  </a:lnTo>
                  <a:lnTo>
                    <a:pt x="66352" y="400"/>
                  </a:lnTo>
                  <a:lnTo>
                    <a:pt x="60584" y="901"/>
                  </a:lnTo>
                  <a:lnTo>
                    <a:pt x="54836" y="1601"/>
                  </a:lnTo>
                  <a:lnTo>
                    <a:pt x="49117" y="2500"/>
                  </a:lnTo>
                  <a:lnTo>
                    <a:pt x="43431" y="3597"/>
                  </a:lnTo>
                  <a:lnTo>
                    <a:pt x="37787" y="4889"/>
                  </a:lnTo>
                  <a:lnTo>
                    <a:pt x="32192" y="6376"/>
                  </a:lnTo>
                  <a:lnTo>
                    <a:pt x="26651" y="8057"/>
                  </a:lnTo>
                  <a:lnTo>
                    <a:pt x="21172" y="9928"/>
                  </a:lnTo>
                  <a:lnTo>
                    <a:pt x="15760" y="11987"/>
                  </a:lnTo>
                  <a:lnTo>
                    <a:pt x="10424" y="14233"/>
                  </a:lnTo>
                  <a:lnTo>
                    <a:pt x="5168" y="16662"/>
                  </a:lnTo>
                  <a:lnTo>
                    <a:pt x="0" y="19272"/>
                  </a:lnTo>
                  <a:lnTo>
                    <a:pt x="7792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39356" y="960766"/>
              <a:ext cx="77923" cy="147894"/>
            </a:xfrm>
            <a:custGeom>
              <a:avLst/>
              <a:pathLst>
                <a:path w="77923" h="147894">
                  <a:moveTo>
                    <a:pt x="0" y="0"/>
                  </a:moveTo>
                  <a:lnTo>
                    <a:pt x="77923" y="1478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50124" y="945022"/>
              <a:ext cx="334320" cy="330805"/>
            </a:xfrm>
            <a:custGeom>
              <a:avLst/>
              <a:pathLst>
                <a:path w="334320" h="330805">
                  <a:moveTo>
                    <a:pt x="89232" y="15743"/>
                  </a:moveTo>
                  <a:lnTo>
                    <a:pt x="84599" y="18279"/>
                  </a:lnTo>
                  <a:lnTo>
                    <a:pt x="80048" y="20959"/>
                  </a:lnTo>
                  <a:lnTo>
                    <a:pt x="75584" y="23782"/>
                  </a:lnTo>
                  <a:lnTo>
                    <a:pt x="71212" y="26745"/>
                  </a:lnTo>
                  <a:lnTo>
                    <a:pt x="66935" y="29844"/>
                  </a:lnTo>
                  <a:lnTo>
                    <a:pt x="62759" y="33077"/>
                  </a:lnTo>
                  <a:lnTo>
                    <a:pt x="58686" y="36440"/>
                  </a:lnTo>
                  <a:lnTo>
                    <a:pt x="54722" y="39930"/>
                  </a:lnTo>
                  <a:lnTo>
                    <a:pt x="50870" y="43543"/>
                  </a:lnTo>
                  <a:lnTo>
                    <a:pt x="47134" y="47277"/>
                  </a:lnTo>
                  <a:lnTo>
                    <a:pt x="43518" y="51126"/>
                  </a:lnTo>
                  <a:lnTo>
                    <a:pt x="40026" y="55088"/>
                  </a:lnTo>
                  <a:lnTo>
                    <a:pt x="36660" y="59159"/>
                  </a:lnTo>
                  <a:lnTo>
                    <a:pt x="33425" y="63333"/>
                  </a:lnTo>
                  <a:lnTo>
                    <a:pt x="30323" y="67608"/>
                  </a:lnTo>
                  <a:lnTo>
                    <a:pt x="27358" y="71978"/>
                  </a:lnTo>
                  <a:lnTo>
                    <a:pt x="24532" y="76440"/>
                  </a:lnTo>
                  <a:lnTo>
                    <a:pt x="21848" y="80989"/>
                  </a:lnTo>
                  <a:lnTo>
                    <a:pt x="19310" y="85621"/>
                  </a:lnTo>
                  <a:lnTo>
                    <a:pt x="16919" y="90330"/>
                  </a:lnTo>
                  <a:lnTo>
                    <a:pt x="14678" y="95113"/>
                  </a:lnTo>
                  <a:lnTo>
                    <a:pt x="12590" y="99964"/>
                  </a:lnTo>
                  <a:lnTo>
                    <a:pt x="10656" y="104878"/>
                  </a:lnTo>
                  <a:lnTo>
                    <a:pt x="8877" y="109852"/>
                  </a:lnTo>
                  <a:lnTo>
                    <a:pt x="7257" y="114879"/>
                  </a:lnTo>
                  <a:lnTo>
                    <a:pt x="5797" y="119954"/>
                  </a:lnTo>
                  <a:lnTo>
                    <a:pt x="4497" y="125073"/>
                  </a:lnTo>
                  <a:lnTo>
                    <a:pt x="3360" y="130231"/>
                  </a:lnTo>
                  <a:lnTo>
                    <a:pt x="2387" y="135422"/>
                  </a:lnTo>
                  <a:lnTo>
                    <a:pt x="1578" y="140641"/>
                  </a:lnTo>
                  <a:lnTo>
                    <a:pt x="934" y="145883"/>
                  </a:lnTo>
                  <a:lnTo>
                    <a:pt x="456" y="151143"/>
                  </a:lnTo>
                  <a:lnTo>
                    <a:pt x="144" y="156416"/>
                  </a:lnTo>
                  <a:lnTo>
                    <a:pt x="0" y="161695"/>
                  </a:lnTo>
                  <a:lnTo>
                    <a:pt x="22" y="166977"/>
                  </a:lnTo>
                  <a:lnTo>
                    <a:pt x="210" y="172255"/>
                  </a:lnTo>
                  <a:lnTo>
                    <a:pt x="566" y="177524"/>
                  </a:lnTo>
                  <a:lnTo>
                    <a:pt x="1088" y="182780"/>
                  </a:lnTo>
                  <a:lnTo>
                    <a:pt x="1775" y="188017"/>
                  </a:lnTo>
                  <a:lnTo>
                    <a:pt x="2628" y="193229"/>
                  </a:lnTo>
                  <a:lnTo>
                    <a:pt x="3645" y="198411"/>
                  </a:lnTo>
                  <a:lnTo>
                    <a:pt x="4825" y="203559"/>
                  </a:lnTo>
                  <a:lnTo>
                    <a:pt x="6167" y="208668"/>
                  </a:lnTo>
                  <a:lnTo>
                    <a:pt x="7670" y="213731"/>
                  </a:lnTo>
                  <a:lnTo>
                    <a:pt x="9332" y="218744"/>
                  </a:lnTo>
                  <a:lnTo>
                    <a:pt x="11152" y="223702"/>
                  </a:lnTo>
                  <a:lnTo>
                    <a:pt x="13127" y="228600"/>
                  </a:lnTo>
                  <a:lnTo>
                    <a:pt x="15256" y="233434"/>
                  </a:lnTo>
                  <a:lnTo>
                    <a:pt x="17537" y="238198"/>
                  </a:lnTo>
                  <a:lnTo>
                    <a:pt x="19967" y="242887"/>
                  </a:lnTo>
                  <a:lnTo>
                    <a:pt x="22544" y="247497"/>
                  </a:lnTo>
                  <a:lnTo>
                    <a:pt x="25265" y="252023"/>
                  </a:lnTo>
                  <a:lnTo>
                    <a:pt x="28128" y="256462"/>
                  </a:lnTo>
                  <a:lnTo>
                    <a:pt x="31130" y="260807"/>
                  </a:lnTo>
                  <a:lnTo>
                    <a:pt x="34267" y="265056"/>
                  </a:lnTo>
                  <a:lnTo>
                    <a:pt x="37537" y="269203"/>
                  </a:lnTo>
                  <a:lnTo>
                    <a:pt x="40937" y="273245"/>
                  </a:lnTo>
                  <a:lnTo>
                    <a:pt x="44463" y="277178"/>
                  </a:lnTo>
                  <a:lnTo>
                    <a:pt x="48111" y="280997"/>
                  </a:lnTo>
                  <a:lnTo>
                    <a:pt x="51877" y="284699"/>
                  </a:lnTo>
                  <a:lnTo>
                    <a:pt x="55759" y="288280"/>
                  </a:lnTo>
                  <a:lnTo>
                    <a:pt x="59752" y="291737"/>
                  </a:lnTo>
                  <a:lnTo>
                    <a:pt x="63853" y="295066"/>
                  </a:lnTo>
                  <a:lnTo>
                    <a:pt x="68056" y="298264"/>
                  </a:lnTo>
                  <a:lnTo>
                    <a:pt x="72358" y="301327"/>
                  </a:lnTo>
                  <a:lnTo>
                    <a:pt x="76755" y="304253"/>
                  </a:lnTo>
                  <a:lnTo>
                    <a:pt x="81243" y="307039"/>
                  </a:lnTo>
                  <a:lnTo>
                    <a:pt x="85816" y="309681"/>
                  </a:lnTo>
                  <a:lnTo>
                    <a:pt x="90470" y="312178"/>
                  </a:lnTo>
                  <a:lnTo>
                    <a:pt x="95200" y="314526"/>
                  </a:lnTo>
                  <a:lnTo>
                    <a:pt x="100003" y="316724"/>
                  </a:lnTo>
                  <a:lnTo>
                    <a:pt x="104873" y="318769"/>
                  </a:lnTo>
                  <a:lnTo>
                    <a:pt x="109804" y="320659"/>
                  </a:lnTo>
                  <a:lnTo>
                    <a:pt x="114793" y="322393"/>
                  </a:lnTo>
                  <a:lnTo>
                    <a:pt x="119834" y="323968"/>
                  </a:lnTo>
                  <a:lnTo>
                    <a:pt x="124923" y="325382"/>
                  </a:lnTo>
                  <a:lnTo>
                    <a:pt x="130054" y="326636"/>
                  </a:lnTo>
                  <a:lnTo>
                    <a:pt x="135221" y="327727"/>
                  </a:lnTo>
                  <a:lnTo>
                    <a:pt x="140421" y="328654"/>
                  </a:lnTo>
                  <a:lnTo>
                    <a:pt x="145647" y="329416"/>
                  </a:lnTo>
                  <a:lnTo>
                    <a:pt x="150895" y="330012"/>
                  </a:lnTo>
                  <a:lnTo>
                    <a:pt x="156159" y="330443"/>
                  </a:lnTo>
                  <a:lnTo>
                    <a:pt x="161434" y="330707"/>
                  </a:lnTo>
                  <a:lnTo>
                    <a:pt x="166714" y="330805"/>
                  </a:lnTo>
                  <a:lnTo>
                    <a:pt x="171995" y="330735"/>
                  </a:lnTo>
                  <a:lnTo>
                    <a:pt x="177272" y="330499"/>
                  </a:lnTo>
                  <a:lnTo>
                    <a:pt x="182538" y="330096"/>
                  </a:lnTo>
                  <a:lnTo>
                    <a:pt x="187789" y="329527"/>
                  </a:lnTo>
                  <a:lnTo>
                    <a:pt x="193019" y="328792"/>
                  </a:lnTo>
                  <a:lnTo>
                    <a:pt x="198223" y="327893"/>
                  </a:lnTo>
                  <a:lnTo>
                    <a:pt x="203396" y="326830"/>
                  </a:lnTo>
                  <a:lnTo>
                    <a:pt x="208534" y="325603"/>
                  </a:lnTo>
                  <a:lnTo>
                    <a:pt x="213630" y="324215"/>
                  </a:lnTo>
                  <a:lnTo>
                    <a:pt x="218679" y="322667"/>
                  </a:lnTo>
                  <a:lnTo>
                    <a:pt x="223677" y="320960"/>
                  </a:lnTo>
                  <a:lnTo>
                    <a:pt x="228619" y="319096"/>
                  </a:lnTo>
                  <a:lnTo>
                    <a:pt x="233499" y="317077"/>
                  </a:lnTo>
                  <a:lnTo>
                    <a:pt x="238313" y="314904"/>
                  </a:lnTo>
                  <a:lnTo>
                    <a:pt x="243056" y="312581"/>
                  </a:lnTo>
                  <a:lnTo>
                    <a:pt x="247723" y="310109"/>
                  </a:lnTo>
                  <a:lnTo>
                    <a:pt x="252310" y="307491"/>
                  </a:lnTo>
                  <a:lnTo>
                    <a:pt x="256812" y="304729"/>
                  </a:lnTo>
                  <a:lnTo>
                    <a:pt x="261225" y="301826"/>
                  </a:lnTo>
                  <a:lnTo>
                    <a:pt x="265543" y="298785"/>
                  </a:lnTo>
                  <a:lnTo>
                    <a:pt x="269763" y="295610"/>
                  </a:lnTo>
                  <a:lnTo>
                    <a:pt x="273881" y="292303"/>
                  </a:lnTo>
                  <a:lnTo>
                    <a:pt x="277892" y="288867"/>
                  </a:lnTo>
                  <a:lnTo>
                    <a:pt x="281793" y="285306"/>
                  </a:lnTo>
                  <a:lnTo>
                    <a:pt x="285579" y="281624"/>
                  </a:lnTo>
                  <a:lnTo>
                    <a:pt x="289248" y="277824"/>
                  </a:lnTo>
                  <a:lnTo>
                    <a:pt x="292794" y="273910"/>
                  </a:lnTo>
                  <a:lnTo>
                    <a:pt x="296215" y="269886"/>
                  </a:lnTo>
                  <a:lnTo>
                    <a:pt x="299507" y="265756"/>
                  </a:lnTo>
                  <a:lnTo>
                    <a:pt x="302667" y="261524"/>
                  </a:lnTo>
                  <a:lnTo>
                    <a:pt x="305691" y="257195"/>
                  </a:lnTo>
                  <a:lnTo>
                    <a:pt x="308577" y="252771"/>
                  </a:lnTo>
                  <a:lnTo>
                    <a:pt x="311323" y="248259"/>
                  </a:lnTo>
                  <a:lnTo>
                    <a:pt x="313924" y="243663"/>
                  </a:lnTo>
                  <a:lnTo>
                    <a:pt x="316379" y="238987"/>
                  </a:lnTo>
                  <a:lnTo>
                    <a:pt x="318685" y="234235"/>
                  </a:lnTo>
                  <a:lnTo>
                    <a:pt x="320839" y="229413"/>
                  </a:lnTo>
                  <a:lnTo>
                    <a:pt x="322840" y="224525"/>
                  </a:lnTo>
                  <a:lnTo>
                    <a:pt x="324686" y="219577"/>
                  </a:lnTo>
                  <a:lnTo>
                    <a:pt x="326374" y="214572"/>
                  </a:lnTo>
                  <a:lnTo>
                    <a:pt x="327904" y="209517"/>
                  </a:lnTo>
                  <a:lnTo>
                    <a:pt x="329273" y="204416"/>
                  </a:lnTo>
                  <a:lnTo>
                    <a:pt x="330480" y="199274"/>
                  </a:lnTo>
                  <a:lnTo>
                    <a:pt x="331525" y="194097"/>
                  </a:lnTo>
                  <a:lnTo>
                    <a:pt x="332405" y="188889"/>
                  </a:lnTo>
                  <a:lnTo>
                    <a:pt x="333120" y="183657"/>
                  </a:lnTo>
                  <a:lnTo>
                    <a:pt x="333670" y="178404"/>
                  </a:lnTo>
                  <a:lnTo>
                    <a:pt x="334053" y="173136"/>
                  </a:lnTo>
                  <a:lnTo>
                    <a:pt x="334270" y="167859"/>
                  </a:lnTo>
                  <a:lnTo>
                    <a:pt x="334320" y="162578"/>
                  </a:lnTo>
                  <a:lnTo>
                    <a:pt x="334203" y="157297"/>
                  </a:lnTo>
                  <a:lnTo>
                    <a:pt x="333919" y="152024"/>
                  </a:lnTo>
                  <a:lnTo>
                    <a:pt x="333469" y="146761"/>
                  </a:lnTo>
                  <a:lnTo>
                    <a:pt x="332853" y="141516"/>
                  </a:lnTo>
                  <a:lnTo>
                    <a:pt x="332071" y="136292"/>
                  </a:lnTo>
                  <a:lnTo>
                    <a:pt x="331125" y="131096"/>
                  </a:lnTo>
                  <a:lnTo>
                    <a:pt x="330015" y="125933"/>
                  </a:lnTo>
                  <a:lnTo>
                    <a:pt x="328743" y="120807"/>
                  </a:lnTo>
                  <a:lnTo>
                    <a:pt x="327309" y="115724"/>
                  </a:lnTo>
                  <a:lnTo>
                    <a:pt x="325716" y="110688"/>
                  </a:lnTo>
                  <a:lnTo>
                    <a:pt x="323964" y="105706"/>
                  </a:lnTo>
                  <a:lnTo>
                    <a:pt x="322056" y="100781"/>
                  </a:lnTo>
                  <a:lnTo>
                    <a:pt x="319993" y="95919"/>
                  </a:lnTo>
                  <a:lnTo>
                    <a:pt x="317777" y="91125"/>
                  </a:lnTo>
                  <a:lnTo>
                    <a:pt x="315411" y="86403"/>
                  </a:lnTo>
                  <a:lnTo>
                    <a:pt x="312897" y="81758"/>
                  </a:lnTo>
                  <a:lnTo>
                    <a:pt x="310238" y="77195"/>
                  </a:lnTo>
                  <a:lnTo>
                    <a:pt x="307436" y="72718"/>
                  </a:lnTo>
                  <a:lnTo>
                    <a:pt x="304494" y="68332"/>
                  </a:lnTo>
                  <a:lnTo>
                    <a:pt x="301414" y="64041"/>
                  </a:lnTo>
                  <a:lnTo>
                    <a:pt x="298201" y="59849"/>
                  </a:lnTo>
                  <a:lnTo>
                    <a:pt x="294857" y="55761"/>
                  </a:lnTo>
                  <a:lnTo>
                    <a:pt x="291385" y="51781"/>
                  </a:lnTo>
                  <a:lnTo>
                    <a:pt x="287790" y="47912"/>
                  </a:lnTo>
                  <a:lnTo>
                    <a:pt x="284074" y="44159"/>
                  </a:lnTo>
                  <a:lnTo>
                    <a:pt x="280241" y="40525"/>
                  </a:lnTo>
                  <a:lnTo>
                    <a:pt x="276295" y="37014"/>
                  </a:lnTo>
                  <a:lnTo>
                    <a:pt x="272241" y="33630"/>
                  </a:lnTo>
                  <a:lnTo>
                    <a:pt x="268081" y="30375"/>
                  </a:lnTo>
                  <a:lnTo>
                    <a:pt x="263821" y="27253"/>
                  </a:lnTo>
                  <a:lnTo>
                    <a:pt x="259464" y="24268"/>
                  </a:lnTo>
                  <a:lnTo>
                    <a:pt x="255016" y="21421"/>
                  </a:lnTo>
                  <a:lnTo>
                    <a:pt x="250479" y="18717"/>
                  </a:lnTo>
                  <a:lnTo>
                    <a:pt x="245859" y="16157"/>
                  </a:lnTo>
                  <a:lnTo>
                    <a:pt x="241161" y="13744"/>
                  </a:lnTo>
                  <a:lnTo>
                    <a:pt x="236389" y="11481"/>
                  </a:lnTo>
                  <a:lnTo>
                    <a:pt x="231548" y="9370"/>
                  </a:lnTo>
                  <a:lnTo>
                    <a:pt x="226642" y="7413"/>
                  </a:lnTo>
                  <a:lnTo>
                    <a:pt x="221677" y="5611"/>
                  </a:lnTo>
                  <a:lnTo>
                    <a:pt x="216658" y="3968"/>
                  </a:lnTo>
                  <a:lnTo>
                    <a:pt x="211589" y="2484"/>
                  </a:lnTo>
                  <a:lnTo>
                    <a:pt x="206476" y="1161"/>
                  </a:lnTo>
                  <a:lnTo>
                    <a:pt x="201324" y="0"/>
                  </a:lnTo>
                  <a:lnTo>
                    <a:pt x="167156" y="1636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617280" y="941493"/>
              <a:ext cx="34168" cy="167167"/>
            </a:xfrm>
            <a:custGeom>
              <a:avLst/>
              <a:pathLst>
                <a:path w="34168" h="167167">
                  <a:moveTo>
                    <a:pt x="34168" y="3529"/>
                  </a:moveTo>
                  <a:lnTo>
                    <a:pt x="27404" y="2261"/>
                  </a:lnTo>
                  <a:lnTo>
                    <a:pt x="20594" y="1273"/>
                  </a:lnTo>
                  <a:lnTo>
                    <a:pt x="13748" y="566"/>
                  </a:lnTo>
                  <a:lnTo>
                    <a:pt x="6880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059963" y="1031511"/>
              <a:ext cx="45931" cy="167167"/>
            </a:xfrm>
            <a:custGeom>
              <a:avLst/>
              <a:pathLst>
                <a:path w="45931" h="167167">
                  <a:moveTo>
                    <a:pt x="45931" y="0"/>
                  </a:moveTo>
                  <a:lnTo>
                    <a:pt x="39286" y="132"/>
                  </a:lnTo>
                  <a:lnTo>
                    <a:pt x="32651" y="528"/>
                  </a:lnTo>
                  <a:lnTo>
                    <a:pt x="26037" y="1187"/>
                  </a:lnTo>
                  <a:lnTo>
                    <a:pt x="19454" y="2110"/>
                  </a:lnTo>
                  <a:lnTo>
                    <a:pt x="12914" y="3293"/>
                  </a:lnTo>
                  <a:lnTo>
                    <a:pt x="6425" y="4735"/>
                  </a:lnTo>
                  <a:lnTo>
                    <a:pt x="0" y="6433"/>
                  </a:lnTo>
                  <a:lnTo>
                    <a:pt x="4593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59963" y="1037945"/>
              <a:ext cx="45931" cy="160733"/>
            </a:xfrm>
            <a:custGeom>
              <a:avLst/>
              <a:pathLst>
                <a:path w="45931" h="160733">
                  <a:moveTo>
                    <a:pt x="0" y="0"/>
                  </a:moveTo>
                  <a:lnTo>
                    <a:pt x="45931" y="1607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38747" y="1037945"/>
              <a:ext cx="184447" cy="327895"/>
            </a:xfrm>
            <a:custGeom>
              <a:avLst/>
              <a:pathLst>
                <a:path w="184447" h="327895">
                  <a:moveTo>
                    <a:pt x="121215" y="0"/>
                  </a:moveTo>
                  <a:lnTo>
                    <a:pt x="116112" y="1546"/>
                  </a:lnTo>
                  <a:lnTo>
                    <a:pt x="111060" y="3255"/>
                  </a:lnTo>
                  <a:lnTo>
                    <a:pt x="106066" y="5124"/>
                  </a:lnTo>
                  <a:lnTo>
                    <a:pt x="101133" y="7152"/>
                  </a:lnTo>
                  <a:lnTo>
                    <a:pt x="96268" y="9336"/>
                  </a:lnTo>
                  <a:lnTo>
                    <a:pt x="91475" y="11673"/>
                  </a:lnTo>
                  <a:lnTo>
                    <a:pt x="86759" y="14163"/>
                  </a:lnTo>
                  <a:lnTo>
                    <a:pt x="82125" y="16802"/>
                  </a:lnTo>
                  <a:lnTo>
                    <a:pt x="77577" y="19587"/>
                  </a:lnTo>
                  <a:lnTo>
                    <a:pt x="73120" y="22516"/>
                  </a:lnTo>
                  <a:lnTo>
                    <a:pt x="68759" y="25585"/>
                  </a:lnTo>
                  <a:lnTo>
                    <a:pt x="64499" y="28792"/>
                  </a:lnTo>
                  <a:lnTo>
                    <a:pt x="60342" y="32134"/>
                  </a:lnTo>
                  <a:lnTo>
                    <a:pt x="56295" y="35606"/>
                  </a:lnTo>
                  <a:lnTo>
                    <a:pt x="52360" y="39205"/>
                  </a:lnTo>
                  <a:lnTo>
                    <a:pt x="48542" y="42928"/>
                  </a:lnTo>
                  <a:lnTo>
                    <a:pt x="44845" y="46772"/>
                  </a:lnTo>
                  <a:lnTo>
                    <a:pt x="41272" y="50731"/>
                  </a:lnTo>
                  <a:lnTo>
                    <a:pt x="37827" y="54802"/>
                  </a:lnTo>
                  <a:lnTo>
                    <a:pt x="34514" y="58980"/>
                  </a:lnTo>
                  <a:lnTo>
                    <a:pt x="31336" y="63263"/>
                  </a:lnTo>
                  <a:lnTo>
                    <a:pt x="28296" y="67644"/>
                  </a:lnTo>
                  <a:lnTo>
                    <a:pt x="25398" y="72121"/>
                  </a:lnTo>
                  <a:lnTo>
                    <a:pt x="22643" y="76687"/>
                  </a:lnTo>
                  <a:lnTo>
                    <a:pt x="20036" y="81339"/>
                  </a:lnTo>
                  <a:lnTo>
                    <a:pt x="17578" y="86072"/>
                  </a:lnTo>
                  <a:lnTo>
                    <a:pt x="15273" y="90881"/>
                  </a:lnTo>
                  <a:lnTo>
                    <a:pt x="13122" y="95760"/>
                  </a:lnTo>
                  <a:lnTo>
                    <a:pt x="11128" y="100706"/>
                  </a:lnTo>
                  <a:lnTo>
                    <a:pt x="9293" y="105714"/>
                  </a:lnTo>
                  <a:lnTo>
                    <a:pt x="7618" y="110777"/>
                  </a:lnTo>
                  <a:lnTo>
                    <a:pt x="6106" y="115890"/>
                  </a:lnTo>
                  <a:lnTo>
                    <a:pt x="4758" y="121050"/>
                  </a:lnTo>
                  <a:lnTo>
                    <a:pt x="3575" y="126250"/>
                  </a:lnTo>
                  <a:lnTo>
                    <a:pt x="2558" y="131485"/>
                  </a:lnTo>
                  <a:lnTo>
                    <a:pt x="1709" y="136750"/>
                  </a:lnTo>
                  <a:lnTo>
                    <a:pt x="1028" y="142039"/>
                  </a:lnTo>
                  <a:lnTo>
                    <a:pt x="516" y="147347"/>
                  </a:lnTo>
                  <a:lnTo>
                    <a:pt x="174" y="152669"/>
                  </a:lnTo>
                  <a:lnTo>
                    <a:pt x="2" y="157999"/>
                  </a:lnTo>
                  <a:lnTo>
                    <a:pt x="0" y="163332"/>
                  </a:lnTo>
                  <a:lnTo>
                    <a:pt x="167" y="168662"/>
                  </a:lnTo>
                  <a:lnTo>
                    <a:pt x="505" y="173984"/>
                  </a:lnTo>
                  <a:lnTo>
                    <a:pt x="1013" y="179293"/>
                  </a:lnTo>
                  <a:lnTo>
                    <a:pt x="1689" y="184582"/>
                  </a:lnTo>
                  <a:lnTo>
                    <a:pt x="2534" y="189848"/>
                  </a:lnTo>
                  <a:lnTo>
                    <a:pt x="3547" y="195084"/>
                  </a:lnTo>
                  <a:lnTo>
                    <a:pt x="4726" y="200285"/>
                  </a:lnTo>
                  <a:lnTo>
                    <a:pt x="6070" y="205445"/>
                  </a:lnTo>
                  <a:lnTo>
                    <a:pt x="7578" y="210560"/>
                  </a:lnTo>
                  <a:lnTo>
                    <a:pt x="9249" y="215625"/>
                  </a:lnTo>
                  <a:lnTo>
                    <a:pt x="11080" y="220633"/>
                  </a:lnTo>
                  <a:lnTo>
                    <a:pt x="13070" y="225581"/>
                  </a:lnTo>
                  <a:lnTo>
                    <a:pt x="15217" y="230463"/>
                  </a:lnTo>
                  <a:lnTo>
                    <a:pt x="17518" y="235273"/>
                  </a:lnTo>
                  <a:lnTo>
                    <a:pt x="19972" y="240008"/>
                  </a:lnTo>
                  <a:lnTo>
                    <a:pt x="22575" y="244662"/>
                  </a:lnTo>
                  <a:lnTo>
                    <a:pt x="25326" y="249231"/>
                  </a:lnTo>
                  <a:lnTo>
                    <a:pt x="28221" y="253709"/>
                  </a:lnTo>
                  <a:lnTo>
                    <a:pt x="31257" y="258093"/>
                  </a:lnTo>
                  <a:lnTo>
                    <a:pt x="34432" y="262378"/>
                  </a:lnTo>
                  <a:lnTo>
                    <a:pt x="37742" y="266560"/>
                  </a:lnTo>
                  <a:lnTo>
                    <a:pt x="41183" y="270634"/>
                  </a:lnTo>
                  <a:lnTo>
                    <a:pt x="44753" y="274595"/>
                  </a:lnTo>
                  <a:lnTo>
                    <a:pt x="48447" y="278442"/>
                  </a:lnTo>
                  <a:lnTo>
                    <a:pt x="52262" y="282168"/>
                  </a:lnTo>
                  <a:lnTo>
                    <a:pt x="56194" y="285771"/>
                  </a:lnTo>
                  <a:lnTo>
                    <a:pt x="60239" y="289246"/>
                  </a:lnTo>
                  <a:lnTo>
                    <a:pt x="64392" y="292591"/>
                  </a:lnTo>
                  <a:lnTo>
                    <a:pt x="68650" y="295801"/>
                  </a:lnTo>
                  <a:lnTo>
                    <a:pt x="73009" y="298874"/>
                  </a:lnTo>
                  <a:lnTo>
                    <a:pt x="77463" y="301807"/>
                  </a:lnTo>
                  <a:lnTo>
                    <a:pt x="82008" y="304595"/>
                  </a:lnTo>
                  <a:lnTo>
                    <a:pt x="86640" y="307238"/>
                  </a:lnTo>
                  <a:lnTo>
                    <a:pt x="91354" y="309731"/>
                  </a:lnTo>
                  <a:lnTo>
                    <a:pt x="96146" y="312073"/>
                  </a:lnTo>
                  <a:lnTo>
                    <a:pt x="101009" y="314261"/>
                  </a:lnTo>
                  <a:lnTo>
                    <a:pt x="105940" y="316292"/>
                  </a:lnTo>
                  <a:lnTo>
                    <a:pt x="110933" y="318165"/>
                  </a:lnTo>
                  <a:lnTo>
                    <a:pt x="115983" y="319878"/>
                  </a:lnTo>
                  <a:lnTo>
                    <a:pt x="121085" y="321429"/>
                  </a:lnTo>
                  <a:lnTo>
                    <a:pt x="126234" y="322817"/>
                  </a:lnTo>
                  <a:lnTo>
                    <a:pt x="131425" y="324039"/>
                  </a:lnTo>
                  <a:lnTo>
                    <a:pt x="136652" y="325096"/>
                  </a:lnTo>
                  <a:lnTo>
                    <a:pt x="141911" y="325985"/>
                  </a:lnTo>
                  <a:lnTo>
                    <a:pt x="147194" y="326705"/>
                  </a:lnTo>
                  <a:lnTo>
                    <a:pt x="152499" y="327257"/>
                  </a:lnTo>
                  <a:lnTo>
                    <a:pt x="157818" y="327640"/>
                  </a:lnTo>
                  <a:lnTo>
                    <a:pt x="163146" y="327853"/>
                  </a:lnTo>
                  <a:lnTo>
                    <a:pt x="168479" y="327895"/>
                  </a:lnTo>
                  <a:lnTo>
                    <a:pt x="173810" y="327768"/>
                  </a:lnTo>
                  <a:lnTo>
                    <a:pt x="179135" y="327470"/>
                  </a:lnTo>
                  <a:lnTo>
                    <a:pt x="184447" y="327003"/>
                  </a:lnTo>
                  <a:lnTo>
                    <a:pt x="167147" y="1607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105894" y="1031511"/>
              <a:ext cx="167166" cy="333437"/>
            </a:xfrm>
            <a:custGeom>
              <a:avLst/>
              <a:pathLst>
                <a:path w="167166" h="333437">
                  <a:moveTo>
                    <a:pt x="17300" y="333437"/>
                  </a:moveTo>
                  <a:lnTo>
                    <a:pt x="22607" y="332799"/>
                  </a:lnTo>
                  <a:lnTo>
                    <a:pt x="27891" y="331991"/>
                  </a:lnTo>
                  <a:lnTo>
                    <a:pt x="33147" y="331015"/>
                  </a:lnTo>
                  <a:lnTo>
                    <a:pt x="38369" y="329871"/>
                  </a:lnTo>
                  <a:lnTo>
                    <a:pt x="43551" y="328562"/>
                  </a:lnTo>
                  <a:lnTo>
                    <a:pt x="48689" y="327087"/>
                  </a:lnTo>
                  <a:lnTo>
                    <a:pt x="53777" y="325448"/>
                  </a:lnTo>
                  <a:lnTo>
                    <a:pt x="58810" y="323648"/>
                  </a:lnTo>
                  <a:lnTo>
                    <a:pt x="63783" y="321687"/>
                  </a:lnTo>
                  <a:lnTo>
                    <a:pt x="68691" y="319569"/>
                  </a:lnTo>
                  <a:lnTo>
                    <a:pt x="73529" y="317295"/>
                  </a:lnTo>
                  <a:lnTo>
                    <a:pt x="78291" y="314867"/>
                  </a:lnTo>
                  <a:lnTo>
                    <a:pt x="82973" y="312289"/>
                  </a:lnTo>
                  <a:lnTo>
                    <a:pt x="87571" y="309561"/>
                  </a:lnTo>
                  <a:lnTo>
                    <a:pt x="92079" y="306689"/>
                  </a:lnTo>
                  <a:lnTo>
                    <a:pt x="96493" y="303673"/>
                  </a:lnTo>
                  <a:lnTo>
                    <a:pt x="100808" y="300519"/>
                  </a:lnTo>
                  <a:lnTo>
                    <a:pt x="105020" y="297227"/>
                  </a:lnTo>
                  <a:lnTo>
                    <a:pt x="109125" y="293803"/>
                  </a:lnTo>
                  <a:lnTo>
                    <a:pt x="113118" y="290249"/>
                  </a:lnTo>
                  <a:lnTo>
                    <a:pt x="116995" y="286570"/>
                  </a:lnTo>
                  <a:lnTo>
                    <a:pt x="120753" y="282768"/>
                  </a:lnTo>
                  <a:lnTo>
                    <a:pt x="124387" y="278848"/>
                  </a:lnTo>
                  <a:lnTo>
                    <a:pt x="127894" y="274814"/>
                  </a:lnTo>
                  <a:lnTo>
                    <a:pt x="131271" y="270670"/>
                  </a:lnTo>
                  <a:lnTo>
                    <a:pt x="134513" y="266420"/>
                  </a:lnTo>
                  <a:lnTo>
                    <a:pt x="137617" y="262068"/>
                  </a:lnTo>
                  <a:lnTo>
                    <a:pt x="140581" y="257620"/>
                  </a:lnTo>
                  <a:lnTo>
                    <a:pt x="143401" y="253079"/>
                  </a:lnTo>
                  <a:lnTo>
                    <a:pt x="146075" y="248450"/>
                  </a:lnTo>
                  <a:lnTo>
                    <a:pt x="148599" y="243738"/>
                  </a:lnTo>
                  <a:lnTo>
                    <a:pt x="150971" y="238948"/>
                  </a:lnTo>
                  <a:lnTo>
                    <a:pt x="153189" y="234084"/>
                  </a:lnTo>
                  <a:lnTo>
                    <a:pt x="155250" y="229152"/>
                  </a:lnTo>
                  <a:lnTo>
                    <a:pt x="157153" y="224156"/>
                  </a:lnTo>
                  <a:lnTo>
                    <a:pt x="158895" y="219103"/>
                  </a:lnTo>
                  <a:lnTo>
                    <a:pt x="160474" y="213996"/>
                  </a:lnTo>
                  <a:lnTo>
                    <a:pt x="161889" y="208841"/>
                  </a:lnTo>
                  <a:lnTo>
                    <a:pt x="163139" y="203644"/>
                  </a:lnTo>
                  <a:lnTo>
                    <a:pt x="164222" y="198409"/>
                  </a:lnTo>
                  <a:lnTo>
                    <a:pt x="165136" y="193143"/>
                  </a:lnTo>
                  <a:lnTo>
                    <a:pt x="165883" y="187849"/>
                  </a:lnTo>
                  <a:lnTo>
                    <a:pt x="166459" y="182535"/>
                  </a:lnTo>
                  <a:lnTo>
                    <a:pt x="166865" y="177205"/>
                  </a:lnTo>
                  <a:lnTo>
                    <a:pt x="167101" y="171865"/>
                  </a:lnTo>
                  <a:lnTo>
                    <a:pt x="167166" y="166520"/>
                  </a:lnTo>
                  <a:lnTo>
                    <a:pt x="167060" y="161175"/>
                  </a:lnTo>
                  <a:lnTo>
                    <a:pt x="166783" y="155837"/>
                  </a:lnTo>
                  <a:lnTo>
                    <a:pt x="166335" y="150510"/>
                  </a:lnTo>
                  <a:lnTo>
                    <a:pt x="165717" y="145201"/>
                  </a:lnTo>
                  <a:lnTo>
                    <a:pt x="164930" y="139914"/>
                  </a:lnTo>
                  <a:lnTo>
                    <a:pt x="163975" y="134654"/>
                  </a:lnTo>
                  <a:lnTo>
                    <a:pt x="162851" y="129428"/>
                  </a:lnTo>
                  <a:lnTo>
                    <a:pt x="161562" y="124241"/>
                  </a:lnTo>
                  <a:lnTo>
                    <a:pt x="160106" y="119097"/>
                  </a:lnTo>
                  <a:lnTo>
                    <a:pt x="158488" y="114003"/>
                  </a:lnTo>
                  <a:lnTo>
                    <a:pt x="156707" y="108962"/>
                  </a:lnTo>
                  <a:lnTo>
                    <a:pt x="154766" y="103982"/>
                  </a:lnTo>
                  <a:lnTo>
                    <a:pt x="152666" y="99066"/>
                  </a:lnTo>
                  <a:lnTo>
                    <a:pt x="150411" y="94220"/>
                  </a:lnTo>
                  <a:lnTo>
                    <a:pt x="148002" y="89448"/>
                  </a:lnTo>
                  <a:lnTo>
                    <a:pt x="145441" y="84755"/>
                  </a:lnTo>
                  <a:lnTo>
                    <a:pt x="142732" y="80147"/>
                  </a:lnTo>
                  <a:lnTo>
                    <a:pt x="139877" y="75628"/>
                  </a:lnTo>
                  <a:lnTo>
                    <a:pt x="136879" y="71203"/>
                  </a:lnTo>
                  <a:lnTo>
                    <a:pt x="133740" y="66876"/>
                  </a:lnTo>
                  <a:lnTo>
                    <a:pt x="130465" y="62651"/>
                  </a:lnTo>
                  <a:lnTo>
                    <a:pt x="127057" y="58533"/>
                  </a:lnTo>
                  <a:lnTo>
                    <a:pt x="123519" y="54526"/>
                  </a:lnTo>
                  <a:lnTo>
                    <a:pt x="119854" y="50635"/>
                  </a:lnTo>
                  <a:lnTo>
                    <a:pt x="116067" y="46862"/>
                  </a:lnTo>
                  <a:lnTo>
                    <a:pt x="112161" y="43213"/>
                  </a:lnTo>
                  <a:lnTo>
                    <a:pt x="108141" y="39690"/>
                  </a:lnTo>
                  <a:lnTo>
                    <a:pt x="104010" y="36297"/>
                  </a:lnTo>
                  <a:lnTo>
                    <a:pt x="99772" y="33039"/>
                  </a:lnTo>
                  <a:lnTo>
                    <a:pt x="95433" y="29917"/>
                  </a:lnTo>
                  <a:lnTo>
                    <a:pt x="90996" y="26936"/>
                  </a:lnTo>
                  <a:lnTo>
                    <a:pt x="86466" y="24099"/>
                  </a:lnTo>
                  <a:lnTo>
                    <a:pt x="81847" y="21407"/>
                  </a:lnTo>
                  <a:lnTo>
                    <a:pt x="77145" y="18865"/>
                  </a:lnTo>
                  <a:lnTo>
                    <a:pt x="72364" y="16474"/>
                  </a:lnTo>
                  <a:lnTo>
                    <a:pt x="67509" y="14238"/>
                  </a:lnTo>
                  <a:lnTo>
                    <a:pt x="62585" y="12157"/>
                  </a:lnTo>
                  <a:lnTo>
                    <a:pt x="57597" y="10235"/>
                  </a:lnTo>
                  <a:lnTo>
                    <a:pt x="52550" y="8474"/>
                  </a:lnTo>
                  <a:lnTo>
                    <a:pt x="47449" y="6875"/>
                  </a:lnTo>
                  <a:lnTo>
                    <a:pt x="42300" y="5440"/>
                  </a:lnTo>
                  <a:lnTo>
                    <a:pt x="37108" y="4170"/>
                  </a:lnTo>
                  <a:lnTo>
                    <a:pt x="31877" y="3067"/>
                  </a:lnTo>
                  <a:lnTo>
                    <a:pt x="26614" y="2132"/>
                  </a:lnTo>
                  <a:lnTo>
                    <a:pt x="21324" y="1365"/>
                  </a:lnTo>
                  <a:lnTo>
                    <a:pt x="16012" y="768"/>
                  </a:lnTo>
                  <a:lnTo>
                    <a:pt x="10684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73878" y="1236837"/>
              <a:ext cx="155209" cy="167167"/>
            </a:xfrm>
            <a:custGeom>
              <a:avLst/>
              <a:pathLst>
                <a:path w="155209" h="167167">
                  <a:moveTo>
                    <a:pt x="155209" y="0"/>
                  </a:moveTo>
                  <a:lnTo>
                    <a:pt x="149683" y="91"/>
                  </a:lnTo>
                  <a:lnTo>
                    <a:pt x="144163" y="365"/>
                  </a:lnTo>
                  <a:lnTo>
                    <a:pt x="138655" y="821"/>
                  </a:lnTo>
                  <a:lnTo>
                    <a:pt x="133165" y="1459"/>
                  </a:lnTo>
                  <a:lnTo>
                    <a:pt x="127700" y="2279"/>
                  </a:lnTo>
                  <a:lnTo>
                    <a:pt x="122264" y="3278"/>
                  </a:lnTo>
                  <a:lnTo>
                    <a:pt x="116864" y="4457"/>
                  </a:lnTo>
                  <a:lnTo>
                    <a:pt x="111507" y="5813"/>
                  </a:lnTo>
                  <a:lnTo>
                    <a:pt x="106197" y="7346"/>
                  </a:lnTo>
                  <a:lnTo>
                    <a:pt x="100940" y="9054"/>
                  </a:lnTo>
                  <a:lnTo>
                    <a:pt x="95743" y="10934"/>
                  </a:lnTo>
                  <a:lnTo>
                    <a:pt x="90611" y="12985"/>
                  </a:lnTo>
                  <a:lnTo>
                    <a:pt x="85549" y="15205"/>
                  </a:lnTo>
                  <a:lnTo>
                    <a:pt x="80564" y="17591"/>
                  </a:lnTo>
                  <a:lnTo>
                    <a:pt x="75660" y="20140"/>
                  </a:lnTo>
                  <a:lnTo>
                    <a:pt x="70844" y="22850"/>
                  </a:lnTo>
                  <a:lnTo>
                    <a:pt x="66119" y="25718"/>
                  </a:lnTo>
                  <a:lnTo>
                    <a:pt x="61492" y="28740"/>
                  </a:lnTo>
                  <a:lnTo>
                    <a:pt x="56967" y="31914"/>
                  </a:lnTo>
                  <a:lnTo>
                    <a:pt x="52550" y="35235"/>
                  </a:lnTo>
                  <a:lnTo>
                    <a:pt x="48245" y="38701"/>
                  </a:lnTo>
                  <a:lnTo>
                    <a:pt x="44056" y="42307"/>
                  </a:lnTo>
                  <a:lnTo>
                    <a:pt x="39990" y="46050"/>
                  </a:lnTo>
                  <a:lnTo>
                    <a:pt x="36049" y="49925"/>
                  </a:lnTo>
                  <a:lnTo>
                    <a:pt x="32238" y="53928"/>
                  </a:lnTo>
                  <a:lnTo>
                    <a:pt x="28562" y="58055"/>
                  </a:lnTo>
                  <a:lnTo>
                    <a:pt x="25024" y="62301"/>
                  </a:lnTo>
                  <a:lnTo>
                    <a:pt x="21629" y="66662"/>
                  </a:lnTo>
                  <a:lnTo>
                    <a:pt x="18380" y="71133"/>
                  </a:lnTo>
                  <a:lnTo>
                    <a:pt x="15280" y="75708"/>
                  </a:lnTo>
                  <a:lnTo>
                    <a:pt x="12333" y="80384"/>
                  </a:lnTo>
                  <a:lnTo>
                    <a:pt x="9542" y="85154"/>
                  </a:lnTo>
                  <a:lnTo>
                    <a:pt x="6911" y="90015"/>
                  </a:lnTo>
                  <a:lnTo>
                    <a:pt x="4441" y="94959"/>
                  </a:lnTo>
                  <a:lnTo>
                    <a:pt x="2137" y="99983"/>
                  </a:lnTo>
                  <a:lnTo>
                    <a:pt x="0" y="105079"/>
                  </a:lnTo>
                  <a:lnTo>
                    <a:pt x="15520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73878" y="1341917"/>
              <a:ext cx="155209" cy="62087"/>
            </a:xfrm>
            <a:custGeom>
              <a:avLst/>
              <a:pathLst>
                <a:path w="155209" h="62087">
                  <a:moveTo>
                    <a:pt x="0" y="0"/>
                  </a:moveTo>
                  <a:lnTo>
                    <a:pt x="155209" y="62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1921" y="1239575"/>
              <a:ext cx="334333" cy="331582"/>
            </a:xfrm>
            <a:custGeom>
              <a:avLst/>
              <a:pathLst>
                <a:path w="334333" h="331582">
                  <a:moveTo>
                    <a:pt x="11957" y="102342"/>
                  </a:moveTo>
                  <a:lnTo>
                    <a:pt x="10068" y="107291"/>
                  </a:lnTo>
                  <a:lnTo>
                    <a:pt x="8336" y="112297"/>
                  </a:lnTo>
                  <a:lnTo>
                    <a:pt x="6764" y="117355"/>
                  </a:lnTo>
                  <a:lnTo>
                    <a:pt x="5354" y="122461"/>
                  </a:lnTo>
                  <a:lnTo>
                    <a:pt x="4105" y="127609"/>
                  </a:lnTo>
                  <a:lnTo>
                    <a:pt x="3020" y="132794"/>
                  </a:lnTo>
                  <a:lnTo>
                    <a:pt x="2100" y="138010"/>
                  </a:lnTo>
                  <a:lnTo>
                    <a:pt x="1346" y="143253"/>
                  </a:lnTo>
                  <a:lnTo>
                    <a:pt x="759" y="148518"/>
                  </a:lnTo>
                  <a:lnTo>
                    <a:pt x="338" y="153798"/>
                  </a:lnTo>
                  <a:lnTo>
                    <a:pt x="85" y="159089"/>
                  </a:lnTo>
                  <a:lnTo>
                    <a:pt x="0" y="164385"/>
                  </a:lnTo>
                  <a:lnTo>
                    <a:pt x="82" y="169682"/>
                  </a:lnTo>
                  <a:lnTo>
                    <a:pt x="332" y="174973"/>
                  </a:lnTo>
                  <a:lnTo>
                    <a:pt x="750" y="180254"/>
                  </a:lnTo>
                  <a:lnTo>
                    <a:pt x="1335" y="185518"/>
                  </a:lnTo>
                  <a:lnTo>
                    <a:pt x="2086" y="190762"/>
                  </a:lnTo>
                  <a:lnTo>
                    <a:pt x="3004" y="195979"/>
                  </a:lnTo>
                  <a:lnTo>
                    <a:pt x="4086" y="201164"/>
                  </a:lnTo>
                  <a:lnTo>
                    <a:pt x="5331" y="206313"/>
                  </a:lnTo>
                  <a:lnTo>
                    <a:pt x="6739" y="211419"/>
                  </a:lnTo>
                  <a:lnTo>
                    <a:pt x="8309" y="216478"/>
                  </a:lnTo>
                  <a:lnTo>
                    <a:pt x="10038" y="221485"/>
                  </a:lnTo>
                  <a:lnTo>
                    <a:pt x="11924" y="226435"/>
                  </a:lnTo>
                  <a:lnTo>
                    <a:pt x="13967" y="231322"/>
                  </a:lnTo>
                  <a:lnTo>
                    <a:pt x="16163" y="236143"/>
                  </a:lnTo>
                  <a:lnTo>
                    <a:pt x="18511" y="240891"/>
                  </a:lnTo>
                  <a:lnTo>
                    <a:pt x="21008" y="245563"/>
                  </a:lnTo>
                  <a:lnTo>
                    <a:pt x="23652" y="250153"/>
                  </a:lnTo>
                  <a:lnTo>
                    <a:pt x="26440" y="254657"/>
                  </a:lnTo>
                  <a:lnTo>
                    <a:pt x="29369" y="259070"/>
                  </a:lnTo>
                  <a:lnTo>
                    <a:pt x="32437" y="263388"/>
                  </a:lnTo>
                  <a:lnTo>
                    <a:pt x="35640" y="267607"/>
                  </a:lnTo>
                  <a:lnTo>
                    <a:pt x="38975" y="271723"/>
                  </a:lnTo>
                  <a:lnTo>
                    <a:pt x="42439" y="275730"/>
                  </a:lnTo>
                  <a:lnTo>
                    <a:pt x="46028" y="279626"/>
                  </a:lnTo>
                  <a:lnTo>
                    <a:pt x="49738" y="283406"/>
                  </a:lnTo>
                  <a:lnTo>
                    <a:pt x="53567" y="287067"/>
                  </a:lnTo>
                  <a:lnTo>
                    <a:pt x="57509" y="290605"/>
                  </a:lnTo>
                  <a:lnTo>
                    <a:pt x="61562" y="294016"/>
                  </a:lnTo>
                  <a:lnTo>
                    <a:pt x="65721" y="297297"/>
                  </a:lnTo>
                  <a:lnTo>
                    <a:pt x="69981" y="300444"/>
                  </a:lnTo>
                  <a:lnTo>
                    <a:pt x="74339" y="303455"/>
                  </a:lnTo>
                  <a:lnTo>
                    <a:pt x="78791" y="306326"/>
                  </a:lnTo>
                  <a:lnTo>
                    <a:pt x="83331" y="309055"/>
                  </a:lnTo>
                  <a:lnTo>
                    <a:pt x="87955" y="311639"/>
                  </a:lnTo>
                  <a:lnTo>
                    <a:pt x="92659" y="314074"/>
                  </a:lnTo>
                  <a:lnTo>
                    <a:pt x="97437" y="316360"/>
                  </a:lnTo>
                  <a:lnTo>
                    <a:pt x="102286" y="318493"/>
                  </a:lnTo>
                  <a:lnTo>
                    <a:pt x="107200" y="320471"/>
                  </a:lnTo>
                  <a:lnTo>
                    <a:pt x="112174" y="322293"/>
                  </a:lnTo>
                  <a:lnTo>
                    <a:pt x="117203" y="323956"/>
                  </a:lnTo>
                  <a:lnTo>
                    <a:pt x="122282" y="325459"/>
                  </a:lnTo>
                  <a:lnTo>
                    <a:pt x="127407" y="326800"/>
                  </a:lnTo>
                  <a:lnTo>
                    <a:pt x="132571" y="327978"/>
                  </a:lnTo>
                  <a:lnTo>
                    <a:pt x="137770" y="328992"/>
                  </a:lnTo>
                  <a:lnTo>
                    <a:pt x="142999" y="329841"/>
                  </a:lnTo>
                  <a:lnTo>
                    <a:pt x="148252" y="330524"/>
                  </a:lnTo>
                  <a:lnTo>
                    <a:pt x="153524" y="331040"/>
                  </a:lnTo>
                  <a:lnTo>
                    <a:pt x="158809" y="331388"/>
                  </a:lnTo>
                  <a:lnTo>
                    <a:pt x="164103" y="331569"/>
                  </a:lnTo>
                  <a:lnTo>
                    <a:pt x="169400" y="331582"/>
                  </a:lnTo>
                  <a:lnTo>
                    <a:pt x="174695" y="331428"/>
                  </a:lnTo>
                  <a:lnTo>
                    <a:pt x="179982" y="331105"/>
                  </a:lnTo>
                  <a:lnTo>
                    <a:pt x="185257" y="330616"/>
                  </a:lnTo>
                  <a:lnTo>
                    <a:pt x="190513" y="329959"/>
                  </a:lnTo>
                  <a:lnTo>
                    <a:pt x="195746" y="329136"/>
                  </a:lnTo>
                  <a:lnTo>
                    <a:pt x="200950" y="328148"/>
                  </a:lnTo>
                  <a:lnTo>
                    <a:pt x="206120" y="326996"/>
                  </a:lnTo>
                  <a:lnTo>
                    <a:pt x="211251" y="325680"/>
                  </a:lnTo>
                  <a:lnTo>
                    <a:pt x="216338" y="324202"/>
                  </a:lnTo>
                  <a:lnTo>
                    <a:pt x="221375" y="322564"/>
                  </a:lnTo>
                  <a:lnTo>
                    <a:pt x="226358" y="320767"/>
                  </a:lnTo>
                  <a:lnTo>
                    <a:pt x="231282" y="318813"/>
                  </a:lnTo>
                  <a:lnTo>
                    <a:pt x="236141" y="316705"/>
                  </a:lnTo>
                  <a:lnTo>
                    <a:pt x="240931" y="314443"/>
                  </a:lnTo>
                  <a:lnTo>
                    <a:pt x="245646" y="312030"/>
                  </a:lnTo>
                  <a:lnTo>
                    <a:pt x="250284" y="309470"/>
                  </a:lnTo>
                  <a:lnTo>
                    <a:pt x="254837" y="306764"/>
                  </a:lnTo>
                  <a:lnTo>
                    <a:pt x="259303" y="303914"/>
                  </a:lnTo>
                  <a:lnTo>
                    <a:pt x="263676" y="300925"/>
                  </a:lnTo>
                  <a:lnTo>
                    <a:pt x="267952" y="297799"/>
                  </a:lnTo>
                  <a:lnTo>
                    <a:pt x="272127" y="294539"/>
                  </a:lnTo>
                  <a:lnTo>
                    <a:pt x="276196" y="291148"/>
                  </a:lnTo>
                  <a:lnTo>
                    <a:pt x="280157" y="287630"/>
                  </a:lnTo>
                  <a:lnTo>
                    <a:pt x="284003" y="283988"/>
                  </a:lnTo>
                  <a:lnTo>
                    <a:pt x="287732" y="280227"/>
                  </a:lnTo>
                  <a:lnTo>
                    <a:pt x="291341" y="276349"/>
                  </a:lnTo>
                  <a:lnTo>
                    <a:pt x="294824" y="272358"/>
                  </a:lnTo>
                  <a:lnTo>
                    <a:pt x="298180" y="268259"/>
                  </a:lnTo>
                  <a:lnTo>
                    <a:pt x="301404" y="264056"/>
                  </a:lnTo>
                  <a:lnTo>
                    <a:pt x="304493" y="259753"/>
                  </a:lnTo>
                  <a:lnTo>
                    <a:pt x="307444" y="255355"/>
                  </a:lnTo>
                  <a:lnTo>
                    <a:pt x="310254" y="250865"/>
                  </a:lnTo>
                  <a:lnTo>
                    <a:pt x="312921" y="246288"/>
                  </a:lnTo>
                  <a:lnTo>
                    <a:pt x="315441" y="241629"/>
                  </a:lnTo>
                  <a:lnTo>
                    <a:pt x="317813" y="236892"/>
                  </a:lnTo>
                  <a:lnTo>
                    <a:pt x="320033" y="232083"/>
                  </a:lnTo>
                  <a:lnTo>
                    <a:pt x="322100" y="227206"/>
                  </a:lnTo>
                  <a:lnTo>
                    <a:pt x="324011" y="222265"/>
                  </a:lnTo>
                  <a:lnTo>
                    <a:pt x="325765" y="217267"/>
                  </a:lnTo>
                  <a:lnTo>
                    <a:pt x="327359" y="212216"/>
                  </a:lnTo>
                  <a:lnTo>
                    <a:pt x="328793" y="207116"/>
                  </a:lnTo>
                  <a:lnTo>
                    <a:pt x="330064" y="201974"/>
                  </a:lnTo>
                  <a:lnTo>
                    <a:pt x="331172" y="196794"/>
                  </a:lnTo>
                  <a:lnTo>
                    <a:pt x="332115" y="191582"/>
                  </a:lnTo>
                  <a:lnTo>
                    <a:pt x="332892" y="186342"/>
                  </a:lnTo>
                  <a:lnTo>
                    <a:pt x="333503" y="181080"/>
                  </a:lnTo>
                  <a:lnTo>
                    <a:pt x="333947" y="175802"/>
                  </a:lnTo>
                  <a:lnTo>
                    <a:pt x="334224" y="170512"/>
                  </a:lnTo>
                  <a:lnTo>
                    <a:pt x="334333" y="165216"/>
                  </a:lnTo>
                  <a:lnTo>
                    <a:pt x="334274" y="159919"/>
                  </a:lnTo>
                  <a:lnTo>
                    <a:pt x="334047" y="154627"/>
                  </a:lnTo>
                  <a:lnTo>
                    <a:pt x="333652" y="149345"/>
                  </a:lnTo>
                  <a:lnTo>
                    <a:pt x="333091" y="144078"/>
                  </a:lnTo>
                  <a:lnTo>
                    <a:pt x="332363" y="138831"/>
                  </a:lnTo>
                  <a:lnTo>
                    <a:pt x="331469" y="133610"/>
                  </a:lnTo>
                  <a:lnTo>
                    <a:pt x="330410" y="128420"/>
                  </a:lnTo>
                  <a:lnTo>
                    <a:pt x="329187" y="123266"/>
                  </a:lnTo>
                  <a:lnTo>
                    <a:pt x="327801" y="118153"/>
                  </a:lnTo>
                  <a:lnTo>
                    <a:pt x="326254" y="113087"/>
                  </a:lnTo>
                  <a:lnTo>
                    <a:pt x="324548" y="108072"/>
                  </a:lnTo>
                  <a:lnTo>
                    <a:pt x="322683" y="103114"/>
                  </a:lnTo>
                  <a:lnTo>
                    <a:pt x="320663" y="98218"/>
                  </a:lnTo>
                  <a:lnTo>
                    <a:pt x="318488" y="93388"/>
                  </a:lnTo>
                  <a:lnTo>
                    <a:pt x="316161" y="88629"/>
                  </a:lnTo>
                  <a:lnTo>
                    <a:pt x="313684" y="83947"/>
                  </a:lnTo>
                  <a:lnTo>
                    <a:pt x="311061" y="79345"/>
                  </a:lnTo>
                  <a:lnTo>
                    <a:pt x="308293" y="74829"/>
                  </a:lnTo>
                  <a:lnTo>
                    <a:pt x="305383" y="70402"/>
                  </a:lnTo>
                  <a:lnTo>
                    <a:pt x="302335" y="66070"/>
                  </a:lnTo>
                  <a:lnTo>
                    <a:pt x="299151" y="61837"/>
                  </a:lnTo>
                  <a:lnTo>
                    <a:pt x="295834" y="57707"/>
                  </a:lnTo>
                  <a:lnTo>
                    <a:pt x="292388" y="53684"/>
                  </a:lnTo>
                  <a:lnTo>
                    <a:pt x="288816" y="49772"/>
                  </a:lnTo>
                  <a:lnTo>
                    <a:pt x="285123" y="45975"/>
                  </a:lnTo>
                  <a:lnTo>
                    <a:pt x="281310" y="42298"/>
                  </a:lnTo>
                  <a:lnTo>
                    <a:pt x="277383" y="38743"/>
                  </a:lnTo>
                  <a:lnTo>
                    <a:pt x="273346" y="35314"/>
                  </a:lnTo>
                  <a:lnTo>
                    <a:pt x="269202" y="32014"/>
                  </a:lnTo>
                  <a:lnTo>
                    <a:pt x="264955" y="28848"/>
                  </a:lnTo>
                  <a:lnTo>
                    <a:pt x="260611" y="25818"/>
                  </a:lnTo>
                  <a:lnTo>
                    <a:pt x="256172" y="22927"/>
                  </a:lnTo>
                  <a:lnTo>
                    <a:pt x="251644" y="20178"/>
                  </a:lnTo>
                  <a:lnTo>
                    <a:pt x="247031" y="17574"/>
                  </a:lnTo>
                  <a:lnTo>
                    <a:pt x="242338" y="15117"/>
                  </a:lnTo>
                  <a:lnTo>
                    <a:pt x="237570" y="12811"/>
                  </a:lnTo>
                  <a:lnTo>
                    <a:pt x="232731" y="10656"/>
                  </a:lnTo>
                  <a:lnTo>
                    <a:pt x="227826" y="8656"/>
                  </a:lnTo>
                  <a:lnTo>
                    <a:pt x="222860" y="6812"/>
                  </a:lnTo>
                  <a:lnTo>
                    <a:pt x="217838" y="5127"/>
                  </a:lnTo>
                  <a:lnTo>
                    <a:pt x="212766" y="3602"/>
                  </a:lnTo>
                  <a:lnTo>
                    <a:pt x="207647" y="2238"/>
                  </a:lnTo>
                  <a:lnTo>
                    <a:pt x="202488" y="1037"/>
                  </a:lnTo>
                  <a:lnTo>
                    <a:pt x="197293" y="0"/>
                  </a:lnTo>
                  <a:lnTo>
                    <a:pt x="167167" y="1644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629088" y="1236837"/>
              <a:ext cx="30126" cy="167167"/>
            </a:xfrm>
            <a:custGeom>
              <a:avLst/>
              <a:pathLst>
                <a:path w="30126" h="167167">
                  <a:moveTo>
                    <a:pt x="30126" y="2737"/>
                  </a:moveTo>
                  <a:lnTo>
                    <a:pt x="22649" y="1541"/>
                  </a:lnTo>
                  <a:lnTo>
                    <a:pt x="15125" y="685"/>
                  </a:lnTo>
                  <a:lnTo>
                    <a:pt x="7570" y="17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166116" y="1546402"/>
              <a:ext cx="46450" cy="167167"/>
            </a:xfrm>
            <a:custGeom>
              <a:avLst/>
              <a:pathLst>
                <a:path w="46450" h="167167">
                  <a:moveTo>
                    <a:pt x="46450" y="0"/>
                  </a:moveTo>
                  <a:lnTo>
                    <a:pt x="39728" y="135"/>
                  </a:lnTo>
                  <a:lnTo>
                    <a:pt x="33016" y="540"/>
                  </a:lnTo>
                  <a:lnTo>
                    <a:pt x="26326" y="1215"/>
                  </a:lnTo>
                  <a:lnTo>
                    <a:pt x="19669" y="2159"/>
                  </a:lnTo>
                  <a:lnTo>
                    <a:pt x="13055" y="3369"/>
                  </a:lnTo>
                  <a:lnTo>
                    <a:pt x="6495" y="4845"/>
                  </a:lnTo>
                  <a:lnTo>
                    <a:pt x="0" y="6583"/>
                  </a:lnTo>
                  <a:lnTo>
                    <a:pt x="4645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66116" y="1552985"/>
              <a:ext cx="46450" cy="160584"/>
            </a:xfrm>
            <a:custGeom>
              <a:avLst/>
              <a:pathLst>
                <a:path w="46450" h="160584">
                  <a:moveTo>
                    <a:pt x="0" y="0"/>
                  </a:moveTo>
                  <a:lnTo>
                    <a:pt x="46450" y="1605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45404" y="1552985"/>
              <a:ext cx="334329" cy="327738"/>
            </a:xfrm>
            <a:custGeom>
              <a:avLst/>
              <a:pathLst>
                <a:path w="334329" h="327738">
                  <a:moveTo>
                    <a:pt x="120711" y="0"/>
                  </a:moveTo>
                  <a:lnTo>
                    <a:pt x="115654" y="1549"/>
                  </a:lnTo>
                  <a:lnTo>
                    <a:pt x="110649" y="3258"/>
                  </a:lnTo>
                  <a:lnTo>
                    <a:pt x="105700" y="5125"/>
                  </a:lnTo>
                  <a:lnTo>
                    <a:pt x="100813" y="7147"/>
                  </a:lnTo>
                  <a:lnTo>
                    <a:pt x="95993" y="9323"/>
                  </a:lnTo>
                  <a:lnTo>
                    <a:pt x="91243" y="11650"/>
                  </a:lnTo>
                  <a:lnTo>
                    <a:pt x="86570" y="14126"/>
                  </a:lnTo>
                  <a:lnTo>
                    <a:pt x="81977" y="16749"/>
                  </a:lnTo>
                  <a:lnTo>
                    <a:pt x="77469" y="19516"/>
                  </a:lnTo>
                  <a:lnTo>
                    <a:pt x="73052" y="22423"/>
                  </a:lnTo>
                  <a:lnTo>
                    <a:pt x="68728" y="25470"/>
                  </a:lnTo>
                  <a:lnTo>
                    <a:pt x="64503" y="28651"/>
                  </a:lnTo>
                  <a:lnTo>
                    <a:pt x="60381" y="31965"/>
                  </a:lnTo>
                  <a:lnTo>
                    <a:pt x="56365" y="35407"/>
                  </a:lnTo>
                  <a:lnTo>
                    <a:pt x="52461" y="38975"/>
                  </a:lnTo>
                  <a:lnTo>
                    <a:pt x="48671" y="42664"/>
                  </a:lnTo>
                  <a:lnTo>
                    <a:pt x="45000" y="46472"/>
                  </a:lnTo>
                  <a:lnTo>
                    <a:pt x="41451" y="50393"/>
                  </a:lnTo>
                  <a:lnTo>
                    <a:pt x="38029" y="54425"/>
                  </a:lnTo>
                  <a:lnTo>
                    <a:pt x="34735" y="58564"/>
                  </a:lnTo>
                  <a:lnTo>
                    <a:pt x="31574" y="62804"/>
                  </a:lnTo>
                  <a:lnTo>
                    <a:pt x="28548" y="67142"/>
                  </a:lnTo>
                  <a:lnTo>
                    <a:pt x="25662" y="71574"/>
                  </a:lnTo>
                  <a:lnTo>
                    <a:pt x="22917" y="76095"/>
                  </a:lnTo>
                  <a:lnTo>
                    <a:pt x="20316" y="80700"/>
                  </a:lnTo>
                  <a:lnTo>
                    <a:pt x="17863" y="85385"/>
                  </a:lnTo>
                  <a:lnTo>
                    <a:pt x="15559" y="90146"/>
                  </a:lnTo>
                  <a:lnTo>
                    <a:pt x="13406" y="94977"/>
                  </a:lnTo>
                  <a:lnTo>
                    <a:pt x="11408" y="99874"/>
                  </a:lnTo>
                  <a:lnTo>
                    <a:pt x="9565" y="104832"/>
                  </a:lnTo>
                  <a:lnTo>
                    <a:pt x="7880" y="109845"/>
                  </a:lnTo>
                  <a:lnTo>
                    <a:pt x="6355" y="114909"/>
                  </a:lnTo>
                  <a:lnTo>
                    <a:pt x="4990" y="120019"/>
                  </a:lnTo>
                  <a:lnTo>
                    <a:pt x="3788" y="125170"/>
                  </a:lnTo>
                  <a:lnTo>
                    <a:pt x="2750" y="130356"/>
                  </a:lnTo>
                  <a:lnTo>
                    <a:pt x="1876" y="135572"/>
                  </a:lnTo>
                  <a:lnTo>
                    <a:pt x="1167" y="140813"/>
                  </a:lnTo>
                  <a:lnTo>
                    <a:pt x="625" y="146074"/>
                  </a:lnTo>
                  <a:lnTo>
                    <a:pt x="249" y="151350"/>
                  </a:lnTo>
                  <a:lnTo>
                    <a:pt x="41" y="156635"/>
                  </a:lnTo>
                  <a:lnTo>
                    <a:pt x="0" y="161924"/>
                  </a:lnTo>
                  <a:lnTo>
                    <a:pt x="126" y="167211"/>
                  </a:lnTo>
                  <a:lnTo>
                    <a:pt x="419" y="172492"/>
                  </a:lnTo>
                  <a:lnTo>
                    <a:pt x="879" y="177761"/>
                  </a:lnTo>
                  <a:lnTo>
                    <a:pt x="1506" y="183012"/>
                  </a:lnTo>
                  <a:lnTo>
                    <a:pt x="2298" y="188242"/>
                  </a:lnTo>
                  <a:lnTo>
                    <a:pt x="3255" y="193443"/>
                  </a:lnTo>
                  <a:lnTo>
                    <a:pt x="4377" y="198612"/>
                  </a:lnTo>
                  <a:lnTo>
                    <a:pt x="5661" y="203742"/>
                  </a:lnTo>
                  <a:lnTo>
                    <a:pt x="7108" y="208830"/>
                  </a:lnTo>
                  <a:lnTo>
                    <a:pt x="8714" y="213869"/>
                  </a:lnTo>
                  <a:lnTo>
                    <a:pt x="10479" y="218855"/>
                  </a:lnTo>
                  <a:lnTo>
                    <a:pt x="12401" y="223782"/>
                  </a:lnTo>
                  <a:lnTo>
                    <a:pt x="14477" y="228646"/>
                  </a:lnTo>
                  <a:lnTo>
                    <a:pt x="16707" y="233442"/>
                  </a:lnTo>
                  <a:lnTo>
                    <a:pt x="19087" y="238165"/>
                  </a:lnTo>
                  <a:lnTo>
                    <a:pt x="21616" y="242811"/>
                  </a:lnTo>
                  <a:lnTo>
                    <a:pt x="24290" y="247374"/>
                  </a:lnTo>
                  <a:lnTo>
                    <a:pt x="27107" y="251850"/>
                  </a:lnTo>
                  <a:lnTo>
                    <a:pt x="30064" y="256235"/>
                  </a:lnTo>
                  <a:lnTo>
                    <a:pt x="33158" y="260524"/>
                  </a:lnTo>
                  <a:lnTo>
                    <a:pt x="36387" y="264714"/>
                  </a:lnTo>
                  <a:lnTo>
                    <a:pt x="39747" y="268798"/>
                  </a:lnTo>
                  <a:lnTo>
                    <a:pt x="43234" y="272775"/>
                  </a:lnTo>
                  <a:lnTo>
                    <a:pt x="46845" y="276639"/>
                  </a:lnTo>
                  <a:lnTo>
                    <a:pt x="50577" y="280387"/>
                  </a:lnTo>
                  <a:lnTo>
                    <a:pt x="54425" y="284015"/>
                  </a:lnTo>
                  <a:lnTo>
                    <a:pt x="58386" y="287520"/>
                  </a:lnTo>
                  <a:lnTo>
                    <a:pt x="62456" y="290898"/>
                  </a:lnTo>
                  <a:lnTo>
                    <a:pt x="66631" y="294145"/>
                  </a:lnTo>
                  <a:lnTo>
                    <a:pt x="70906" y="297258"/>
                  </a:lnTo>
                  <a:lnTo>
                    <a:pt x="75278" y="300235"/>
                  </a:lnTo>
                  <a:lnTo>
                    <a:pt x="79742" y="303072"/>
                  </a:lnTo>
                  <a:lnTo>
                    <a:pt x="84293" y="305766"/>
                  </a:lnTo>
                  <a:lnTo>
                    <a:pt x="88928" y="308315"/>
                  </a:lnTo>
                  <a:lnTo>
                    <a:pt x="93640" y="310716"/>
                  </a:lnTo>
                  <a:lnTo>
                    <a:pt x="98426" y="312966"/>
                  </a:lnTo>
                  <a:lnTo>
                    <a:pt x="103281" y="315064"/>
                  </a:lnTo>
                  <a:lnTo>
                    <a:pt x="108200" y="317008"/>
                  </a:lnTo>
                  <a:lnTo>
                    <a:pt x="113178" y="318795"/>
                  </a:lnTo>
                  <a:lnTo>
                    <a:pt x="118210" y="320423"/>
                  </a:lnTo>
                  <a:lnTo>
                    <a:pt x="123291" y="321892"/>
                  </a:lnTo>
                  <a:lnTo>
                    <a:pt x="128416" y="323199"/>
                  </a:lnTo>
                  <a:lnTo>
                    <a:pt x="133580" y="324343"/>
                  </a:lnTo>
                  <a:lnTo>
                    <a:pt x="138777" y="325324"/>
                  </a:lnTo>
                  <a:lnTo>
                    <a:pt x="144003" y="326139"/>
                  </a:lnTo>
                  <a:lnTo>
                    <a:pt x="149251" y="326789"/>
                  </a:lnTo>
                  <a:lnTo>
                    <a:pt x="154518" y="327272"/>
                  </a:lnTo>
                  <a:lnTo>
                    <a:pt x="159798" y="327589"/>
                  </a:lnTo>
                  <a:lnTo>
                    <a:pt x="165085" y="327738"/>
                  </a:lnTo>
                  <a:lnTo>
                    <a:pt x="170373" y="327720"/>
                  </a:lnTo>
                  <a:lnTo>
                    <a:pt x="175659" y="327535"/>
                  </a:lnTo>
                  <a:lnTo>
                    <a:pt x="180936" y="327183"/>
                  </a:lnTo>
                  <a:lnTo>
                    <a:pt x="186200" y="326664"/>
                  </a:lnTo>
                  <a:lnTo>
                    <a:pt x="191444" y="325978"/>
                  </a:lnTo>
                  <a:lnTo>
                    <a:pt x="196664" y="325127"/>
                  </a:lnTo>
                  <a:lnTo>
                    <a:pt x="201855" y="324112"/>
                  </a:lnTo>
                  <a:lnTo>
                    <a:pt x="207010" y="322932"/>
                  </a:lnTo>
                  <a:lnTo>
                    <a:pt x="212126" y="321590"/>
                  </a:lnTo>
                  <a:lnTo>
                    <a:pt x="217197" y="320087"/>
                  </a:lnTo>
                  <a:lnTo>
                    <a:pt x="222218" y="318425"/>
                  </a:lnTo>
                  <a:lnTo>
                    <a:pt x="227184" y="316604"/>
                  </a:lnTo>
                  <a:lnTo>
                    <a:pt x="232089" y="314627"/>
                  </a:lnTo>
                  <a:lnTo>
                    <a:pt x="236930" y="312496"/>
                  </a:lnTo>
                  <a:lnTo>
                    <a:pt x="241701" y="310213"/>
                  </a:lnTo>
                  <a:lnTo>
                    <a:pt x="246397" y="307780"/>
                  </a:lnTo>
                  <a:lnTo>
                    <a:pt x="251014" y="305200"/>
                  </a:lnTo>
                  <a:lnTo>
                    <a:pt x="255547" y="302475"/>
                  </a:lnTo>
                  <a:lnTo>
                    <a:pt x="259991" y="299608"/>
                  </a:lnTo>
                  <a:lnTo>
                    <a:pt x="264342" y="296601"/>
                  </a:lnTo>
                  <a:lnTo>
                    <a:pt x="268597" y="293459"/>
                  </a:lnTo>
                  <a:lnTo>
                    <a:pt x="272749" y="290184"/>
                  </a:lnTo>
                  <a:lnTo>
                    <a:pt x="276796" y="286779"/>
                  </a:lnTo>
                  <a:lnTo>
                    <a:pt x="280734" y="283247"/>
                  </a:lnTo>
                  <a:lnTo>
                    <a:pt x="284557" y="279593"/>
                  </a:lnTo>
                  <a:lnTo>
                    <a:pt x="288263" y="275820"/>
                  </a:lnTo>
                  <a:lnTo>
                    <a:pt x="291848" y="271931"/>
                  </a:lnTo>
                  <a:lnTo>
                    <a:pt x="295308" y="267931"/>
                  </a:lnTo>
                  <a:lnTo>
                    <a:pt x="298640" y="263823"/>
                  </a:lnTo>
                  <a:lnTo>
                    <a:pt x="301840" y="259612"/>
                  </a:lnTo>
                  <a:lnTo>
                    <a:pt x="304905" y="255302"/>
                  </a:lnTo>
                  <a:lnTo>
                    <a:pt x="307833" y="250897"/>
                  </a:lnTo>
                  <a:lnTo>
                    <a:pt x="310619" y="246402"/>
                  </a:lnTo>
                  <a:lnTo>
                    <a:pt x="313263" y="241821"/>
                  </a:lnTo>
                  <a:lnTo>
                    <a:pt x="315759" y="237158"/>
                  </a:lnTo>
                  <a:lnTo>
                    <a:pt x="318107" y="232419"/>
                  </a:lnTo>
                  <a:lnTo>
                    <a:pt x="320304" y="227608"/>
                  </a:lnTo>
                  <a:lnTo>
                    <a:pt x="322348" y="222730"/>
                  </a:lnTo>
                  <a:lnTo>
                    <a:pt x="324236" y="217790"/>
                  </a:lnTo>
                  <a:lnTo>
                    <a:pt x="325967" y="212792"/>
                  </a:lnTo>
                  <a:lnTo>
                    <a:pt x="327539" y="207742"/>
                  </a:lnTo>
                  <a:lnTo>
                    <a:pt x="328951" y="202645"/>
                  </a:lnTo>
                  <a:lnTo>
                    <a:pt x="330201" y="197506"/>
                  </a:lnTo>
                  <a:lnTo>
                    <a:pt x="331287" y="192330"/>
                  </a:lnTo>
                  <a:lnTo>
                    <a:pt x="332209" y="187122"/>
                  </a:lnTo>
                  <a:lnTo>
                    <a:pt x="332966" y="181887"/>
                  </a:lnTo>
                  <a:lnTo>
                    <a:pt x="333557" y="176631"/>
                  </a:lnTo>
                  <a:lnTo>
                    <a:pt x="333981" y="171359"/>
                  </a:lnTo>
                  <a:lnTo>
                    <a:pt x="334239" y="166077"/>
                  </a:lnTo>
                  <a:lnTo>
                    <a:pt x="334329" y="160789"/>
                  </a:lnTo>
                  <a:lnTo>
                    <a:pt x="334252" y="155500"/>
                  </a:lnTo>
                  <a:lnTo>
                    <a:pt x="334007" y="150217"/>
                  </a:lnTo>
                  <a:lnTo>
                    <a:pt x="333596" y="144944"/>
                  </a:lnTo>
                  <a:lnTo>
                    <a:pt x="333018" y="139687"/>
                  </a:lnTo>
                  <a:lnTo>
                    <a:pt x="332274" y="134450"/>
                  </a:lnTo>
                  <a:lnTo>
                    <a:pt x="331364" y="129240"/>
                  </a:lnTo>
                  <a:lnTo>
                    <a:pt x="330291" y="124061"/>
                  </a:lnTo>
                  <a:lnTo>
                    <a:pt x="329054" y="118919"/>
                  </a:lnTo>
                  <a:lnTo>
                    <a:pt x="327654" y="113819"/>
                  </a:lnTo>
                  <a:lnTo>
                    <a:pt x="326095" y="108765"/>
                  </a:lnTo>
                  <a:lnTo>
                    <a:pt x="324376" y="103763"/>
                  </a:lnTo>
                  <a:lnTo>
                    <a:pt x="322500" y="98818"/>
                  </a:lnTo>
                  <a:lnTo>
                    <a:pt x="320468" y="93935"/>
                  </a:lnTo>
                  <a:lnTo>
                    <a:pt x="318283" y="89118"/>
                  </a:lnTo>
                  <a:lnTo>
                    <a:pt x="315947" y="84374"/>
                  </a:lnTo>
                  <a:lnTo>
                    <a:pt x="313461" y="79705"/>
                  </a:lnTo>
                  <a:lnTo>
                    <a:pt x="310829" y="75117"/>
                  </a:lnTo>
                  <a:lnTo>
                    <a:pt x="308054" y="70615"/>
                  </a:lnTo>
                  <a:lnTo>
                    <a:pt x="305137" y="66203"/>
                  </a:lnTo>
                  <a:lnTo>
                    <a:pt x="302082" y="61886"/>
                  </a:lnTo>
                  <a:lnTo>
                    <a:pt x="298893" y="57667"/>
                  </a:lnTo>
                  <a:lnTo>
                    <a:pt x="295571" y="53551"/>
                  </a:lnTo>
                  <a:lnTo>
                    <a:pt x="292121" y="49542"/>
                  </a:lnTo>
                  <a:lnTo>
                    <a:pt x="288545" y="45645"/>
                  </a:lnTo>
                  <a:lnTo>
                    <a:pt x="284849" y="41863"/>
                  </a:lnTo>
                  <a:lnTo>
                    <a:pt x="281034" y="38199"/>
                  </a:lnTo>
                  <a:lnTo>
                    <a:pt x="277105" y="34658"/>
                  </a:lnTo>
                  <a:lnTo>
                    <a:pt x="273067" y="31243"/>
                  </a:lnTo>
                  <a:lnTo>
                    <a:pt x="268922" y="27957"/>
                  </a:lnTo>
                  <a:lnTo>
                    <a:pt x="264676" y="24805"/>
                  </a:lnTo>
                  <a:lnTo>
                    <a:pt x="260331" y="21788"/>
                  </a:lnTo>
                  <a:lnTo>
                    <a:pt x="255894" y="18910"/>
                  </a:lnTo>
                  <a:lnTo>
                    <a:pt x="251368" y="16174"/>
                  </a:lnTo>
                  <a:lnTo>
                    <a:pt x="246757" y="13582"/>
                  </a:lnTo>
                  <a:lnTo>
                    <a:pt x="242067" y="11138"/>
                  </a:lnTo>
                  <a:lnTo>
                    <a:pt x="237302" y="8843"/>
                  </a:lnTo>
                  <a:lnTo>
                    <a:pt x="232467" y="6700"/>
                  </a:lnTo>
                  <a:lnTo>
                    <a:pt x="227566" y="4711"/>
                  </a:lnTo>
                  <a:lnTo>
                    <a:pt x="222605" y="2878"/>
                  </a:lnTo>
                  <a:lnTo>
                    <a:pt x="167162" y="1605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212566" y="1546402"/>
              <a:ext cx="55443" cy="167167"/>
            </a:xfrm>
            <a:custGeom>
              <a:avLst/>
              <a:pathLst>
                <a:path w="55443" h="167167">
                  <a:moveTo>
                    <a:pt x="55443" y="9461"/>
                  </a:moveTo>
                  <a:lnTo>
                    <a:pt x="49481" y="7491"/>
                  </a:lnTo>
                  <a:lnTo>
                    <a:pt x="43450" y="5745"/>
                  </a:lnTo>
                  <a:lnTo>
                    <a:pt x="37357" y="4227"/>
                  </a:lnTo>
                  <a:lnTo>
                    <a:pt x="31212" y="2939"/>
                  </a:lnTo>
                  <a:lnTo>
                    <a:pt x="25022" y="1883"/>
                  </a:lnTo>
                  <a:lnTo>
                    <a:pt x="18797" y="1060"/>
                  </a:lnTo>
                  <a:lnTo>
                    <a:pt x="12546" y="471"/>
                  </a:lnTo>
                  <a:lnTo>
                    <a:pt x="6277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1490" y="1943516"/>
              <a:ext cx="7293" cy="167167"/>
            </a:xfrm>
            <a:custGeom>
              <a:avLst/>
              <a:pathLst>
                <a:path w="7293" h="167167">
                  <a:moveTo>
                    <a:pt x="7293" y="0"/>
                  </a:moveTo>
                  <a:lnTo>
                    <a:pt x="0" y="159"/>
                  </a:lnTo>
                  <a:lnTo>
                    <a:pt x="729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71490" y="1943675"/>
              <a:ext cx="7293" cy="167008"/>
            </a:xfrm>
            <a:custGeom>
              <a:avLst/>
              <a:pathLst>
                <a:path w="7293" h="167008">
                  <a:moveTo>
                    <a:pt x="0" y="0"/>
                  </a:moveTo>
                  <a:lnTo>
                    <a:pt x="7293" y="1670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37030" y="1943675"/>
              <a:ext cx="141753" cy="167008"/>
            </a:xfrm>
            <a:custGeom>
              <a:avLst/>
              <a:pathLst>
                <a:path w="141753" h="167008">
                  <a:moveTo>
                    <a:pt x="134460" y="0"/>
                  </a:moveTo>
                  <a:lnTo>
                    <a:pt x="128887" y="336"/>
                  </a:lnTo>
                  <a:lnTo>
                    <a:pt x="123329" y="859"/>
                  </a:lnTo>
                  <a:lnTo>
                    <a:pt x="117792" y="1567"/>
                  </a:lnTo>
                  <a:lnTo>
                    <a:pt x="112281" y="2459"/>
                  </a:lnTo>
                  <a:lnTo>
                    <a:pt x="106803" y="3535"/>
                  </a:lnTo>
                  <a:lnTo>
                    <a:pt x="101364" y="4793"/>
                  </a:lnTo>
                  <a:lnTo>
                    <a:pt x="95970" y="6232"/>
                  </a:lnTo>
                  <a:lnTo>
                    <a:pt x="90627" y="7850"/>
                  </a:lnTo>
                  <a:lnTo>
                    <a:pt x="85341" y="9646"/>
                  </a:lnTo>
                  <a:lnTo>
                    <a:pt x="80118" y="11618"/>
                  </a:lnTo>
                  <a:lnTo>
                    <a:pt x="74964" y="13762"/>
                  </a:lnTo>
                  <a:lnTo>
                    <a:pt x="69884" y="16078"/>
                  </a:lnTo>
                  <a:lnTo>
                    <a:pt x="64885" y="18562"/>
                  </a:lnTo>
                  <a:lnTo>
                    <a:pt x="59971" y="21211"/>
                  </a:lnTo>
                  <a:lnTo>
                    <a:pt x="55148" y="24023"/>
                  </a:lnTo>
                  <a:lnTo>
                    <a:pt x="50422" y="26995"/>
                  </a:lnTo>
                  <a:lnTo>
                    <a:pt x="45798" y="30122"/>
                  </a:lnTo>
                  <a:lnTo>
                    <a:pt x="41281" y="33403"/>
                  </a:lnTo>
                  <a:lnTo>
                    <a:pt x="36876" y="36832"/>
                  </a:lnTo>
                  <a:lnTo>
                    <a:pt x="32588" y="40406"/>
                  </a:lnTo>
                  <a:lnTo>
                    <a:pt x="28421" y="44122"/>
                  </a:lnTo>
                  <a:lnTo>
                    <a:pt x="24381" y="47975"/>
                  </a:lnTo>
                  <a:lnTo>
                    <a:pt x="20472" y="51960"/>
                  </a:lnTo>
                  <a:lnTo>
                    <a:pt x="16698" y="56074"/>
                  </a:lnTo>
                  <a:lnTo>
                    <a:pt x="13064" y="60312"/>
                  </a:lnTo>
                  <a:lnTo>
                    <a:pt x="9573" y="64668"/>
                  </a:lnTo>
                  <a:lnTo>
                    <a:pt x="6229" y="69139"/>
                  </a:lnTo>
                  <a:lnTo>
                    <a:pt x="3037" y="73718"/>
                  </a:lnTo>
                  <a:lnTo>
                    <a:pt x="0" y="78402"/>
                  </a:lnTo>
                  <a:lnTo>
                    <a:pt x="141753" y="1670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11630" y="1943516"/>
              <a:ext cx="334302" cy="334334"/>
            </a:xfrm>
            <a:custGeom>
              <a:avLst/>
              <a:pathLst>
                <a:path w="334302" h="334334">
                  <a:moveTo>
                    <a:pt x="25400" y="78561"/>
                  </a:moveTo>
                  <a:lnTo>
                    <a:pt x="22658" y="83106"/>
                  </a:lnTo>
                  <a:lnTo>
                    <a:pt x="20062" y="87736"/>
                  </a:lnTo>
                  <a:lnTo>
                    <a:pt x="17615" y="92446"/>
                  </a:lnTo>
                  <a:lnTo>
                    <a:pt x="15318" y="97231"/>
                  </a:lnTo>
                  <a:lnTo>
                    <a:pt x="13174" y="102087"/>
                  </a:lnTo>
                  <a:lnTo>
                    <a:pt x="11185" y="107008"/>
                  </a:lnTo>
                  <a:lnTo>
                    <a:pt x="9354" y="111990"/>
                  </a:lnTo>
                  <a:lnTo>
                    <a:pt x="7682" y="117028"/>
                  </a:lnTo>
                  <a:lnTo>
                    <a:pt x="6170" y="122116"/>
                  </a:lnTo>
                  <a:lnTo>
                    <a:pt x="4821" y="127250"/>
                  </a:lnTo>
                  <a:lnTo>
                    <a:pt x="3636" y="132423"/>
                  </a:lnTo>
                  <a:lnTo>
                    <a:pt x="2615" y="137632"/>
                  </a:lnTo>
                  <a:lnTo>
                    <a:pt x="1761" y="142871"/>
                  </a:lnTo>
                  <a:lnTo>
                    <a:pt x="1073" y="148134"/>
                  </a:lnTo>
                  <a:lnTo>
                    <a:pt x="552" y="153416"/>
                  </a:lnTo>
                  <a:lnTo>
                    <a:pt x="199" y="158712"/>
                  </a:lnTo>
                  <a:lnTo>
                    <a:pt x="15" y="164017"/>
                  </a:lnTo>
                  <a:lnTo>
                    <a:pt x="0" y="169325"/>
                  </a:lnTo>
                  <a:lnTo>
                    <a:pt x="152" y="174631"/>
                  </a:lnTo>
                  <a:lnTo>
                    <a:pt x="473" y="179929"/>
                  </a:lnTo>
                  <a:lnTo>
                    <a:pt x="963" y="185214"/>
                  </a:lnTo>
                  <a:lnTo>
                    <a:pt x="1619" y="190481"/>
                  </a:lnTo>
                  <a:lnTo>
                    <a:pt x="2443" y="195725"/>
                  </a:lnTo>
                  <a:lnTo>
                    <a:pt x="3433" y="200940"/>
                  </a:lnTo>
                  <a:lnTo>
                    <a:pt x="4587" y="206120"/>
                  </a:lnTo>
                  <a:lnTo>
                    <a:pt x="5906" y="211262"/>
                  </a:lnTo>
                  <a:lnTo>
                    <a:pt x="7387" y="216359"/>
                  </a:lnTo>
                  <a:lnTo>
                    <a:pt x="9030" y="221406"/>
                  </a:lnTo>
                  <a:lnTo>
                    <a:pt x="10831" y="226399"/>
                  </a:lnTo>
                  <a:lnTo>
                    <a:pt x="12791" y="231332"/>
                  </a:lnTo>
                  <a:lnTo>
                    <a:pt x="14905" y="236200"/>
                  </a:lnTo>
                  <a:lnTo>
                    <a:pt x="17174" y="240999"/>
                  </a:lnTo>
                  <a:lnTo>
                    <a:pt x="19593" y="245724"/>
                  </a:lnTo>
                  <a:lnTo>
                    <a:pt x="22162" y="250369"/>
                  </a:lnTo>
                  <a:lnTo>
                    <a:pt x="24876" y="254930"/>
                  </a:lnTo>
                  <a:lnTo>
                    <a:pt x="27734" y="259403"/>
                  </a:lnTo>
                  <a:lnTo>
                    <a:pt x="30733" y="263782"/>
                  </a:lnTo>
                  <a:lnTo>
                    <a:pt x="33869" y="268065"/>
                  </a:lnTo>
                  <a:lnTo>
                    <a:pt x="37140" y="272245"/>
                  </a:lnTo>
                  <a:lnTo>
                    <a:pt x="40541" y="276320"/>
                  </a:lnTo>
                  <a:lnTo>
                    <a:pt x="44070" y="280285"/>
                  </a:lnTo>
                  <a:lnTo>
                    <a:pt x="47724" y="284135"/>
                  </a:lnTo>
                  <a:lnTo>
                    <a:pt x="51497" y="287868"/>
                  </a:lnTo>
                  <a:lnTo>
                    <a:pt x="55388" y="291479"/>
                  </a:lnTo>
                  <a:lnTo>
                    <a:pt x="59391" y="294965"/>
                  </a:lnTo>
                  <a:lnTo>
                    <a:pt x="63502" y="298321"/>
                  </a:lnTo>
                  <a:lnTo>
                    <a:pt x="67718" y="301546"/>
                  </a:lnTo>
                  <a:lnTo>
                    <a:pt x="72035" y="304635"/>
                  </a:lnTo>
                  <a:lnTo>
                    <a:pt x="76447" y="307586"/>
                  </a:lnTo>
                  <a:lnTo>
                    <a:pt x="80951" y="310394"/>
                  </a:lnTo>
                  <a:lnTo>
                    <a:pt x="85541" y="313059"/>
                  </a:lnTo>
                  <a:lnTo>
                    <a:pt x="90214" y="315576"/>
                  </a:lnTo>
                  <a:lnTo>
                    <a:pt x="94965" y="317944"/>
                  </a:lnTo>
                  <a:lnTo>
                    <a:pt x="99788" y="320160"/>
                  </a:lnTo>
                  <a:lnTo>
                    <a:pt x="104679" y="322222"/>
                  </a:lnTo>
                  <a:lnTo>
                    <a:pt x="109633" y="324127"/>
                  </a:lnTo>
                  <a:lnTo>
                    <a:pt x="114645" y="325874"/>
                  </a:lnTo>
                  <a:lnTo>
                    <a:pt x="119711" y="327461"/>
                  </a:lnTo>
                  <a:lnTo>
                    <a:pt x="124823" y="328886"/>
                  </a:lnTo>
                  <a:lnTo>
                    <a:pt x="129979" y="330149"/>
                  </a:lnTo>
                  <a:lnTo>
                    <a:pt x="135172" y="331247"/>
                  </a:lnTo>
                  <a:lnTo>
                    <a:pt x="140397" y="332179"/>
                  </a:lnTo>
                  <a:lnTo>
                    <a:pt x="145650" y="332946"/>
                  </a:lnTo>
                  <a:lnTo>
                    <a:pt x="150924" y="333545"/>
                  </a:lnTo>
                  <a:lnTo>
                    <a:pt x="156214" y="333976"/>
                  </a:lnTo>
                  <a:lnTo>
                    <a:pt x="161515" y="334239"/>
                  </a:lnTo>
                  <a:lnTo>
                    <a:pt x="166822" y="334334"/>
                  </a:lnTo>
                  <a:lnTo>
                    <a:pt x="172130" y="334260"/>
                  </a:lnTo>
                  <a:lnTo>
                    <a:pt x="177432" y="334018"/>
                  </a:lnTo>
                  <a:lnTo>
                    <a:pt x="182724" y="333608"/>
                  </a:lnTo>
                  <a:lnTo>
                    <a:pt x="188000" y="333029"/>
                  </a:lnTo>
                  <a:lnTo>
                    <a:pt x="193256" y="332284"/>
                  </a:lnTo>
                  <a:lnTo>
                    <a:pt x="198485" y="331372"/>
                  </a:lnTo>
                  <a:lnTo>
                    <a:pt x="203682" y="330294"/>
                  </a:lnTo>
                  <a:lnTo>
                    <a:pt x="208843" y="329053"/>
                  </a:lnTo>
                  <a:lnTo>
                    <a:pt x="213961" y="327647"/>
                  </a:lnTo>
                  <a:lnTo>
                    <a:pt x="219032" y="326080"/>
                  </a:lnTo>
                  <a:lnTo>
                    <a:pt x="224051" y="324353"/>
                  </a:lnTo>
                  <a:lnTo>
                    <a:pt x="229013" y="322468"/>
                  </a:lnTo>
                  <a:lnTo>
                    <a:pt x="233912" y="320425"/>
                  </a:lnTo>
                  <a:lnTo>
                    <a:pt x="238744" y="318229"/>
                  </a:lnTo>
                  <a:lnTo>
                    <a:pt x="243504" y="315880"/>
                  </a:lnTo>
                  <a:lnTo>
                    <a:pt x="248187" y="313381"/>
                  </a:lnTo>
                  <a:lnTo>
                    <a:pt x="252788" y="310734"/>
                  </a:lnTo>
                  <a:lnTo>
                    <a:pt x="257303" y="307943"/>
                  </a:lnTo>
                  <a:lnTo>
                    <a:pt x="261727" y="305010"/>
                  </a:lnTo>
                  <a:lnTo>
                    <a:pt x="266055" y="301938"/>
                  </a:lnTo>
                  <a:lnTo>
                    <a:pt x="270284" y="298730"/>
                  </a:lnTo>
                  <a:lnTo>
                    <a:pt x="274409" y="295390"/>
                  </a:lnTo>
                  <a:lnTo>
                    <a:pt x="278426" y="291920"/>
                  </a:lnTo>
                  <a:lnTo>
                    <a:pt x="282330" y="288324"/>
                  </a:lnTo>
                  <a:lnTo>
                    <a:pt x="286119" y="284607"/>
                  </a:lnTo>
                  <a:lnTo>
                    <a:pt x="289787" y="280771"/>
                  </a:lnTo>
                  <a:lnTo>
                    <a:pt x="293332" y="276820"/>
                  </a:lnTo>
                  <a:lnTo>
                    <a:pt x="296750" y="272759"/>
                  </a:lnTo>
                  <a:lnTo>
                    <a:pt x="300037" y="268591"/>
                  </a:lnTo>
                  <a:lnTo>
                    <a:pt x="303190" y="264321"/>
                  </a:lnTo>
                  <a:lnTo>
                    <a:pt x="306206" y="259953"/>
                  </a:lnTo>
                  <a:lnTo>
                    <a:pt x="309081" y="255492"/>
                  </a:lnTo>
                  <a:lnTo>
                    <a:pt x="311814" y="250941"/>
                  </a:lnTo>
                  <a:lnTo>
                    <a:pt x="314401" y="246307"/>
                  </a:lnTo>
                  <a:lnTo>
                    <a:pt x="316839" y="241592"/>
                  </a:lnTo>
                  <a:lnTo>
                    <a:pt x="319126" y="236802"/>
                  </a:lnTo>
                  <a:lnTo>
                    <a:pt x="321261" y="231942"/>
                  </a:lnTo>
                  <a:lnTo>
                    <a:pt x="323239" y="227017"/>
                  </a:lnTo>
                  <a:lnTo>
                    <a:pt x="325061" y="222031"/>
                  </a:lnTo>
                  <a:lnTo>
                    <a:pt x="326723" y="216990"/>
                  </a:lnTo>
                  <a:lnTo>
                    <a:pt x="328224" y="211899"/>
                  </a:lnTo>
                  <a:lnTo>
                    <a:pt x="329563" y="206763"/>
                  </a:lnTo>
                  <a:lnTo>
                    <a:pt x="330739" y="201587"/>
                  </a:lnTo>
                  <a:lnTo>
                    <a:pt x="331749" y="196376"/>
                  </a:lnTo>
                  <a:lnTo>
                    <a:pt x="332593" y="191136"/>
                  </a:lnTo>
                  <a:lnTo>
                    <a:pt x="333271" y="185871"/>
                  </a:lnTo>
                  <a:lnTo>
                    <a:pt x="333781" y="180588"/>
                  </a:lnTo>
                  <a:lnTo>
                    <a:pt x="334123" y="175291"/>
                  </a:lnTo>
                  <a:lnTo>
                    <a:pt x="334297" y="169986"/>
                  </a:lnTo>
                  <a:lnTo>
                    <a:pt x="334302" y="164678"/>
                  </a:lnTo>
                  <a:lnTo>
                    <a:pt x="334139" y="159373"/>
                  </a:lnTo>
                  <a:lnTo>
                    <a:pt x="333807" y="154075"/>
                  </a:lnTo>
                  <a:lnTo>
                    <a:pt x="333307" y="148791"/>
                  </a:lnTo>
                  <a:lnTo>
                    <a:pt x="332640" y="143525"/>
                  </a:lnTo>
                  <a:lnTo>
                    <a:pt x="331806" y="138283"/>
                  </a:lnTo>
                  <a:lnTo>
                    <a:pt x="330806" y="133071"/>
                  </a:lnTo>
                  <a:lnTo>
                    <a:pt x="329641" y="127892"/>
                  </a:lnTo>
                  <a:lnTo>
                    <a:pt x="328312" y="122753"/>
                  </a:lnTo>
                  <a:lnTo>
                    <a:pt x="326821" y="117659"/>
                  </a:lnTo>
                  <a:lnTo>
                    <a:pt x="325169" y="112615"/>
                  </a:lnTo>
                  <a:lnTo>
                    <a:pt x="323357" y="107626"/>
                  </a:lnTo>
                  <a:lnTo>
                    <a:pt x="321388" y="102697"/>
                  </a:lnTo>
                  <a:lnTo>
                    <a:pt x="319264" y="97832"/>
                  </a:lnTo>
                  <a:lnTo>
                    <a:pt x="316986" y="93038"/>
                  </a:lnTo>
                  <a:lnTo>
                    <a:pt x="314557" y="88319"/>
                  </a:lnTo>
                  <a:lnTo>
                    <a:pt x="311979" y="83679"/>
                  </a:lnTo>
                  <a:lnTo>
                    <a:pt x="309256" y="79123"/>
                  </a:lnTo>
                  <a:lnTo>
                    <a:pt x="306389" y="74656"/>
                  </a:lnTo>
                  <a:lnTo>
                    <a:pt x="303382" y="70282"/>
                  </a:lnTo>
                  <a:lnTo>
                    <a:pt x="300237" y="66006"/>
                  </a:lnTo>
                  <a:lnTo>
                    <a:pt x="296958" y="61832"/>
                  </a:lnTo>
                  <a:lnTo>
                    <a:pt x="293549" y="57764"/>
                  </a:lnTo>
                  <a:lnTo>
                    <a:pt x="290012" y="53806"/>
                  </a:lnTo>
                  <a:lnTo>
                    <a:pt x="286351" y="49963"/>
                  </a:lnTo>
                  <a:lnTo>
                    <a:pt x="282570" y="46237"/>
                  </a:lnTo>
                  <a:lnTo>
                    <a:pt x="278672" y="42634"/>
                  </a:lnTo>
                  <a:lnTo>
                    <a:pt x="274662" y="39156"/>
                  </a:lnTo>
                  <a:lnTo>
                    <a:pt x="270544" y="35808"/>
                  </a:lnTo>
                  <a:lnTo>
                    <a:pt x="266322" y="32592"/>
                  </a:lnTo>
                  <a:lnTo>
                    <a:pt x="261999" y="29511"/>
                  </a:lnTo>
                  <a:lnTo>
                    <a:pt x="257581" y="26569"/>
                  </a:lnTo>
                  <a:lnTo>
                    <a:pt x="253072" y="23769"/>
                  </a:lnTo>
                  <a:lnTo>
                    <a:pt x="248476" y="21114"/>
                  </a:lnTo>
                  <a:lnTo>
                    <a:pt x="243798" y="18606"/>
                  </a:lnTo>
                  <a:lnTo>
                    <a:pt x="239043" y="16247"/>
                  </a:lnTo>
                  <a:lnTo>
                    <a:pt x="234215" y="14041"/>
                  </a:lnTo>
                  <a:lnTo>
                    <a:pt x="229320" y="11989"/>
                  </a:lnTo>
                  <a:lnTo>
                    <a:pt x="224362" y="10093"/>
                  </a:lnTo>
                  <a:lnTo>
                    <a:pt x="219347" y="8356"/>
                  </a:lnTo>
                  <a:lnTo>
                    <a:pt x="214278" y="6779"/>
                  </a:lnTo>
                  <a:lnTo>
                    <a:pt x="209163" y="5364"/>
                  </a:lnTo>
                  <a:lnTo>
                    <a:pt x="204005" y="4112"/>
                  </a:lnTo>
                  <a:lnTo>
                    <a:pt x="198809" y="3024"/>
                  </a:lnTo>
                  <a:lnTo>
                    <a:pt x="193582" y="2102"/>
                  </a:lnTo>
                  <a:lnTo>
                    <a:pt x="188328" y="1346"/>
                  </a:lnTo>
                  <a:lnTo>
                    <a:pt x="183053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25999" y="2406772"/>
              <a:ext cx="19734" cy="167167"/>
            </a:xfrm>
            <a:custGeom>
              <a:avLst/>
              <a:pathLst>
                <a:path w="19734" h="167167">
                  <a:moveTo>
                    <a:pt x="19734" y="0"/>
                  </a:moveTo>
                  <a:lnTo>
                    <a:pt x="9850" y="292"/>
                  </a:lnTo>
                  <a:lnTo>
                    <a:pt x="0" y="1168"/>
                  </a:lnTo>
                  <a:lnTo>
                    <a:pt x="1973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5999" y="2407941"/>
              <a:ext cx="19734" cy="165998"/>
            </a:xfrm>
            <a:custGeom>
              <a:avLst/>
              <a:pathLst>
                <a:path w="19734" h="165998">
                  <a:moveTo>
                    <a:pt x="0" y="0"/>
                  </a:moveTo>
                  <a:lnTo>
                    <a:pt x="19734" y="165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478568" y="2407321"/>
              <a:ext cx="334332" cy="333771"/>
            </a:xfrm>
            <a:custGeom>
              <a:avLst/>
              <a:pathLst>
                <a:path w="334332" h="333771">
                  <a:moveTo>
                    <a:pt x="147430" y="620"/>
                  </a:moveTo>
                  <a:lnTo>
                    <a:pt x="142181" y="1328"/>
                  </a:lnTo>
                  <a:lnTo>
                    <a:pt x="136957" y="2203"/>
                  </a:lnTo>
                  <a:lnTo>
                    <a:pt x="131763" y="3242"/>
                  </a:lnTo>
                  <a:lnTo>
                    <a:pt x="126605" y="4446"/>
                  </a:lnTo>
                  <a:lnTo>
                    <a:pt x="121488" y="5812"/>
                  </a:lnTo>
                  <a:lnTo>
                    <a:pt x="116416" y="7340"/>
                  </a:lnTo>
                  <a:lnTo>
                    <a:pt x="111395" y="9028"/>
                  </a:lnTo>
                  <a:lnTo>
                    <a:pt x="106431" y="10874"/>
                  </a:lnTo>
                  <a:lnTo>
                    <a:pt x="101527" y="12876"/>
                  </a:lnTo>
                  <a:lnTo>
                    <a:pt x="96689" y="15033"/>
                  </a:lnTo>
                  <a:lnTo>
                    <a:pt x="91922" y="17341"/>
                  </a:lnTo>
                  <a:lnTo>
                    <a:pt x="87231" y="19800"/>
                  </a:lnTo>
                  <a:lnTo>
                    <a:pt x="82620" y="22406"/>
                  </a:lnTo>
                  <a:lnTo>
                    <a:pt x="78093" y="25157"/>
                  </a:lnTo>
                  <a:lnTo>
                    <a:pt x="73656" y="28050"/>
                  </a:lnTo>
                  <a:lnTo>
                    <a:pt x="69313" y="31082"/>
                  </a:lnTo>
                  <a:lnTo>
                    <a:pt x="65068" y="34250"/>
                  </a:lnTo>
                  <a:lnTo>
                    <a:pt x="60926" y="37551"/>
                  </a:lnTo>
                  <a:lnTo>
                    <a:pt x="56890" y="40982"/>
                  </a:lnTo>
                  <a:lnTo>
                    <a:pt x="52965" y="44538"/>
                  </a:lnTo>
                  <a:lnTo>
                    <a:pt x="49155" y="48218"/>
                  </a:lnTo>
                  <a:lnTo>
                    <a:pt x="45463" y="52016"/>
                  </a:lnTo>
                  <a:lnTo>
                    <a:pt x="41894" y="55929"/>
                  </a:lnTo>
                  <a:lnTo>
                    <a:pt x="38450" y="59953"/>
                  </a:lnTo>
                  <a:lnTo>
                    <a:pt x="35135" y="64084"/>
                  </a:lnTo>
                  <a:lnTo>
                    <a:pt x="31953" y="68319"/>
                  </a:lnTo>
                  <a:lnTo>
                    <a:pt x="28907" y="72652"/>
                  </a:lnTo>
                  <a:lnTo>
                    <a:pt x="25999" y="77079"/>
                  </a:lnTo>
                  <a:lnTo>
                    <a:pt x="23233" y="81596"/>
                  </a:lnTo>
                  <a:lnTo>
                    <a:pt x="20612" y="86199"/>
                  </a:lnTo>
                  <a:lnTo>
                    <a:pt x="18138" y="90882"/>
                  </a:lnTo>
                  <a:lnTo>
                    <a:pt x="15813" y="95642"/>
                  </a:lnTo>
                  <a:lnTo>
                    <a:pt x="13641" y="100472"/>
                  </a:lnTo>
                  <a:lnTo>
                    <a:pt x="11622" y="105369"/>
                  </a:lnTo>
                  <a:lnTo>
                    <a:pt x="9760" y="110328"/>
                  </a:lnTo>
                  <a:lnTo>
                    <a:pt x="8055" y="115343"/>
                  </a:lnTo>
                  <a:lnTo>
                    <a:pt x="6511" y="120409"/>
                  </a:lnTo>
                  <a:lnTo>
                    <a:pt x="5127" y="125522"/>
                  </a:lnTo>
                  <a:lnTo>
                    <a:pt x="3907" y="130676"/>
                  </a:lnTo>
                  <a:lnTo>
                    <a:pt x="2850" y="135867"/>
                  </a:lnTo>
                  <a:lnTo>
                    <a:pt x="1958" y="141088"/>
                  </a:lnTo>
                  <a:lnTo>
                    <a:pt x="1232" y="146335"/>
                  </a:lnTo>
                  <a:lnTo>
                    <a:pt x="673" y="151602"/>
                  </a:lnTo>
                  <a:lnTo>
                    <a:pt x="281" y="156884"/>
                  </a:lnTo>
                  <a:lnTo>
                    <a:pt x="56" y="162176"/>
                  </a:lnTo>
                  <a:lnTo>
                    <a:pt x="0" y="167472"/>
                  </a:lnTo>
                  <a:lnTo>
                    <a:pt x="110" y="172768"/>
                  </a:lnTo>
                  <a:lnTo>
                    <a:pt x="389" y="178057"/>
                  </a:lnTo>
                  <a:lnTo>
                    <a:pt x="835" y="183335"/>
                  </a:lnTo>
                  <a:lnTo>
                    <a:pt x="1448" y="188596"/>
                  </a:lnTo>
                  <a:lnTo>
                    <a:pt x="2228" y="193835"/>
                  </a:lnTo>
                  <a:lnTo>
                    <a:pt x="3173" y="199047"/>
                  </a:lnTo>
                  <a:lnTo>
                    <a:pt x="4283" y="204226"/>
                  </a:lnTo>
                  <a:lnTo>
                    <a:pt x="5556" y="209368"/>
                  </a:lnTo>
                  <a:lnTo>
                    <a:pt x="6991" y="214466"/>
                  </a:lnTo>
                  <a:lnTo>
                    <a:pt x="8588" y="219516"/>
                  </a:lnTo>
                  <a:lnTo>
                    <a:pt x="10343" y="224514"/>
                  </a:lnTo>
                  <a:lnTo>
                    <a:pt x="12256" y="229453"/>
                  </a:lnTo>
                  <a:lnTo>
                    <a:pt x="14324" y="234329"/>
                  </a:lnTo>
                  <a:lnTo>
                    <a:pt x="16546" y="239137"/>
                  </a:lnTo>
                  <a:lnTo>
                    <a:pt x="18919" y="243873"/>
                  </a:lnTo>
                  <a:lnTo>
                    <a:pt x="21441" y="248531"/>
                  </a:lnTo>
                  <a:lnTo>
                    <a:pt x="24110" y="253106"/>
                  </a:lnTo>
                  <a:lnTo>
                    <a:pt x="26921" y="257595"/>
                  </a:lnTo>
                  <a:lnTo>
                    <a:pt x="29874" y="261992"/>
                  </a:lnTo>
                  <a:lnTo>
                    <a:pt x="32965" y="266294"/>
                  </a:lnTo>
                  <a:lnTo>
                    <a:pt x="36190" y="270495"/>
                  </a:lnTo>
                  <a:lnTo>
                    <a:pt x="39547" y="274593"/>
                  </a:lnTo>
                  <a:lnTo>
                    <a:pt x="43031" y="278582"/>
                  </a:lnTo>
                  <a:lnTo>
                    <a:pt x="46641" y="282458"/>
                  </a:lnTo>
                  <a:lnTo>
                    <a:pt x="50371" y="286218"/>
                  </a:lnTo>
                  <a:lnTo>
                    <a:pt x="54219" y="289858"/>
                  </a:lnTo>
                  <a:lnTo>
                    <a:pt x="58180" y="293375"/>
                  </a:lnTo>
                  <a:lnTo>
                    <a:pt x="62251" y="296764"/>
                  </a:lnTo>
                  <a:lnTo>
                    <a:pt x="66426" y="300022"/>
                  </a:lnTo>
                  <a:lnTo>
                    <a:pt x="70703" y="303147"/>
                  </a:lnTo>
                  <a:lnTo>
                    <a:pt x="75077" y="306134"/>
                  </a:lnTo>
                  <a:lnTo>
                    <a:pt x="79543" y="308982"/>
                  </a:lnTo>
                  <a:lnTo>
                    <a:pt x="84098" y="311686"/>
                  </a:lnTo>
                  <a:lnTo>
                    <a:pt x="88735" y="314245"/>
                  </a:lnTo>
                  <a:lnTo>
                    <a:pt x="93452" y="316656"/>
                  </a:lnTo>
                  <a:lnTo>
                    <a:pt x="98242" y="318916"/>
                  </a:lnTo>
                  <a:lnTo>
                    <a:pt x="103102" y="321023"/>
                  </a:lnTo>
                  <a:lnTo>
                    <a:pt x="108025" y="322975"/>
                  </a:lnTo>
                  <a:lnTo>
                    <a:pt x="113009" y="324770"/>
                  </a:lnTo>
                  <a:lnTo>
                    <a:pt x="118046" y="326406"/>
                  </a:lnTo>
                  <a:lnTo>
                    <a:pt x="123133" y="327882"/>
                  </a:lnTo>
                  <a:lnTo>
                    <a:pt x="128264" y="329196"/>
                  </a:lnTo>
                  <a:lnTo>
                    <a:pt x="133435" y="330347"/>
                  </a:lnTo>
                  <a:lnTo>
                    <a:pt x="138639" y="331334"/>
                  </a:lnTo>
                  <a:lnTo>
                    <a:pt x="143871" y="332155"/>
                  </a:lnTo>
                  <a:lnTo>
                    <a:pt x="149127" y="332810"/>
                  </a:lnTo>
                  <a:lnTo>
                    <a:pt x="154402" y="333298"/>
                  </a:lnTo>
                  <a:lnTo>
                    <a:pt x="159689" y="333618"/>
                  </a:lnTo>
                  <a:lnTo>
                    <a:pt x="164983" y="333771"/>
                  </a:lnTo>
                  <a:lnTo>
                    <a:pt x="170280" y="333756"/>
                  </a:lnTo>
                  <a:lnTo>
                    <a:pt x="175573" y="333574"/>
                  </a:lnTo>
                  <a:lnTo>
                    <a:pt x="180859" y="333224"/>
                  </a:lnTo>
                  <a:lnTo>
                    <a:pt x="186130" y="332706"/>
                  </a:lnTo>
                  <a:lnTo>
                    <a:pt x="191382" y="332022"/>
                  </a:lnTo>
                  <a:lnTo>
                    <a:pt x="196610" y="331172"/>
                  </a:lnTo>
                  <a:lnTo>
                    <a:pt x="201809" y="330156"/>
                  </a:lnTo>
                  <a:lnTo>
                    <a:pt x="206973" y="328977"/>
                  </a:lnTo>
                  <a:lnTo>
                    <a:pt x="212096" y="327634"/>
                  </a:lnTo>
                  <a:lnTo>
                    <a:pt x="217175" y="326130"/>
                  </a:lnTo>
                  <a:lnTo>
                    <a:pt x="222203" y="324465"/>
                  </a:lnTo>
                  <a:lnTo>
                    <a:pt x="227176" y="322642"/>
                  </a:lnTo>
                  <a:lnTo>
                    <a:pt x="232089" y="320663"/>
                  </a:lnTo>
                  <a:lnTo>
                    <a:pt x="236937" y="318529"/>
                  </a:lnTo>
                  <a:lnTo>
                    <a:pt x="241715" y="316242"/>
                  </a:lnTo>
                  <a:lnTo>
                    <a:pt x="246418" y="313805"/>
                  </a:lnTo>
                  <a:lnTo>
                    <a:pt x="251041" y="311220"/>
                  </a:lnTo>
                  <a:lnTo>
                    <a:pt x="255580" y="308490"/>
                  </a:lnTo>
                  <a:lnTo>
                    <a:pt x="260030" y="305618"/>
                  </a:lnTo>
                  <a:lnTo>
                    <a:pt x="264387" y="302606"/>
                  </a:lnTo>
                  <a:lnTo>
                    <a:pt x="268647" y="299458"/>
                  </a:lnTo>
                  <a:lnTo>
                    <a:pt x="272804" y="296176"/>
                  </a:lnTo>
                  <a:lnTo>
                    <a:pt x="276856" y="292764"/>
                  </a:lnTo>
                  <a:lnTo>
                    <a:pt x="280797" y="289226"/>
                  </a:lnTo>
                  <a:lnTo>
                    <a:pt x="284624" y="285564"/>
                  </a:lnTo>
                  <a:lnTo>
                    <a:pt x="288334" y="281783"/>
                  </a:lnTo>
                  <a:lnTo>
                    <a:pt x="291922" y="277887"/>
                  </a:lnTo>
                  <a:lnTo>
                    <a:pt x="295384" y="273878"/>
                  </a:lnTo>
                  <a:lnTo>
                    <a:pt x="298718" y="269762"/>
                  </a:lnTo>
                  <a:lnTo>
                    <a:pt x="301920" y="265543"/>
                  </a:lnTo>
                  <a:lnTo>
                    <a:pt x="304986" y="261224"/>
                  </a:lnTo>
                  <a:lnTo>
                    <a:pt x="307914" y="256810"/>
                  </a:lnTo>
                  <a:lnTo>
                    <a:pt x="310701" y="252306"/>
                  </a:lnTo>
                  <a:lnTo>
                    <a:pt x="313343" y="247715"/>
                  </a:lnTo>
                  <a:lnTo>
                    <a:pt x="315839" y="243044"/>
                  </a:lnTo>
                  <a:lnTo>
                    <a:pt x="318186" y="238295"/>
                  </a:lnTo>
                  <a:lnTo>
                    <a:pt x="320381" y="233475"/>
                  </a:lnTo>
                  <a:lnTo>
                    <a:pt x="322422" y="228587"/>
                  </a:lnTo>
                  <a:lnTo>
                    <a:pt x="324307" y="223637"/>
                  </a:lnTo>
                  <a:lnTo>
                    <a:pt x="326035" y="218630"/>
                  </a:lnTo>
                  <a:lnTo>
                    <a:pt x="327603" y="213571"/>
                  </a:lnTo>
                  <a:lnTo>
                    <a:pt x="329010" y="208464"/>
                  </a:lnTo>
                  <a:lnTo>
                    <a:pt x="330254" y="203316"/>
                  </a:lnTo>
                  <a:lnTo>
                    <a:pt x="331335" y="198131"/>
                  </a:lnTo>
                  <a:lnTo>
                    <a:pt x="332251" y="192914"/>
                  </a:lnTo>
                  <a:lnTo>
                    <a:pt x="333001" y="187670"/>
                  </a:lnTo>
                  <a:lnTo>
                    <a:pt x="333585" y="182406"/>
                  </a:lnTo>
                  <a:lnTo>
                    <a:pt x="334002" y="177126"/>
                  </a:lnTo>
                  <a:lnTo>
                    <a:pt x="334251" y="171835"/>
                  </a:lnTo>
                  <a:lnTo>
                    <a:pt x="334332" y="166539"/>
                  </a:lnTo>
                  <a:lnTo>
                    <a:pt x="334246" y="161243"/>
                  </a:lnTo>
                  <a:lnTo>
                    <a:pt x="333992" y="155952"/>
                  </a:lnTo>
                  <a:lnTo>
                    <a:pt x="333570" y="150672"/>
                  </a:lnTo>
                  <a:lnTo>
                    <a:pt x="332981" y="145408"/>
                  </a:lnTo>
                  <a:lnTo>
                    <a:pt x="332226" y="140165"/>
                  </a:lnTo>
                  <a:lnTo>
                    <a:pt x="331305" y="134949"/>
                  </a:lnTo>
                  <a:lnTo>
                    <a:pt x="330219" y="129765"/>
                  </a:lnTo>
                  <a:lnTo>
                    <a:pt x="328970" y="124618"/>
                  </a:lnTo>
                  <a:lnTo>
                    <a:pt x="327558" y="119513"/>
                  </a:lnTo>
                  <a:lnTo>
                    <a:pt x="325985" y="114455"/>
                  </a:lnTo>
                  <a:lnTo>
                    <a:pt x="324253" y="109450"/>
                  </a:lnTo>
                  <a:lnTo>
                    <a:pt x="322363" y="104502"/>
                  </a:lnTo>
                  <a:lnTo>
                    <a:pt x="320317" y="99616"/>
                  </a:lnTo>
                  <a:lnTo>
                    <a:pt x="318118" y="94797"/>
                  </a:lnTo>
                  <a:lnTo>
                    <a:pt x="315766" y="90051"/>
                  </a:lnTo>
                  <a:lnTo>
                    <a:pt x="313266" y="85382"/>
                  </a:lnTo>
                  <a:lnTo>
                    <a:pt x="310619" y="80794"/>
                  </a:lnTo>
                  <a:lnTo>
                    <a:pt x="307828" y="76292"/>
                  </a:lnTo>
                  <a:lnTo>
                    <a:pt x="304896" y="71881"/>
                  </a:lnTo>
                  <a:lnTo>
                    <a:pt x="301825" y="67565"/>
                  </a:lnTo>
                  <a:lnTo>
                    <a:pt x="298620" y="63349"/>
                  </a:lnTo>
                  <a:lnTo>
                    <a:pt x="295282" y="59236"/>
                  </a:lnTo>
                  <a:lnTo>
                    <a:pt x="291816" y="55231"/>
                  </a:lnTo>
                  <a:lnTo>
                    <a:pt x="288224" y="51338"/>
                  </a:lnTo>
                  <a:lnTo>
                    <a:pt x="284511" y="47560"/>
                  </a:lnTo>
                  <a:lnTo>
                    <a:pt x="280680" y="43902"/>
                  </a:lnTo>
                  <a:lnTo>
                    <a:pt x="276736" y="40368"/>
                  </a:lnTo>
                  <a:lnTo>
                    <a:pt x="272681" y="36960"/>
                  </a:lnTo>
                  <a:lnTo>
                    <a:pt x="268520" y="33682"/>
                  </a:lnTo>
                  <a:lnTo>
                    <a:pt x="264258" y="30538"/>
                  </a:lnTo>
                  <a:lnTo>
                    <a:pt x="259898" y="27530"/>
                  </a:lnTo>
                  <a:lnTo>
                    <a:pt x="255445" y="24662"/>
                  </a:lnTo>
                  <a:lnTo>
                    <a:pt x="250903" y="21936"/>
                  </a:lnTo>
                  <a:lnTo>
                    <a:pt x="246277" y="19356"/>
                  </a:lnTo>
                  <a:lnTo>
                    <a:pt x="241572" y="16923"/>
                  </a:lnTo>
                  <a:lnTo>
                    <a:pt x="236792" y="14641"/>
                  </a:lnTo>
                  <a:lnTo>
                    <a:pt x="231943" y="12512"/>
                  </a:lnTo>
                  <a:lnTo>
                    <a:pt x="227028" y="10537"/>
                  </a:lnTo>
                  <a:lnTo>
                    <a:pt x="222053" y="8719"/>
                  </a:lnTo>
                  <a:lnTo>
                    <a:pt x="217023" y="7059"/>
                  </a:lnTo>
                  <a:lnTo>
                    <a:pt x="211943" y="5560"/>
                  </a:lnTo>
                  <a:lnTo>
                    <a:pt x="206818" y="4222"/>
                  </a:lnTo>
                  <a:lnTo>
                    <a:pt x="201653" y="3047"/>
                  </a:lnTo>
                  <a:lnTo>
                    <a:pt x="196454" y="2036"/>
                  </a:lnTo>
                  <a:lnTo>
                    <a:pt x="191225" y="1191"/>
                  </a:lnTo>
                  <a:lnTo>
                    <a:pt x="185972" y="512"/>
                  </a:lnTo>
                  <a:lnTo>
                    <a:pt x="180700" y="0"/>
                  </a:lnTo>
                  <a:lnTo>
                    <a:pt x="167165" y="1666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45733" y="2406772"/>
              <a:ext cx="13535" cy="167167"/>
            </a:xfrm>
            <a:custGeom>
              <a:avLst/>
              <a:pathLst>
                <a:path w="13535" h="167167">
                  <a:moveTo>
                    <a:pt x="13535" y="5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2612" y="2911194"/>
              <a:ext cx="3368" cy="167167"/>
            </a:xfrm>
            <a:custGeom>
              <a:avLst/>
              <a:pathLst>
                <a:path w="3368" h="167167">
                  <a:moveTo>
                    <a:pt x="3368" y="0"/>
                  </a:moveTo>
                  <a:lnTo>
                    <a:pt x="0" y="33"/>
                  </a:lnTo>
                  <a:lnTo>
                    <a:pt x="336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612" y="2911228"/>
              <a:ext cx="3368" cy="167133"/>
            </a:xfrm>
            <a:custGeom>
              <a:avLst/>
              <a:pathLst>
                <a:path w="3368" h="167133">
                  <a:moveTo>
                    <a:pt x="0" y="0"/>
                  </a:moveTo>
                  <a:lnTo>
                    <a:pt x="3368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358813" y="2911228"/>
              <a:ext cx="334333" cy="334280"/>
            </a:xfrm>
            <a:custGeom>
              <a:avLst/>
              <a:pathLst>
                <a:path w="334333" h="334280">
                  <a:moveTo>
                    <a:pt x="163798" y="0"/>
                  </a:moveTo>
                  <a:lnTo>
                    <a:pt x="158505" y="190"/>
                  </a:lnTo>
                  <a:lnTo>
                    <a:pt x="153220" y="548"/>
                  </a:lnTo>
                  <a:lnTo>
                    <a:pt x="147949" y="1074"/>
                  </a:lnTo>
                  <a:lnTo>
                    <a:pt x="142698" y="1766"/>
                  </a:lnTo>
                  <a:lnTo>
                    <a:pt x="137471" y="2624"/>
                  </a:lnTo>
                  <a:lnTo>
                    <a:pt x="132274" y="3648"/>
                  </a:lnTo>
                  <a:lnTo>
                    <a:pt x="127113" y="4835"/>
                  </a:lnTo>
                  <a:lnTo>
                    <a:pt x="121991" y="6185"/>
                  </a:lnTo>
                  <a:lnTo>
                    <a:pt x="116914" y="7697"/>
                  </a:lnTo>
                  <a:lnTo>
                    <a:pt x="111889" y="9370"/>
                  </a:lnTo>
                  <a:lnTo>
                    <a:pt x="106918" y="11200"/>
                  </a:lnTo>
                  <a:lnTo>
                    <a:pt x="102008" y="13187"/>
                  </a:lnTo>
                  <a:lnTo>
                    <a:pt x="97164" y="15329"/>
                  </a:lnTo>
                  <a:lnTo>
                    <a:pt x="92390" y="17623"/>
                  </a:lnTo>
                  <a:lnTo>
                    <a:pt x="87690" y="20067"/>
                  </a:lnTo>
                  <a:lnTo>
                    <a:pt x="83071" y="22658"/>
                  </a:lnTo>
                  <a:lnTo>
                    <a:pt x="78536" y="25395"/>
                  </a:lnTo>
                  <a:lnTo>
                    <a:pt x="74090" y="28274"/>
                  </a:lnTo>
                  <a:lnTo>
                    <a:pt x="69738" y="31293"/>
                  </a:lnTo>
                  <a:lnTo>
                    <a:pt x="65483" y="34448"/>
                  </a:lnTo>
                  <a:lnTo>
                    <a:pt x="61330" y="37736"/>
                  </a:lnTo>
                  <a:lnTo>
                    <a:pt x="57284" y="41154"/>
                  </a:lnTo>
                  <a:lnTo>
                    <a:pt x="53348" y="44698"/>
                  </a:lnTo>
                  <a:lnTo>
                    <a:pt x="49526" y="48366"/>
                  </a:lnTo>
                  <a:lnTo>
                    <a:pt x="45823" y="52152"/>
                  </a:lnTo>
                  <a:lnTo>
                    <a:pt x="42241" y="56054"/>
                  </a:lnTo>
                  <a:lnTo>
                    <a:pt x="38784" y="60068"/>
                  </a:lnTo>
                  <a:lnTo>
                    <a:pt x="35457" y="64189"/>
                  </a:lnTo>
                  <a:lnTo>
                    <a:pt x="32262" y="68413"/>
                  </a:lnTo>
                  <a:lnTo>
                    <a:pt x="29202" y="72737"/>
                  </a:lnTo>
                  <a:lnTo>
                    <a:pt x="26280" y="77155"/>
                  </a:lnTo>
                  <a:lnTo>
                    <a:pt x="23500" y="81664"/>
                  </a:lnTo>
                  <a:lnTo>
                    <a:pt x="20865" y="86258"/>
                  </a:lnTo>
                  <a:lnTo>
                    <a:pt x="18376" y="90934"/>
                  </a:lnTo>
                  <a:lnTo>
                    <a:pt x="16037" y="95686"/>
                  </a:lnTo>
                  <a:lnTo>
                    <a:pt x="13849" y="100510"/>
                  </a:lnTo>
                  <a:lnTo>
                    <a:pt x="11815" y="105401"/>
                  </a:lnTo>
                  <a:lnTo>
                    <a:pt x="9937" y="110353"/>
                  </a:lnTo>
                  <a:lnTo>
                    <a:pt x="8218" y="115363"/>
                  </a:lnTo>
                  <a:lnTo>
                    <a:pt x="6657" y="120425"/>
                  </a:lnTo>
                  <a:lnTo>
                    <a:pt x="5258" y="125533"/>
                  </a:lnTo>
                  <a:lnTo>
                    <a:pt x="4021" y="130684"/>
                  </a:lnTo>
                  <a:lnTo>
                    <a:pt x="2948" y="135871"/>
                  </a:lnTo>
                  <a:lnTo>
                    <a:pt x="2040" y="141089"/>
                  </a:lnTo>
                  <a:lnTo>
                    <a:pt x="1298" y="146333"/>
                  </a:lnTo>
                  <a:lnTo>
                    <a:pt x="722" y="151599"/>
                  </a:lnTo>
                  <a:lnTo>
                    <a:pt x="314" y="156880"/>
                  </a:lnTo>
                  <a:lnTo>
                    <a:pt x="73" y="162171"/>
                  </a:lnTo>
                  <a:lnTo>
                    <a:pt x="0" y="167467"/>
                  </a:lnTo>
                  <a:lnTo>
                    <a:pt x="94" y="172763"/>
                  </a:lnTo>
                  <a:lnTo>
                    <a:pt x="356" y="178053"/>
                  </a:lnTo>
                  <a:lnTo>
                    <a:pt x="786" y="183333"/>
                  </a:lnTo>
                  <a:lnTo>
                    <a:pt x="1383" y="188596"/>
                  </a:lnTo>
                  <a:lnTo>
                    <a:pt x="2146" y="193837"/>
                  </a:lnTo>
                  <a:lnTo>
                    <a:pt x="3075" y="199052"/>
                  </a:lnTo>
                  <a:lnTo>
                    <a:pt x="4168" y="204234"/>
                  </a:lnTo>
                  <a:lnTo>
                    <a:pt x="5426" y="209380"/>
                  </a:lnTo>
                  <a:lnTo>
                    <a:pt x="6845" y="214483"/>
                  </a:lnTo>
                  <a:lnTo>
                    <a:pt x="8426" y="219538"/>
                  </a:lnTo>
                  <a:lnTo>
                    <a:pt x="10166" y="224541"/>
                  </a:lnTo>
                  <a:lnTo>
                    <a:pt x="12063" y="229486"/>
                  </a:lnTo>
                  <a:lnTo>
                    <a:pt x="14117" y="234369"/>
                  </a:lnTo>
                  <a:lnTo>
                    <a:pt x="16324" y="239184"/>
                  </a:lnTo>
                  <a:lnTo>
                    <a:pt x="18682" y="243927"/>
                  </a:lnTo>
                  <a:lnTo>
                    <a:pt x="21189" y="248592"/>
                  </a:lnTo>
                  <a:lnTo>
                    <a:pt x="23843" y="253176"/>
                  </a:lnTo>
                  <a:lnTo>
                    <a:pt x="26641" y="257674"/>
                  </a:lnTo>
                  <a:lnTo>
                    <a:pt x="29580" y="262080"/>
                  </a:lnTo>
                  <a:lnTo>
                    <a:pt x="32657" y="266391"/>
                  </a:lnTo>
                  <a:lnTo>
                    <a:pt x="35870" y="270603"/>
                  </a:lnTo>
                  <a:lnTo>
                    <a:pt x="39214" y="274711"/>
                  </a:lnTo>
                  <a:lnTo>
                    <a:pt x="42686" y="278710"/>
                  </a:lnTo>
                  <a:lnTo>
                    <a:pt x="46283" y="282598"/>
                  </a:lnTo>
                  <a:lnTo>
                    <a:pt x="50002" y="286370"/>
                  </a:lnTo>
                  <a:lnTo>
                    <a:pt x="53839" y="290022"/>
                  </a:lnTo>
                  <a:lnTo>
                    <a:pt x="57789" y="293551"/>
                  </a:lnTo>
                  <a:lnTo>
                    <a:pt x="61849" y="296952"/>
                  </a:lnTo>
                  <a:lnTo>
                    <a:pt x="66014" y="300224"/>
                  </a:lnTo>
                  <a:lnTo>
                    <a:pt x="70282" y="303362"/>
                  </a:lnTo>
                  <a:lnTo>
                    <a:pt x="74646" y="306363"/>
                  </a:lnTo>
                  <a:lnTo>
                    <a:pt x="79104" y="309224"/>
                  </a:lnTo>
                  <a:lnTo>
                    <a:pt x="83649" y="311943"/>
                  </a:lnTo>
                  <a:lnTo>
                    <a:pt x="88279" y="314516"/>
                  </a:lnTo>
                  <a:lnTo>
                    <a:pt x="92988" y="316941"/>
                  </a:lnTo>
                  <a:lnTo>
                    <a:pt x="97771" y="319216"/>
                  </a:lnTo>
                  <a:lnTo>
                    <a:pt x="102624" y="321338"/>
                  </a:lnTo>
                  <a:lnTo>
                    <a:pt x="107542" y="323306"/>
                  </a:lnTo>
                  <a:lnTo>
                    <a:pt x="112520" y="325116"/>
                  </a:lnTo>
                  <a:lnTo>
                    <a:pt x="117552" y="326768"/>
                  </a:lnTo>
                  <a:lnTo>
                    <a:pt x="122635" y="328260"/>
                  </a:lnTo>
                  <a:lnTo>
                    <a:pt x="127762" y="329590"/>
                  </a:lnTo>
                  <a:lnTo>
                    <a:pt x="132929" y="330757"/>
                  </a:lnTo>
                  <a:lnTo>
                    <a:pt x="138130" y="331759"/>
                  </a:lnTo>
                  <a:lnTo>
                    <a:pt x="143360" y="332597"/>
                  </a:lnTo>
                  <a:lnTo>
                    <a:pt x="148614" y="333268"/>
                  </a:lnTo>
                  <a:lnTo>
                    <a:pt x="153886" y="333772"/>
                  </a:lnTo>
                  <a:lnTo>
                    <a:pt x="159172" y="334109"/>
                  </a:lnTo>
                  <a:lnTo>
                    <a:pt x="164466" y="334279"/>
                  </a:lnTo>
                  <a:lnTo>
                    <a:pt x="169763" y="334280"/>
                  </a:lnTo>
                  <a:lnTo>
                    <a:pt x="175057" y="334114"/>
                  </a:lnTo>
                  <a:lnTo>
                    <a:pt x="180344" y="333780"/>
                  </a:lnTo>
                  <a:lnTo>
                    <a:pt x="185617" y="333279"/>
                  </a:lnTo>
                  <a:lnTo>
                    <a:pt x="190871" y="332611"/>
                  </a:lnTo>
                  <a:lnTo>
                    <a:pt x="196102" y="331777"/>
                  </a:lnTo>
                  <a:lnTo>
                    <a:pt x="201303" y="330778"/>
                  </a:lnTo>
                  <a:lnTo>
                    <a:pt x="206471" y="329614"/>
                  </a:lnTo>
                  <a:lnTo>
                    <a:pt x="211599" y="328287"/>
                  </a:lnTo>
                  <a:lnTo>
                    <a:pt x="216682" y="326799"/>
                  </a:lnTo>
                  <a:lnTo>
                    <a:pt x="221715" y="325150"/>
                  </a:lnTo>
                  <a:lnTo>
                    <a:pt x="226694" y="323343"/>
                  </a:lnTo>
                  <a:lnTo>
                    <a:pt x="231613" y="321378"/>
                  </a:lnTo>
                  <a:lnTo>
                    <a:pt x="236468" y="319259"/>
                  </a:lnTo>
                  <a:lnTo>
                    <a:pt x="241252" y="316987"/>
                  </a:lnTo>
                  <a:lnTo>
                    <a:pt x="245963" y="314565"/>
                  </a:lnTo>
                  <a:lnTo>
                    <a:pt x="250594" y="311994"/>
                  </a:lnTo>
                  <a:lnTo>
                    <a:pt x="255141" y="309279"/>
                  </a:lnTo>
                  <a:lnTo>
                    <a:pt x="259601" y="306420"/>
                  </a:lnTo>
                  <a:lnTo>
                    <a:pt x="263967" y="303422"/>
                  </a:lnTo>
                  <a:lnTo>
                    <a:pt x="268236" y="300287"/>
                  </a:lnTo>
                  <a:lnTo>
                    <a:pt x="272404" y="297018"/>
                  </a:lnTo>
                  <a:lnTo>
                    <a:pt x="276466" y="293618"/>
                  </a:lnTo>
                  <a:lnTo>
                    <a:pt x="280418" y="290092"/>
                  </a:lnTo>
                  <a:lnTo>
                    <a:pt x="284257" y="286443"/>
                  </a:lnTo>
                  <a:lnTo>
                    <a:pt x="287978" y="282673"/>
                  </a:lnTo>
                  <a:lnTo>
                    <a:pt x="291578" y="278788"/>
                  </a:lnTo>
                  <a:lnTo>
                    <a:pt x="295053" y="274790"/>
                  </a:lnTo>
                  <a:lnTo>
                    <a:pt x="298399" y="270684"/>
                  </a:lnTo>
                  <a:lnTo>
                    <a:pt x="301614" y="266475"/>
                  </a:lnTo>
                  <a:lnTo>
                    <a:pt x="304694" y="262165"/>
                  </a:lnTo>
                  <a:lnTo>
                    <a:pt x="307636" y="257761"/>
                  </a:lnTo>
                  <a:lnTo>
                    <a:pt x="310436" y="253265"/>
                  </a:lnTo>
                  <a:lnTo>
                    <a:pt x="313093" y="248683"/>
                  </a:lnTo>
                  <a:lnTo>
                    <a:pt x="315604" y="244019"/>
                  </a:lnTo>
                  <a:lnTo>
                    <a:pt x="317965" y="239277"/>
                  </a:lnTo>
                  <a:lnTo>
                    <a:pt x="320175" y="234464"/>
                  </a:lnTo>
                  <a:lnTo>
                    <a:pt x="322231" y="229582"/>
                  </a:lnTo>
                  <a:lnTo>
                    <a:pt x="324132" y="224638"/>
                  </a:lnTo>
                  <a:lnTo>
                    <a:pt x="325875" y="219637"/>
                  </a:lnTo>
                  <a:lnTo>
                    <a:pt x="327459" y="214582"/>
                  </a:lnTo>
                  <a:lnTo>
                    <a:pt x="328881" y="209480"/>
                  </a:lnTo>
                  <a:lnTo>
                    <a:pt x="330142" y="204336"/>
                  </a:lnTo>
                  <a:lnTo>
                    <a:pt x="331239" y="199154"/>
                  </a:lnTo>
                  <a:lnTo>
                    <a:pt x="332171" y="193939"/>
                  </a:lnTo>
                  <a:lnTo>
                    <a:pt x="332937" y="188698"/>
                  </a:lnTo>
                  <a:lnTo>
                    <a:pt x="333537" y="183436"/>
                  </a:lnTo>
                  <a:lnTo>
                    <a:pt x="333970" y="178157"/>
                  </a:lnTo>
                  <a:lnTo>
                    <a:pt x="334236" y="172867"/>
                  </a:lnTo>
                  <a:lnTo>
                    <a:pt x="334333" y="167571"/>
                  </a:lnTo>
                  <a:lnTo>
                    <a:pt x="334263" y="162275"/>
                  </a:lnTo>
                  <a:lnTo>
                    <a:pt x="334026" y="156983"/>
                  </a:lnTo>
                  <a:lnTo>
                    <a:pt x="333620" y="151702"/>
                  </a:lnTo>
                  <a:lnTo>
                    <a:pt x="333048" y="146436"/>
                  </a:lnTo>
                  <a:lnTo>
                    <a:pt x="332309" y="141191"/>
                  </a:lnTo>
                  <a:lnTo>
                    <a:pt x="331404" y="135972"/>
                  </a:lnTo>
                  <a:lnTo>
                    <a:pt x="330334" y="130785"/>
                  </a:lnTo>
                  <a:lnTo>
                    <a:pt x="329101" y="125634"/>
                  </a:lnTo>
                  <a:lnTo>
                    <a:pt x="327705" y="120524"/>
                  </a:lnTo>
                  <a:lnTo>
                    <a:pt x="326148" y="115462"/>
                  </a:lnTo>
                  <a:lnTo>
                    <a:pt x="324431" y="110451"/>
                  </a:lnTo>
                  <a:lnTo>
                    <a:pt x="322556" y="105497"/>
                  </a:lnTo>
                  <a:lnTo>
                    <a:pt x="320526" y="100605"/>
                  </a:lnTo>
                  <a:lnTo>
                    <a:pt x="318341" y="95780"/>
                  </a:lnTo>
                  <a:lnTo>
                    <a:pt x="316004" y="91026"/>
                  </a:lnTo>
                  <a:lnTo>
                    <a:pt x="313519" y="86349"/>
                  </a:lnTo>
                  <a:lnTo>
                    <a:pt x="310886" y="81753"/>
                  </a:lnTo>
                  <a:lnTo>
                    <a:pt x="308109" y="77242"/>
                  </a:lnTo>
                  <a:lnTo>
                    <a:pt x="305190" y="72822"/>
                  </a:lnTo>
                  <a:lnTo>
                    <a:pt x="302133" y="68497"/>
                  </a:lnTo>
                  <a:lnTo>
                    <a:pt x="298940" y="64271"/>
                  </a:lnTo>
                  <a:lnTo>
                    <a:pt x="295615" y="60147"/>
                  </a:lnTo>
                  <a:lnTo>
                    <a:pt x="292161" y="56132"/>
                  </a:lnTo>
                  <a:lnTo>
                    <a:pt x="288582" y="52227"/>
                  </a:lnTo>
                  <a:lnTo>
                    <a:pt x="284881" y="48439"/>
                  </a:lnTo>
                  <a:lnTo>
                    <a:pt x="281061" y="44769"/>
                  </a:lnTo>
                  <a:lnTo>
                    <a:pt x="277127" y="41222"/>
                  </a:lnTo>
                  <a:lnTo>
                    <a:pt x="273083" y="37801"/>
                  </a:lnTo>
                  <a:lnTo>
                    <a:pt x="268932" y="34511"/>
                  </a:lnTo>
                  <a:lnTo>
                    <a:pt x="264680" y="31353"/>
                  </a:lnTo>
                  <a:lnTo>
                    <a:pt x="260329" y="28332"/>
                  </a:lnTo>
                  <a:lnTo>
                    <a:pt x="255885" y="25450"/>
                  </a:lnTo>
                  <a:lnTo>
                    <a:pt x="251352" y="22711"/>
                  </a:lnTo>
                  <a:lnTo>
                    <a:pt x="246734" y="20116"/>
                  </a:lnTo>
                  <a:lnTo>
                    <a:pt x="242036" y="17669"/>
                  </a:lnTo>
                  <a:lnTo>
                    <a:pt x="237264" y="15372"/>
                  </a:lnTo>
                  <a:lnTo>
                    <a:pt x="232420" y="13228"/>
                  </a:lnTo>
                  <a:lnTo>
                    <a:pt x="227512" y="11237"/>
                  </a:lnTo>
                  <a:lnTo>
                    <a:pt x="167167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2911194"/>
              <a:ext cx="60345" cy="167167"/>
            </a:xfrm>
            <a:custGeom>
              <a:avLst/>
              <a:pathLst>
                <a:path w="60345" h="167167">
                  <a:moveTo>
                    <a:pt x="60345" y="11271"/>
                  </a:moveTo>
                  <a:lnTo>
                    <a:pt x="54547" y="9150"/>
                  </a:lnTo>
                  <a:lnTo>
                    <a:pt x="48675" y="7243"/>
                  </a:lnTo>
                  <a:lnTo>
                    <a:pt x="42737" y="5555"/>
                  </a:lnTo>
                  <a:lnTo>
                    <a:pt x="36741" y="4087"/>
                  </a:lnTo>
                  <a:lnTo>
                    <a:pt x="30694" y="2842"/>
                  </a:lnTo>
                  <a:lnTo>
                    <a:pt x="24605" y="1820"/>
                  </a:lnTo>
                  <a:lnTo>
                    <a:pt x="18483" y="1025"/>
                  </a:lnTo>
                  <a:lnTo>
                    <a:pt x="12336" y="455"/>
                  </a:lnTo>
                  <a:lnTo>
                    <a:pt x="6172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10105" y="3429590"/>
              <a:ext cx="15875" cy="167167"/>
            </a:xfrm>
            <a:custGeom>
              <a:avLst/>
              <a:pathLst>
                <a:path w="15875" h="167167">
                  <a:moveTo>
                    <a:pt x="15875" y="0"/>
                  </a:moveTo>
                  <a:lnTo>
                    <a:pt x="7928" y="188"/>
                  </a:lnTo>
                  <a:lnTo>
                    <a:pt x="0" y="755"/>
                  </a:lnTo>
                  <a:lnTo>
                    <a:pt x="1587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10105" y="3430345"/>
              <a:ext cx="15875" cy="166411"/>
            </a:xfrm>
            <a:custGeom>
              <a:avLst/>
              <a:pathLst>
                <a:path w="15875" h="166411">
                  <a:moveTo>
                    <a:pt x="0" y="0"/>
                  </a:moveTo>
                  <a:lnTo>
                    <a:pt x="15875" y="1664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10105" y="3430345"/>
              <a:ext cx="15875" cy="166411"/>
            </a:xfrm>
            <a:custGeom>
              <a:avLst/>
              <a:pathLst>
                <a:path w="15875" h="166411">
                  <a:moveTo>
                    <a:pt x="0" y="0"/>
                  </a:moveTo>
                  <a:lnTo>
                    <a:pt x="15875" y="1664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10105" y="3430345"/>
              <a:ext cx="15875" cy="166411"/>
            </a:xfrm>
            <a:custGeom>
              <a:avLst/>
              <a:pathLst>
                <a:path w="15875" h="166411">
                  <a:moveTo>
                    <a:pt x="0" y="0"/>
                  </a:moveTo>
                  <a:lnTo>
                    <a:pt x="15875" y="1664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10105" y="3430345"/>
              <a:ext cx="15875" cy="166411"/>
            </a:xfrm>
            <a:custGeom>
              <a:avLst/>
              <a:pathLst>
                <a:path w="15875" h="166411">
                  <a:moveTo>
                    <a:pt x="0" y="0"/>
                  </a:moveTo>
                  <a:lnTo>
                    <a:pt x="15875" y="1664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10105" y="3430345"/>
              <a:ext cx="15875" cy="166411"/>
            </a:xfrm>
            <a:custGeom>
              <a:avLst/>
              <a:pathLst>
                <a:path w="15875" h="166411">
                  <a:moveTo>
                    <a:pt x="0" y="0"/>
                  </a:moveTo>
                  <a:lnTo>
                    <a:pt x="15875" y="1664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10105" y="3430345"/>
              <a:ext cx="15875" cy="166411"/>
            </a:xfrm>
            <a:custGeom>
              <a:avLst/>
              <a:pathLst>
                <a:path w="15875" h="166411">
                  <a:moveTo>
                    <a:pt x="0" y="0"/>
                  </a:moveTo>
                  <a:lnTo>
                    <a:pt x="15875" y="1664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10105" y="3430345"/>
              <a:ext cx="15875" cy="166411"/>
            </a:xfrm>
            <a:custGeom>
              <a:avLst/>
              <a:pathLst>
                <a:path w="15875" h="166411">
                  <a:moveTo>
                    <a:pt x="0" y="0"/>
                  </a:moveTo>
                  <a:lnTo>
                    <a:pt x="15875" y="1664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10105" y="3430345"/>
              <a:ext cx="15875" cy="166411"/>
            </a:xfrm>
            <a:custGeom>
              <a:avLst/>
              <a:pathLst>
                <a:path w="15875" h="166411">
                  <a:moveTo>
                    <a:pt x="0" y="0"/>
                  </a:moveTo>
                  <a:lnTo>
                    <a:pt x="15875" y="1664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10105" y="3430345"/>
              <a:ext cx="15875" cy="166411"/>
            </a:xfrm>
            <a:custGeom>
              <a:avLst/>
              <a:pathLst>
                <a:path w="15875" h="166411">
                  <a:moveTo>
                    <a:pt x="0" y="0"/>
                  </a:moveTo>
                  <a:lnTo>
                    <a:pt x="15875" y="1664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10105" y="3430345"/>
              <a:ext cx="15875" cy="166411"/>
            </a:xfrm>
            <a:custGeom>
              <a:avLst/>
              <a:pathLst>
                <a:path w="15875" h="166411">
                  <a:moveTo>
                    <a:pt x="0" y="0"/>
                  </a:moveTo>
                  <a:lnTo>
                    <a:pt x="15875" y="1664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10105" y="3430345"/>
              <a:ext cx="15875" cy="166411"/>
            </a:xfrm>
            <a:custGeom>
              <a:avLst/>
              <a:pathLst>
                <a:path w="15875" h="166411">
                  <a:moveTo>
                    <a:pt x="0" y="0"/>
                  </a:moveTo>
                  <a:lnTo>
                    <a:pt x="15875" y="1664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10105" y="3430345"/>
              <a:ext cx="15875" cy="166411"/>
            </a:xfrm>
            <a:custGeom>
              <a:avLst/>
              <a:pathLst>
                <a:path w="15875" h="166411">
                  <a:moveTo>
                    <a:pt x="0" y="0"/>
                  </a:moveTo>
                  <a:lnTo>
                    <a:pt x="15875" y="1664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358833" y="3430345"/>
              <a:ext cx="334297" cy="333579"/>
            </a:xfrm>
            <a:custGeom>
              <a:avLst/>
              <a:pathLst>
                <a:path w="334297" h="333579">
                  <a:moveTo>
                    <a:pt x="151272" y="0"/>
                  </a:moveTo>
                  <a:lnTo>
                    <a:pt x="145998" y="587"/>
                  </a:lnTo>
                  <a:lnTo>
                    <a:pt x="140746" y="1342"/>
                  </a:lnTo>
                  <a:lnTo>
                    <a:pt x="135520" y="2263"/>
                  </a:lnTo>
                  <a:lnTo>
                    <a:pt x="130326" y="3350"/>
                  </a:lnTo>
                  <a:lnTo>
                    <a:pt x="125169" y="4600"/>
                  </a:lnTo>
                  <a:lnTo>
                    <a:pt x="120054" y="6014"/>
                  </a:lnTo>
                  <a:lnTo>
                    <a:pt x="114987" y="7590"/>
                  </a:lnTo>
                  <a:lnTo>
                    <a:pt x="109973" y="9325"/>
                  </a:lnTo>
                  <a:lnTo>
                    <a:pt x="105016" y="11219"/>
                  </a:lnTo>
                  <a:lnTo>
                    <a:pt x="100121" y="13269"/>
                  </a:lnTo>
                  <a:lnTo>
                    <a:pt x="95295" y="15474"/>
                  </a:lnTo>
                  <a:lnTo>
                    <a:pt x="90540" y="17830"/>
                  </a:lnTo>
                  <a:lnTo>
                    <a:pt x="85863" y="20337"/>
                  </a:lnTo>
                  <a:lnTo>
                    <a:pt x="81268" y="22990"/>
                  </a:lnTo>
                  <a:lnTo>
                    <a:pt x="76759" y="25788"/>
                  </a:lnTo>
                  <a:lnTo>
                    <a:pt x="72341" y="28728"/>
                  </a:lnTo>
                  <a:lnTo>
                    <a:pt x="68019" y="31806"/>
                  </a:lnTo>
                  <a:lnTo>
                    <a:pt x="63797" y="35020"/>
                  </a:lnTo>
                  <a:lnTo>
                    <a:pt x="59679" y="38367"/>
                  </a:lnTo>
                  <a:lnTo>
                    <a:pt x="55669" y="41842"/>
                  </a:lnTo>
                  <a:lnTo>
                    <a:pt x="51771" y="45443"/>
                  </a:lnTo>
                  <a:lnTo>
                    <a:pt x="47990" y="49166"/>
                  </a:lnTo>
                  <a:lnTo>
                    <a:pt x="44329" y="53007"/>
                  </a:lnTo>
                  <a:lnTo>
                    <a:pt x="40791" y="56962"/>
                  </a:lnTo>
                  <a:lnTo>
                    <a:pt x="37381" y="61028"/>
                  </a:lnTo>
                  <a:lnTo>
                    <a:pt x="34102" y="65200"/>
                  </a:lnTo>
                  <a:lnTo>
                    <a:pt x="30956" y="69473"/>
                  </a:lnTo>
                  <a:lnTo>
                    <a:pt x="27948" y="73845"/>
                  </a:lnTo>
                  <a:lnTo>
                    <a:pt x="25080" y="78309"/>
                  </a:lnTo>
                  <a:lnTo>
                    <a:pt x="22356" y="82863"/>
                  </a:lnTo>
                  <a:lnTo>
                    <a:pt x="19777" y="87500"/>
                  </a:lnTo>
                  <a:lnTo>
                    <a:pt x="17346" y="92218"/>
                  </a:lnTo>
                  <a:lnTo>
                    <a:pt x="15067" y="97009"/>
                  </a:lnTo>
                  <a:lnTo>
                    <a:pt x="12941" y="101871"/>
                  </a:lnTo>
                  <a:lnTo>
                    <a:pt x="10970" y="106798"/>
                  </a:lnTo>
                  <a:lnTo>
                    <a:pt x="9157" y="111785"/>
                  </a:lnTo>
                  <a:lnTo>
                    <a:pt x="7503" y="116827"/>
                  </a:lnTo>
                  <a:lnTo>
                    <a:pt x="6009" y="121919"/>
                  </a:lnTo>
                  <a:lnTo>
                    <a:pt x="4678" y="127056"/>
                  </a:lnTo>
                  <a:lnTo>
                    <a:pt x="3511" y="132232"/>
                  </a:lnTo>
                  <a:lnTo>
                    <a:pt x="2509" y="137443"/>
                  </a:lnTo>
                  <a:lnTo>
                    <a:pt x="1672" y="142683"/>
                  </a:lnTo>
                  <a:lnTo>
                    <a:pt x="1002" y="147947"/>
                  </a:lnTo>
                  <a:lnTo>
                    <a:pt x="500" y="153230"/>
                  </a:lnTo>
                  <a:lnTo>
                    <a:pt x="166" y="158526"/>
                  </a:lnTo>
                  <a:lnTo>
                    <a:pt x="0" y="163829"/>
                  </a:lnTo>
                  <a:lnTo>
                    <a:pt x="2" y="169136"/>
                  </a:lnTo>
                  <a:lnTo>
                    <a:pt x="172" y="174439"/>
                  </a:lnTo>
                  <a:lnTo>
                    <a:pt x="511" y="179735"/>
                  </a:lnTo>
                  <a:lnTo>
                    <a:pt x="1018" y="185017"/>
                  </a:lnTo>
                  <a:lnTo>
                    <a:pt x="1692" y="190281"/>
                  </a:lnTo>
                  <a:lnTo>
                    <a:pt x="2533" y="195520"/>
                  </a:lnTo>
                  <a:lnTo>
                    <a:pt x="3540" y="200730"/>
                  </a:lnTo>
                  <a:lnTo>
                    <a:pt x="4712" y="205905"/>
                  </a:lnTo>
                  <a:lnTo>
                    <a:pt x="6047" y="211041"/>
                  </a:lnTo>
                  <a:lnTo>
                    <a:pt x="7545" y="216132"/>
                  </a:lnTo>
                  <a:lnTo>
                    <a:pt x="9203" y="221172"/>
                  </a:lnTo>
                  <a:lnTo>
                    <a:pt x="11021" y="226158"/>
                  </a:lnTo>
                  <a:lnTo>
                    <a:pt x="12996" y="231083"/>
                  </a:lnTo>
                  <a:lnTo>
                    <a:pt x="15126" y="235943"/>
                  </a:lnTo>
                  <a:lnTo>
                    <a:pt x="17410" y="240733"/>
                  </a:lnTo>
                  <a:lnTo>
                    <a:pt x="19844" y="245448"/>
                  </a:lnTo>
                  <a:lnTo>
                    <a:pt x="22427" y="250083"/>
                  </a:lnTo>
                  <a:lnTo>
                    <a:pt x="25155" y="254635"/>
                  </a:lnTo>
                  <a:lnTo>
                    <a:pt x="28027" y="259097"/>
                  </a:lnTo>
                  <a:lnTo>
                    <a:pt x="31039" y="263466"/>
                  </a:lnTo>
                  <a:lnTo>
                    <a:pt x="34188" y="267737"/>
                  </a:lnTo>
                  <a:lnTo>
                    <a:pt x="37471" y="271906"/>
                  </a:lnTo>
                  <a:lnTo>
                    <a:pt x="40884" y="275968"/>
                  </a:lnTo>
                  <a:lnTo>
                    <a:pt x="44425" y="279921"/>
                  </a:lnTo>
                  <a:lnTo>
                    <a:pt x="48090" y="283758"/>
                  </a:lnTo>
                  <a:lnTo>
                    <a:pt x="51874" y="287478"/>
                  </a:lnTo>
                  <a:lnTo>
                    <a:pt x="55775" y="291076"/>
                  </a:lnTo>
                  <a:lnTo>
                    <a:pt x="59788" y="294548"/>
                  </a:lnTo>
                  <a:lnTo>
                    <a:pt x="63909" y="297891"/>
                  </a:lnTo>
                  <a:lnTo>
                    <a:pt x="68134" y="301101"/>
                  </a:lnTo>
                  <a:lnTo>
                    <a:pt x="72458" y="304176"/>
                  </a:lnTo>
                  <a:lnTo>
                    <a:pt x="76879" y="307112"/>
                  </a:lnTo>
                  <a:lnTo>
                    <a:pt x="81390" y="309906"/>
                  </a:lnTo>
                  <a:lnTo>
                    <a:pt x="85987" y="312555"/>
                  </a:lnTo>
                  <a:lnTo>
                    <a:pt x="90667" y="315058"/>
                  </a:lnTo>
                  <a:lnTo>
                    <a:pt x="95423" y="317410"/>
                  </a:lnTo>
                  <a:lnTo>
                    <a:pt x="100252" y="319611"/>
                  </a:lnTo>
                  <a:lnTo>
                    <a:pt x="105148" y="321657"/>
                  </a:lnTo>
                  <a:lnTo>
                    <a:pt x="110107" y="323546"/>
                  </a:lnTo>
                  <a:lnTo>
                    <a:pt x="115123" y="325277"/>
                  </a:lnTo>
                  <a:lnTo>
                    <a:pt x="120191" y="326849"/>
                  </a:lnTo>
                  <a:lnTo>
                    <a:pt x="125307" y="328258"/>
                  </a:lnTo>
                  <a:lnTo>
                    <a:pt x="130465" y="329505"/>
                  </a:lnTo>
                  <a:lnTo>
                    <a:pt x="135660" y="330587"/>
                  </a:lnTo>
                  <a:lnTo>
                    <a:pt x="140886" y="331503"/>
                  </a:lnTo>
                  <a:lnTo>
                    <a:pt x="146139" y="332254"/>
                  </a:lnTo>
                  <a:lnTo>
                    <a:pt x="151414" y="332837"/>
                  </a:lnTo>
                  <a:lnTo>
                    <a:pt x="156704" y="333252"/>
                  </a:lnTo>
                  <a:lnTo>
                    <a:pt x="162004" y="333500"/>
                  </a:lnTo>
                  <a:lnTo>
                    <a:pt x="167310" y="333579"/>
                  </a:lnTo>
                  <a:lnTo>
                    <a:pt x="172616" y="333489"/>
                  </a:lnTo>
                  <a:lnTo>
                    <a:pt x="177916" y="333232"/>
                  </a:lnTo>
                  <a:lnTo>
                    <a:pt x="183205" y="332806"/>
                  </a:lnTo>
                  <a:lnTo>
                    <a:pt x="188478" y="332212"/>
                  </a:lnTo>
                  <a:lnTo>
                    <a:pt x="193730" y="331452"/>
                  </a:lnTo>
                  <a:lnTo>
                    <a:pt x="198955" y="330525"/>
                  </a:lnTo>
                  <a:lnTo>
                    <a:pt x="204148" y="329433"/>
                  </a:lnTo>
                  <a:lnTo>
                    <a:pt x="209303" y="328176"/>
                  </a:lnTo>
                  <a:lnTo>
                    <a:pt x="214416" y="326757"/>
                  </a:lnTo>
                  <a:lnTo>
                    <a:pt x="219482" y="325176"/>
                  </a:lnTo>
                  <a:lnTo>
                    <a:pt x="224494" y="323435"/>
                  </a:lnTo>
                  <a:lnTo>
                    <a:pt x="229449" y="321535"/>
                  </a:lnTo>
                  <a:lnTo>
                    <a:pt x="234341" y="319480"/>
                  </a:lnTo>
                  <a:lnTo>
                    <a:pt x="239166" y="317270"/>
                  </a:lnTo>
                  <a:lnTo>
                    <a:pt x="243917" y="314908"/>
                  </a:lnTo>
                  <a:lnTo>
                    <a:pt x="248592" y="312397"/>
                  </a:lnTo>
                  <a:lnTo>
                    <a:pt x="253184" y="309738"/>
                  </a:lnTo>
                  <a:lnTo>
                    <a:pt x="257690" y="306935"/>
                  </a:lnTo>
                  <a:lnTo>
                    <a:pt x="262104" y="303991"/>
                  </a:lnTo>
                  <a:lnTo>
                    <a:pt x="266423" y="300907"/>
                  </a:lnTo>
                  <a:lnTo>
                    <a:pt x="270642" y="297689"/>
                  </a:lnTo>
                  <a:lnTo>
                    <a:pt x="274756" y="294338"/>
                  </a:lnTo>
                  <a:lnTo>
                    <a:pt x="278763" y="290858"/>
                  </a:lnTo>
                  <a:lnTo>
                    <a:pt x="282656" y="287253"/>
                  </a:lnTo>
                  <a:lnTo>
                    <a:pt x="286433" y="283526"/>
                  </a:lnTo>
                  <a:lnTo>
                    <a:pt x="290090" y="279681"/>
                  </a:lnTo>
                  <a:lnTo>
                    <a:pt x="293623" y="275721"/>
                  </a:lnTo>
                  <a:lnTo>
                    <a:pt x="297029" y="271652"/>
                  </a:lnTo>
                  <a:lnTo>
                    <a:pt x="300304" y="267477"/>
                  </a:lnTo>
                  <a:lnTo>
                    <a:pt x="303445" y="263200"/>
                  </a:lnTo>
                  <a:lnTo>
                    <a:pt x="306448" y="258825"/>
                  </a:lnTo>
                  <a:lnTo>
                    <a:pt x="309311" y="254357"/>
                  </a:lnTo>
                  <a:lnTo>
                    <a:pt x="312030" y="249801"/>
                  </a:lnTo>
                  <a:lnTo>
                    <a:pt x="314604" y="245160"/>
                  </a:lnTo>
                  <a:lnTo>
                    <a:pt x="317029" y="240440"/>
                  </a:lnTo>
                  <a:lnTo>
                    <a:pt x="319303" y="235646"/>
                  </a:lnTo>
                  <a:lnTo>
                    <a:pt x="321424" y="230782"/>
                  </a:lnTo>
                  <a:lnTo>
                    <a:pt x="323389" y="225853"/>
                  </a:lnTo>
                  <a:lnTo>
                    <a:pt x="325197" y="220864"/>
                  </a:lnTo>
                  <a:lnTo>
                    <a:pt x="326846" y="215820"/>
                  </a:lnTo>
                  <a:lnTo>
                    <a:pt x="328334" y="210726"/>
                  </a:lnTo>
                  <a:lnTo>
                    <a:pt x="329659" y="205588"/>
                  </a:lnTo>
                  <a:lnTo>
                    <a:pt x="330821" y="200410"/>
                  </a:lnTo>
                  <a:lnTo>
                    <a:pt x="331817" y="195198"/>
                  </a:lnTo>
                  <a:lnTo>
                    <a:pt x="332648" y="189957"/>
                  </a:lnTo>
                  <a:lnTo>
                    <a:pt x="333312" y="184693"/>
                  </a:lnTo>
                  <a:lnTo>
                    <a:pt x="333808" y="179410"/>
                  </a:lnTo>
                  <a:lnTo>
                    <a:pt x="334137" y="174113"/>
                  </a:lnTo>
                  <a:lnTo>
                    <a:pt x="334297" y="168809"/>
                  </a:lnTo>
                  <a:lnTo>
                    <a:pt x="334289" y="163503"/>
                  </a:lnTo>
                  <a:lnTo>
                    <a:pt x="334113" y="158199"/>
                  </a:lnTo>
                  <a:lnTo>
                    <a:pt x="333768" y="152904"/>
                  </a:lnTo>
                  <a:lnTo>
                    <a:pt x="333255" y="147623"/>
                  </a:lnTo>
                  <a:lnTo>
                    <a:pt x="332575" y="142360"/>
                  </a:lnTo>
                  <a:lnTo>
                    <a:pt x="331728" y="137122"/>
                  </a:lnTo>
                  <a:lnTo>
                    <a:pt x="330716" y="131913"/>
                  </a:lnTo>
                  <a:lnTo>
                    <a:pt x="329539" y="126739"/>
                  </a:lnTo>
                  <a:lnTo>
                    <a:pt x="328198" y="121604"/>
                  </a:lnTo>
                  <a:lnTo>
                    <a:pt x="326694" y="116515"/>
                  </a:lnTo>
                  <a:lnTo>
                    <a:pt x="325030" y="111477"/>
                  </a:lnTo>
                  <a:lnTo>
                    <a:pt x="323207" y="106493"/>
                  </a:lnTo>
                  <a:lnTo>
                    <a:pt x="321227" y="101570"/>
                  </a:lnTo>
                  <a:lnTo>
                    <a:pt x="319091" y="96713"/>
                  </a:lnTo>
                  <a:lnTo>
                    <a:pt x="316802" y="91925"/>
                  </a:lnTo>
                  <a:lnTo>
                    <a:pt x="314363" y="87213"/>
                  </a:lnTo>
                  <a:lnTo>
                    <a:pt x="311775" y="82580"/>
                  </a:lnTo>
                  <a:lnTo>
                    <a:pt x="309041" y="78032"/>
                  </a:lnTo>
                  <a:lnTo>
                    <a:pt x="306165" y="73573"/>
                  </a:lnTo>
                  <a:lnTo>
                    <a:pt x="303148" y="69207"/>
                  </a:lnTo>
                  <a:lnTo>
                    <a:pt x="299995" y="64940"/>
                  </a:lnTo>
                  <a:lnTo>
                    <a:pt x="296707" y="60775"/>
                  </a:lnTo>
                  <a:lnTo>
                    <a:pt x="293289" y="56716"/>
                  </a:lnTo>
                  <a:lnTo>
                    <a:pt x="289744" y="52767"/>
                  </a:lnTo>
                  <a:lnTo>
                    <a:pt x="286075" y="48933"/>
                  </a:lnTo>
                  <a:lnTo>
                    <a:pt x="282286" y="45218"/>
                  </a:lnTo>
                  <a:lnTo>
                    <a:pt x="278382" y="41625"/>
                  </a:lnTo>
                  <a:lnTo>
                    <a:pt x="274365" y="38157"/>
                  </a:lnTo>
                  <a:lnTo>
                    <a:pt x="270241" y="34819"/>
                  </a:lnTo>
                  <a:lnTo>
                    <a:pt x="266012" y="31613"/>
                  </a:lnTo>
                  <a:lnTo>
                    <a:pt x="261684" y="28543"/>
                  </a:lnTo>
                  <a:lnTo>
                    <a:pt x="257260" y="25612"/>
                  </a:lnTo>
                  <a:lnTo>
                    <a:pt x="252746" y="22823"/>
                  </a:lnTo>
                  <a:lnTo>
                    <a:pt x="167147" y="1664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429590"/>
              <a:ext cx="85599" cy="167167"/>
            </a:xfrm>
            <a:custGeom>
              <a:avLst/>
              <a:pathLst>
                <a:path w="85599" h="167167">
                  <a:moveTo>
                    <a:pt x="85599" y="23578"/>
                  </a:moveTo>
                  <a:lnTo>
                    <a:pt x="80727" y="20784"/>
                  </a:lnTo>
                  <a:lnTo>
                    <a:pt x="75764" y="18154"/>
                  </a:lnTo>
                  <a:lnTo>
                    <a:pt x="70715" y="15693"/>
                  </a:lnTo>
                  <a:lnTo>
                    <a:pt x="65587" y="13403"/>
                  </a:lnTo>
                  <a:lnTo>
                    <a:pt x="60385" y="11287"/>
                  </a:lnTo>
                  <a:lnTo>
                    <a:pt x="55115" y="9347"/>
                  </a:lnTo>
                  <a:lnTo>
                    <a:pt x="49782" y="7584"/>
                  </a:lnTo>
                  <a:lnTo>
                    <a:pt x="44393" y="6002"/>
                  </a:lnTo>
                  <a:lnTo>
                    <a:pt x="38954" y="4602"/>
                  </a:lnTo>
                  <a:lnTo>
                    <a:pt x="33471" y="3385"/>
                  </a:lnTo>
                  <a:lnTo>
                    <a:pt x="27950" y="2353"/>
                  </a:lnTo>
                  <a:lnTo>
                    <a:pt x="22398" y="1507"/>
                  </a:lnTo>
                  <a:lnTo>
                    <a:pt x="16821" y="848"/>
                  </a:lnTo>
                  <a:lnTo>
                    <a:pt x="11224" y="377"/>
                  </a:lnTo>
                  <a:lnTo>
                    <a:pt x="5615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2080" y="3934012"/>
              <a:ext cx="3653" cy="167167"/>
            </a:xfrm>
            <a:custGeom>
              <a:avLst/>
              <a:pathLst>
                <a:path w="3653" h="167167">
                  <a:moveTo>
                    <a:pt x="3653" y="0"/>
                  </a:moveTo>
                  <a:lnTo>
                    <a:pt x="0" y="39"/>
                  </a:lnTo>
                  <a:lnTo>
                    <a:pt x="36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080" y="3934052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080" y="3934052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080" y="3934052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080" y="3934052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080" y="3934052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080" y="3934052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080" y="3934052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080" y="3934052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080" y="3934052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080" y="3934052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080" y="3934052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478567" y="3934052"/>
              <a:ext cx="334333" cy="334276"/>
            </a:xfrm>
            <a:custGeom>
              <a:avLst/>
              <a:pathLst>
                <a:path w="334333" h="334276">
                  <a:moveTo>
                    <a:pt x="163512" y="0"/>
                  </a:moveTo>
                  <a:lnTo>
                    <a:pt x="158220" y="199"/>
                  </a:lnTo>
                  <a:lnTo>
                    <a:pt x="152937" y="566"/>
                  </a:lnTo>
                  <a:lnTo>
                    <a:pt x="147668" y="1101"/>
                  </a:lnTo>
                  <a:lnTo>
                    <a:pt x="142418" y="1802"/>
                  </a:lnTo>
                  <a:lnTo>
                    <a:pt x="137194" y="2668"/>
                  </a:lnTo>
                  <a:lnTo>
                    <a:pt x="131999" y="3700"/>
                  </a:lnTo>
                  <a:lnTo>
                    <a:pt x="126840" y="4896"/>
                  </a:lnTo>
                  <a:lnTo>
                    <a:pt x="121721" y="6255"/>
                  </a:lnTo>
                  <a:lnTo>
                    <a:pt x="116648" y="7776"/>
                  </a:lnTo>
                  <a:lnTo>
                    <a:pt x="111625" y="9456"/>
                  </a:lnTo>
                  <a:lnTo>
                    <a:pt x="106659" y="11294"/>
                  </a:lnTo>
                  <a:lnTo>
                    <a:pt x="101753" y="13289"/>
                  </a:lnTo>
                  <a:lnTo>
                    <a:pt x="96912" y="15439"/>
                  </a:lnTo>
                  <a:lnTo>
                    <a:pt x="92143" y="17740"/>
                  </a:lnTo>
                  <a:lnTo>
                    <a:pt x="87448" y="20192"/>
                  </a:lnTo>
                  <a:lnTo>
                    <a:pt x="82834" y="22791"/>
                  </a:lnTo>
                  <a:lnTo>
                    <a:pt x="78304" y="25534"/>
                  </a:lnTo>
                  <a:lnTo>
                    <a:pt x="73863" y="28420"/>
                  </a:lnTo>
                  <a:lnTo>
                    <a:pt x="69516" y="31446"/>
                  </a:lnTo>
                  <a:lnTo>
                    <a:pt x="65267" y="34607"/>
                  </a:lnTo>
                  <a:lnTo>
                    <a:pt x="61120" y="37901"/>
                  </a:lnTo>
                  <a:lnTo>
                    <a:pt x="57080" y="41325"/>
                  </a:lnTo>
                  <a:lnTo>
                    <a:pt x="53150" y="44876"/>
                  </a:lnTo>
                  <a:lnTo>
                    <a:pt x="49335" y="48549"/>
                  </a:lnTo>
                  <a:lnTo>
                    <a:pt x="45638" y="52341"/>
                  </a:lnTo>
                  <a:lnTo>
                    <a:pt x="42063" y="56248"/>
                  </a:lnTo>
                  <a:lnTo>
                    <a:pt x="38613" y="60267"/>
                  </a:lnTo>
                  <a:lnTo>
                    <a:pt x="35292" y="64393"/>
                  </a:lnTo>
                  <a:lnTo>
                    <a:pt x="32104" y="68622"/>
                  </a:lnTo>
                  <a:lnTo>
                    <a:pt x="29052" y="72949"/>
                  </a:lnTo>
                  <a:lnTo>
                    <a:pt x="26138" y="77372"/>
                  </a:lnTo>
                  <a:lnTo>
                    <a:pt x="23365" y="81884"/>
                  </a:lnTo>
                  <a:lnTo>
                    <a:pt x="20737" y="86482"/>
                  </a:lnTo>
                  <a:lnTo>
                    <a:pt x="18256" y="91161"/>
                  </a:lnTo>
                  <a:lnTo>
                    <a:pt x="15924" y="95916"/>
                  </a:lnTo>
                  <a:lnTo>
                    <a:pt x="13745" y="100743"/>
                  </a:lnTo>
                  <a:lnTo>
                    <a:pt x="11719" y="105636"/>
                  </a:lnTo>
                  <a:lnTo>
                    <a:pt x="9849" y="110591"/>
                  </a:lnTo>
                  <a:lnTo>
                    <a:pt x="8137" y="115603"/>
                  </a:lnTo>
                  <a:lnTo>
                    <a:pt x="6585" y="120666"/>
                  </a:lnTo>
                  <a:lnTo>
                    <a:pt x="5193" y="125777"/>
                  </a:lnTo>
                  <a:lnTo>
                    <a:pt x="3965" y="130928"/>
                  </a:lnTo>
                  <a:lnTo>
                    <a:pt x="2900" y="136116"/>
                  </a:lnTo>
                  <a:lnTo>
                    <a:pt x="2000" y="141335"/>
                  </a:lnTo>
                  <a:lnTo>
                    <a:pt x="1266" y="146580"/>
                  </a:lnTo>
                  <a:lnTo>
                    <a:pt x="698" y="151846"/>
                  </a:lnTo>
                  <a:lnTo>
                    <a:pt x="298" y="157127"/>
                  </a:lnTo>
                  <a:lnTo>
                    <a:pt x="65" y="162417"/>
                  </a:lnTo>
                  <a:lnTo>
                    <a:pt x="0" y="167713"/>
                  </a:lnTo>
                  <a:lnTo>
                    <a:pt x="102" y="173008"/>
                  </a:lnTo>
                  <a:lnTo>
                    <a:pt x="372" y="178297"/>
                  </a:lnTo>
                  <a:lnTo>
                    <a:pt x="810" y="183575"/>
                  </a:lnTo>
                  <a:lnTo>
                    <a:pt x="1414" y="188837"/>
                  </a:lnTo>
                  <a:lnTo>
                    <a:pt x="2185" y="194076"/>
                  </a:lnTo>
                  <a:lnTo>
                    <a:pt x="3122" y="199289"/>
                  </a:lnTo>
                  <a:lnTo>
                    <a:pt x="4223" y="204469"/>
                  </a:lnTo>
                  <a:lnTo>
                    <a:pt x="5487" y="209612"/>
                  </a:lnTo>
                  <a:lnTo>
                    <a:pt x="6914" y="214712"/>
                  </a:lnTo>
                  <a:lnTo>
                    <a:pt x="8502" y="219765"/>
                  </a:lnTo>
                  <a:lnTo>
                    <a:pt x="10249" y="224765"/>
                  </a:lnTo>
                  <a:lnTo>
                    <a:pt x="12154" y="229706"/>
                  </a:lnTo>
                  <a:lnTo>
                    <a:pt x="14214" y="234585"/>
                  </a:lnTo>
                  <a:lnTo>
                    <a:pt x="16428" y="239397"/>
                  </a:lnTo>
                  <a:lnTo>
                    <a:pt x="18792" y="244135"/>
                  </a:lnTo>
                  <a:lnTo>
                    <a:pt x="21306" y="248797"/>
                  </a:lnTo>
                  <a:lnTo>
                    <a:pt x="23967" y="253376"/>
                  </a:lnTo>
                  <a:lnTo>
                    <a:pt x="26771" y="257869"/>
                  </a:lnTo>
                  <a:lnTo>
                    <a:pt x="29716" y="262271"/>
                  </a:lnTo>
                  <a:lnTo>
                    <a:pt x="32798" y="266577"/>
                  </a:lnTo>
                  <a:lnTo>
                    <a:pt x="36016" y="270784"/>
                  </a:lnTo>
                  <a:lnTo>
                    <a:pt x="39365" y="274886"/>
                  </a:lnTo>
                  <a:lnTo>
                    <a:pt x="42843" y="278880"/>
                  </a:lnTo>
                  <a:lnTo>
                    <a:pt x="46446" y="282762"/>
                  </a:lnTo>
                  <a:lnTo>
                    <a:pt x="50169" y="286529"/>
                  </a:lnTo>
                  <a:lnTo>
                    <a:pt x="54010" y="290175"/>
                  </a:lnTo>
                  <a:lnTo>
                    <a:pt x="57965" y="293697"/>
                  </a:lnTo>
                  <a:lnTo>
                    <a:pt x="62029" y="297093"/>
                  </a:lnTo>
                  <a:lnTo>
                    <a:pt x="66199" y="300358"/>
                  </a:lnTo>
                  <a:lnTo>
                    <a:pt x="70470" y="303490"/>
                  </a:lnTo>
                  <a:lnTo>
                    <a:pt x="74838" y="306484"/>
                  </a:lnTo>
                  <a:lnTo>
                    <a:pt x="79299" y="309339"/>
                  </a:lnTo>
                  <a:lnTo>
                    <a:pt x="83848" y="312051"/>
                  </a:lnTo>
                  <a:lnTo>
                    <a:pt x="88480" y="314618"/>
                  </a:lnTo>
                  <a:lnTo>
                    <a:pt x="93192" y="317036"/>
                  </a:lnTo>
                  <a:lnTo>
                    <a:pt x="97978" y="319304"/>
                  </a:lnTo>
                  <a:lnTo>
                    <a:pt x="102833" y="321420"/>
                  </a:lnTo>
                  <a:lnTo>
                    <a:pt x="107753" y="323380"/>
                  </a:lnTo>
                  <a:lnTo>
                    <a:pt x="112732" y="325184"/>
                  </a:lnTo>
                  <a:lnTo>
                    <a:pt x="117767" y="326829"/>
                  </a:lnTo>
                  <a:lnTo>
                    <a:pt x="122850" y="328313"/>
                  </a:lnTo>
                  <a:lnTo>
                    <a:pt x="127978" y="329636"/>
                  </a:lnTo>
                  <a:lnTo>
                    <a:pt x="133146" y="330796"/>
                  </a:lnTo>
                  <a:lnTo>
                    <a:pt x="138348" y="331792"/>
                  </a:lnTo>
                  <a:lnTo>
                    <a:pt x="143578" y="332622"/>
                  </a:lnTo>
                  <a:lnTo>
                    <a:pt x="148832" y="333286"/>
                  </a:lnTo>
                  <a:lnTo>
                    <a:pt x="154105" y="333783"/>
                  </a:lnTo>
                  <a:lnTo>
                    <a:pt x="159391" y="334114"/>
                  </a:lnTo>
                  <a:lnTo>
                    <a:pt x="164684" y="334276"/>
                  </a:lnTo>
                  <a:lnTo>
                    <a:pt x="169981" y="334271"/>
                  </a:lnTo>
                  <a:lnTo>
                    <a:pt x="175274" y="334098"/>
                  </a:lnTo>
                  <a:lnTo>
                    <a:pt x="180559" y="333757"/>
                  </a:lnTo>
                  <a:lnTo>
                    <a:pt x="185831" y="333249"/>
                  </a:lnTo>
                  <a:lnTo>
                    <a:pt x="191083" y="332575"/>
                  </a:lnTo>
                  <a:lnTo>
                    <a:pt x="196312" y="331734"/>
                  </a:lnTo>
                  <a:lnTo>
                    <a:pt x="201512" y="330728"/>
                  </a:lnTo>
                  <a:lnTo>
                    <a:pt x="206677" y="329558"/>
                  </a:lnTo>
                  <a:lnTo>
                    <a:pt x="211803" y="328225"/>
                  </a:lnTo>
                  <a:lnTo>
                    <a:pt x="216884" y="326730"/>
                  </a:lnTo>
                  <a:lnTo>
                    <a:pt x="221914" y="325075"/>
                  </a:lnTo>
                  <a:lnTo>
                    <a:pt x="226890" y="323261"/>
                  </a:lnTo>
                  <a:lnTo>
                    <a:pt x="231806" y="321291"/>
                  </a:lnTo>
                  <a:lnTo>
                    <a:pt x="236657" y="319166"/>
                  </a:lnTo>
                  <a:lnTo>
                    <a:pt x="241439" y="316889"/>
                  </a:lnTo>
                  <a:lnTo>
                    <a:pt x="246145" y="314461"/>
                  </a:lnTo>
                  <a:lnTo>
                    <a:pt x="250773" y="311885"/>
                  </a:lnTo>
                  <a:lnTo>
                    <a:pt x="255316" y="309164"/>
                  </a:lnTo>
                  <a:lnTo>
                    <a:pt x="259772" y="306300"/>
                  </a:lnTo>
                  <a:lnTo>
                    <a:pt x="264134" y="303297"/>
                  </a:lnTo>
                  <a:lnTo>
                    <a:pt x="268398" y="300157"/>
                  </a:lnTo>
                  <a:lnTo>
                    <a:pt x="272562" y="296883"/>
                  </a:lnTo>
                  <a:lnTo>
                    <a:pt x="276619" y="293479"/>
                  </a:lnTo>
                  <a:lnTo>
                    <a:pt x="280567" y="289949"/>
                  </a:lnTo>
                  <a:lnTo>
                    <a:pt x="284400" y="286295"/>
                  </a:lnTo>
                  <a:lnTo>
                    <a:pt x="288117" y="282522"/>
                  </a:lnTo>
                  <a:lnTo>
                    <a:pt x="291711" y="278632"/>
                  </a:lnTo>
                  <a:lnTo>
                    <a:pt x="295181" y="274631"/>
                  </a:lnTo>
                  <a:lnTo>
                    <a:pt x="298522" y="270522"/>
                  </a:lnTo>
                  <a:lnTo>
                    <a:pt x="301731" y="266309"/>
                  </a:lnTo>
                  <a:lnTo>
                    <a:pt x="304806" y="261997"/>
                  </a:lnTo>
                  <a:lnTo>
                    <a:pt x="307742" y="257589"/>
                  </a:lnTo>
                  <a:lnTo>
                    <a:pt x="310537" y="253090"/>
                  </a:lnTo>
                  <a:lnTo>
                    <a:pt x="313188" y="248506"/>
                  </a:lnTo>
                  <a:lnTo>
                    <a:pt x="315693" y="243839"/>
                  </a:lnTo>
                  <a:lnTo>
                    <a:pt x="318048" y="239096"/>
                  </a:lnTo>
                  <a:lnTo>
                    <a:pt x="320252" y="234280"/>
                  </a:lnTo>
                  <a:lnTo>
                    <a:pt x="322303" y="229397"/>
                  </a:lnTo>
                  <a:lnTo>
                    <a:pt x="324197" y="224452"/>
                  </a:lnTo>
                  <a:lnTo>
                    <a:pt x="325934" y="219449"/>
                  </a:lnTo>
                  <a:lnTo>
                    <a:pt x="327512" y="214393"/>
                  </a:lnTo>
                  <a:lnTo>
                    <a:pt x="328929" y="209290"/>
                  </a:lnTo>
                  <a:lnTo>
                    <a:pt x="330183" y="204145"/>
                  </a:lnTo>
                  <a:lnTo>
                    <a:pt x="331274" y="198962"/>
                  </a:lnTo>
                  <a:lnTo>
                    <a:pt x="332200" y="193748"/>
                  </a:lnTo>
                  <a:lnTo>
                    <a:pt x="332961" y="188506"/>
                  </a:lnTo>
                  <a:lnTo>
                    <a:pt x="333555" y="183244"/>
                  </a:lnTo>
                  <a:lnTo>
                    <a:pt x="333982" y="177965"/>
                  </a:lnTo>
                  <a:lnTo>
                    <a:pt x="334241" y="172675"/>
                  </a:lnTo>
                  <a:lnTo>
                    <a:pt x="334333" y="167380"/>
                  </a:lnTo>
                  <a:lnTo>
                    <a:pt x="334257" y="162084"/>
                  </a:lnTo>
                  <a:lnTo>
                    <a:pt x="334014" y="156794"/>
                  </a:lnTo>
                  <a:lnTo>
                    <a:pt x="333603" y="151514"/>
                  </a:lnTo>
                  <a:lnTo>
                    <a:pt x="333025" y="146249"/>
                  </a:lnTo>
                  <a:lnTo>
                    <a:pt x="332280" y="141006"/>
                  </a:lnTo>
                  <a:lnTo>
                    <a:pt x="331370" y="135789"/>
                  </a:lnTo>
                  <a:lnTo>
                    <a:pt x="330295" y="130603"/>
                  </a:lnTo>
                  <a:lnTo>
                    <a:pt x="329056" y="125454"/>
                  </a:lnTo>
                  <a:lnTo>
                    <a:pt x="327654" y="120346"/>
                  </a:lnTo>
                  <a:lnTo>
                    <a:pt x="326092" y="115286"/>
                  </a:lnTo>
                  <a:lnTo>
                    <a:pt x="324370" y="110278"/>
                  </a:lnTo>
                  <a:lnTo>
                    <a:pt x="322490" y="105326"/>
                  </a:lnTo>
                  <a:lnTo>
                    <a:pt x="320455" y="100437"/>
                  </a:lnTo>
                  <a:lnTo>
                    <a:pt x="318265" y="95615"/>
                  </a:lnTo>
                  <a:lnTo>
                    <a:pt x="315924" y="90864"/>
                  </a:lnTo>
                  <a:lnTo>
                    <a:pt x="313434" y="86190"/>
                  </a:lnTo>
                  <a:lnTo>
                    <a:pt x="310796" y="81598"/>
                  </a:lnTo>
                  <a:lnTo>
                    <a:pt x="308015" y="77091"/>
                  </a:lnTo>
                  <a:lnTo>
                    <a:pt x="305092" y="72674"/>
                  </a:lnTo>
                  <a:lnTo>
                    <a:pt x="302031" y="68353"/>
                  </a:lnTo>
                  <a:lnTo>
                    <a:pt x="298834" y="64130"/>
                  </a:lnTo>
                  <a:lnTo>
                    <a:pt x="295506" y="60011"/>
                  </a:lnTo>
                  <a:lnTo>
                    <a:pt x="292048" y="55999"/>
                  </a:lnTo>
                  <a:lnTo>
                    <a:pt x="288465" y="52099"/>
                  </a:lnTo>
                  <a:lnTo>
                    <a:pt x="284760" y="48314"/>
                  </a:lnTo>
                  <a:lnTo>
                    <a:pt x="280938" y="44649"/>
                  </a:lnTo>
                  <a:lnTo>
                    <a:pt x="277001" y="41106"/>
                  </a:lnTo>
                  <a:lnTo>
                    <a:pt x="272954" y="37690"/>
                  </a:lnTo>
                  <a:lnTo>
                    <a:pt x="268800" y="34404"/>
                  </a:lnTo>
                  <a:lnTo>
                    <a:pt x="264545" y="31251"/>
                  </a:lnTo>
                  <a:lnTo>
                    <a:pt x="260192" y="28235"/>
                  </a:lnTo>
                  <a:lnTo>
                    <a:pt x="255746" y="25358"/>
                  </a:lnTo>
                  <a:lnTo>
                    <a:pt x="251210" y="22623"/>
                  </a:lnTo>
                  <a:lnTo>
                    <a:pt x="246591" y="20033"/>
                  </a:lnTo>
                  <a:lnTo>
                    <a:pt x="241891" y="17591"/>
                  </a:lnTo>
                  <a:lnTo>
                    <a:pt x="237117" y="15299"/>
                  </a:lnTo>
                  <a:lnTo>
                    <a:pt x="232272" y="13159"/>
                  </a:lnTo>
                  <a:lnTo>
                    <a:pt x="227362" y="11174"/>
                  </a:lnTo>
                  <a:lnTo>
                    <a:pt x="222392" y="9345"/>
                  </a:lnTo>
                  <a:lnTo>
                    <a:pt x="217366" y="7675"/>
                  </a:lnTo>
                  <a:lnTo>
                    <a:pt x="212290" y="6165"/>
                  </a:lnTo>
                  <a:lnTo>
                    <a:pt x="207169" y="4816"/>
                  </a:lnTo>
                  <a:lnTo>
                    <a:pt x="202007" y="3631"/>
                  </a:lnTo>
                  <a:lnTo>
                    <a:pt x="196810" y="2609"/>
                  </a:lnTo>
                  <a:lnTo>
                    <a:pt x="191584" y="1753"/>
                  </a:lnTo>
                  <a:lnTo>
                    <a:pt x="186333" y="1062"/>
                  </a:lnTo>
                  <a:lnTo>
                    <a:pt x="181063" y="538"/>
                  </a:lnTo>
                  <a:lnTo>
                    <a:pt x="167166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5733" y="3934012"/>
              <a:ext cx="13897" cy="167167"/>
            </a:xfrm>
            <a:custGeom>
              <a:avLst/>
              <a:pathLst>
                <a:path w="13897" h="167167">
                  <a:moveTo>
                    <a:pt x="13897" y="57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5130" y="4397268"/>
              <a:ext cx="3653" cy="167167"/>
            </a:xfrm>
            <a:custGeom>
              <a:avLst/>
              <a:pathLst>
                <a:path w="3653" h="167167">
                  <a:moveTo>
                    <a:pt x="3653" y="0"/>
                  </a:moveTo>
                  <a:lnTo>
                    <a:pt x="0" y="39"/>
                  </a:lnTo>
                  <a:lnTo>
                    <a:pt x="36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5130" y="4397308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5130" y="4397308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5130" y="4397308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130" y="4397308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130" y="4397308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130" y="4397308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130" y="4397308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130" y="4397308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130" y="4397308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130" y="4397308"/>
              <a:ext cx="3653" cy="167127"/>
            </a:xfrm>
            <a:custGeom>
              <a:avLst/>
              <a:pathLst>
                <a:path w="3653" h="167127">
                  <a:moveTo>
                    <a:pt x="0" y="0"/>
                  </a:moveTo>
                  <a:lnTo>
                    <a:pt x="3653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11617" y="4397308"/>
              <a:ext cx="334333" cy="334276"/>
            </a:xfrm>
            <a:custGeom>
              <a:avLst/>
              <a:pathLst>
                <a:path w="334333" h="334276">
                  <a:moveTo>
                    <a:pt x="163512" y="0"/>
                  </a:moveTo>
                  <a:lnTo>
                    <a:pt x="158220" y="199"/>
                  </a:lnTo>
                  <a:lnTo>
                    <a:pt x="152937" y="566"/>
                  </a:lnTo>
                  <a:lnTo>
                    <a:pt x="147668" y="1101"/>
                  </a:lnTo>
                  <a:lnTo>
                    <a:pt x="142418" y="1802"/>
                  </a:lnTo>
                  <a:lnTo>
                    <a:pt x="137194" y="2668"/>
                  </a:lnTo>
                  <a:lnTo>
                    <a:pt x="131999" y="3700"/>
                  </a:lnTo>
                  <a:lnTo>
                    <a:pt x="126840" y="4896"/>
                  </a:lnTo>
                  <a:lnTo>
                    <a:pt x="121721" y="6255"/>
                  </a:lnTo>
                  <a:lnTo>
                    <a:pt x="116648" y="7776"/>
                  </a:lnTo>
                  <a:lnTo>
                    <a:pt x="111625" y="9456"/>
                  </a:lnTo>
                  <a:lnTo>
                    <a:pt x="106659" y="11294"/>
                  </a:lnTo>
                  <a:lnTo>
                    <a:pt x="101753" y="13289"/>
                  </a:lnTo>
                  <a:lnTo>
                    <a:pt x="96912" y="15439"/>
                  </a:lnTo>
                  <a:lnTo>
                    <a:pt x="92143" y="17740"/>
                  </a:lnTo>
                  <a:lnTo>
                    <a:pt x="87448" y="20192"/>
                  </a:lnTo>
                  <a:lnTo>
                    <a:pt x="82834" y="22791"/>
                  </a:lnTo>
                  <a:lnTo>
                    <a:pt x="78304" y="25534"/>
                  </a:lnTo>
                  <a:lnTo>
                    <a:pt x="73863" y="28420"/>
                  </a:lnTo>
                  <a:lnTo>
                    <a:pt x="69516" y="31446"/>
                  </a:lnTo>
                  <a:lnTo>
                    <a:pt x="65267" y="34607"/>
                  </a:lnTo>
                  <a:lnTo>
                    <a:pt x="61120" y="37901"/>
                  </a:lnTo>
                  <a:lnTo>
                    <a:pt x="57080" y="41325"/>
                  </a:lnTo>
                  <a:lnTo>
                    <a:pt x="53150" y="44876"/>
                  </a:lnTo>
                  <a:lnTo>
                    <a:pt x="49335" y="48549"/>
                  </a:lnTo>
                  <a:lnTo>
                    <a:pt x="45638" y="52341"/>
                  </a:lnTo>
                  <a:lnTo>
                    <a:pt x="42063" y="56248"/>
                  </a:lnTo>
                  <a:lnTo>
                    <a:pt x="38613" y="60267"/>
                  </a:lnTo>
                  <a:lnTo>
                    <a:pt x="35292" y="64393"/>
                  </a:lnTo>
                  <a:lnTo>
                    <a:pt x="32104" y="68622"/>
                  </a:lnTo>
                  <a:lnTo>
                    <a:pt x="29052" y="72949"/>
                  </a:lnTo>
                  <a:lnTo>
                    <a:pt x="26138" y="77372"/>
                  </a:lnTo>
                  <a:lnTo>
                    <a:pt x="23365" y="81884"/>
                  </a:lnTo>
                  <a:lnTo>
                    <a:pt x="20737" y="86482"/>
                  </a:lnTo>
                  <a:lnTo>
                    <a:pt x="18256" y="91161"/>
                  </a:lnTo>
                  <a:lnTo>
                    <a:pt x="15924" y="95916"/>
                  </a:lnTo>
                  <a:lnTo>
                    <a:pt x="13745" y="100743"/>
                  </a:lnTo>
                  <a:lnTo>
                    <a:pt x="11719" y="105636"/>
                  </a:lnTo>
                  <a:lnTo>
                    <a:pt x="9849" y="110591"/>
                  </a:lnTo>
                  <a:lnTo>
                    <a:pt x="8137" y="115603"/>
                  </a:lnTo>
                  <a:lnTo>
                    <a:pt x="6585" y="120666"/>
                  </a:lnTo>
                  <a:lnTo>
                    <a:pt x="5193" y="125777"/>
                  </a:lnTo>
                  <a:lnTo>
                    <a:pt x="3965" y="130928"/>
                  </a:lnTo>
                  <a:lnTo>
                    <a:pt x="2900" y="136116"/>
                  </a:lnTo>
                  <a:lnTo>
                    <a:pt x="2000" y="141335"/>
                  </a:lnTo>
                  <a:lnTo>
                    <a:pt x="1266" y="146580"/>
                  </a:lnTo>
                  <a:lnTo>
                    <a:pt x="698" y="151846"/>
                  </a:lnTo>
                  <a:lnTo>
                    <a:pt x="298" y="157127"/>
                  </a:lnTo>
                  <a:lnTo>
                    <a:pt x="65" y="162417"/>
                  </a:lnTo>
                  <a:lnTo>
                    <a:pt x="0" y="167713"/>
                  </a:lnTo>
                  <a:lnTo>
                    <a:pt x="102" y="173008"/>
                  </a:lnTo>
                  <a:lnTo>
                    <a:pt x="372" y="178297"/>
                  </a:lnTo>
                  <a:lnTo>
                    <a:pt x="810" y="183575"/>
                  </a:lnTo>
                  <a:lnTo>
                    <a:pt x="1414" y="188837"/>
                  </a:lnTo>
                  <a:lnTo>
                    <a:pt x="2185" y="194076"/>
                  </a:lnTo>
                  <a:lnTo>
                    <a:pt x="3122" y="199289"/>
                  </a:lnTo>
                  <a:lnTo>
                    <a:pt x="4223" y="204469"/>
                  </a:lnTo>
                  <a:lnTo>
                    <a:pt x="5487" y="209612"/>
                  </a:lnTo>
                  <a:lnTo>
                    <a:pt x="6914" y="214712"/>
                  </a:lnTo>
                  <a:lnTo>
                    <a:pt x="8502" y="219765"/>
                  </a:lnTo>
                  <a:lnTo>
                    <a:pt x="10249" y="224765"/>
                  </a:lnTo>
                  <a:lnTo>
                    <a:pt x="12154" y="229706"/>
                  </a:lnTo>
                  <a:lnTo>
                    <a:pt x="14214" y="234585"/>
                  </a:lnTo>
                  <a:lnTo>
                    <a:pt x="16428" y="239397"/>
                  </a:lnTo>
                  <a:lnTo>
                    <a:pt x="18792" y="244135"/>
                  </a:lnTo>
                  <a:lnTo>
                    <a:pt x="21306" y="248797"/>
                  </a:lnTo>
                  <a:lnTo>
                    <a:pt x="23967" y="253376"/>
                  </a:lnTo>
                  <a:lnTo>
                    <a:pt x="26771" y="257869"/>
                  </a:lnTo>
                  <a:lnTo>
                    <a:pt x="29716" y="262271"/>
                  </a:lnTo>
                  <a:lnTo>
                    <a:pt x="32798" y="266577"/>
                  </a:lnTo>
                  <a:lnTo>
                    <a:pt x="36016" y="270784"/>
                  </a:lnTo>
                  <a:lnTo>
                    <a:pt x="39365" y="274886"/>
                  </a:lnTo>
                  <a:lnTo>
                    <a:pt x="42843" y="278880"/>
                  </a:lnTo>
                  <a:lnTo>
                    <a:pt x="46446" y="282762"/>
                  </a:lnTo>
                  <a:lnTo>
                    <a:pt x="50169" y="286529"/>
                  </a:lnTo>
                  <a:lnTo>
                    <a:pt x="54010" y="290175"/>
                  </a:lnTo>
                  <a:lnTo>
                    <a:pt x="57965" y="293697"/>
                  </a:lnTo>
                  <a:lnTo>
                    <a:pt x="62029" y="297093"/>
                  </a:lnTo>
                  <a:lnTo>
                    <a:pt x="66199" y="300358"/>
                  </a:lnTo>
                  <a:lnTo>
                    <a:pt x="70470" y="303490"/>
                  </a:lnTo>
                  <a:lnTo>
                    <a:pt x="74838" y="306484"/>
                  </a:lnTo>
                  <a:lnTo>
                    <a:pt x="79299" y="309339"/>
                  </a:lnTo>
                  <a:lnTo>
                    <a:pt x="83848" y="312051"/>
                  </a:lnTo>
                  <a:lnTo>
                    <a:pt x="88480" y="314618"/>
                  </a:lnTo>
                  <a:lnTo>
                    <a:pt x="93192" y="317036"/>
                  </a:lnTo>
                  <a:lnTo>
                    <a:pt x="97978" y="319304"/>
                  </a:lnTo>
                  <a:lnTo>
                    <a:pt x="102833" y="321420"/>
                  </a:lnTo>
                  <a:lnTo>
                    <a:pt x="107753" y="323380"/>
                  </a:lnTo>
                  <a:lnTo>
                    <a:pt x="112732" y="325184"/>
                  </a:lnTo>
                  <a:lnTo>
                    <a:pt x="117767" y="326829"/>
                  </a:lnTo>
                  <a:lnTo>
                    <a:pt x="122850" y="328313"/>
                  </a:lnTo>
                  <a:lnTo>
                    <a:pt x="127978" y="329636"/>
                  </a:lnTo>
                  <a:lnTo>
                    <a:pt x="133146" y="330796"/>
                  </a:lnTo>
                  <a:lnTo>
                    <a:pt x="138348" y="331792"/>
                  </a:lnTo>
                  <a:lnTo>
                    <a:pt x="143578" y="332622"/>
                  </a:lnTo>
                  <a:lnTo>
                    <a:pt x="148832" y="333286"/>
                  </a:lnTo>
                  <a:lnTo>
                    <a:pt x="154105" y="333783"/>
                  </a:lnTo>
                  <a:lnTo>
                    <a:pt x="159391" y="334114"/>
                  </a:lnTo>
                  <a:lnTo>
                    <a:pt x="164684" y="334276"/>
                  </a:lnTo>
                  <a:lnTo>
                    <a:pt x="169981" y="334271"/>
                  </a:lnTo>
                  <a:lnTo>
                    <a:pt x="175274" y="334098"/>
                  </a:lnTo>
                  <a:lnTo>
                    <a:pt x="180559" y="333757"/>
                  </a:lnTo>
                  <a:lnTo>
                    <a:pt x="185831" y="333249"/>
                  </a:lnTo>
                  <a:lnTo>
                    <a:pt x="191083" y="332575"/>
                  </a:lnTo>
                  <a:lnTo>
                    <a:pt x="196312" y="331734"/>
                  </a:lnTo>
                  <a:lnTo>
                    <a:pt x="201512" y="330728"/>
                  </a:lnTo>
                  <a:lnTo>
                    <a:pt x="206677" y="329558"/>
                  </a:lnTo>
                  <a:lnTo>
                    <a:pt x="211803" y="328225"/>
                  </a:lnTo>
                  <a:lnTo>
                    <a:pt x="216884" y="326730"/>
                  </a:lnTo>
                  <a:lnTo>
                    <a:pt x="221914" y="325075"/>
                  </a:lnTo>
                  <a:lnTo>
                    <a:pt x="226890" y="323261"/>
                  </a:lnTo>
                  <a:lnTo>
                    <a:pt x="231806" y="321291"/>
                  </a:lnTo>
                  <a:lnTo>
                    <a:pt x="236657" y="319166"/>
                  </a:lnTo>
                  <a:lnTo>
                    <a:pt x="241439" y="316889"/>
                  </a:lnTo>
                  <a:lnTo>
                    <a:pt x="246145" y="314461"/>
                  </a:lnTo>
                  <a:lnTo>
                    <a:pt x="250773" y="311885"/>
                  </a:lnTo>
                  <a:lnTo>
                    <a:pt x="255316" y="309164"/>
                  </a:lnTo>
                  <a:lnTo>
                    <a:pt x="259772" y="306300"/>
                  </a:lnTo>
                  <a:lnTo>
                    <a:pt x="264134" y="303297"/>
                  </a:lnTo>
                  <a:lnTo>
                    <a:pt x="268398" y="300157"/>
                  </a:lnTo>
                  <a:lnTo>
                    <a:pt x="272562" y="296883"/>
                  </a:lnTo>
                  <a:lnTo>
                    <a:pt x="276619" y="293479"/>
                  </a:lnTo>
                  <a:lnTo>
                    <a:pt x="280567" y="289949"/>
                  </a:lnTo>
                  <a:lnTo>
                    <a:pt x="284400" y="286295"/>
                  </a:lnTo>
                  <a:lnTo>
                    <a:pt x="288117" y="282522"/>
                  </a:lnTo>
                  <a:lnTo>
                    <a:pt x="291711" y="278632"/>
                  </a:lnTo>
                  <a:lnTo>
                    <a:pt x="295181" y="274631"/>
                  </a:lnTo>
                  <a:lnTo>
                    <a:pt x="298522" y="270522"/>
                  </a:lnTo>
                  <a:lnTo>
                    <a:pt x="301731" y="266309"/>
                  </a:lnTo>
                  <a:lnTo>
                    <a:pt x="304806" y="261997"/>
                  </a:lnTo>
                  <a:lnTo>
                    <a:pt x="307742" y="257589"/>
                  </a:lnTo>
                  <a:lnTo>
                    <a:pt x="310537" y="253090"/>
                  </a:lnTo>
                  <a:lnTo>
                    <a:pt x="313188" y="248506"/>
                  </a:lnTo>
                  <a:lnTo>
                    <a:pt x="315693" y="243839"/>
                  </a:lnTo>
                  <a:lnTo>
                    <a:pt x="318048" y="239096"/>
                  </a:lnTo>
                  <a:lnTo>
                    <a:pt x="320252" y="234280"/>
                  </a:lnTo>
                  <a:lnTo>
                    <a:pt x="322303" y="229397"/>
                  </a:lnTo>
                  <a:lnTo>
                    <a:pt x="324197" y="224452"/>
                  </a:lnTo>
                  <a:lnTo>
                    <a:pt x="325934" y="219449"/>
                  </a:lnTo>
                  <a:lnTo>
                    <a:pt x="327512" y="214393"/>
                  </a:lnTo>
                  <a:lnTo>
                    <a:pt x="328929" y="209290"/>
                  </a:lnTo>
                  <a:lnTo>
                    <a:pt x="330183" y="204145"/>
                  </a:lnTo>
                  <a:lnTo>
                    <a:pt x="331274" y="198962"/>
                  </a:lnTo>
                  <a:lnTo>
                    <a:pt x="332200" y="193748"/>
                  </a:lnTo>
                  <a:lnTo>
                    <a:pt x="332961" y="188506"/>
                  </a:lnTo>
                  <a:lnTo>
                    <a:pt x="333555" y="183244"/>
                  </a:lnTo>
                  <a:lnTo>
                    <a:pt x="333982" y="177965"/>
                  </a:lnTo>
                  <a:lnTo>
                    <a:pt x="334241" y="172675"/>
                  </a:lnTo>
                  <a:lnTo>
                    <a:pt x="334333" y="167380"/>
                  </a:lnTo>
                  <a:lnTo>
                    <a:pt x="334257" y="162084"/>
                  </a:lnTo>
                  <a:lnTo>
                    <a:pt x="334014" y="156794"/>
                  </a:lnTo>
                  <a:lnTo>
                    <a:pt x="333603" y="151514"/>
                  </a:lnTo>
                  <a:lnTo>
                    <a:pt x="333025" y="146249"/>
                  </a:lnTo>
                  <a:lnTo>
                    <a:pt x="332280" y="141006"/>
                  </a:lnTo>
                  <a:lnTo>
                    <a:pt x="331370" y="135789"/>
                  </a:lnTo>
                  <a:lnTo>
                    <a:pt x="330295" y="130603"/>
                  </a:lnTo>
                  <a:lnTo>
                    <a:pt x="329056" y="125454"/>
                  </a:lnTo>
                  <a:lnTo>
                    <a:pt x="327654" y="120346"/>
                  </a:lnTo>
                  <a:lnTo>
                    <a:pt x="326092" y="115286"/>
                  </a:lnTo>
                  <a:lnTo>
                    <a:pt x="324370" y="110278"/>
                  </a:lnTo>
                  <a:lnTo>
                    <a:pt x="322490" y="105326"/>
                  </a:lnTo>
                  <a:lnTo>
                    <a:pt x="320455" y="100437"/>
                  </a:lnTo>
                  <a:lnTo>
                    <a:pt x="318265" y="95615"/>
                  </a:lnTo>
                  <a:lnTo>
                    <a:pt x="315924" y="90864"/>
                  </a:lnTo>
                  <a:lnTo>
                    <a:pt x="313434" y="86190"/>
                  </a:lnTo>
                  <a:lnTo>
                    <a:pt x="310796" y="81598"/>
                  </a:lnTo>
                  <a:lnTo>
                    <a:pt x="308015" y="77091"/>
                  </a:lnTo>
                  <a:lnTo>
                    <a:pt x="305092" y="72674"/>
                  </a:lnTo>
                  <a:lnTo>
                    <a:pt x="302031" y="68353"/>
                  </a:lnTo>
                  <a:lnTo>
                    <a:pt x="298834" y="64130"/>
                  </a:lnTo>
                  <a:lnTo>
                    <a:pt x="295506" y="60011"/>
                  </a:lnTo>
                  <a:lnTo>
                    <a:pt x="292048" y="55999"/>
                  </a:lnTo>
                  <a:lnTo>
                    <a:pt x="288465" y="52099"/>
                  </a:lnTo>
                  <a:lnTo>
                    <a:pt x="284760" y="48314"/>
                  </a:lnTo>
                  <a:lnTo>
                    <a:pt x="280938" y="44649"/>
                  </a:lnTo>
                  <a:lnTo>
                    <a:pt x="277001" y="41106"/>
                  </a:lnTo>
                  <a:lnTo>
                    <a:pt x="272954" y="37690"/>
                  </a:lnTo>
                  <a:lnTo>
                    <a:pt x="268800" y="34404"/>
                  </a:lnTo>
                  <a:lnTo>
                    <a:pt x="264545" y="31251"/>
                  </a:lnTo>
                  <a:lnTo>
                    <a:pt x="260192" y="28235"/>
                  </a:lnTo>
                  <a:lnTo>
                    <a:pt x="255746" y="25358"/>
                  </a:lnTo>
                  <a:lnTo>
                    <a:pt x="251210" y="22623"/>
                  </a:lnTo>
                  <a:lnTo>
                    <a:pt x="246591" y="20033"/>
                  </a:lnTo>
                  <a:lnTo>
                    <a:pt x="241891" y="17591"/>
                  </a:lnTo>
                  <a:lnTo>
                    <a:pt x="237117" y="15299"/>
                  </a:lnTo>
                  <a:lnTo>
                    <a:pt x="232272" y="13159"/>
                  </a:lnTo>
                  <a:lnTo>
                    <a:pt x="227362" y="11174"/>
                  </a:lnTo>
                  <a:lnTo>
                    <a:pt x="222392" y="9345"/>
                  </a:lnTo>
                  <a:lnTo>
                    <a:pt x="217366" y="7675"/>
                  </a:lnTo>
                  <a:lnTo>
                    <a:pt x="212290" y="6165"/>
                  </a:lnTo>
                  <a:lnTo>
                    <a:pt x="207169" y="4816"/>
                  </a:lnTo>
                  <a:lnTo>
                    <a:pt x="202007" y="3631"/>
                  </a:lnTo>
                  <a:lnTo>
                    <a:pt x="196810" y="2609"/>
                  </a:lnTo>
                  <a:lnTo>
                    <a:pt x="191584" y="1753"/>
                  </a:lnTo>
                  <a:lnTo>
                    <a:pt x="186333" y="1062"/>
                  </a:lnTo>
                  <a:lnTo>
                    <a:pt x="181063" y="538"/>
                  </a:lnTo>
                  <a:lnTo>
                    <a:pt x="167166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8783" y="4397268"/>
              <a:ext cx="13897" cy="167167"/>
            </a:xfrm>
            <a:custGeom>
              <a:avLst/>
              <a:pathLst>
                <a:path w="13897" h="167167">
                  <a:moveTo>
                    <a:pt x="13897" y="57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1975" y="4794382"/>
              <a:ext cx="590" cy="167167"/>
            </a:xfrm>
            <a:custGeom>
              <a:avLst/>
              <a:pathLst>
                <a:path w="590" h="167167">
                  <a:moveTo>
                    <a:pt x="590" y="0"/>
                  </a:moveTo>
                  <a:lnTo>
                    <a:pt x="0" y="1"/>
                  </a:lnTo>
                  <a:lnTo>
                    <a:pt x="59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975" y="4794383"/>
              <a:ext cx="590" cy="167166"/>
            </a:xfrm>
            <a:custGeom>
              <a:avLst/>
              <a:pathLst>
                <a:path w="590" h="167166">
                  <a:moveTo>
                    <a:pt x="0" y="0"/>
                  </a:moveTo>
                  <a:lnTo>
                    <a:pt x="590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975" y="4794383"/>
              <a:ext cx="590" cy="167166"/>
            </a:xfrm>
            <a:custGeom>
              <a:avLst/>
              <a:pathLst>
                <a:path w="590" h="167166">
                  <a:moveTo>
                    <a:pt x="0" y="0"/>
                  </a:moveTo>
                  <a:lnTo>
                    <a:pt x="590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975" y="4794383"/>
              <a:ext cx="590" cy="167166"/>
            </a:xfrm>
            <a:custGeom>
              <a:avLst/>
              <a:pathLst>
                <a:path w="590" h="167166">
                  <a:moveTo>
                    <a:pt x="0" y="0"/>
                  </a:moveTo>
                  <a:lnTo>
                    <a:pt x="590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975" y="4794383"/>
              <a:ext cx="590" cy="167166"/>
            </a:xfrm>
            <a:custGeom>
              <a:avLst/>
              <a:pathLst>
                <a:path w="590" h="167166">
                  <a:moveTo>
                    <a:pt x="0" y="0"/>
                  </a:moveTo>
                  <a:lnTo>
                    <a:pt x="59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975" y="4794383"/>
              <a:ext cx="590" cy="167166"/>
            </a:xfrm>
            <a:custGeom>
              <a:avLst/>
              <a:pathLst>
                <a:path w="590" h="167166">
                  <a:moveTo>
                    <a:pt x="0" y="0"/>
                  </a:moveTo>
                  <a:lnTo>
                    <a:pt x="59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975" y="4794383"/>
              <a:ext cx="590" cy="167166"/>
            </a:xfrm>
            <a:custGeom>
              <a:avLst/>
              <a:pathLst>
                <a:path w="590" h="167166">
                  <a:moveTo>
                    <a:pt x="0" y="0"/>
                  </a:moveTo>
                  <a:lnTo>
                    <a:pt x="59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975" y="4794383"/>
              <a:ext cx="590" cy="167166"/>
            </a:xfrm>
            <a:custGeom>
              <a:avLst/>
              <a:pathLst>
                <a:path w="590" h="167166">
                  <a:moveTo>
                    <a:pt x="0" y="0"/>
                  </a:moveTo>
                  <a:lnTo>
                    <a:pt x="590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975" y="4794383"/>
              <a:ext cx="590" cy="167166"/>
            </a:xfrm>
            <a:custGeom>
              <a:avLst/>
              <a:pathLst>
                <a:path w="590" h="167166">
                  <a:moveTo>
                    <a:pt x="0" y="0"/>
                  </a:moveTo>
                  <a:lnTo>
                    <a:pt x="590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975" y="4794383"/>
              <a:ext cx="590" cy="167166"/>
            </a:xfrm>
            <a:custGeom>
              <a:avLst/>
              <a:pathLst>
                <a:path w="590" h="167166">
                  <a:moveTo>
                    <a:pt x="0" y="0"/>
                  </a:moveTo>
                  <a:lnTo>
                    <a:pt x="590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51058" y="4794383"/>
              <a:ext cx="161508" cy="167166"/>
            </a:xfrm>
            <a:custGeom>
              <a:avLst/>
              <a:pathLst>
                <a:path w="161508" h="167166">
                  <a:moveTo>
                    <a:pt x="160917" y="0"/>
                  </a:moveTo>
                  <a:lnTo>
                    <a:pt x="155459" y="108"/>
                  </a:lnTo>
                  <a:lnTo>
                    <a:pt x="150007" y="395"/>
                  </a:lnTo>
                  <a:lnTo>
                    <a:pt x="144568" y="859"/>
                  </a:lnTo>
                  <a:lnTo>
                    <a:pt x="139147" y="1501"/>
                  </a:lnTo>
                  <a:lnTo>
                    <a:pt x="133749" y="2319"/>
                  </a:lnTo>
                  <a:lnTo>
                    <a:pt x="128382" y="3314"/>
                  </a:lnTo>
                  <a:lnTo>
                    <a:pt x="123049" y="4483"/>
                  </a:lnTo>
                  <a:lnTo>
                    <a:pt x="117758" y="5825"/>
                  </a:lnTo>
                  <a:lnTo>
                    <a:pt x="112513" y="7340"/>
                  </a:lnTo>
                  <a:lnTo>
                    <a:pt x="107320" y="9025"/>
                  </a:lnTo>
                  <a:lnTo>
                    <a:pt x="102186" y="10878"/>
                  </a:lnTo>
                  <a:lnTo>
                    <a:pt x="97114" y="12899"/>
                  </a:lnTo>
                  <a:lnTo>
                    <a:pt x="92111" y="15084"/>
                  </a:lnTo>
                  <a:lnTo>
                    <a:pt x="87182" y="17431"/>
                  </a:lnTo>
                  <a:lnTo>
                    <a:pt x="82333" y="19937"/>
                  </a:lnTo>
                  <a:lnTo>
                    <a:pt x="77568" y="22601"/>
                  </a:lnTo>
                  <a:lnTo>
                    <a:pt x="72892" y="25419"/>
                  </a:lnTo>
                  <a:lnTo>
                    <a:pt x="68311" y="28388"/>
                  </a:lnTo>
                  <a:lnTo>
                    <a:pt x="63829" y="31505"/>
                  </a:lnTo>
                  <a:lnTo>
                    <a:pt x="59452" y="34767"/>
                  </a:lnTo>
                  <a:lnTo>
                    <a:pt x="55183" y="38170"/>
                  </a:lnTo>
                  <a:lnTo>
                    <a:pt x="51028" y="41710"/>
                  </a:lnTo>
                  <a:lnTo>
                    <a:pt x="46990" y="45385"/>
                  </a:lnTo>
                  <a:lnTo>
                    <a:pt x="43075" y="49189"/>
                  </a:lnTo>
                  <a:lnTo>
                    <a:pt x="39286" y="53119"/>
                  </a:lnTo>
                  <a:lnTo>
                    <a:pt x="35627" y="57170"/>
                  </a:lnTo>
                  <a:lnTo>
                    <a:pt x="32103" y="61339"/>
                  </a:lnTo>
                  <a:lnTo>
                    <a:pt x="28716" y="65621"/>
                  </a:lnTo>
                  <a:lnTo>
                    <a:pt x="25471" y="70011"/>
                  </a:lnTo>
                  <a:lnTo>
                    <a:pt x="22372" y="74505"/>
                  </a:lnTo>
                  <a:lnTo>
                    <a:pt x="19420" y="79098"/>
                  </a:lnTo>
                  <a:lnTo>
                    <a:pt x="16620" y="83784"/>
                  </a:lnTo>
                  <a:lnTo>
                    <a:pt x="13975" y="88559"/>
                  </a:lnTo>
                  <a:lnTo>
                    <a:pt x="11487" y="93418"/>
                  </a:lnTo>
                  <a:lnTo>
                    <a:pt x="9159" y="98356"/>
                  </a:lnTo>
                  <a:lnTo>
                    <a:pt x="6993" y="103368"/>
                  </a:lnTo>
                  <a:lnTo>
                    <a:pt x="4993" y="108447"/>
                  </a:lnTo>
                  <a:lnTo>
                    <a:pt x="3159" y="113589"/>
                  </a:lnTo>
                  <a:lnTo>
                    <a:pt x="1494" y="118788"/>
                  </a:lnTo>
                  <a:lnTo>
                    <a:pt x="0" y="124038"/>
                  </a:lnTo>
                  <a:lnTo>
                    <a:pt x="161508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45404" y="4794382"/>
              <a:ext cx="334315" cy="334332"/>
            </a:xfrm>
            <a:custGeom>
              <a:avLst/>
              <a:pathLst>
                <a:path w="334315" h="334332">
                  <a:moveTo>
                    <a:pt x="5654" y="124039"/>
                  </a:moveTo>
                  <a:lnTo>
                    <a:pt x="4369" y="129176"/>
                  </a:lnTo>
                  <a:lnTo>
                    <a:pt x="3247" y="134351"/>
                  </a:lnTo>
                  <a:lnTo>
                    <a:pt x="2290" y="139559"/>
                  </a:lnTo>
                  <a:lnTo>
                    <a:pt x="1499" y="144795"/>
                  </a:lnTo>
                  <a:lnTo>
                    <a:pt x="873" y="150053"/>
                  </a:lnTo>
                  <a:lnTo>
                    <a:pt x="414" y="155328"/>
                  </a:lnTo>
                  <a:lnTo>
                    <a:pt x="123" y="160616"/>
                  </a:lnTo>
                  <a:lnTo>
                    <a:pt x="0" y="165909"/>
                  </a:lnTo>
                  <a:lnTo>
                    <a:pt x="44" y="171204"/>
                  </a:lnTo>
                  <a:lnTo>
                    <a:pt x="255" y="176495"/>
                  </a:lnTo>
                  <a:lnTo>
                    <a:pt x="634" y="181777"/>
                  </a:lnTo>
                  <a:lnTo>
                    <a:pt x="1181" y="187044"/>
                  </a:lnTo>
                  <a:lnTo>
                    <a:pt x="1893" y="192291"/>
                  </a:lnTo>
                  <a:lnTo>
                    <a:pt x="2772" y="197512"/>
                  </a:lnTo>
                  <a:lnTo>
                    <a:pt x="3816" y="202704"/>
                  </a:lnTo>
                  <a:lnTo>
                    <a:pt x="5023" y="207860"/>
                  </a:lnTo>
                  <a:lnTo>
                    <a:pt x="6393" y="212974"/>
                  </a:lnTo>
                  <a:lnTo>
                    <a:pt x="7925" y="218043"/>
                  </a:lnTo>
                  <a:lnTo>
                    <a:pt x="9616" y="223061"/>
                  </a:lnTo>
                  <a:lnTo>
                    <a:pt x="11465" y="228023"/>
                  </a:lnTo>
                  <a:lnTo>
                    <a:pt x="13471" y="232924"/>
                  </a:lnTo>
                  <a:lnTo>
                    <a:pt x="15631" y="237758"/>
                  </a:lnTo>
                  <a:lnTo>
                    <a:pt x="17942" y="242522"/>
                  </a:lnTo>
                  <a:lnTo>
                    <a:pt x="20404" y="247210"/>
                  </a:lnTo>
                  <a:lnTo>
                    <a:pt x="23013" y="251818"/>
                  </a:lnTo>
                  <a:lnTo>
                    <a:pt x="25766" y="256341"/>
                  </a:lnTo>
                  <a:lnTo>
                    <a:pt x="28661" y="260775"/>
                  </a:lnTo>
                  <a:lnTo>
                    <a:pt x="31696" y="265115"/>
                  </a:lnTo>
                  <a:lnTo>
                    <a:pt x="34866" y="269356"/>
                  </a:lnTo>
                  <a:lnTo>
                    <a:pt x="38169" y="273495"/>
                  </a:lnTo>
                  <a:lnTo>
                    <a:pt x="41601" y="277527"/>
                  </a:lnTo>
                  <a:lnTo>
                    <a:pt x="45159" y="281448"/>
                  </a:lnTo>
                  <a:lnTo>
                    <a:pt x="48840" y="285255"/>
                  </a:lnTo>
                  <a:lnTo>
                    <a:pt x="52639" y="288943"/>
                  </a:lnTo>
                  <a:lnTo>
                    <a:pt x="56554" y="292509"/>
                  </a:lnTo>
                  <a:lnTo>
                    <a:pt x="60579" y="295950"/>
                  </a:lnTo>
                  <a:lnTo>
                    <a:pt x="64711" y="299261"/>
                  </a:lnTo>
                  <a:lnTo>
                    <a:pt x="68946" y="302439"/>
                  </a:lnTo>
                  <a:lnTo>
                    <a:pt x="73280" y="305482"/>
                  </a:lnTo>
                  <a:lnTo>
                    <a:pt x="77708" y="308386"/>
                  </a:lnTo>
                  <a:lnTo>
                    <a:pt x="82225" y="311149"/>
                  </a:lnTo>
                  <a:lnTo>
                    <a:pt x="86828" y="313766"/>
                  </a:lnTo>
                  <a:lnTo>
                    <a:pt x="91512" y="316237"/>
                  </a:lnTo>
                  <a:lnTo>
                    <a:pt x="96271" y="318558"/>
                  </a:lnTo>
                  <a:lnTo>
                    <a:pt x="101101" y="320728"/>
                  </a:lnTo>
                  <a:lnTo>
                    <a:pt x="105998" y="322743"/>
                  </a:lnTo>
                  <a:lnTo>
                    <a:pt x="110956" y="324602"/>
                  </a:lnTo>
                  <a:lnTo>
                    <a:pt x="115971" y="326303"/>
                  </a:lnTo>
                  <a:lnTo>
                    <a:pt x="121037" y="327845"/>
                  </a:lnTo>
                  <a:lnTo>
                    <a:pt x="126149" y="329225"/>
                  </a:lnTo>
                  <a:lnTo>
                    <a:pt x="131302" y="330443"/>
                  </a:lnTo>
                  <a:lnTo>
                    <a:pt x="136491" y="331497"/>
                  </a:lnTo>
                  <a:lnTo>
                    <a:pt x="141711" y="332386"/>
                  </a:lnTo>
                  <a:lnTo>
                    <a:pt x="146957" y="333109"/>
                  </a:lnTo>
                  <a:lnTo>
                    <a:pt x="152223" y="333665"/>
                  </a:lnTo>
                  <a:lnTo>
                    <a:pt x="157503" y="334055"/>
                  </a:lnTo>
                  <a:lnTo>
                    <a:pt x="162794" y="334277"/>
                  </a:lnTo>
                  <a:lnTo>
                    <a:pt x="168089" y="334332"/>
                  </a:lnTo>
                  <a:lnTo>
                    <a:pt x="173383" y="334219"/>
                  </a:lnTo>
                  <a:lnTo>
                    <a:pt x="178671" y="333938"/>
                  </a:lnTo>
                  <a:lnTo>
                    <a:pt x="183947" y="333490"/>
                  </a:lnTo>
                  <a:lnTo>
                    <a:pt x="189206" y="332875"/>
                  </a:lnTo>
                  <a:lnTo>
                    <a:pt x="194443" y="332093"/>
                  </a:lnTo>
                  <a:lnTo>
                    <a:pt x="199653" y="331146"/>
                  </a:lnTo>
                  <a:lnTo>
                    <a:pt x="204830" y="330035"/>
                  </a:lnTo>
                  <a:lnTo>
                    <a:pt x="209970" y="328760"/>
                  </a:lnTo>
                  <a:lnTo>
                    <a:pt x="215066" y="327324"/>
                  </a:lnTo>
                  <a:lnTo>
                    <a:pt x="220115" y="325726"/>
                  </a:lnTo>
                  <a:lnTo>
                    <a:pt x="225110" y="323969"/>
                  </a:lnTo>
                  <a:lnTo>
                    <a:pt x="230047" y="322055"/>
                  </a:lnTo>
                  <a:lnTo>
                    <a:pt x="234921" y="319986"/>
                  </a:lnTo>
                  <a:lnTo>
                    <a:pt x="239727" y="317763"/>
                  </a:lnTo>
                  <a:lnTo>
                    <a:pt x="244461" y="315389"/>
                  </a:lnTo>
                  <a:lnTo>
                    <a:pt x="249116" y="312867"/>
                  </a:lnTo>
                  <a:lnTo>
                    <a:pt x="253690" y="310198"/>
                  </a:lnTo>
                  <a:lnTo>
                    <a:pt x="258177" y="307386"/>
                  </a:lnTo>
                  <a:lnTo>
                    <a:pt x="262572" y="304433"/>
                  </a:lnTo>
                  <a:lnTo>
                    <a:pt x="266872" y="301342"/>
                  </a:lnTo>
                  <a:lnTo>
                    <a:pt x="271071" y="298117"/>
                  </a:lnTo>
                  <a:lnTo>
                    <a:pt x="275166" y="294760"/>
                  </a:lnTo>
                  <a:lnTo>
                    <a:pt x="279153" y="291275"/>
                  </a:lnTo>
                  <a:lnTo>
                    <a:pt x="283028" y="287666"/>
                  </a:lnTo>
                  <a:lnTo>
                    <a:pt x="286786" y="283936"/>
                  </a:lnTo>
                  <a:lnTo>
                    <a:pt x="290425" y="280089"/>
                  </a:lnTo>
                  <a:lnTo>
                    <a:pt x="293939" y="276128"/>
                  </a:lnTo>
                  <a:lnTo>
                    <a:pt x="297327" y="272058"/>
                  </a:lnTo>
                  <a:lnTo>
                    <a:pt x="300583" y="267883"/>
                  </a:lnTo>
                  <a:lnTo>
                    <a:pt x="303706" y="263607"/>
                  </a:lnTo>
                  <a:lnTo>
                    <a:pt x="306692" y="259234"/>
                  </a:lnTo>
                  <a:lnTo>
                    <a:pt x="309538" y="254768"/>
                  </a:lnTo>
                  <a:lnTo>
                    <a:pt x="312241" y="250215"/>
                  </a:lnTo>
                  <a:lnTo>
                    <a:pt x="314799" y="245578"/>
                  </a:lnTo>
                  <a:lnTo>
                    <a:pt x="317208" y="240863"/>
                  </a:lnTo>
                  <a:lnTo>
                    <a:pt x="319467" y="236074"/>
                  </a:lnTo>
                  <a:lnTo>
                    <a:pt x="321573" y="231216"/>
                  </a:lnTo>
                  <a:lnTo>
                    <a:pt x="323524" y="226293"/>
                  </a:lnTo>
                  <a:lnTo>
                    <a:pt x="325318" y="221311"/>
                  </a:lnTo>
                  <a:lnTo>
                    <a:pt x="326954" y="216275"/>
                  </a:lnTo>
                  <a:lnTo>
                    <a:pt x="328429" y="211189"/>
                  </a:lnTo>
                  <a:lnTo>
                    <a:pt x="329742" y="206059"/>
                  </a:lnTo>
                  <a:lnTo>
                    <a:pt x="330893" y="200891"/>
                  </a:lnTo>
                  <a:lnTo>
                    <a:pt x="331879" y="195688"/>
                  </a:lnTo>
                  <a:lnTo>
                    <a:pt x="332699" y="190457"/>
                  </a:lnTo>
                  <a:lnTo>
                    <a:pt x="333354" y="185202"/>
                  </a:lnTo>
                  <a:lnTo>
                    <a:pt x="333842" y="179930"/>
                  </a:lnTo>
                  <a:lnTo>
                    <a:pt x="334162" y="174644"/>
                  </a:lnTo>
                  <a:lnTo>
                    <a:pt x="334315" y="169351"/>
                  </a:lnTo>
                  <a:lnTo>
                    <a:pt x="334301" y="164056"/>
                  </a:lnTo>
                  <a:lnTo>
                    <a:pt x="334118" y="158764"/>
                  </a:lnTo>
                  <a:lnTo>
                    <a:pt x="333768" y="153480"/>
                  </a:lnTo>
                  <a:lnTo>
                    <a:pt x="333251" y="148211"/>
                  </a:lnTo>
                  <a:lnTo>
                    <a:pt x="332568" y="142960"/>
                  </a:lnTo>
                  <a:lnTo>
                    <a:pt x="331718" y="137733"/>
                  </a:lnTo>
                  <a:lnTo>
                    <a:pt x="330703" y="132536"/>
                  </a:lnTo>
                  <a:lnTo>
                    <a:pt x="329524" y="127374"/>
                  </a:lnTo>
                  <a:lnTo>
                    <a:pt x="328183" y="122251"/>
                  </a:lnTo>
                  <a:lnTo>
                    <a:pt x="326679" y="117174"/>
                  </a:lnTo>
                  <a:lnTo>
                    <a:pt x="325016" y="112147"/>
                  </a:lnTo>
                  <a:lnTo>
                    <a:pt x="323194" y="107175"/>
                  </a:lnTo>
                  <a:lnTo>
                    <a:pt x="321216" y="102263"/>
                  </a:lnTo>
                  <a:lnTo>
                    <a:pt x="319083" y="97417"/>
                  </a:lnTo>
                  <a:lnTo>
                    <a:pt x="316797" y="92640"/>
                  </a:lnTo>
                  <a:lnTo>
                    <a:pt x="314362" y="87938"/>
                  </a:lnTo>
                  <a:lnTo>
                    <a:pt x="311779" y="83316"/>
                  </a:lnTo>
                  <a:lnTo>
                    <a:pt x="309050" y="78778"/>
                  </a:lnTo>
                  <a:lnTo>
                    <a:pt x="306180" y="74328"/>
                  </a:lnTo>
                  <a:lnTo>
                    <a:pt x="303170" y="69972"/>
                  </a:lnTo>
                  <a:lnTo>
                    <a:pt x="300023" y="65713"/>
                  </a:lnTo>
                  <a:lnTo>
                    <a:pt x="296743" y="61556"/>
                  </a:lnTo>
                  <a:lnTo>
                    <a:pt x="293333" y="57505"/>
                  </a:lnTo>
                  <a:lnTo>
                    <a:pt x="289797" y="53564"/>
                  </a:lnTo>
                  <a:lnTo>
                    <a:pt x="286137" y="49737"/>
                  </a:lnTo>
                  <a:lnTo>
                    <a:pt x="282358" y="46027"/>
                  </a:lnTo>
                  <a:lnTo>
                    <a:pt x="278464" y="42440"/>
                  </a:lnTo>
                  <a:lnTo>
                    <a:pt x="274458" y="38977"/>
                  </a:lnTo>
                  <a:lnTo>
                    <a:pt x="270344" y="35643"/>
                  </a:lnTo>
                  <a:lnTo>
                    <a:pt x="266126" y="32441"/>
                  </a:lnTo>
                  <a:lnTo>
                    <a:pt x="261810" y="29374"/>
                  </a:lnTo>
                  <a:lnTo>
                    <a:pt x="257398" y="26446"/>
                  </a:lnTo>
                  <a:lnTo>
                    <a:pt x="252896" y="23658"/>
                  </a:lnTo>
                  <a:lnTo>
                    <a:pt x="248308" y="21015"/>
                  </a:lnTo>
                  <a:lnTo>
                    <a:pt x="243638" y="18518"/>
                  </a:lnTo>
                  <a:lnTo>
                    <a:pt x="238892" y="16171"/>
                  </a:lnTo>
                  <a:lnTo>
                    <a:pt x="234073" y="13975"/>
                  </a:lnTo>
                  <a:lnTo>
                    <a:pt x="229188" y="11932"/>
                  </a:lnTo>
                  <a:lnTo>
                    <a:pt x="224240" y="10046"/>
                  </a:lnTo>
                  <a:lnTo>
                    <a:pt x="219235" y="8317"/>
                  </a:lnTo>
                  <a:lnTo>
                    <a:pt x="214178" y="6747"/>
                  </a:lnTo>
                  <a:lnTo>
                    <a:pt x="209073" y="5339"/>
                  </a:lnTo>
                  <a:lnTo>
                    <a:pt x="203927" y="4092"/>
                  </a:lnTo>
                  <a:lnTo>
                    <a:pt x="198744" y="3010"/>
                  </a:lnTo>
                  <a:lnTo>
                    <a:pt x="193529" y="2092"/>
                  </a:lnTo>
                  <a:lnTo>
                    <a:pt x="188287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40" y="5103947"/>
              <a:ext cx="47" cy="167167"/>
            </a:xfrm>
            <a:custGeom>
              <a:avLst/>
              <a:pathLst>
                <a:path w="47" h="167167">
                  <a:moveTo>
                    <a:pt x="0" y="0"/>
                  </a:moveTo>
                  <a:lnTo>
                    <a:pt x="4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40" y="5103947"/>
              <a:ext cx="47" cy="167167"/>
            </a:xfrm>
            <a:custGeom>
              <a:avLst/>
              <a:pathLst>
                <a:path w="47" h="167167">
                  <a:moveTo>
                    <a:pt x="0" y="0"/>
                  </a:moveTo>
                  <a:lnTo>
                    <a:pt x="4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40" y="5103947"/>
              <a:ext cx="47" cy="167167"/>
            </a:xfrm>
            <a:custGeom>
              <a:avLst/>
              <a:pathLst>
                <a:path w="47" h="167167">
                  <a:moveTo>
                    <a:pt x="0" y="0"/>
                  </a:moveTo>
                  <a:lnTo>
                    <a:pt x="4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40" y="5103947"/>
              <a:ext cx="47" cy="167167"/>
            </a:xfrm>
            <a:custGeom>
              <a:avLst/>
              <a:pathLst>
                <a:path w="47" h="167167">
                  <a:moveTo>
                    <a:pt x="0" y="0"/>
                  </a:moveTo>
                  <a:lnTo>
                    <a:pt x="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40" y="5103947"/>
              <a:ext cx="47" cy="167167"/>
            </a:xfrm>
            <a:custGeom>
              <a:avLst/>
              <a:pathLst>
                <a:path w="47" h="167167">
                  <a:moveTo>
                    <a:pt x="0" y="0"/>
                  </a:moveTo>
                  <a:lnTo>
                    <a:pt x="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40" y="5103947"/>
              <a:ext cx="47" cy="167167"/>
            </a:xfrm>
            <a:custGeom>
              <a:avLst/>
              <a:pathLst>
                <a:path w="47" h="167167">
                  <a:moveTo>
                    <a:pt x="0" y="0"/>
                  </a:moveTo>
                  <a:lnTo>
                    <a:pt x="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40" y="5103947"/>
              <a:ext cx="47" cy="167167"/>
            </a:xfrm>
            <a:custGeom>
              <a:avLst/>
              <a:pathLst>
                <a:path w="47" h="167167">
                  <a:moveTo>
                    <a:pt x="0" y="0"/>
                  </a:moveTo>
                  <a:lnTo>
                    <a:pt x="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40" y="5103947"/>
              <a:ext cx="47" cy="167167"/>
            </a:xfrm>
            <a:custGeom>
              <a:avLst/>
              <a:pathLst>
                <a:path w="47" h="167167">
                  <a:moveTo>
                    <a:pt x="0" y="0"/>
                  </a:moveTo>
                  <a:lnTo>
                    <a:pt x="4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40" y="5103947"/>
              <a:ext cx="47" cy="167167"/>
            </a:xfrm>
            <a:custGeom>
              <a:avLst/>
              <a:pathLst>
                <a:path w="47" h="167167">
                  <a:moveTo>
                    <a:pt x="0" y="0"/>
                  </a:moveTo>
                  <a:lnTo>
                    <a:pt x="4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61930" y="5103947"/>
              <a:ext cx="334325" cy="334324"/>
            </a:xfrm>
            <a:custGeom>
              <a:avLst/>
              <a:pathLst>
                <a:path w="334325" h="334324">
                  <a:moveTo>
                    <a:pt x="167110" y="0"/>
                  </a:moveTo>
                  <a:lnTo>
                    <a:pt x="161825" y="85"/>
                  </a:lnTo>
                  <a:lnTo>
                    <a:pt x="156546" y="337"/>
                  </a:lnTo>
                  <a:lnTo>
                    <a:pt x="151277" y="756"/>
                  </a:lnTo>
                  <a:lnTo>
                    <a:pt x="146024" y="1341"/>
                  </a:lnTo>
                  <a:lnTo>
                    <a:pt x="140792" y="2092"/>
                  </a:lnTo>
                  <a:lnTo>
                    <a:pt x="135587" y="3008"/>
                  </a:lnTo>
                  <a:lnTo>
                    <a:pt x="130413" y="4088"/>
                  </a:lnTo>
                  <a:lnTo>
                    <a:pt x="125276" y="5331"/>
                  </a:lnTo>
                  <a:lnTo>
                    <a:pt x="120181" y="6736"/>
                  </a:lnTo>
                  <a:lnTo>
                    <a:pt x="115132" y="8301"/>
                  </a:lnTo>
                  <a:lnTo>
                    <a:pt x="110136" y="10025"/>
                  </a:lnTo>
                  <a:lnTo>
                    <a:pt x="105197" y="11907"/>
                  </a:lnTo>
                  <a:lnTo>
                    <a:pt x="100319" y="13943"/>
                  </a:lnTo>
                  <a:lnTo>
                    <a:pt x="95509" y="16133"/>
                  </a:lnTo>
                  <a:lnTo>
                    <a:pt x="90770" y="18473"/>
                  </a:lnTo>
                  <a:lnTo>
                    <a:pt x="86108" y="20962"/>
                  </a:lnTo>
                  <a:lnTo>
                    <a:pt x="81526" y="23598"/>
                  </a:lnTo>
                  <a:lnTo>
                    <a:pt x="77030" y="26377"/>
                  </a:lnTo>
                  <a:lnTo>
                    <a:pt x="72624" y="29296"/>
                  </a:lnTo>
                  <a:lnTo>
                    <a:pt x="68313" y="32354"/>
                  </a:lnTo>
                  <a:lnTo>
                    <a:pt x="64100" y="35546"/>
                  </a:lnTo>
                  <a:lnTo>
                    <a:pt x="59991" y="38870"/>
                  </a:lnTo>
                  <a:lnTo>
                    <a:pt x="55989" y="42322"/>
                  </a:lnTo>
                  <a:lnTo>
                    <a:pt x="52097" y="45898"/>
                  </a:lnTo>
                  <a:lnTo>
                    <a:pt x="48321" y="49597"/>
                  </a:lnTo>
                  <a:lnTo>
                    <a:pt x="44664" y="53412"/>
                  </a:lnTo>
                  <a:lnTo>
                    <a:pt x="41129" y="57341"/>
                  </a:lnTo>
                  <a:lnTo>
                    <a:pt x="37720" y="61381"/>
                  </a:lnTo>
                  <a:lnTo>
                    <a:pt x="34440" y="65525"/>
                  </a:lnTo>
                  <a:lnTo>
                    <a:pt x="31293" y="69772"/>
                  </a:lnTo>
                  <a:lnTo>
                    <a:pt x="28282" y="74116"/>
                  </a:lnTo>
                  <a:lnTo>
                    <a:pt x="25410" y="78553"/>
                  </a:lnTo>
                  <a:lnTo>
                    <a:pt x="22679" y="83078"/>
                  </a:lnTo>
                  <a:lnTo>
                    <a:pt x="20093" y="87687"/>
                  </a:lnTo>
                  <a:lnTo>
                    <a:pt x="17654" y="92376"/>
                  </a:lnTo>
                  <a:lnTo>
                    <a:pt x="15365" y="97140"/>
                  </a:lnTo>
                  <a:lnTo>
                    <a:pt x="13227" y="101974"/>
                  </a:lnTo>
                  <a:lnTo>
                    <a:pt x="11243" y="106873"/>
                  </a:lnTo>
                  <a:lnTo>
                    <a:pt x="9414" y="111832"/>
                  </a:lnTo>
                  <a:lnTo>
                    <a:pt x="7744" y="116846"/>
                  </a:lnTo>
                  <a:lnTo>
                    <a:pt x="6233" y="121911"/>
                  </a:lnTo>
                  <a:lnTo>
                    <a:pt x="4883" y="127021"/>
                  </a:lnTo>
                  <a:lnTo>
                    <a:pt x="3695" y="132171"/>
                  </a:lnTo>
                  <a:lnTo>
                    <a:pt x="2670" y="137356"/>
                  </a:lnTo>
                  <a:lnTo>
                    <a:pt x="1810" y="142571"/>
                  </a:lnTo>
                  <a:lnTo>
                    <a:pt x="1115" y="147811"/>
                  </a:lnTo>
                  <a:lnTo>
                    <a:pt x="586" y="153070"/>
                  </a:lnTo>
                  <a:lnTo>
                    <a:pt x="223" y="158343"/>
                  </a:lnTo>
                  <a:lnTo>
                    <a:pt x="28" y="163624"/>
                  </a:lnTo>
                  <a:lnTo>
                    <a:pt x="0" y="168910"/>
                  </a:lnTo>
                  <a:lnTo>
                    <a:pt x="138" y="174193"/>
                  </a:lnTo>
                  <a:lnTo>
                    <a:pt x="444" y="179470"/>
                  </a:lnTo>
                  <a:lnTo>
                    <a:pt x="916" y="184734"/>
                  </a:lnTo>
                  <a:lnTo>
                    <a:pt x="1554" y="189981"/>
                  </a:lnTo>
                  <a:lnTo>
                    <a:pt x="2358" y="195205"/>
                  </a:lnTo>
                  <a:lnTo>
                    <a:pt x="3327" y="200401"/>
                  </a:lnTo>
                  <a:lnTo>
                    <a:pt x="4460" y="205563"/>
                  </a:lnTo>
                  <a:lnTo>
                    <a:pt x="5755" y="210687"/>
                  </a:lnTo>
                  <a:lnTo>
                    <a:pt x="7211" y="215768"/>
                  </a:lnTo>
                  <a:lnTo>
                    <a:pt x="8828" y="220800"/>
                  </a:lnTo>
                  <a:lnTo>
                    <a:pt x="10602" y="225779"/>
                  </a:lnTo>
                  <a:lnTo>
                    <a:pt x="12534" y="230699"/>
                  </a:lnTo>
                  <a:lnTo>
                    <a:pt x="14619" y="235555"/>
                  </a:lnTo>
                  <a:lnTo>
                    <a:pt x="16858" y="240343"/>
                  </a:lnTo>
                  <a:lnTo>
                    <a:pt x="19246" y="245058"/>
                  </a:lnTo>
                  <a:lnTo>
                    <a:pt x="21782" y="249695"/>
                  </a:lnTo>
                  <a:lnTo>
                    <a:pt x="24464" y="254250"/>
                  </a:lnTo>
                  <a:lnTo>
                    <a:pt x="27288" y="258717"/>
                  </a:lnTo>
                  <a:lnTo>
                    <a:pt x="30253" y="263093"/>
                  </a:lnTo>
                  <a:lnTo>
                    <a:pt x="33354" y="267374"/>
                  </a:lnTo>
                  <a:lnTo>
                    <a:pt x="36588" y="271553"/>
                  </a:lnTo>
                  <a:lnTo>
                    <a:pt x="39954" y="275629"/>
                  </a:lnTo>
                  <a:lnTo>
                    <a:pt x="43446" y="279596"/>
                  </a:lnTo>
                  <a:lnTo>
                    <a:pt x="47062" y="283451"/>
                  </a:lnTo>
                  <a:lnTo>
                    <a:pt x="50798" y="287189"/>
                  </a:lnTo>
                  <a:lnTo>
                    <a:pt x="54651" y="290808"/>
                  </a:lnTo>
                  <a:lnTo>
                    <a:pt x="58616" y="294303"/>
                  </a:lnTo>
                  <a:lnTo>
                    <a:pt x="62689" y="297671"/>
                  </a:lnTo>
                  <a:lnTo>
                    <a:pt x="66867" y="300908"/>
                  </a:lnTo>
                  <a:lnTo>
                    <a:pt x="71145" y="304012"/>
                  </a:lnTo>
                  <a:lnTo>
                    <a:pt x="75519" y="306979"/>
                  </a:lnTo>
                  <a:lnTo>
                    <a:pt x="79985" y="309806"/>
                  </a:lnTo>
                  <a:lnTo>
                    <a:pt x="84538" y="312490"/>
                  </a:lnTo>
                  <a:lnTo>
                    <a:pt x="89173" y="315030"/>
                  </a:lnTo>
                  <a:lnTo>
                    <a:pt x="93887" y="317421"/>
                  </a:lnTo>
                  <a:lnTo>
                    <a:pt x="98674" y="319662"/>
                  </a:lnTo>
                  <a:lnTo>
                    <a:pt x="103529" y="321751"/>
                  </a:lnTo>
                  <a:lnTo>
                    <a:pt x="108447" y="323685"/>
                  </a:lnTo>
                  <a:lnTo>
                    <a:pt x="113425" y="325463"/>
                  </a:lnTo>
                  <a:lnTo>
                    <a:pt x="118456" y="327083"/>
                  </a:lnTo>
                  <a:lnTo>
                    <a:pt x="123536" y="328543"/>
                  </a:lnTo>
                  <a:lnTo>
                    <a:pt x="128659" y="329841"/>
                  </a:lnTo>
                  <a:lnTo>
                    <a:pt x="133821" y="330977"/>
                  </a:lnTo>
                  <a:lnTo>
                    <a:pt x="139016" y="331949"/>
                  </a:lnTo>
                  <a:lnTo>
                    <a:pt x="144240" y="332756"/>
                  </a:lnTo>
                  <a:lnTo>
                    <a:pt x="149486" y="333398"/>
                  </a:lnTo>
                  <a:lnTo>
                    <a:pt x="154750" y="333873"/>
                  </a:lnTo>
                  <a:lnTo>
                    <a:pt x="160026" y="334182"/>
                  </a:lnTo>
                  <a:lnTo>
                    <a:pt x="165310" y="334324"/>
                  </a:lnTo>
                  <a:lnTo>
                    <a:pt x="170595" y="334299"/>
                  </a:lnTo>
                  <a:lnTo>
                    <a:pt x="175877" y="334107"/>
                  </a:lnTo>
                  <a:lnTo>
                    <a:pt x="181150" y="333748"/>
                  </a:lnTo>
                  <a:lnTo>
                    <a:pt x="186410" y="333222"/>
                  </a:lnTo>
                  <a:lnTo>
                    <a:pt x="191650" y="332531"/>
                  </a:lnTo>
                  <a:lnTo>
                    <a:pt x="196865" y="331674"/>
                  </a:lnTo>
                  <a:lnTo>
                    <a:pt x="202051" y="330652"/>
                  </a:lnTo>
                  <a:lnTo>
                    <a:pt x="207202" y="329467"/>
                  </a:lnTo>
                  <a:lnTo>
                    <a:pt x="212313" y="328120"/>
                  </a:lnTo>
                  <a:lnTo>
                    <a:pt x="217378" y="326612"/>
                  </a:lnTo>
                  <a:lnTo>
                    <a:pt x="222394" y="324945"/>
                  </a:lnTo>
                  <a:lnTo>
                    <a:pt x="227354" y="323120"/>
                  </a:lnTo>
                  <a:lnTo>
                    <a:pt x="232254" y="321139"/>
                  </a:lnTo>
                  <a:lnTo>
                    <a:pt x="237089" y="319004"/>
                  </a:lnTo>
                  <a:lnTo>
                    <a:pt x="241854" y="316718"/>
                  </a:lnTo>
                  <a:lnTo>
                    <a:pt x="246545" y="314281"/>
                  </a:lnTo>
                  <a:lnTo>
                    <a:pt x="251156" y="311698"/>
                  </a:lnTo>
                  <a:lnTo>
                    <a:pt x="255683" y="308970"/>
                  </a:lnTo>
                  <a:lnTo>
                    <a:pt x="260122" y="306101"/>
                  </a:lnTo>
                  <a:lnTo>
                    <a:pt x="264467" y="303093"/>
                  </a:lnTo>
                  <a:lnTo>
                    <a:pt x="268716" y="299948"/>
                  </a:lnTo>
                  <a:lnTo>
                    <a:pt x="272863" y="296671"/>
                  </a:lnTo>
                  <a:lnTo>
                    <a:pt x="276904" y="293265"/>
                  </a:lnTo>
                  <a:lnTo>
                    <a:pt x="280836" y="289733"/>
                  </a:lnTo>
                  <a:lnTo>
                    <a:pt x="284653" y="286078"/>
                  </a:lnTo>
                  <a:lnTo>
                    <a:pt x="288354" y="282304"/>
                  </a:lnTo>
                  <a:lnTo>
                    <a:pt x="291933" y="278415"/>
                  </a:lnTo>
                  <a:lnTo>
                    <a:pt x="295388" y="274415"/>
                  </a:lnTo>
                  <a:lnTo>
                    <a:pt x="298714" y="270307"/>
                  </a:lnTo>
                  <a:lnTo>
                    <a:pt x="301909" y="266097"/>
                  </a:lnTo>
                  <a:lnTo>
                    <a:pt x="304969" y="261787"/>
                  </a:lnTo>
                  <a:lnTo>
                    <a:pt x="307892" y="257383"/>
                  </a:lnTo>
                  <a:lnTo>
                    <a:pt x="310673" y="252889"/>
                  </a:lnTo>
                  <a:lnTo>
                    <a:pt x="313311" y="248309"/>
                  </a:lnTo>
                  <a:lnTo>
                    <a:pt x="315804" y="243648"/>
                  </a:lnTo>
                  <a:lnTo>
                    <a:pt x="318147" y="238911"/>
                  </a:lnTo>
                  <a:lnTo>
                    <a:pt x="320340" y="234102"/>
                  </a:lnTo>
                  <a:lnTo>
                    <a:pt x="322379" y="229226"/>
                  </a:lnTo>
                  <a:lnTo>
                    <a:pt x="324264" y="224287"/>
                  </a:lnTo>
                  <a:lnTo>
                    <a:pt x="325991" y="219292"/>
                  </a:lnTo>
                  <a:lnTo>
                    <a:pt x="327559" y="214245"/>
                  </a:lnTo>
                  <a:lnTo>
                    <a:pt x="328967" y="209151"/>
                  </a:lnTo>
                  <a:lnTo>
                    <a:pt x="330214" y="204014"/>
                  </a:lnTo>
                  <a:lnTo>
                    <a:pt x="331297" y="198841"/>
                  </a:lnTo>
                  <a:lnTo>
                    <a:pt x="332216" y="193636"/>
                  </a:lnTo>
                  <a:lnTo>
                    <a:pt x="332971" y="188405"/>
                  </a:lnTo>
                  <a:lnTo>
                    <a:pt x="333559" y="183152"/>
                  </a:lnTo>
                  <a:lnTo>
                    <a:pt x="333981" y="177884"/>
                  </a:lnTo>
                  <a:lnTo>
                    <a:pt x="334237" y="172605"/>
                  </a:lnTo>
                  <a:lnTo>
                    <a:pt x="334325" y="167320"/>
                  </a:lnTo>
                  <a:lnTo>
                    <a:pt x="334247" y="162035"/>
                  </a:lnTo>
                  <a:lnTo>
                    <a:pt x="334001" y="156756"/>
                  </a:lnTo>
                  <a:lnTo>
                    <a:pt x="333588" y="151486"/>
                  </a:lnTo>
                  <a:lnTo>
                    <a:pt x="333009" y="146233"/>
                  </a:lnTo>
                  <a:lnTo>
                    <a:pt x="332265" y="141000"/>
                  </a:lnTo>
                  <a:lnTo>
                    <a:pt x="331355" y="135794"/>
                  </a:lnTo>
                  <a:lnTo>
                    <a:pt x="330281" y="130618"/>
                  </a:lnTo>
                  <a:lnTo>
                    <a:pt x="329044" y="125480"/>
                  </a:lnTo>
                  <a:lnTo>
                    <a:pt x="327645" y="120383"/>
                  </a:lnTo>
                  <a:lnTo>
                    <a:pt x="326086" y="115333"/>
                  </a:lnTo>
                  <a:lnTo>
                    <a:pt x="324368" y="110334"/>
                  </a:lnTo>
                  <a:lnTo>
                    <a:pt x="322493" y="105393"/>
                  </a:lnTo>
                  <a:lnTo>
                    <a:pt x="320462" y="100513"/>
                  </a:lnTo>
                  <a:lnTo>
                    <a:pt x="318278" y="95700"/>
                  </a:lnTo>
                  <a:lnTo>
                    <a:pt x="315943" y="90958"/>
                  </a:lnTo>
                  <a:lnTo>
                    <a:pt x="313460" y="86293"/>
                  </a:lnTo>
                  <a:lnTo>
                    <a:pt x="310830" y="81708"/>
                  </a:lnTo>
                  <a:lnTo>
                    <a:pt x="308057" y="77209"/>
                  </a:lnTo>
                  <a:lnTo>
                    <a:pt x="305142" y="72799"/>
                  </a:lnTo>
                  <a:lnTo>
                    <a:pt x="302090" y="68484"/>
                  </a:lnTo>
                  <a:lnTo>
                    <a:pt x="298903" y="64268"/>
                  </a:lnTo>
                  <a:lnTo>
                    <a:pt x="295584" y="60154"/>
                  </a:lnTo>
                  <a:lnTo>
                    <a:pt x="292137" y="56148"/>
                  </a:lnTo>
                  <a:lnTo>
                    <a:pt x="288565" y="52252"/>
                  </a:lnTo>
                  <a:lnTo>
                    <a:pt x="284871" y="48472"/>
                  </a:lnTo>
                  <a:lnTo>
                    <a:pt x="281060" y="44810"/>
                  </a:lnTo>
                  <a:lnTo>
                    <a:pt x="277135" y="41270"/>
                  </a:lnTo>
                  <a:lnTo>
                    <a:pt x="273100" y="37856"/>
                  </a:lnTo>
                  <a:lnTo>
                    <a:pt x="268959" y="34572"/>
                  </a:lnTo>
                  <a:lnTo>
                    <a:pt x="264716" y="31420"/>
                  </a:lnTo>
                  <a:lnTo>
                    <a:pt x="260376" y="28403"/>
                  </a:lnTo>
                  <a:lnTo>
                    <a:pt x="255943" y="25526"/>
                  </a:lnTo>
                  <a:lnTo>
                    <a:pt x="251421" y="22790"/>
                  </a:lnTo>
                  <a:lnTo>
                    <a:pt x="246814" y="20198"/>
                  </a:lnTo>
                  <a:lnTo>
                    <a:pt x="242128" y="17753"/>
                  </a:lnTo>
                  <a:lnTo>
                    <a:pt x="237367" y="15458"/>
                  </a:lnTo>
                  <a:lnTo>
                    <a:pt x="232536" y="13314"/>
                  </a:lnTo>
                  <a:lnTo>
                    <a:pt x="227640" y="11324"/>
                  </a:lnTo>
                  <a:lnTo>
                    <a:pt x="222683" y="9490"/>
                  </a:lnTo>
                  <a:lnTo>
                    <a:pt x="217670" y="7814"/>
                  </a:lnTo>
                  <a:lnTo>
                    <a:pt x="212607" y="6296"/>
                  </a:lnTo>
                  <a:lnTo>
                    <a:pt x="207499" y="4940"/>
                  </a:lnTo>
                  <a:lnTo>
                    <a:pt x="202350" y="3746"/>
                  </a:lnTo>
                  <a:lnTo>
                    <a:pt x="197166" y="2715"/>
                  </a:lnTo>
                  <a:lnTo>
                    <a:pt x="191952" y="1849"/>
                  </a:lnTo>
                  <a:lnTo>
                    <a:pt x="186714" y="114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88" y="5103947"/>
              <a:ext cx="19555" cy="167167"/>
            </a:xfrm>
            <a:custGeom>
              <a:avLst/>
              <a:pathLst>
                <a:path w="19555" h="167167">
                  <a:moveTo>
                    <a:pt x="19555" y="1147"/>
                  </a:moveTo>
                  <a:lnTo>
                    <a:pt x="9794" y="2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43253" y="5309273"/>
              <a:ext cx="162641" cy="167167"/>
            </a:xfrm>
            <a:custGeom>
              <a:avLst/>
              <a:pathLst>
                <a:path w="162641" h="167167">
                  <a:moveTo>
                    <a:pt x="162641" y="0"/>
                  </a:moveTo>
                  <a:lnTo>
                    <a:pt x="157189" y="88"/>
                  </a:lnTo>
                  <a:lnTo>
                    <a:pt x="151742" y="355"/>
                  </a:lnTo>
                  <a:lnTo>
                    <a:pt x="146307" y="799"/>
                  </a:lnTo>
                  <a:lnTo>
                    <a:pt x="140889" y="1421"/>
                  </a:lnTo>
                  <a:lnTo>
                    <a:pt x="135494" y="2219"/>
                  </a:lnTo>
                  <a:lnTo>
                    <a:pt x="130128" y="3192"/>
                  </a:lnTo>
                  <a:lnTo>
                    <a:pt x="124797" y="4340"/>
                  </a:lnTo>
                  <a:lnTo>
                    <a:pt x="119506" y="5661"/>
                  </a:lnTo>
                  <a:lnTo>
                    <a:pt x="114261" y="7154"/>
                  </a:lnTo>
                  <a:lnTo>
                    <a:pt x="109067" y="8817"/>
                  </a:lnTo>
                  <a:lnTo>
                    <a:pt x="103931" y="10649"/>
                  </a:lnTo>
                  <a:lnTo>
                    <a:pt x="98856" y="12647"/>
                  </a:lnTo>
                  <a:lnTo>
                    <a:pt x="93850" y="14810"/>
                  </a:lnTo>
                  <a:lnTo>
                    <a:pt x="88917" y="17135"/>
                  </a:lnTo>
                  <a:lnTo>
                    <a:pt x="84063" y="19619"/>
                  </a:lnTo>
                  <a:lnTo>
                    <a:pt x="79292" y="22261"/>
                  </a:lnTo>
                  <a:lnTo>
                    <a:pt x="74610" y="25057"/>
                  </a:lnTo>
                  <a:lnTo>
                    <a:pt x="70021" y="28004"/>
                  </a:lnTo>
                  <a:lnTo>
                    <a:pt x="65531" y="31099"/>
                  </a:lnTo>
                  <a:lnTo>
                    <a:pt x="61144" y="34339"/>
                  </a:lnTo>
                  <a:lnTo>
                    <a:pt x="56866" y="37720"/>
                  </a:lnTo>
                  <a:lnTo>
                    <a:pt x="52700" y="41239"/>
                  </a:lnTo>
                  <a:lnTo>
                    <a:pt x="48651" y="44892"/>
                  </a:lnTo>
                  <a:lnTo>
                    <a:pt x="44723" y="48675"/>
                  </a:lnTo>
                  <a:lnTo>
                    <a:pt x="40921" y="52585"/>
                  </a:lnTo>
                  <a:lnTo>
                    <a:pt x="37248" y="56616"/>
                  </a:lnTo>
                  <a:lnTo>
                    <a:pt x="33709" y="60765"/>
                  </a:lnTo>
                  <a:lnTo>
                    <a:pt x="30307" y="65027"/>
                  </a:lnTo>
                  <a:lnTo>
                    <a:pt x="27046" y="69398"/>
                  </a:lnTo>
                  <a:lnTo>
                    <a:pt x="23929" y="73873"/>
                  </a:lnTo>
                  <a:lnTo>
                    <a:pt x="20960" y="78447"/>
                  </a:lnTo>
                  <a:lnTo>
                    <a:pt x="18141" y="83116"/>
                  </a:lnTo>
                  <a:lnTo>
                    <a:pt x="15476" y="87874"/>
                  </a:lnTo>
                  <a:lnTo>
                    <a:pt x="12968" y="92716"/>
                  </a:lnTo>
                  <a:lnTo>
                    <a:pt x="10620" y="97638"/>
                  </a:lnTo>
                  <a:lnTo>
                    <a:pt x="8433" y="102633"/>
                  </a:lnTo>
                  <a:lnTo>
                    <a:pt x="6410" y="107698"/>
                  </a:lnTo>
                  <a:lnTo>
                    <a:pt x="4553" y="112825"/>
                  </a:lnTo>
                  <a:lnTo>
                    <a:pt x="2865" y="118011"/>
                  </a:lnTo>
                  <a:lnTo>
                    <a:pt x="1346" y="123249"/>
                  </a:lnTo>
                  <a:lnTo>
                    <a:pt x="0" y="128533"/>
                  </a:lnTo>
                  <a:lnTo>
                    <a:pt x="16264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38738" y="5309273"/>
              <a:ext cx="334307" cy="334334"/>
            </a:xfrm>
            <a:custGeom>
              <a:avLst/>
              <a:pathLst>
                <a:path w="334307" h="334334">
                  <a:moveTo>
                    <a:pt x="4514" y="128533"/>
                  </a:moveTo>
                  <a:lnTo>
                    <a:pt x="3372" y="133708"/>
                  </a:lnTo>
                  <a:lnTo>
                    <a:pt x="2393" y="138916"/>
                  </a:lnTo>
                  <a:lnTo>
                    <a:pt x="1581" y="144153"/>
                  </a:lnTo>
                  <a:lnTo>
                    <a:pt x="934" y="149413"/>
                  </a:lnTo>
                  <a:lnTo>
                    <a:pt x="455" y="154691"/>
                  </a:lnTo>
                  <a:lnTo>
                    <a:pt x="143" y="159981"/>
                  </a:lnTo>
                  <a:lnTo>
                    <a:pt x="0" y="165278"/>
                  </a:lnTo>
                  <a:lnTo>
                    <a:pt x="24" y="170578"/>
                  </a:lnTo>
                  <a:lnTo>
                    <a:pt x="216" y="175874"/>
                  </a:lnTo>
                  <a:lnTo>
                    <a:pt x="576" y="181161"/>
                  </a:lnTo>
                  <a:lnTo>
                    <a:pt x="1103" y="186434"/>
                  </a:lnTo>
                  <a:lnTo>
                    <a:pt x="1797" y="191688"/>
                  </a:lnTo>
                  <a:lnTo>
                    <a:pt x="2657" y="196917"/>
                  </a:lnTo>
                  <a:lnTo>
                    <a:pt x="3683" y="202116"/>
                  </a:lnTo>
                  <a:lnTo>
                    <a:pt x="4873" y="207280"/>
                  </a:lnTo>
                  <a:lnTo>
                    <a:pt x="6226" y="212404"/>
                  </a:lnTo>
                  <a:lnTo>
                    <a:pt x="7741" y="217482"/>
                  </a:lnTo>
                  <a:lnTo>
                    <a:pt x="9416" y="222510"/>
                  </a:lnTo>
                  <a:lnTo>
                    <a:pt x="11249" y="227482"/>
                  </a:lnTo>
                  <a:lnTo>
                    <a:pt x="13239" y="232394"/>
                  </a:lnTo>
                  <a:lnTo>
                    <a:pt x="15384" y="237240"/>
                  </a:lnTo>
                  <a:lnTo>
                    <a:pt x="17682" y="242015"/>
                  </a:lnTo>
                  <a:lnTo>
                    <a:pt x="20129" y="246715"/>
                  </a:lnTo>
                  <a:lnTo>
                    <a:pt x="22724" y="251336"/>
                  </a:lnTo>
                  <a:lnTo>
                    <a:pt x="25465" y="255872"/>
                  </a:lnTo>
                  <a:lnTo>
                    <a:pt x="28348" y="260318"/>
                  </a:lnTo>
                  <a:lnTo>
                    <a:pt x="31370" y="264671"/>
                  </a:lnTo>
                  <a:lnTo>
                    <a:pt x="34529" y="268926"/>
                  </a:lnTo>
                  <a:lnTo>
                    <a:pt x="37821" y="273079"/>
                  </a:lnTo>
                  <a:lnTo>
                    <a:pt x="41243" y="277126"/>
                  </a:lnTo>
                  <a:lnTo>
                    <a:pt x="44792" y="281061"/>
                  </a:lnTo>
                  <a:lnTo>
                    <a:pt x="48464" y="284883"/>
                  </a:lnTo>
                  <a:lnTo>
                    <a:pt x="52255" y="288586"/>
                  </a:lnTo>
                  <a:lnTo>
                    <a:pt x="56161" y="292167"/>
                  </a:lnTo>
                  <a:lnTo>
                    <a:pt x="60179" y="295622"/>
                  </a:lnTo>
                  <a:lnTo>
                    <a:pt x="64304" y="298949"/>
                  </a:lnTo>
                  <a:lnTo>
                    <a:pt x="68533" y="302143"/>
                  </a:lnTo>
                  <a:lnTo>
                    <a:pt x="72861" y="305201"/>
                  </a:lnTo>
                  <a:lnTo>
                    <a:pt x="77284" y="308120"/>
                  </a:lnTo>
                  <a:lnTo>
                    <a:pt x="81797" y="310898"/>
                  </a:lnTo>
                  <a:lnTo>
                    <a:pt x="86396" y="313532"/>
                  </a:lnTo>
                  <a:lnTo>
                    <a:pt x="91075" y="316018"/>
                  </a:lnTo>
                  <a:lnTo>
                    <a:pt x="95832" y="318355"/>
                  </a:lnTo>
                  <a:lnTo>
                    <a:pt x="100660" y="320540"/>
                  </a:lnTo>
                  <a:lnTo>
                    <a:pt x="105555" y="322570"/>
                  </a:lnTo>
                  <a:lnTo>
                    <a:pt x="110512" y="324445"/>
                  </a:lnTo>
                  <a:lnTo>
                    <a:pt x="115525" y="326161"/>
                  </a:lnTo>
                  <a:lnTo>
                    <a:pt x="120591" y="327718"/>
                  </a:lnTo>
                  <a:lnTo>
                    <a:pt x="125704" y="329113"/>
                  </a:lnTo>
                  <a:lnTo>
                    <a:pt x="130858" y="330346"/>
                  </a:lnTo>
                  <a:lnTo>
                    <a:pt x="136048" y="331414"/>
                  </a:lnTo>
                  <a:lnTo>
                    <a:pt x="141270" y="332318"/>
                  </a:lnTo>
                  <a:lnTo>
                    <a:pt x="146518" y="333055"/>
                  </a:lnTo>
                  <a:lnTo>
                    <a:pt x="151786" y="333626"/>
                  </a:lnTo>
                  <a:lnTo>
                    <a:pt x="157070" y="334030"/>
                  </a:lnTo>
                  <a:lnTo>
                    <a:pt x="162365" y="334266"/>
                  </a:lnTo>
                  <a:lnTo>
                    <a:pt x="167664" y="334334"/>
                  </a:lnTo>
                  <a:lnTo>
                    <a:pt x="172962" y="334234"/>
                  </a:lnTo>
                  <a:lnTo>
                    <a:pt x="178255" y="333966"/>
                  </a:lnTo>
                  <a:lnTo>
                    <a:pt x="183536" y="333530"/>
                  </a:lnTo>
                  <a:lnTo>
                    <a:pt x="188801" y="332927"/>
                  </a:lnTo>
                  <a:lnTo>
                    <a:pt x="194045" y="332158"/>
                  </a:lnTo>
                  <a:lnTo>
                    <a:pt x="199261" y="331223"/>
                  </a:lnTo>
                  <a:lnTo>
                    <a:pt x="204445" y="330123"/>
                  </a:lnTo>
                  <a:lnTo>
                    <a:pt x="209591" y="328859"/>
                  </a:lnTo>
                  <a:lnTo>
                    <a:pt x="214695" y="327432"/>
                  </a:lnTo>
                  <a:lnTo>
                    <a:pt x="219751" y="325845"/>
                  </a:lnTo>
                  <a:lnTo>
                    <a:pt x="224754" y="324098"/>
                  </a:lnTo>
                  <a:lnTo>
                    <a:pt x="229700" y="322194"/>
                  </a:lnTo>
                  <a:lnTo>
                    <a:pt x="234582" y="320133"/>
                  </a:lnTo>
                  <a:lnTo>
                    <a:pt x="239397" y="317919"/>
                  </a:lnTo>
                  <a:lnTo>
                    <a:pt x="244139" y="315554"/>
                  </a:lnTo>
                  <a:lnTo>
                    <a:pt x="248804" y="313039"/>
                  </a:lnTo>
                  <a:lnTo>
                    <a:pt x="253387" y="310378"/>
                  </a:lnTo>
                  <a:lnTo>
                    <a:pt x="257883" y="307572"/>
                  </a:lnTo>
                  <a:lnTo>
                    <a:pt x="262288" y="304626"/>
                  </a:lnTo>
                  <a:lnTo>
                    <a:pt x="266597" y="301541"/>
                  </a:lnTo>
                  <a:lnTo>
                    <a:pt x="270806" y="298322"/>
                  </a:lnTo>
                  <a:lnTo>
                    <a:pt x="274911" y="294971"/>
                  </a:lnTo>
                  <a:lnTo>
                    <a:pt x="278908" y="291491"/>
                  </a:lnTo>
                  <a:lnTo>
                    <a:pt x="282793" y="287886"/>
                  </a:lnTo>
                  <a:lnTo>
                    <a:pt x="286561" y="284160"/>
                  </a:lnTo>
                  <a:lnTo>
                    <a:pt x="290210" y="280317"/>
                  </a:lnTo>
                  <a:lnTo>
                    <a:pt x="293734" y="276359"/>
                  </a:lnTo>
                  <a:lnTo>
                    <a:pt x="297132" y="272292"/>
                  </a:lnTo>
                  <a:lnTo>
                    <a:pt x="300399" y="268119"/>
                  </a:lnTo>
                  <a:lnTo>
                    <a:pt x="303532" y="263845"/>
                  </a:lnTo>
                  <a:lnTo>
                    <a:pt x="306528" y="259474"/>
                  </a:lnTo>
                  <a:lnTo>
                    <a:pt x="309383" y="255010"/>
                  </a:lnTo>
                  <a:lnTo>
                    <a:pt x="312096" y="250458"/>
                  </a:lnTo>
                  <a:lnTo>
                    <a:pt x="314664" y="245822"/>
                  </a:lnTo>
                  <a:lnTo>
                    <a:pt x="317083" y="241106"/>
                  </a:lnTo>
                  <a:lnTo>
                    <a:pt x="319351" y="236317"/>
                  </a:lnTo>
                  <a:lnTo>
                    <a:pt x="321466" y="231458"/>
                  </a:lnTo>
                  <a:lnTo>
                    <a:pt x="323427" y="226535"/>
                  </a:lnTo>
                  <a:lnTo>
                    <a:pt x="325230" y="221551"/>
                  </a:lnTo>
                  <a:lnTo>
                    <a:pt x="326874" y="216514"/>
                  </a:lnTo>
                  <a:lnTo>
                    <a:pt x="328358" y="211426"/>
                  </a:lnTo>
                  <a:lnTo>
                    <a:pt x="329680" y="206294"/>
                  </a:lnTo>
                  <a:lnTo>
                    <a:pt x="330839" y="201123"/>
                  </a:lnTo>
                  <a:lnTo>
                    <a:pt x="331833" y="195918"/>
                  </a:lnTo>
                  <a:lnTo>
                    <a:pt x="332661" y="190683"/>
                  </a:lnTo>
                  <a:lnTo>
                    <a:pt x="333324" y="185426"/>
                  </a:lnTo>
                  <a:lnTo>
                    <a:pt x="333819" y="180149"/>
                  </a:lnTo>
                  <a:lnTo>
                    <a:pt x="334147" y="174860"/>
                  </a:lnTo>
                  <a:lnTo>
                    <a:pt x="334307" y="169563"/>
                  </a:lnTo>
                  <a:lnTo>
                    <a:pt x="334298" y="164264"/>
                  </a:lnTo>
                  <a:lnTo>
                    <a:pt x="334122" y="158967"/>
                  </a:lnTo>
                  <a:lnTo>
                    <a:pt x="333779" y="153679"/>
                  </a:lnTo>
                  <a:lnTo>
                    <a:pt x="333267" y="148404"/>
                  </a:lnTo>
                  <a:lnTo>
                    <a:pt x="332589" y="143148"/>
                  </a:lnTo>
                  <a:lnTo>
                    <a:pt x="331745" y="137917"/>
                  </a:lnTo>
                  <a:lnTo>
                    <a:pt x="330735" y="132714"/>
                  </a:lnTo>
                  <a:lnTo>
                    <a:pt x="329561" y="127547"/>
                  </a:lnTo>
                  <a:lnTo>
                    <a:pt x="328223" y="122419"/>
                  </a:lnTo>
                  <a:lnTo>
                    <a:pt x="326724" y="117336"/>
                  </a:lnTo>
                  <a:lnTo>
                    <a:pt x="325064" y="112303"/>
                  </a:lnTo>
                  <a:lnTo>
                    <a:pt x="323246" y="107325"/>
                  </a:lnTo>
                  <a:lnTo>
                    <a:pt x="321271" y="102408"/>
                  </a:lnTo>
                  <a:lnTo>
                    <a:pt x="319140" y="97555"/>
                  </a:lnTo>
                  <a:lnTo>
                    <a:pt x="316858" y="92773"/>
                  </a:lnTo>
                  <a:lnTo>
                    <a:pt x="314424" y="88065"/>
                  </a:lnTo>
                  <a:lnTo>
                    <a:pt x="311843" y="83437"/>
                  </a:lnTo>
                  <a:lnTo>
                    <a:pt x="309116" y="78893"/>
                  </a:lnTo>
                  <a:lnTo>
                    <a:pt x="306247" y="74437"/>
                  </a:lnTo>
                  <a:lnTo>
                    <a:pt x="303238" y="70075"/>
                  </a:lnTo>
                  <a:lnTo>
                    <a:pt x="300092" y="65810"/>
                  </a:lnTo>
                  <a:lnTo>
                    <a:pt x="296812" y="61648"/>
                  </a:lnTo>
                  <a:lnTo>
                    <a:pt x="293402" y="57591"/>
                  </a:lnTo>
                  <a:lnTo>
                    <a:pt x="289866" y="53644"/>
                  </a:lnTo>
                  <a:lnTo>
                    <a:pt x="286206" y="49812"/>
                  </a:lnTo>
                  <a:lnTo>
                    <a:pt x="282426" y="46097"/>
                  </a:lnTo>
                  <a:lnTo>
                    <a:pt x="278530" y="42504"/>
                  </a:lnTo>
                  <a:lnTo>
                    <a:pt x="274523" y="39037"/>
                  </a:lnTo>
                  <a:lnTo>
                    <a:pt x="270408" y="35698"/>
                  </a:lnTo>
                  <a:lnTo>
                    <a:pt x="266189" y="32491"/>
                  </a:lnTo>
                  <a:lnTo>
                    <a:pt x="261870" y="29420"/>
                  </a:lnTo>
                  <a:lnTo>
                    <a:pt x="257456" y="26487"/>
                  </a:lnTo>
                  <a:lnTo>
                    <a:pt x="252952" y="23695"/>
                  </a:lnTo>
                  <a:lnTo>
                    <a:pt x="248361" y="21048"/>
                  </a:lnTo>
                  <a:lnTo>
                    <a:pt x="243688" y="18547"/>
                  </a:lnTo>
                  <a:lnTo>
                    <a:pt x="238939" y="16196"/>
                  </a:lnTo>
                  <a:lnTo>
                    <a:pt x="234118" y="13997"/>
                  </a:lnTo>
                  <a:lnTo>
                    <a:pt x="229229" y="11951"/>
                  </a:lnTo>
                  <a:lnTo>
                    <a:pt x="224278" y="10062"/>
                  </a:lnTo>
                  <a:lnTo>
                    <a:pt x="219269" y="8330"/>
                  </a:lnTo>
                  <a:lnTo>
                    <a:pt x="214209" y="6758"/>
                  </a:lnTo>
                  <a:lnTo>
                    <a:pt x="209100" y="5347"/>
                  </a:lnTo>
                  <a:lnTo>
                    <a:pt x="203950" y="4099"/>
                  </a:lnTo>
                  <a:lnTo>
                    <a:pt x="198763" y="3015"/>
                  </a:lnTo>
                  <a:lnTo>
                    <a:pt x="193544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1761" y="5399291"/>
              <a:ext cx="5518" cy="167167"/>
            </a:xfrm>
            <a:custGeom>
              <a:avLst/>
              <a:pathLst>
                <a:path w="5518" h="167167">
                  <a:moveTo>
                    <a:pt x="5518" y="0"/>
                  </a:moveTo>
                  <a:lnTo>
                    <a:pt x="0" y="91"/>
                  </a:lnTo>
                  <a:lnTo>
                    <a:pt x="551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761" y="5399382"/>
              <a:ext cx="5518" cy="167076"/>
            </a:xfrm>
            <a:custGeom>
              <a:avLst/>
              <a:pathLst>
                <a:path w="5518" h="167076">
                  <a:moveTo>
                    <a:pt x="0" y="0"/>
                  </a:moveTo>
                  <a:lnTo>
                    <a:pt x="5518" y="167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1761" y="5399382"/>
              <a:ext cx="5518" cy="167076"/>
            </a:xfrm>
            <a:custGeom>
              <a:avLst/>
              <a:pathLst>
                <a:path w="5518" h="167076">
                  <a:moveTo>
                    <a:pt x="0" y="0"/>
                  </a:moveTo>
                  <a:lnTo>
                    <a:pt x="5518" y="167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1761" y="5399382"/>
              <a:ext cx="5518" cy="167076"/>
            </a:xfrm>
            <a:custGeom>
              <a:avLst/>
              <a:pathLst>
                <a:path w="5518" h="167076">
                  <a:moveTo>
                    <a:pt x="0" y="0"/>
                  </a:moveTo>
                  <a:lnTo>
                    <a:pt x="5518" y="167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1761" y="5399382"/>
              <a:ext cx="5518" cy="167076"/>
            </a:xfrm>
            <a:custGeom>
              <a:avLst/>
              <a:pathLst>
                <a:path w="5518" h="167076">
                  <a:moveTo>
                    <a:pt x="0" y="0"/>
                  </a:moveTo>
                  <a:lnTo>
                    <a:pt x="5518" y="1670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1761" y="5399382"/>
              <a:ext cx="5518" cy="167076"/>
            </a:xfrm>
            <a:custGeom>
              <a:avLst/>
              <a:pathLst>
                <a:path w="5518" h="167076">
                  <a:moveTo>
                    <a:pt x="0" y="0"/>
                  </a:moveTo>
                  <a:lnTo>
                    <a:pt x="5518" y="1670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1761" y="5399382"/>
              <a:ext cx="5518" cy="167076"/>
            </a:xfrm>
            <a:custGeom>
              <a:avLst/>
              <a:pathLst>
                <a:path w="5518" h="167076">
                  <a:moveTo>
                    <a:pt x="0" y="0"/>
                  </a:moveTo>
                  <a:lnTo>
                    <a:pt x="5518" y="1670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0122" y="5399382"/>
              <a:ext cx="334324" cy="334232"/>
            </a:xfrm>
            <a:custGeom>
              <a:avLst/>
              <a:pathLst>
                <a:path w="334324" h="334232">
                  <a:moveTo>
                    <a:pt x="161639" y="0"/>
                  </a:moveTo>
                  <a:lnTo>
                    <a:pt x="156363" y="257"/>
                  </a:lnTo>
                  <a:lnTo>
                    <a:pt x="151097" y="682"/>
                  </a:lnTo>
                  <a:lnTo>
                    <a:pt x="145848" y="1272"/>
                  </a:lnTo>
                  <a:lnTo>
                    <a:pt x="140620" y="2028"/>
                  </a:lnTo>
                  <a:lnTo>
                    <a:pt x="135418" y="2949"/>
                  </a:lnTo>
                  <a:lnTo>
                    <a:pt x="130249" y="4034"/>
                  </a:lnTo>
                  <a:lnTo>
                    <a:pt x="125116" y="5281"/>
                  </a:lnTo>
                  <a:lnTo>
                    <a:pt x="120025" y="6691"/>
                  </a:lnTo>
                  <a:lnTo>
                    <a:pt x="114981" y="8260"/>
                  </a:lnTo>
                  <a:lnTo>
                    <a:pt x="109989" y="9988"/>
                  </a:lnTo>
                  <a:lnTo>
                    <a:pt x="105054" y="11872"/>
                  </a:lnTo>
                  <a:lnTo>
                    <a:pt x="100181" y="13912"/>
                  </a:lnTo>
                  <a:lnTo>
                    <a:pt x="95375" y="16105"/>
                  </a:lnTo>
                  <a:lnTo>
                    <a:pt x="90641" y="18448"/>
                  </a:lnTo>
                  <a:lnTo>
                    <a:pt x="85983" y="20940"/>
                  </a:lnTo>
                  <a:lnTo>
                    <a:pt x="81407" y="23578"/>
                  </a:lnTo>
                  <a:lnTo>
                    <a:pt x="76916" y="26359"/>
                  </a:lnTo>
                  <a:lnTo>
                    <a:pt x="72515" y="29280"/>
                  </a:lnTo>
                  <a:lnTo>
                    <a:pt x="68208" y="32339"/>
                  </a:lnTo>
                  <a:lnTo>
                    <a:pt x="64000" y="35533"/>
                  </a:lnTo>
                  <a:lnTo>
                    <a:pt x="59896" y="38858"/>
                  </a:lnTo>
                  <a:lnTo>
                    <a:pt x="55898" y="42311"/>
                  </a:lnTo>
                  <a:lnTo>
                    <a:pt x="52012" y="45888"/>
                  </a:lnTo>
                  <a:lnTo>
                    <a:pt x="48240" y="49587"/>
                  </a:lnTo>
                  <a:lnTo>
                    <a:pt x="44587" y="53403"/>
                  </a:lnTo>
                  <a:lnTo>
                    <a:pt x="41057" y="57332"/>
                  </a:lnTo>
                  <a:lnTo>
                    <a:pt x="37652" y="61371"/>
                  </a:lnTo>
                  <a:lnTo>
                    <a:pt x="34377" y="65516"/>
                  </a:lnTo>
                  <a:lnTo>
                    <a:pt x="31235" y="69762"/>
                  </a:lnTo>
                  <a:lnTo>
                    <a:pt x="28228" y="74105"/>
                  </a:lnTo>
                  <a:lnTo>
                    <a:pt x="25360" y="78541"/>
                  </a:lnTo>
                  <a:lnTo>
                    <a:pt x="22633" y="83066"/>
                  </a:lnTo>
                  <a:lnTo>
                    <a:pt x="20051" y="87674"/>
                  </a:lnTo>
                  <a:lnTo>
                    <a:pt x="17616" y="92361"/>
                  </a:lnTo>
                  <a:lnTo>
                    <a:pt x="15330" y="97124"/>
                  </a:lnTo>
                  <a:lnTo>
                    <a:pt x="13195" y="101956"/>
                  </a:lnTo>
                  <a:lnTo>
                    <a:pt x="11215" y="106853"/>
                  </a:lnTo>
                  <a:lnTo>
                    <a:pt x="9390" y="111810"/>
                  </a:lnTo>
                  <a:lnTo>
                    <a:pt x="7722" y="116822"/>
                  </a:lnTo>
                  <a:lnTo>
                    <a:pt x="6214" y="121885"/>
                  </a:lnTo>
                  <a:lnTo>
                    <a:pt x="4867" y="126992"/>
                  </a:lnTo>
                  <a:lnTo>
                    <a:pt x="3681" y="132140"/>
                  </a:lnTo>
                  <a:lnTo>
                    <a:pt x="2659" y="137323"/>
                  </a:lnTo>
                  <a:lnTo>
                    <a:pt x="1801" y="142535"/>
                  </a:lnTo>
                  <a:lnTo>
                    <a:pt x="1108" y="147772"/>
                  </a:lnTo>
                  <a:lnTo>
                    <a:pt x="581" y="153028"/>
                  </a:lnTo>
                  <a:lnTo>
                    <a:pt x="221" y="158298"/>
                  </a:lnTo>
                  <a:lnTo>
                    <a:pt x="27" y="163577"/>
                  </a:lnTo>
                  <a:lnTo>
                    <a:pt x="0" y="168859"/>
                  </a:lnTo>
                  <a:lnTo>
                    <a:pt x="139" y="174140"/>
                  </a:lnTo>
                  <a:lnTo>
                    <a:pt x="446" y="179413"/>
                  </a:lnTo>
                  <a:lnTo>
                    <a:pt x="919" y="184674"/>
                  </a:lnTo>
                  <a:lnTo>
                    <a:pt x="1558" y="189918"/>
                  </a:lnTo>
                  <a:lnTo>
                    <a:pt x="2362" y="195139"/>
                  </a:lnTo>
                  <a:lnTo>
                    <a:pt x="3331" y="200332"/>
                  </a:lnTo>
                  <a:lnTo>
                    <a:pt x="4464" y="205491"/>
                  </a:lnTo>
                  <a:lnTo>
                    <a:pt x="5759" y="210613"/>
                  </a:lnTo>
                  <a:lnTo>
                    <a:pt x="7215" y="215690"/>
                  </a:lnTo>
                  <a:lnTo>
                    <a:pt x="8831" y="220720"/>
                  </a:lnTo>
                  <a:lnTo>
                    <a:pt x="10605" y="225695"/>
                  </a:lnTo>
                  <a:lnTo>
                    <a:pt x="12535" y="230612"/>
                  </a:lnTo>
                  <a:lnTo>
                    <a:pt x="14620" y="235466"/>
                  </a:lnTo>
                  <a:lnTo>
                    <a:pt x="16857" y="240251"/>
                  </a:lnTo>
                  <a:lnTo>
                    <a:pt x="19244" y="244964"/>
                  </a:lnTo>
                  <a:lnTo>
                    <a:pt x="21779" y="249598"/>
                  </a:lnTo>
                  <a:lnTo>
                    <a:pt x="24459" y="254150"/>
                  </a:lnTo>
                  <a:lnTo>
                    <a:pt x="27281" y="258616"/>
                  </a:lnTo>
                  <a:lnTo>
                    <a:pt x="30243" y="262989"/>
                  </a:lnTo>
                  <a:lnTo>
                    <a:pt x="33342" y="267267"/>
                  </a:lnTo>
                  <a:lnTo>
                    <a:pt x="36574" y="271445"/>
                  </a:lnTo>
                  <a:lnTo>
                    <a:pt x="39937" y="275519"/>
                  </a:lnTo>
                  <a:lnTo>
                    <a:pt x="43427" y="279485"/>
                  </a:lnTo>
                  <a:lnTo>
                    <a:pt x="47040" y="283338"/>
                  </a:lnTo>
                  <a:lnTo>
                    <a:pt x="50774" y="287075"/>
                  </a:lnTo>
                  <a:lnTo>
                    <a:pt x="54623" y="290692"/>
                  </a:lnTo>
                  <a:lnTo>
                    <a:pt x="58585" y="294186"/>
                  </a:lnTo>
                  <a:lnTo>
                    <a:pt x="62656" y="297553"/>
                  </a:lnTo>
                  <a:lnTo>
                    <a:pt x="66830" y="300790"/>
                  </a:lnTo>
                  <a:lnTo>
                    <a:pt x="71105" y="303893"/>
                  </a:lnTo>
                  <a:lnTo>
                    <a:pt x="75476" y="306859"/>
                  </a:lnTo>
                  <a:lnTo>
                    <a:pt x="79938" y="309686"/>
                  </a:lnTo>
                  <a:lnTo>
                    <a:pt x="84488" y="312371"/>
                  </a:lnTo>
                  <a:lnTo>
                    <a:pt x="89120" y="314910"/>
                  </a:lnTo>
                  <a:lnTo>
                    <a:pt x="93830" y="317302"/>
                  </a:lnTo>
                  <a:lnTo>
                    <a:pt x="98613" y="319544"/>
                  </a:lnTo>
                  <a:lnTo>
                    <a:pt x="103464" y="321634"/>
                  </a:lnTo>
                  <a:lnTo>
                    <a:pt x="108379" y="323569"/>
                  </a:lnTo>
                  <a:lnTo>
                    <a:pt x="113353" y="325348"/>
                  </a:lnTo>
                  <a:lnTo>
                    <a:pt x="118381" y="326969"/>
                  </a:lnTo>
                  <a:lnTo>
                    <a:pt x="123457" y="328430"/>
                  </a:lnTo>
                  <a:lnTo>
                    <a:pt x="128577" y="329730"/>
                  </a:lnTo>
                  <a:lnTo>
                    <a:pt x="133735" y="330868"/>
                  </a:lnTo>
                  <a:lnTo>
                    <a:pt x="138927" y="331842"/>
                  </a:lnTo>
                  <a:lnTo>
                    <a:pt x="144147" y="332652"/>
                  </a:lnTo>
                  <a:lnTo>
                    <a:pt x="149390" y="333296"/>
                  </a:lnTo>
                  <a:lnTo>
                    <a:pt x="154651" y="333775"/>
                  </a:lnTo>
                  <a:lnTo>
                    <a:pt x="159924" y="334087"/>
                  </a:lnTo>
                  <a:lnTo>
                    <a:pt x="165205" y="334232"/>
                  </a:lnTo>
                  <a:lnTo>
                    <a:pt x="170487" y="334210"/>
                  </a:lnTo>
                  <a:lnTo>
                    <a:pt x="175766" y="334021"/>
                  </a:lnTo>
                  <a:lnTo>
                    <a:pt x="181037" y="333666"/>
                  </a:lnTo>
                  <a:lnTo>
                    <a:pt x="186293" y="333144"/>
                  </a:lnTo>
                  <a:lnTo>
                    <a:pt x="191531" y="332457"/>
                  </a:lnTo>
                  <a:lnTo>
                    <a:pt x="196744" y="331604"/>
                  </a:lnTo>
                  <a:lnTo>
                    <a:pt x="201927" y="330587"/>
                  </a:lnTo>
                  <a:lnTo>
                    <a:pt x="207076" y="329407"/>
                  </a:lnTo>
                  <a:lnTo>
                    <a:pt x="212185" y="328065"/>
                  </a:lnTo>
                  <a:lnTo>
                    <a:pt x="217249" y="326562"/>
                  </a:lnTo>
                  <a:lnTo>
                    <a:pt x="222263" y="324899"/>
                  </a:lnTo>
                  <a:lnTo>
                    <a:pt x="227222" y="323079"/>
                  </a:lnTo>
                  <a:lnTo>
                    <a:pt x="232122" y="321104"/>
                  </a:lnTo>
                  <a:lnTo>
                    <a:pt x="236956" y="318974"/>
                  </a:lnTo>
                  <a:lnTo>
                    <a:pt x="241720" y="316693"/>
                  </a:lnTo>
                  <a:lnTo>
                    <a:pt x="246410" y="314263"/>
                  </a:lnTo>
                  <a:lnTo>
                    <a:pt x="251021" y="311685"/>
                  </a:lnTo>
                  <a:lnTo>
                    <a:pt x="255548" y="308963"/>
                  </a:lnTo>
                  <a:lnTo>
                    <a:pt x="259987" y="306100"/>
                  </a:lnTo>
                  <a:lnTo>
                    <a:pt x="264333" y="303097"/>
                  </a:lnTo>
                  <a:lnTo>
                    <a:pt x="268583" y="299959"/>
                  </a:lnTo>
                  <a:lnTo>
                    <a:pt x="272730" y="296688"/>
                  </a:lnTo>
                  <a:lnTo>
                    <a:pt x="276773" y="293288"/>
                  </a:lnTo>
                  <a:lnTo>
                    <a:pt x="280706" y="289761"/>
                  </a:lnTo>
                  <a:lnTo>
                    <a:pt x="284526" y="286112"/>
                  </a:lnTo>
                  <a:lnTo>
                    <a:pt x="288228" y="282345"/>
                  </a:lnTo>
                  <a:lnTo>
                    <a:pt x="291810" y="278462"/>
                  </a:lnTo>
                  <a:lnTo>
                    <a:pt x="295267" y="274468"/>
                  </a:lnTo>
                  <a:lnTo>
                    <a:pt x="298596" y="270366"/>
                  </a:lnTo>
                  <a:lnTo>
                    <a:pt x="301794" y="266162"/>
                  </a:lnTo>
                  <a:lnTo>
                    <a:pt x="304857" y="261858"/>
                  </a:lnTo>
                  <a:lnTo>
                    <a:pt x="307783" y="257460"/>
                  </a:lnTo>
                  <a:lnTo>
                    <a:pt x="310569" y="252972"/>
                  </a:lnTo>
                  <a:lnTo>
                    <a:pt x="313211" y="248398"/>
                  </a:lnTo>
                  <a:lnTo>
                    <a:pt x="315708" y="243743"/>
                  </a:lnTo>
                  <a:lnTo>
                    <a:pt x="318056" y="239011"/>
                  </a:lnTo>
                  <a:lnTo>
                    <a:pt x="320253" y="234207"/>
                  </a:lnTo>
                  <a:lnTo>
                    <a:pt x="322298" y="229337"/>
                  </a:lnTo>
                  <a:lnTo>
                    <a:pt x="324188" y="224404"/>
                  </a:lnTo>
                  <a:lnTo>
                    <a:pt x="325920" y="219414"/>
                  </a:lnTo>
                  <a:lnTo>
                    <a:pt x="327495" y="214371"/>
                  </a:lnTo>
                  <a:lnTo>
                    <a:pt x="328909" y="209282"/>
                  </a:lnTo>
                  <a:lnTo>
                    <a:pt x="330162" y="204150"/>
                  </a:lnTo>
                  <a:lnTo>
                    <a:pt x="331252" y="198981"/>
                  </a:lnTo>
                  <a:lnTo>
                    <a:pt x="332178" y="193781"/>
                  </a:lnTo>
                  <a:lnTo>
                    <a:pt x="332939" y="188553"/>
                  </a:lnTo>
                  <a:lnTo>
                    <a:pt x="333535" y="183305"/>
                  </a:lnTo>
                  <a:lnTo>
                    <a:pt x="333965" y="178040"/>
                  </a:lnTo>
                  <a:lnTo>
                    <a:pt x="334228" y="172764"/>
                  </a:lnTo>
                  <a:lnTo>
                    <a:pt x="334324" y="167482"/>
                  </a:lnTo>
                  <a:lnTo>
                    <a:pt x="334254" y="162200"/>
                  </a:lnTo>
                  <a:lnTo>
                    <a:pt x="334016" y="156923"/>
                  </a:lnTo>
                  <a:lnTo>
                    <a:pt x="333612" y="151656"/>
                  </a:lnTo>
                  <a:lnTo>
                    <a:pt x="333042" y="146405"/>
                  </a:lnTo>
                  <a:lnTo>
                    <a:pt x="332306" y="141174"/>
                  </a:lnTo>
                  <a:lnTo>
                    <a:pt x="331405" y="135969"/>
                  </a:lnTo>
                  <a:lnTo>
                    <a:pt x="330340" y="130795"/>
                  </a:lnTo>
                  <a:lnTo>
                    <a:pt x="329112" y="125657"/>
                  </a:lnTo>
                  <a:lnTo>
                    <a:pt x="327723" y="120561"/>
                  </a:lnTo>
                  <a:lnTo>
                    <a:pt x="326173" y="115511"/>
                  </a:lnTo>
                  <a:lnTo>
                    <a:pt x="324465" y="110512"/>
                  </a:lnTo>
                  <a:lnTo>
                    <a:pt x="322599" y="105570"/>
                  </a:lnTo>
                  <a:lnTo>
                    <a:pt x="320578" y="100690"/>
                  </a:lnTo>
                  <a:lnTo>
                    <a:pt x="318404" y="95875"/>
                  </a:lnTo>
                  <a:lnTo>
                    <a:pt x="316079" y="91132"/>
                  </a:lnTo>
                  <a:lnTo>
                    <a:pt x="313605" y="86465"/>
                  </a:lnTo>
                  <a:lnTo>
                    <a:pt x="310985" y="81878"/>
                  </a:lnTo>
                  <a:lnTo>
                    <a:pt x="308221" y="77376"/>
                  </a:lnTo>
                  <a:lnTo>
                    <a:pt x="305316" y="72964"/>
                  </a:lnTo>
                  <a:lnTo>
                    <a:pt x="302274" y="68646"/>
                  </a:lnTo>
                  <a:lnTo>
                    <a:pt x="299097" y="64426"/>
                  </a:lnTo>
                  <a:lnTo>
                    <a:pt x="295787" y="60308"/>
                  </a:lnTo>
                  <a:lnTo>
                    <a:pt x="292350" y="56298"/>
                  </a:lnTo>
                  <a:lnTo>
                    <a:pt x="288787" y="52397"/>
                  </a:lnTo>
                  <a:lnTo>
                    <a:pt x="285103" y="48612"/>
                  </a:lnTo>
                  <a:lnTo>
                    <a:pt x="281301" y="44944"/>
                  </a:lnTo>
                  <a:lnTo>
                    <a:pt x="277385" y="41399"/>
                  </a:lnTo>
                  <a:lnTo>
                    <a:pt x="273360" y="37979"/>
                  </a:lnTo>
                  <a:lnTo>
                    <a:pt x="269228" y="34688"/>
                  </a:lnTo>
                  <a:lnTo>
                    <a:pt x="264994" y="31529"/>
                  </a:lnTo>
                  <a:lnTo>
                    <a:pt x="260662" y="28505"/>
                  </a:lnTo>
                  <a:lnTo>
                    <a:pt x="256237" y="25620"/>
                  </a:lnTo>
                  <a:lnTo>
                    <a:pt x="251723" y="22876"/>
                  </a:lnTo>
                  <a:lnTo>
                    <a:pt x="247125" y="20276"/>
                  </a:lnTo>
                  <a:lnTo>
                    <a:pt x="242447" y="17823"/>
                  </a:lnTo>
                  <a:lnTo>
                    <a:pt x="237694" y="15519"/>
                  </a:lnTo>
                  <a:lnTo>
                    <a:pt x="232870" y="13366"/>
                  </a:lnTo>
                  <a:lnTo>
                    <a:pt x="227980" y="11366"/>
                  </a:lnTo>
                  <a:lnTo>
                    <a:pt x="223030" y="9522"/>
                  </a:lnTo>
                  <a:lnTo>
                    <a:pt x="218024" y="7835"/>
                  </a:lnTo>
                  <a:lnTo>
                    <a:pt x="212968" y="6308"/>
                  </a:lnTo>
                  <a:lnTo>
                    <a:pt x="207865" y="4941"/>
                  </a:lnTo>
                  <a:lnTo>
                    <a:pt x="202722" y="3735"/>
                  </a:lnTo>
                  <a:lnTo>
                    <a:pt x="197544" y="2693"/>
                  </a:lnTo>
                  <a:lnTo>
                    <a:pt x="192335" y="1815"/>
                  </a:lnTo>
                  <a:lnTo>
                    <a:pt x="187101" y="1102"/>
                  </a:lnTo>
                  <a:lnTo>
                    <a:pt x="181847" y="555"/>
                  </a:lnTo>
                  <a:lnTo>
                    <a:pt x="176578" y="174"/>
                  </a:lnTo>
                  <a:lnTo>
                    <a:pt x="167157" y="1670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7280" y="5399291"/>
              <a:ext cx="9420" cy="167167"/>
            </a:xfrm>
            <a:custGeom>
              <a:avLst/>
              <a:pathLst>
                <a:path w="9420" h="167167">
                  <a:moveTo>
                    <a:pt x="9420" y="26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92178" y="5369149"/>
              <a:ext cx="43497" cy="167167"/>
            </a:xfrm>
            <a:custGeom>
              <a:avLst/>
              <a:pathLst>
                <a:path w="43497" h="167167">
                  <a:moveTo>
                    <a:pt x="43497" y="0"/>
                  </a:moveTo>
                  <a:lnTo>
                    <a:pt x="37212" y="118"/>
                  </a:lnTo>
                  <a:lnTo>
                    <a:pt x="30936" y="472"/>
                  </a:lnTo>
                  <a:lnTo>
                    <a:pt x="24678" y="1062"/>
                  </a:lnTo>
                  <a:lnTo>
                    <a:pt x="18447" y="1887"/>
                  </a:lnTo>
                  <a:lnTo>
                    <a:pt x="12251" y="2946"/>
                  </a:lnTo>
                  <a:lnTo>
                    <a:pt x="6099" y="4237"/>
                  </a:lnTo>
                  <a:lnTo>
                    <a:pt x="0" y="5758"/>
                  </a:lnTo>
                  <a:lnTo>
                    <a:pt x="434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92178" y="5374908"/>
              <a:ext cx="43497" cy="161409"/>
            </a:xfrm>
            <a:custGeom>
              <a:avLst/>
              <a:pathLst>
                <a:path w="43497" h="161409">
                  <a:moveTo>
                    <a:pt x="0" y="0"/>
                  </a:moveTo>
                  <a:lnTo>
                    <a:pt x="43497" y="16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92178" y="5374908"/>
              <a:ext cx="43497" cy="161409"/>
            </a:xfrm>
            <a:custGeom>
              <a:avLst/>
              <a:pathLst>
                <a:path w="43497" h="161409">
                  <a:moveTo>
                    <a:pt x="0" y="0"/>
                  </a:moveTo>
                  <a:lnTo>
                    <a:pt x="43497" y="16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92178" y="5374908"/>
              <a:ext cx="43497" cy="161409"/>
            </a:xfrm>
            <a:custGeom>
              <a:avLst/>
              <a:pathLst>
                <a:path w="43497" h="161409">
                  <a:moveTo>
                    <a:pt x="0" y="0"/>
                  </a:moveTo>
                  <a:lnTo>
                    <a:pt x="43497" y="1614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92178" y="5374908"/>
              <a:ext cx="43497" cy="161409"/>
            </a:xfrm>
            <a:custGeom>
              <a:avLst/>
              <a:pathLst>
                <a:path w="43497" h="161409">
                  <a:moveTo>
                    <a:pt x="0" y="0"/>
                  </a:moveTo>
                  <a:lnTo>
                    <a:pt x="43497" y="1614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92178" y="5374908"/>
              <a:ext cx="43497" cy="161409"/>
            </a:xfrm>
            <a:custGeom>
              <a:avLst/>
              <a:pathLst>
                <a:path w="43497" h="161409">
                  <a:moveTo>
                    <a:pt x="0" y="0"/>
                  </a:moveTo>
                  <a:lnTo>
                    <a:pt x="43497" y="1614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68508" y="5374908"/>
              <a:ext cx="171706" cy="328574"/>
            </a:xfrm>
            <a:custGeom>
              <a:avLst/>
              <a:pathLst>
                <a:path w="171706" h="328574">
                  <a:moveTo>
                    <a:pt x="123669" y="0"/>
                  </a:moveTo>
                  <a:lnTo>
                    <a:pt x="118538" y="1470"/>
                  </a:lnTo>
                  <a:lnTo>
                    <a:pt x="113457" y="3104"/>
                  </a:lnTo>
                  <a:lnTo>
                    <a:pt x="108431" y="4900"/>
                  </a:lnTo>
                  <a:lnTo>
                    <a:pt x="103465" y="6854"/>
                  </a:lnTo>
                  <a:lnTo>
                    <a:pt x="98563" y="8967"/>
                  </a:lnTo>
                  <a:lnTo>
                    <a:pt x="93732" y="11234"/>
                  </a:lnTo>
                  <a:lnTo>
                    <a:pt x="88975" y="13655"/>
                  </a:lnTo>
                  <a:lnTo>
                    <a:pt x="84298" y="16227"/>
                  </a:lnTo>
                  <a:lnTo>
                    <a:pt x="79706" y="18946"/>
                  </a:lnTo>
                  <a:lnTo>
                    <a:pt x="75203" y="21811"/>
                  </a:lnTo>
                  <a:lnTo>
                    <a:pt x="70793" y="24818"/>
                  </a:lnTo>
                  <a:lnTo>
                    <a:pt x="66482" y="27964"/>
                  </a:lnTo>
                  <a:lnTo>
                    <a:pt x="62273" y="31246"/>
                  </a:lnTo>
                  <a:lnTo>
                    <a:pt x="58171" y="34661"/>
                  </a:lnTo>
                  <a:lnTo>
                    <a:pt x="54181" y="38205"/>
                  </a:lnTo>
                  <a:lnTo>
                    <a:pt x="50305" y="41875"/>
                  </a:lnTo>
                  <a:lnTo>
                    <a:pt x="46549" y="45666"/>
                  </a:lnTo>
                  <a:lnTo>
                    <a:pt x="42915" y="49576"/>
                  </a:lnTo>
                  <a:lnTo>
                    <a:pt x="39409" y="53599"/>
                  </a:lnTo>
                  <a:lnTo>
                    <a:pt x="36032" y="57733"/>
                  </a:lnTo>
                  <a:lnTo>
                    <a:pt x="32789" y="61972"/>
                  </a:lnTo>
                  <a:lnTo>
                    <a:pt x="29683" y="66312"/>
                  </a:lnTo>
                  <a:lnTo>
                    <a:pt x="26718" y="70750"/>
                  </a:lnTo>
                  <a:lnTo>
                    <a:pt x="23895" y="75280"/>
                  </a:lnTo>
                  <a:lnTo>
                    <a:pt x="21219" y="79897"/>
                  </a:lnTo>
                  <a:lnTo>
                    <a:pt x="18691" y="84598"/>
                  </a:lnTo>
                  <a:lnTo>
                    <a:pt x="16315" y="89377"/>
                  </a:lnTo>
                  <a:lnTo>
                    <a:pt x="14092" y="94229"/>
                  </a:lnTo>
                  <a:lnTo>
                    <a:pt x="12025" y="99150"/>
                  </a:lnTo>
                  <a:lnTo>
                    <a:pt x="10117" y="104135"/>
                  </a:lnTo>
                  <a:lnTo>
                    <a:pt x="8369" y="109177"/>
                  </a:lnTo>
                  <a:lnTo>
                    <a:pt x="6782" y="114273"/>
                  </a:lnTo>
                  <a:lnTo>
                    <a:pt x="5359" y="119417"/>
                  </a:lnTo>
                  <a:lnTo>
                    <a:pt x="4101" y="124604"/>
                  </a:lnTo>
                  <a:lnTo>
                    <a:pt x="3009" y="129828"/>
                  </a:lnTo>
                  <a:lnTo>
                    <a:pt x="2085" y="135085"/>
                  </a:lnTo>
                  <a:lnTo>
                    <a:pt x="1329" y="140368"/>
                  </a:lnTo>
                  <a:lnTo>
                    <a:pt x="742" y="145673"/>
                  </a:lnTo>
                  <a:lnTo>
                    <a:pt x="324" y="150994"/>
                  </a:lnTo>
                  <a:lnTo>
                    <a:pt x="77" y="156326"/>
                  </a:lnTo>
                  <a:lnTo>
                    <a:pt x="0" y="161662"/>
                  </a:lnTo>
                  <a:lnTo>
                    <a:pt x="93" y="166999"/>
                  </a:lnTo>
                  <a:lnTo>
                    <a:pt x="356" y="172329"/>
                  </a:lnTo>
                  <a:lnTo>
                    <a:pt x="790" y="177649"/>
                  </a:lnTo>
                  <a:lnTo>
                    <a:pt x="1393" y="182952"/>
                  </a:lnTo>
                  <a:lnTo>
                    <a:pt x="2166" y="188233"/>
                  </a:lnTo>
                  <a:lnTo>
                    <a:pt x="3106" y="193487"/>
                  </a:lnTo>
                  <a:lnTo>
                    <a:pt x="4214" y="198708"/>
                  </a:lnTo>
                  <a:lnTo>
                    <a:pt x="5487" y="203891"/>
                  </a:lnTo>
                  <a:lnTo>
                    <a:pt x="6926" y="209030"/>
                  </a:lnTo>
                  <a:lnTo>
                    <a:pt x="8528" y="214122"/>
                  </a:lnTo>
                  <a:lnTo>
                    <a:pt x="10292" y="219159"/>
                  </a:lnTo>
                  <a:lnTo>
                    <a:pt x="12215" y="224138"/>
                  </a:lnTo>
                  <a:lnTo>
                    <a:pt x="14297" y="229052"/>
                  </a:lnTo>
                  <a:lnTo>
                    <a:pt x="16534" y="233898"/>
                  </a:lnTo>
                  <a:lnTo>
                    <a:pt x="18925" y="238670"/>
                  </a:lnTo>
                  <a:lnTo>
                    <a:pt x="21467" y="243363"/>
                  </a:lnTo>
                  <a:lnTo>
                    <a:pt x="24157" y="247972"/>
                  </a:lnTo>
                  <a:lnTo>
                    <a:pt x="26994" y="252493"/>
                  </a:lnTo>
                  <a:lnTo>
                    <a:pt x="29973" y="256922"/>
                  </a:lnTo>
                  <a:lnTo>
                    <a:pt x="33092" y="261253"/>
                  </a:lnTo>
                  <a:lnTo>
                    <a:pt x="36347" y="265482"/>
                  </a:lnTo>
                  <a:lnTo>
                    <a:pt x="39736" y="269605"/>
                  </a:lnTo>
                  <a:lnTo>
                    <a:pt x="43255" y="273618"/>
                  </a:lnTo>
                  <a:lnTo>
                    <a:pt x="46901" y="277516"/>
                  </a:lnTo>
                  <a:lnTo>
                    <a:pt x="50669" y="281297"/>
                  </a:lnTo>
                  <a:lnTo>
                    <a:pt x="54555" y="284954"/>
                  </a:lnTo>
                  <a:lnTo>
                    <a:pt x="58556" y="288486"/>
                  </a:lnTo>
                  <a:lnTo>
                    <a:pt x="62669" y="291889"/>
                  </a:lnTo>
                  <a:lnTo>
                    <a:pt x="66887" y="295158"/>
                  </a:lnTo>
                  <a:lnTo>
                    <a:pt x="71208" y="298291"/>
                  </a:lnTo>
                  <a:lnTo>
                    <a:pt x="75627" y="301285"/>
                  </a:lnTo>
                  <a:lnTo>
                    <a:pt x="80139" y="304136"/>
                  </a:lnTo>
                  <a:lnTo>
                    <a:pt x="84739" y="306841"/>
                  </a:lnTo>
                  <a:lnTo>
                    <a:pt x="89424" y="309399"/>
                  </a:lnTo>
                  <a:lnTo>
                    <a:pt x="94188" y="311805"/>
                  </a:lnTo>
                  <a:lnTo>
                    <a:pt x="99026" y="314058"/>
                  </a:lnTo>
                  <a:lnTo>
                    <a:pt x="103934" y="316156"/>
                  </a:lnTo>
                  <a:lnTo>
                    <a:pt x="108907" y="318095"/>
                  </a:lnTo>
                  <a:lnTo>
                    <a:pt x="113938" y="319875"/>
                  </a:lnTo>
                  <a:lnTo>
                    <a:pt x="119024" y="321494"/>
                  </a:lnTo>
                  <a:lnTo>
                    <a:pt x="124159" y="322949"/>
                  </a:lnTo>
                  <a:lnTo>
                    <a:pt x="129338" y="324240"/>
                  </a:lnTo>
                  <a:lnTo>
                    <a:pt x="134555" y="325364"/>
                  </a:lnTo>
                  <a:lnTo>
                    <a:pt x="139806" y="326322"/>
                  </a:lnTo>
                  <a:lnTo>
                    <a:pt x="145084" y="327111"/>
                  </a:lnTo>
                  <a:lnTo>
                    <a:pt x="150385" y="327732"/>
                  </a:lnTo>
                  <a:lnTo>
                    <a:pt x="155704" y="328183"/>
                  </a:lnTo>
                  <a:lnTo>
                    <a:pt x="161033" y="328463"/>
                  </a:lnTo>
                  <a:lnTo>
                    <a:pt x="166370" y="328574"/>
                  </a:lnTo>
                  <a:lnTo>
                    <a:pt x="171706" y="328514"/>
                  </a:lnTo>
                  <a:lnTo>
                    <a:pt x="167167" y="1614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135676" y="5369149"/>
              <a:ext cx="167152" cy="334273"/>
            </a:xfrm>
            <a:custGeom>
              <a:avLst/>
              <a:pathLst>
                <a:path w="167152" h="334273">
                  <a:moveTo>
                    <a:pt x="4539" y="334273"/>
                  </a:moveTo>
                  <a:lnTo>
                    <a:pt x="9847" y="334044"/>
                  </a:lnTo>
                  <a:lnTo>
                    <a:pt x="15144" y="333647"/>
                  </a:lnTo>
                  <a:lnTo>
                    <a:pt x="20426" y="333082"/>
                  </a:lnTo>
                  <a:lnTo>
                    <a:pt x="25688" y="332349"/>
                  </a:lnTo>
                  <a:lnTo>
                    <a:pt x="30923" y="331449"/>
                  </a:lnTo>
                  <a:lnTo>
                    <a:pt x="36128" y="330384"/>
                  </a:lnTo>
                  <a:lnTo>
                    <a:pt x="41296" y="329153"/>
                  </a:lnTo>
                  <a:lnTo>
                    <a:pt x="46422" y="327759"/>
                  </a:lnTo>
                  <a:lnTo>
                    <a:pt x="51501" y="326203"/>
                  </a:lnTo>
                  <a:lnTo>
                    <a:pt x="56529" y="324486"/>
                  </a:lnTo>
                  <a:lnTo>
                    <a:pt x="61499" y="322611"/>
                  </a:lnTo>
                  <a:lnTo>
                    <a:pt x="66407" y="320578"/>
                  </a:lnTo>
                  <a:lnTo>
                    <a:pt x="71248" y="318391"/>
                  </a:lnTo>
                  <a:lnTo>
                    <a:pt x="76017" y="316050"/>
                  </a:lnTo>
                  <a:lnTo>
                    <a:pt x="80709" y="313560"/>
                  </a:lnTo>
                  <a:lnTo>
                    <a:pt x="85320" y="310921"/>
                  </a:lnTo>
                  <a:lnTo>
                    <a:pt x="89845" y="308138"/>
                  </a:lnTo>
                  <a:lnTo>
                    <a:pt x="94279" y="305212"/>
                  </a:lnTo>
                  <a:lnTo>
                    <a:pt x="98617" y="302146"/>
                  </a:lnTo>
                  <a:lnTo>
                    <a:pt x="102857" y="298945"/>
                  </a:lnTo>
                  <a:lnTo>
                    <a:pt x="106992" y="295610"/>
                  </a:lnTo>
                  <a:lnTo>
                    <a:pt x="111019" y="292145"/>
                  </a:lnTo>
                  <a:lnTo>
                    <a:pt x="114934" y="288555"/>
                  </a:lnTo>
                  <a:lnTo>
                    <a:pt x="118733" y="284841"/>
                  </a:lnTo>
                  <a:lnTo>
                    <a:pt x="122412" y="281009"/>
                  </a:lnTo>
                  <a:lnTo>
                    <a:pt x="125968" y="277062"/>
                  </a:lnTo>
                  <a:lnTo>
                    <a:pt x="129396" y="273004"/>
                  </a:lnTo>
                  <a:lnTo>
                    <a:pt x="132694" y="268839"/>
                  </a:lnTo>
                  <a:lnTo>
                    <a:pt x="135857" y="264572"/>
                  </a:lnTo>
                  <a:lnTo>
                    <a:pt x="138884" y="260206"/>
                  </a:lnTo>
                  <a:lnTo>
                    <a:pt x="141770" y="255746"/>
                  </a:lnTo>
                  <a:lnTo>
                    <a:pt x="144513" y="251196"/>
                  </a:lnTo>
                  <a:lnTo>
                    <a:pt x="147110" y="246562"/>
                  </a:lnTo>
                  <a:lnTo>
                    <a:pt x="149558" y="241847"/>
                  </a:lnTo>
                  <a:lnTo>
                    <a:pt x="151856" y="237058"/>
                  </a:lnTo>
                  <a:lnTo>
                    <a:pt x="154000" y="232197"/>
                  </a:lnTo>
                  <a:lnTo>
                    <a:pt x="155988" y="227271"/>
                  </a:lnTo>
                  <a:lnTo>
                    <a:pt x="157819" y="222284"/>
                  </a:lnTo>
                  <a:lnTo>
                    <a:pt x="159491" y="217242"/>
                  </a:lnTo>
                  <a:lnTo>
                    <a:pt x="161001" y="212149"/>
                  </a:lnTo>
                  <a:lnTo>
                    <a:pt x="162349" y="207010"/>
                  </a:lnTo>
                  <a:lnTo>
                    <a:pt x="163533" y="201831"/>
                  </a:lnTo>
                  <a:lnTo>
                    <a:pt x="164552" y="196618"/>
                  </a:lnTo>
                  <a:lnTo>
                    <a:pt x="165405" y="191374"/>
                  </a:lnTo>
                  <a:lnTo>
                    <a:pt x="166091" y="186106"/>
                  </a:lnTo>
                  <a:lnTo>
                    <a:pt x="166609" y="180819"/>
                  </a:lnTo>
                  <a:lnTo>
                    <a:pt x="166958" y="175518"/>
                  </a:lnTo>
                  <a:lnTo>
                    <a:pt x="167139" y="170209"/>
                  </a:lnTo>
                  <a:lnTo>
                    <a:pt x="167152" y="164897"/>
                  </a:lnTo>
                  <a:lnTo>
                    <a:pt x="166995" y="159587"/>
                  </a:lnTo>
                  <a:lnTo>
                    <a:pt x="166670" y="154284"/>
                  </a:lnTo>
                  <a:lnTo>
                    <a:pt x="166176" y="148995"/>
                  </a:lnTo>
                  <a:lnTo>
                    <a:pt x="165515" y="143724"/>
                  </a:lnTo>
                  <a:lnTo>
                    <a:pt x="164687" y="138477"/>
                  </a:lnTo>
                  <a:lnTo>
                    <a:pt x="163692" y="133258"/>
                  </a:lnTo>
                  <a:lnTo>
                    <a:pt x="162532" y="128074"/>
                  </a:lnTo>
                  <a:lnTo>
                    <a:pt x="161207" y="122930"/>
                  </a:lnTo>
                  <a:lnTo>
                    <a:pt x="159720" y="117830"/>
                  </a:lnTo>
                  <a:lnTo>
                    <a:pt x="158072" y="112779"/>
                  </a:lnTo>
                  <a:lnTo>
                    <a:pt x="156264" y="107784"/>
                  </a:lnTo>
                  <a:lnTo>
                    <a:pt x="154298" y="102849"/>
                  </a:lnTo>
                  <a:lnTo>
                    <a:pt x="152177" y="97979"/>
                  </a:lnTo>
                  <a:lnTo>
                    <a:pt x="149902" y="93178"/>
                  </a:lnTo>
                  <a:lnTo>
                    <a:pt x="147475" y="88453"/>
                  </a:lnTo>
                  <a:lnTo>
                    <a:pt x="144899" y="83806"/>
                  </a:lnTo>
                  <a:lnTo>
                    <a:pt x="142177" y="79244"/>
                  </a:lnTo>
                  <a:lnTo>
                    <a:pt x="139312" y="74771"/>
                  </a:lnTo>
                  <a:lnTo>
                    <a:pt x="136306" y="70391"/>
                  </a:lnTo>
                  <a:lnTo>
                    <a:pt x="133162" y="66109"/>
                  </a:lnTo>
                  <a:lnTo>
                    <a:pt x="129884" y="61929"/>
                  </a:lnTo>
                  <a:lnTo>
                    <a:pt x="126474" y="57855"/>
                  </a:lnTo>
                  <a:lnTo>
                    <a:pt x="122937" y="53891"/>
                  </a:lnTo>
                  <a:lnTo>
                    <a:pt x="119275" y="50042"/>
                  </a:lnTo>
                  <a:lnTo>
                    <a:pt x="115494" y="46311"/>
                  </a:lnTo>
                  <a:lnTo>
                    <a:pt x="111595" y="42703"/>
                  </a:lnTo>
                  <a:lnTo>
                    <a:pt x="107584" y="39220"/>
                  </a:lnTo>
                  <a:lnTo>
                    <a:pt x="103464" y="35866"/>
                  </a:lnTo>
                  <a:lnTo>
                    <a:pt x="99240" y="32645"/>
                  </a:lnTo>
                  <a:lnTo>
                    <a:pt x="94916" y="29559"/>
                  </a:lnTo>
                  <a:lnTo>
                    <a:pt x="90495" y="26613"/>
                  </a:lnTo>
                  <a:lnTo>
                    <a:pt x="85983" y="23808"/>
                  </a:lnTo>
                  <a:lnTo>
                    <a:pt x="81385" y="21149"/>
                  </a:lnTo>
                  <a:lnTo>
                    <a:pt x="76704" y="18636"/>
                  </a:lnTo>
                  <a:lnTo>
                    <a:pt x="71946" y="16274"/>
                  </a:lnTo>
                  <a:lnTo>
                    <a:pt x="67115" y="14064"/>
                  </a:lnTo>
                  <a:lnTo>
                    <a:pt x="62216" y="12009"/>
                  </a:lnTo>
                  <a:lnTo>
                    <a:pt x="57255" y="10110"/>
                  </a:lnTo>
                  <a:lnTo>
                    <a:pt x="52235" y="8370"/>
                  </a:lnTo>
                  <a:lnTo>
                    <a:pt x="47163" y="6791"/>
                  </a:lnTo>
                  <a:lnTo>
                    <a:pt x="42044" y="5373"/>
                  </a:lnTo>
                  <a:lnTo>
                    <a:pt x="36882" y="4119"/>
                  </a:lnTo>
                  <a:lnTo>
                    <a:pt x="31682" y="3029"/>
                  </a:lnTo>
                  <a:lnTo>
                    <a:pt x="26451" y="2105"/>
                  </a:lnTo>
                  <a:lnTo>
                    <a:pt x="21193" y="1348"/>
                  </a:lnTo>
                  <a:lnTo>
                    <a:pt x="15913" y="759"/>
                  </a:lnTo>
                  <a:lnTo>
                    <a:pt x="10617" y="337"/>
                  </a:lnTo>
                  <a:lnTo>
                    <a:pt x="531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19032" y="5220472"/>
              <a:ext cx="14103" cy="167167"/>
            </a:xfrm>
            <a:custGeom>
              <a:avLst/>
              <a:pathLst>
                <a:path w="14103" h="167167">
                  <a:moveTo>
                    <a:pt x="14103" y="0"/>
                  </a:moveTo>
                  <a:lnTo>
                    <a:pt x="0" y="595"/>
                  </a:lnTo>
                  <a:lnTo>
                    <a:pt x="1410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19032" y="5221068"/>
              <a:ext cx="14103" cy="166571"/>
            </a:xfrm>
            <a:custGeom>
              <a:avLst/>
              <a:pathLst>
                <a:path w="14103" h="166571">
                  <a:moveTo>
                    <a:pt x="0" y="0"/>
                  </a:moveTo>
                  <a:lnTo>
                    <a:pt x="14103" y="1665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19032" y="5221068"/>
              <a:ext cx="14103" cy="166571"/>
            </a:xfrm>
            <a:custGeom>
              <a:avLst/>
              <a:pathLst>
                <a:path w="14103" h="166571">
                  <a:moveTo>
                    <a:pt x="0" y="0"/>
                  </a:moveTo>
                  <a:lnTo>
                    <a:pt x="14103" y="1665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19032" y="5221068"/>
              <a:ext cx="14103" cy="166571"/>
            </a:xfrm>
            <a:custGeom>
              <a:avLst/>
              <a:pathLst>
                <a:path w="14103" h="166571">
                  <a:moveTo>
                    <a:pt x="0" y="0"/>
                  </a:moveTo>
                  <a:lnTo>
                    <a:pt x="14103" y="1665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19032" y="5221068"/>
              <a:ext cx="14103" cy="166571"/>
            </a:xfrm>
            <a:custGeom>
              <a:avLst/>
              <a:pathLst>
                <a:path w="14103" h="166571">
                  <a:moveTo>
                    <a:pt x="0" y="0"/>
                  </a:moveTo>
                  <a:lnTo>
                    <a:pt x="14103" y="1665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73328" y="5221068"/>
              <a:ext cx="159806" cy="166571"/>
            </a:xfrm>
            <a:custGeom>
              <a:avLst/>
              <a:pathLst>
                <a:path w="159806" h="166571">
                  <a:moveTo>
                    <a:pt x="145703" y="0"/>
                  </a:moveTo>
                  <a:lnTo>
                    <a:pt x="140213" y="556"/>
                  </a:lnTo>
                  <a:lnTo>
                    <a:pt x="134744" y="1293"/>
                  </a:lnTo>
                  <a:lnTo>
                    <a:pt x="129302" y="2210"/>
                  </a:lnTo>
                  <a:lnTo>
                    <a:pt x="123893" y="3307"/>
                  </a:lnTo>
                  <a:lnTo>
                    <a:pt x="118524" y="4581"/>
                  </a:lnTo>
                  <a:lnTo>
                    <a:pt x="113200" y="6032"/>
                  </a:lnTo>
                  <a:lnTo>
                    <a:pt x="107926" y="7658"/>
                  </a:lnTo>
                  <a:lnTo>
                    <a:pt x="102709" y="9457"/>
                  </a:lnTo>
                  <a:lnTo>
                    <a:pt x="97554" y="11427"/>
                  </a:lnTo>
                  <a:lnTo>
                    <a:pt x="92467" y="13566"/>
                  </a:lnTo>
                  <a:lnTo>
                    <a:pt x="87454" y="15872"/>
                  </a:lnTo>
                  <a:lnTo>
                    <a:pt x="82519" y="18343"/>
                  </a:lnTo>
                  <a:lnTo>
                    <a:pt x="77669" y="20974"/>
                  </a:lnTo>
                  <a:lnTo>
                    <a:pt x="72908" y="23765"/>
                  </a:lnTo>
                  <a:lnTo>
                    <a:pt x="68241" y="26711"/>
                  </a:lnTo>
                  <a:lnTo>
                    <a:pt x="63675" y="29809"/>
                  </a:lnTo>
                  <a:lnTo>
                    <a:pt x="59213" y="33057"/>
                  </a:lnTo>
                  <a:lnTo>
                    <a:pt x="54861" y="36450"/>
                  </a:lnTo>
                  <a:lnTo>
                    <a:pt x="50623" y="39985"/>
                  </a:lnTo>
                  <a:lnTo>
                    <a:pt x="46505" y="43658"/>
                  </a:lnTo>
                  <a:lnTo>
                    <a:pt x="42509" y="47464"/>
                  </a:lnTo>
                  <a:lnTo>
                    <a:pt x="38642" y="51401"/>
                  </a:lnTo>
                  <a:lnTo>
                    <a:pt x="34906" y="55463"/>
                  </a:lnTo>
                  <a:lnTo>
                    <a:pt x="31307" y="59646"/>
                  </a:lnTo>
                  <a:lnTo>
                    <a:pt x="27848" y="63946"/>
                  </a:lnTo>
                  <a:lnTo>
                    <a:pt x="24532" y="68357"/>
                  </a:lnTo>
                  <a:lnTo>
                    <a:pt x="21364" y="72876"/>
                  </a:lnTo>
                  <a:lnTo>
                    <a:pt x="18347" y="77496"/>
                  </a:lnTo>
                  <a:lnTo>
                    <a:pt x="15484" y="82214"/>
                  </a:lnTo>
                  <a:lnTo>
                    <a:pt x="12778" y="87024"/>
                  </a:lnTo>
                  <a:lnTo>
                    <a:pt x="10233" y="91920"/>
                  </a:lnTo>
                  <a:lnTo>
                    <a:pt x="7850" y="96898"/>
                  </a:lnTo>
                  <a:lnTo>
                    <a:pt x="5633" y="101951"/>
                  </a:lnTo>
                  <a:lnTo>
                    <a:pt x="3585" y="107075"/>
                  </a:lnTo>
                  <a:lnTo>
                    <a:pt x="1706" y="112264"/>
                  </a:lnTo>
                  <a:lnTo>
                    <a:pt x="0" y="117512"/>
                  </a:lnTo>
                  <a:lnTo>
                    <a:pt x="159806" y="1665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65981" y="5220472"/>
              <a:ext cx="334303" cy="334334"/>
            </a:xfrm>
            <a:custGeom>
              <a:avLst/>
              <a:pathLst>
                <a:path w="334303" h="334334">
                  <a:moveTo>
                    <a:pt x="7347" y="118108"/>
                  </a:moveTo>
                  <a:lnTo>
                    <a:pt x="5872" y="123200"/>
                  </a:lnTo>
                  <a:lnTo>
                    <a:pt x="4559" y="128335"/>
                  </a:lnTo>
                  <a:lnTo>
                    <a:pt x="3410" y="133510"/>
                  </a:lnTo>
                  <a:lnTo>
                    <a:pt x="2425" y="138718"/>
                  </a:lnTo>
                  <a:lnTo>
                    <a:pt x="1606" y="143955"/>
                  </a:lnTo>
                  <a:lnTo>
                    <a:pt x="953" y="149216"/>
                  </a:lnTo>
                  <a:lnTo>
                    <a:pt x="468" y="154494"/>
                  </a:lnTo>
                  <a:lnTo>
                    <a:pt x="150" y="159785"/>
                  </a:lnTo>
                  <a:lnTo>
                    <a:pt x="0" y="165084"/>
                  </a:lnTo>
                  <a:lnTo>
                    <a:pt x="17" y="170385"/>
                  </a:lnTo>
                  <a:lnTo>
                    <a:pt x="204" y="175682"/>
                  </a:lnTo>
                  <a:lnTo>
                    <a:pt x="557" y="180971"/>
                  </a:lnTo>
                  <a:lnTo>
                    <a:pt x="1079" y="186246"/>
                  </a:lnTo>
                  <a:lnTo>
                    <a:pt x="1767" y="191502"/>
                  </a:lnTo>
                  <a:lnTo>
                    <a:pt x="2622" y="196733"/>
                  </a:lnTo>
                  <a:lnTo>
                    <a:pt x="3642" y="201935"/>
                  </a:lnTo>
                  <a:lnTo>
                    <a:pt x="4827" y="207102"/>
                  </a:lnTo>
                  <a:lnTo>
                    <a:pt x="6174" y="212228"/>
                  </a:lnTo>
                  <a:lnTo>
                    <a:pt x="7684" y="217309"/>
                  </a:lnTo>
                  <a:lnTo>
                    <a:pt x="9354" y="222340"/>
                  </a:lnTo>
                  <a:lnTo>
                    <a:pt x="11182" y="227315"/>
                  </a:lnTo>
                  <a:lnTo>
                    <a:pt x="13168" y="232230"/>
                  </a:lnTo>
                  <a:lnTo>
                    <a:pt x="15308" y="237080"/>
                  </a:lnTo>
                  <a:lnTo>
                    <a:pt x="17601" y="241859"/>
                  </a:lnTo>
                  <a:lnTo>
                    <a:pt x="20044" y="246563"/>
                  </a:lnTo>
                  <a:lnTo>
                    <a:pt x="22636" y="251187"/>
                  </a:lnTo>
                  <a:lnTo>
                    <a:pt x="25372" y="255727"/>
                  </a:lnTo>
                  <a:lnTo>
                    <a:pt x="28251" y="260177"/>
                  </a:lnTo>
                  <a:lnTo>
                    <a:pt x="31270" y="264535"/>
                  </a:lnTo>
                  <a:lnTo>
                    <a:pt x="34425" y="268794"/>
                  </a:lnTo>
                  <a:lnTo>
                    <a:pt x="37714" y="272951"/>
                  </a:lnTo>
                  <a:lnTo>
                    <a:pt x="41133" y="277002"/>
                  </a:lnTo>
                  <a:lnTo>
                    <a:pt x="44679" y="280942"/>
                  </a:lnTo>
                  <a:lnTo>
                    <a:pt x="48348" y="284768"/>
                  </a:lnTo>
                  <a:lnTo>
                    <a:pt x="52136" y="288476"/>
                  </a:lnTo>
                  <a:lnTo>
                    <a:pt x="56040" y="292061"/>
                  </a:lnTo>
                  <a:lnTo>
                    <a:pt x="60055" y="295521"/>
                  </a:lnTo>
                  <a:lnTo>
                    <a:pt x="64179" y="298852"/>
                  </a:lnTo>
                  <a:lnTo>
                    <a:pt x="68406" y="302051"/>
                  </a:lnTo>
                  <a:lnTo>
                    <a:pt x="72732" y="305114"/>
                  </a:lnTo>
                  <a:lnTo>
                    <a:pt x="77153" y="308038"/>
                  </a:lnTo>
                  <a:lnTo>
                    <a:pt x="81664" y="310821"/>
                  </a:lnTo>
                  <a:lnTo>
                    <a:pt x="86262" y="313459"/>
                  </a:lnTo>
                  <a:lnTo>
                    <a:pt x="90941" y="315950"/>
                  </a:lnTo>
                  <a:lnTo>
                    <a:pt x="95696" y="318292"/>
                  </a:lnTo>
                  <a:lnTo>
                    <a:pt x="100524" y="320482"/>
                  </a:lnTo>
                  <a:lnTo>
                    <a:pt x="105418" y="322517"/>
                  </a:lnTo>
                  <a:lnTo>
                    <a:pt x="110374" y="324396"/>
                  </a:lnTo>
                  <a:lnTo>
                    <a:pt x="115388" y="326117"/>
                  </a:lnTo>
                  <a:lnTo>
                    <a:pt x="120454" y="327679"/>
                  </a:lnTo>
                  <a:lnTo>
                    <a:pt x="125566" y="329079"/>
                  </a:lnTo>
                  <a:lnTo>
                    <a:pt x="130720" y="330316"/>
                  </a:lnTo>
                  <a:lnTo>
                    <a:pt x="135911" y="331389"/>
                  </a:lnTo>
                  <a:lnTo>
                    <a:pt x="141134" y="332297"/>
                  </a:lnTo>
                  <a:lnTo>
                    <a:pt x="146382" y="333039"/>
                  </a:lnTo>
                  <a:lnTo>
                    <a:pt x="151652" y="333614"/>
                  </a:lnTo>
                  <a:lnTo>
                    <a:pt x="156937" y="334022"/>
                  </a:lnTo>
                  <a:lnTo>
                    <a:pt x="162232" y="334262"/>
                  </a:lnTo>
                  <a:lnTo>
                    <a:pt x="167532" y="334334"/>
                  </a:lnTo>
                  <a:lnTo>
                    <a:pt x="172832" y="334238"/>
                  </a:lnTo>
                  <a:lnTo>
                    <a:pt x="178126" y="333974"/>
                  </a:lnTo>
                  <a:lnTo>
                    <a:pt x="183409" y="333542"/>
                  </a:lnTo>
                  <a:lnTo>
                    <a:pt x="188676" y="332943"/>
                  </a:lnTo>
                  <a:lnTo>
                    <a:pt x="193921" y="332177"/>
                  </a:lnTo>
                  <a:lnTo>
                    <a:pt x="199139" y="331246"/>
                  </a:lnTo>
                  <a:lnTo>
                    <a:pt x="204326" y="330149"/>
                  </a:lnTo>
                  <a:lnTo>
                    <a:pt x="209474" y="328889"/>
                  </a:lnTo>
                  <a:lnTo>
                    <a:pt x="214580" y="327466"/>
                  </a:lnTo>
                  <a:lnTo>
                    <a:pt x="219639" y="325881"/>
                  </a:lnTo>
                  <a:lnTo>
                    <a:pt x="224644" y="324138"/>
                  </a:lnTo>
                  <a:lnTo>
                    <a:pt x="229592" y="322236"/>
                  </a:lnTo>
                  <a:lnTo>
                    <a:pt x="234477" y="320178"/>
                  </a:lnTo>
                  <a:lnTo>
                    <a:pt x="239295" y="317967"/>
                  </a:lnTo>
                  <a:lnTo>
                    <a:pt x="244040" y="315604"/>
                  </a:lnTo>
                  <a:lnTo>
                    <a:pt x="248707" y="313092"/>
                  </a:lnTo>
                  <a:lnTo>
                    <a:pt x="253293" y="310433"/>
                  </a:lnTo>
                  <a:lnTo>
                    <a:pt x="257792" y="307630"/>
                  </a:lnTo>
                  <a:lnTo>
                    <a:pt x="262200" y="304685"/>
                  </a:lnTo>
                  <a:lnTo>
                    <a:pt x="266512" y="301603"/>
                  </a:lnTo>
                  <a:lnTo>
                    <a:pt x="270724" y="298385"/>
                  </a:lnTo>
                  <a:lnTo>
                    <a:pt x="274832" y="295035"/>
                  </a:lnTo>
                  <a:lnTo>
                    <a:pt x="278832" y="291557"/>
                  </a:lnTo>
                  <a:lnTo>
                    <a:pt x="282720" y="287954"/>
                  </a:lnTo>
                  <a:lnTo>
                    <a:pt x="286491" y="284229"/>
                  </a:lnTo>
                  <a:lnTo>
                    <a:pt x="290143" y="280387"/>
                  </a:lnTo>
                  <a:lnTo>
                    <a:pt x="293671" y="276430"/>
                  </a:lnTo>
                  <a:lnTo>
                    <a:pt x="297071" y="272364"/>
                  </a:lnTo>
                  <a:lnTo>
                    <a:pt x="300341" y="268192"/>
                  </a:lnTo>
                  <a:lnTo>
                    <a:pt x="303477" y="263919"/>
                  </a:lnTo>
                  <a:lnTo>
                    <a:pt x="306476" y="259548"/>
                  </a:lnTo>
                  <a:lnTo>
                    <a:pt x="309335" y="255084"/>
                  </a:lnTo>
                  <a:lnTo>
                    <a:pt x="312051" y="250532"/>
                  </a:lnTo>
                  <a:lnTo>
                    <a:pt x="314621" y="245896"/>
                  </a:lnTo>
                  <a:lnTo>
                    <a:pt x="317043" y="241181"/>
                  </a:lnTo>
                  <a:lnTo>
                    <a:pt x="319315" y="236392"/>
                  </a:lnTo>
                  <a:lnTo>
                    <a:pt x="321433" y="231533"/>
                  </a:lnTo>
                  <a:lnTo>
                    <a:pt x="323396" y="226609"/>
                  </a:lnTo>
                  <a:lnTo>
                    <a:pt x="325202" y="221625"/>
                  </a:lnTo>
                  <a:lnTo>
                    <a:pt x="326849" y="216587"/>
                  </a:lnTo>
                  <a:lnTo>
                    <a:pt x="328336" y="211499"/>
                  </a:lnTo>
                  <a:lnTo>
                    <a:pt x="329660" y="206366"/>
                  </a:lnTo>
                  <a:lnTo>
                    <a:pt x="330822" y="201194"/>
                  </a:lnTo>
                  <a:lnTo>
                    <a:pt x="331818" y="195988"/>
                  </a:lnTo>
                  <a:lnTo>
                    <a:pt x="332649" y="190753"/>
                  </a:lnTo>
                  <a:lnTo>
                    <a:pt x="333314" y="185494"/>
                  </a:lnTo>
                  <a:lnTo>
                    <a:pt x="333811" y="180217"/>
                  </a:lnTo>
                  <a:lnTo>
                    <a:pt x="334141" y="174926"/>
                  </a:lnTo>
                  <a:lnTo>
                    <a:pt x="334303" y="169628"/>
                  </a:lnTo>
                  <a:lnTo>
                    <a:pt x="334297" y="164327"/>
                  </a:lnTo>
                  <a:lnTo>
                    <a:pt x="334123" y="159030"/>
                  </a:lnTo>
                  <a:lnTo>
                    <a:pt x="333781" y="153740"/>
                  </a:lnTo>
                  <a:lnTo>
                    <a:pt x="333272" y="148464"/>
                  </a:lnTo>
                  <a:lnTo>
                    <a:pt x="332595" y="143206"/>
                  </a:lnTo>
                  <a:lnTo>
                    <a:pt x="331752" y="137973"/>
                  </a:lnTo>
                  <a:lnTo>
                    <a:pt x="330744" y="132769"/>
                  </a:lnTo>
                  <a:lnTo>
                    <a:pt x="329571" y="127600"/>
                  </a:lnTo>
                  <a:lnTo>
                    <a:pt x="328235" y="122470"/>
                  </a:lnTo>
                  <a:lnTo>
                    <a:pt x="326737" y="117386"/>
                  </a:lnTo>
                  <a:lnTo>
                    <a:pt x="325079" y="112351"/>
                  </a:lnTo>
                  <a:lnTo>
                    <a:pt x="323261" y="107372"/>
                  </a:lnTo>
                  <a:lnTo>
                    <a:pt x="321287" y="102452"/>
                  </a:lnTo>
                  <a:lnTo>
                    <a:pt x="319158" y="97598"/>
                  </a:lnTo>
                  <a:lnTo>
                    <a:pt x="316876" y="92814"/>
                  </a:lnTo>
                  <a:lnTo>
                    <a:pt x="314443" y="88104"/>
                  </a:lnTo>
                  <a:lnTo>
                    <a:pt x="311862" y="83474"/>
                  </a:lnTo>
                  <a:lnTo>
                    <a:pt x="309136" y="78928"/>
                  </a:lnTo>
                  <a:lnTo>
                    <a:pt x="306267" y="74471"/>
                  </a:lnTo>
                  <a:lnTo>
                    <a:pt x="303258" y="70107"/>
                  </a:lnTo>
                  <a:lnTo>
                    <a:pt x="300112" y="65841"/>
                  </a:lnTo>
                  <a:lnTo>
                    <a:pt x="296833" y="61676"/>
                  </a:lnTo>
                  <a:lnTo>
                    <a:pt x="293423" y="57618"/>
                  </a:lnTo>
                  <a:lnTo>
                    <a:pt x="289886" y="53669"/>
                  </a:lnTo>
                  <a:lnTo>
                    <a:pt x="286226" y="49835"/>
                  </a:lnTo>
                  <a:lnTo>
                    <a:pt x="282446" y="46119"/>
                  </a:lnTo>
                  <a:lnTo>
                    <a:pt x="278551" y="42524"/>
                  </a:lnTo>
                  <a:lnTo>
                    <a:pt x="274543" y="39055"/>
                  </a:lnTo>
                  <a:lnTo>
                    <a:pt x="270427" y="35715"/>
                  </a:lnTo>
                  <a:lnTo>
                    <a:pt x="266207" y="32507"/>
                  </a:lnTo>
                  <a:lnTo>
                    <a:pt x="261888" y="29434"/>
                  </a:lnTo>
                  <a:lnTo>
                    <a:pt x="257474" y="26500"/>
                  </a:lnTo>
                  <a:lnTo>
                    <a:pt x="252968" y="23707"/>
                  </a:lnTo>
                  <a:lnTo>
                    <a:pt x="248377" y="21058"/>
                  </a:lnTo>
                  <a:lnTo>
                    <a:pt x="243704" y="18556"/>
                  </a:lnTo>
                  <a:lnTo>
                    <a:pt x="238953" y="16204"/>
                  </a:lnTo>
                  <a:lnTo>
                    <a:pt x="234131" y="14004"/>
                  </a:lnTo>
                  <a:lnTo>
                    <a:pt x="229241" y="11957"/>
                  </a:lnTo>
                  <a:lnTo>
                    <a:pt x="224289" y="10067"/>
                  </a:lnTo>
                  <a:lnTo>
                    <a:pt x="219279" y="8334"/>
                  </a:lnTo>
                  <a:lnTo>
                    <a:pt x="214217" y="6761"/>
                  </a:lnTo>
                  <a:lnTo>
                    <a:pt x="209108" y="5350"/>
                  </a:lnTo>
                  <a:lnTo>
                    <a:pt x="203957" y="4101"/>
                  </a:lnTo>
                  <a:lnTo>
                    <a:pt x="198768" y="3016"/>
                  </a:lnTo>
                  <a:lnTo>
                    <a:pt x="193548" y="2096"/>
                  </a:lnTo>
                  <a:lnTo>
                    <a:pt x="188301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60870" y="4961274"/>
              <a:ext cx="21969" cy="167167"/>
            </a:xfrm>
            <a:custGeom>
              <a:avLst/>
              <a:pathLst>
                <a:path w="21969" h="167167">
                  <a:moveTo>
                    <a:pt x="21969" y="0"/>
                  </a:moveTo>
                  <a:lnTo>
                    <a:pt x="14627" y="161"/>
                  </a:lnTo>
                  <a:lnTo>
                    <a:pt x="7299" y="644"/>
                  </a:lnTo>
                  <a:lnTo>
                    <a:pt x="0" y="1449"/>
                  </a:lnTo>
                  <a:lnTo>
                    <a:pt x="219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60870" y="4962724"/>
              <a:ext cx="21969" cy="165717"/>
            </a:xfrm>
            <a:custGeom>
              <a:avLst/>
              <a:pathLst>
                <a:path w="21969" h="165717">
                  <a:moveTo>
                    <a:pt x="0" y="0"/>
                  </a:moveTo>
                  <a:lnTo>
                    <a:pt x="21969" y="165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60870" y="4962724"/>
              <a:ext cx="21969" cy="165717"/>
            </a:xfrm>
            <a:custGeom>
              <a:avLst/>
              <a:pathLst>
                <a:path w="21969" h="165717">
                  <a:moveTo>
                    <a:pt x="0" y="0"/>
                  </a:moveTo>
                  <a:lnTo>
                    <a:pt x="21969" y="1657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60870" y="4962724"/>
              <a:ext cx="21969" cy="165717"/>
            </a:xfrm>
            <a:custGeom>
              <a:avLst/>
              <a:pathLst>
                <a:path w="21969" h="165717">
                  <a:moveTo>
                    <a:pt x="0" y="0"/>
                  </a:moveTo>
                  <a:lnTo>
                    <a:pt x="21969" y="1657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915679" y="4962724"/>
              <a:ext cx="167161" cy="188575"/>
            </a:xfrm>
            <a:custGeom>
              <a:avLst/>
              <a:pathLst>
                <a:path w="167161" h="188575">
                  <a:moveTo>
                    <a:pt x="145191" y="0"/>
                  </a:moveTo>
                  <a:lnTo>
                    <a:pt x="139873" y="792"/>
                  </a:lnTo>
                  <a:lnTo>
                    <a:pt x="134583" y="1755"/>
                  </a:lnTo>
                  <a:lnTo>
                    <a:pt x="129326" y="2887"/>
                  </a:lnTo>
                  <a:lnTo>
                    <a:pt x="124109" y="4188"/>
                  </a:lnTo>
                  <a:lnTo>
                    <a:pt x="118937" y="5656"/>
                  </a:lnTo>
                  <a:lnTo>
                    <a:pt x="113814" y="7290"/>
                  </a:lnTo>
                  <a:lnTo>
                    <a:pt x="108746" y="9088"/>
                  </a:lnTo>
                  <a:lnTo>
                    <a:pt x="103739" y="11048"/>
                  </a:lnTo>
                  <a:lnTo>
                    <a:pt x="98798" y="13167"/>
                  </a:lnTo>
                  <a:lnTo>
                    <a:pt x="93927" y="15445"/>
                  </a:lnTo>
                  <a:lnTo>
                    <a:pt x="89132" y="17878"/>
                  </a:lnTo>
                  <a:lnTo>
                    <a:pt x="84418" y="20464"/>
                  </a:lnTo>
                  <a:lnTo>
                    <a:pt x="79789" y="23200"/>
                  </a:lnTo>
                  <a:lnTo>
                    <a:pt x="75251" y="26084"/>
                  </a:lnTo>
                  <a:lnTo>
                    <a:pt x="70807" y="29112"/>
                  </a:lnTo>
                  <a:lnTo>
                    <a:pt x="66464" y="32281"/>
                  </a:lnTo>
                  <a:lnTo>
                    <a:pt x="62225" y="35589"/>
                  </a:lnTo>
                  <a:lnTo>
                    <a:pt x="58094" y="39031"/>
                  </a:lnTo>
                  <a:lnTo>
                    <a:pt x="54076" y="42604"/>
                  </a:lnTo>
                  <a:lnTo>
                    <a:pt x="50175" y="46305"/>
                  </a:lnTo>
                  <a:lnTo>
                    <a:pt x="46395" y="50129"/>
                  </a:lnTo>
                  <a:lnTo>
                    <a:pt x="42740" y="54073"/>
                  </a:lnTo>
                  <a:lnTo>
                    <a:pt x="39214" y="58132"/>
                  </a:lnTo>
                  <a:lnTo>
                    <a:pt x="35820" y="62302"/>
                  </a:lnTo>
                  <a:lnTo>
                    <a:pt x="32562" y="66580"/>
                  </a:lnTo>
                  <a:lnTo>
                    <a:pt x="29443" y="70960"/>
                  </a:lnTo>
                  <a:lnTo>
                    <a:pt x="26467" y="75438"/>
                  </a:lnTo>
                  <a:lnTo>
                    <a:pt x="23637" y="80010"/>
                  </a:lnTo>
                  <a:lnTo>
                    <a:pt x="20954" y="84670"/>
                  </a:lnTo>
                  <a:lnTo>
                    <a:pt x="18423" y="89414"/>
                  </a:lnTo>
                  <a:lnTo>
                    <a:pt x="16046" y="94237"/>
                  </a:lnTo>
                  <a:lnTo>
                    <a:pt x="13826" y="99134"/>
                  </a:lnTo>
                  <a:lnTo>
                    <a:pt x="11764" y="104100"/>
                  </a:lnTo>
                  <a:lnTo>
                    <a:pt x="9862" y="109129"/>
                  </a:lnTo>
                  <a:lnTo>
                    <a:pt x="8124" y="114218"/>
                  </a:lnTo>
                  <a:lnTo>
                    <a:pt x="6550" y="119359"/>
                  </a:lnTo>
                  <a:lnTo>
                    <a:pt x="5142" y="124548"/>
                  </a:lnTo>
                  <a:lnTo>
                    <a:pt x="3902" y="129780"/>
                  </a:lnTo>
                  <a:lnTo>
                    <a:pt x="2831" y="135050"/>
                  </a:lnTo>
                  <a:lnTo>
                    <a:pt x="1929" y="140350"/>
                  </a:lnTo>
                  <a:lnTo>
                    <a:pt x="1199" y="145678"/>
                  </a:lnTo>
                  <a:lnTo>
                    <a:pt x="640" y="151025"/>
                  </a:lnTo>
                  <a:lnTo>
                    <a:pt x="254" y="156388"/>
                  </a:lnTo>
                  <a:lnTo>
                    <a:pt x="40" y="161761"/>
                  </a:lnTo>
                  <a:lnTo>
                    <a:pt x="0" y="167138"/>
                  </a:lnTo>
                  <a:lnTo>
                    <a:pt x="132" y="172513"/>
                  </a:lnTo>
                  <a:lnTo>
                    <a:pt x="437" y="177882"/>
                  </a:lnTo>
                  <a:lnTo>
                    <a:pt x="914" y="183237"/>
                  </a:lnTo>
                  <a:lnTo>
                    <a:pt x="1564" y="188575"/>
                  </a:lnTo>
                  <a:lnTo>
                    <a:pt x="167161" y="1657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917243" y="4961274"/>
              <a:ext cx="332748" cy="334333"/>
            </a:xfrm>
            <a:custGeom>
              <a:avLst/>
              <a:pathLst>
                <a:path w="332748" h="334333">
                  <a:moveTo>
                    <a:pt x="0" y="190025"/>
                  </a:moveTo>
                  <a:lnTo>
                    <a:pt x="809" y="195274"/>
                  </a:lnTo>
                  <a:lnTo>
                    <a:pt x="1785" y="200495"/>
                  </a:lnTo>
                  <a:lnTo>
                    <a:pt x="2927" y="205682"/>
                  </a:lnTo>
                  <a:lnTo>
                    <a:pt x="4232" y="210830"/>
                  </a:lnTo>
                  <a:lnTo>
                    <a:pt x="5701" y="215934"/>
                  </a:lnTo>
                  <a:lnTo>
                    <a:pt x="7331" y="220988"/>
                  </a:lnTo>
                  <a:lnTo>
                    <a:pt x="9120" y="225989"/>
                  </a:lnTo>
                  <a:lnTo>
                    <a:pt x="11068" y="230930"/>
                  </a:lnTo>
                  <a:lnTo>
                    <a:pt x="13171" y="235807"/>
                  </a:lnTo>
                  <a:lnTo>
                    <a:pt x="15429" y="240614"/>
                  </a:lnTo>
                  <a:lnTo>
                    <a:pt x="17838" y="245348"/>
                  </a:lnTo>
                  <a:lnTo>
                    <a:pt x="20396" y="250002"/>
                  </a:lnTo>
                  <a:lnTo>
                    <a:pt x="23101" y="254573"/>
                  </a:lnTo>
                  <a:lnTo>
                    <a:pt x="25949" y="259055"/>
                  </a:lnTo>
                  <a:lnTo>
                    <a:pt x="28939" y="263445"/>
                  </a:lnTo>
                  <a:lnTo>
                    <a:pt x="32066" y="267738"/>
                  </a:lnTo>
                  <a:lnTo>
                    <a:pt x="35328" y="271929"/>
                  </a:lnTo>
                  <a:lnTo>
                    <a:pt x="38722" y="276014"/>
                  </a:lnTo>
                  <a:lnTo>
                    <a:pt x="42244" y="279990"/>
                  </a:lnTo>
                  <a:lnTo>
                    <a:pt x="45890" y="283851"/>
                  </a:lnTo>
                  <a:lnTo>
                    <a:pt x="49657" y="287595"/>
                  </a:lnTo>
                  <a:lnTo>
                    <a:pt x="53541" y="291218"/>
                  </a:lnTo>
                  <a:lnTo>
                    <a:pt x="57539" y="294715"/>
                  </a:lnTo>
                  <a:lnTo>
                    <a:pt x="61645" y="298083"/>
                  </a:lnTo>
                  <a:lnTo>
                    <a:pt x="65856" y="301319"/>
                  </a:lnTo>
                  <a:lnTo>
                    <a:pt x="70168" y="304420"/>
                  </a:lnTo>
                  <a:lnTo>
                    <a:pt x="74577" y="307382"/>
                  </a:lnTo>
                  <a:lnTo>
                    <a:pt x="79077" y="310203"/>
                  </a:lnTo>
                  <a:lnTo>
                    <a:pt x="83664" y="312879"/>
                  </a:lnTo>
                  <a:lnTo>
                    <a:pt x="88334" y="315408"/>
                  </a:lnTo>
                  <a:lnTo>
                    <a:pt x="93083" y="317788"/>
                  </a:lnTo>
                  <a:lnTo>
                    <a:pt x="97904" y="320015"/>
                  </a:lnTo>
                  <a:lnTo>
                    <a:pt x="102794" y="322089"/>
                  </a:lnTo>
                  <a:lnTo>
                    <a:pt x="107747" y="324005"/>
                  </a:lnTo>
                  <a:lnTo>
                    <a:pt x="112758" y="325764"/>
                  </a:lnTo>
                  <a:lnTo>
                    <a:pt x="117823" y="327363"/>
                  </a:lnTo>
                  <a:lnTo>
                    <a:pt x="122936" y="328799"/>
                  </a:lnTo>
                  <a:lnTo>
                    <a:pt x="128092" y="330073"/>
                  </a:lnTo>
                  <a:lnTo>
                    <a:pt x="133286" y="331182"/>
                  </a:lnTo>
                  <a:lnTo>
                    <a:pt x="138513" y="332126"/>
                  </a:lnTo>
                  <a:lnTo>
                    <a:pt x="143767" y="332903"/>
                  </a:lnTo>
                  <a:lnTo>
                    <a:pt x="149043" y="333513"/>
                  </a:lnTo>
                  <a:lnTo>
                    <a:pt x="154335" y="333955"/>
                  </a:lnTo>
                  <a:lnTo>
                    <a:pt x="159639" y="334228"/>
                  </a:lnTo>
                  <a:lnTo>
                    <a:pt x="164949" y="334333"/>
                  </a:lnTo>
                  <a:lnTo>
                    <a:pt x="170260" y="334269"/>
                  </a:lnTo>
                  <a:lnTo>
                    <a:pt x="175566" y="334037"/>
                  </a:lnTo>
                  <a:lnTo>
                    <a:pt x="180862" y="333636"/>
                  </a:lnTo>
                  <a:lnTo>
                    <a:pt x="186143" y="333067"/>
                  </a:lnTo>
                  <a:lnTo>
                    <a:pt x="191402" y="332331"/>
                  </a:lnTo>
                  <a:lnTo>
                    <a:pt x="196636" y="331427"/>
                  </a:lnTo>
                  <a:lnTo>
                    <a:pt x="201838" y="330359"/>
                  </a:lnTo>
                  <a:lnTo>
                    <a:pt x="207004" y="329125"/>
                  </a:lnTo>
                  <a:lnTo>
                    <a:pt x="212128" y="327728"/>
                  </a:lnTo>
                  <a:lnTo>
                    <a:pt x="217205" y="326169"/>
                  </a:lnTo>
                  <a:lnTo>
                    <a:pt x="222230" y="324449"/>
                  </a:lnTo>
                  <a:lnTo>
                    <a:pt x="227198" y="322570"/>
                  </a:lnTo>
                  <a:lnTo>
                    <a:pt x="232104" y="320535"/>
                  </a:lnTo>
                  <a:lnTo>
                    <a:pt x="236942" y="318345"/>
                  </a:lnTo>
                  <a:lnTo>
                    <a:pt x="241709" y="316002"/>
                  </a:lnTo>
                  <a:lnTo>
                    <a:pt x="246398" y="313509"/>
                  </a:lnTo>
                  <a:lnTo>
                    <a:pt x="251006" y="310869"/>
                  </a:lnTo>
                  <a:lnTo>
                    <a:pt x="255528" y="308083"/>
                  </a:lnTo>
                  <a:lnTo>
                    <a:pt x="259959" y="305155"/>
                  </a:lnTo>
                  <a:lnTo>
                    <a:pt x="264295" y="302088"/>
                  </a:lnTo>
                  <a:lnTo>
                    <a:pt x="268531" y="298884"/>
                  </a:lnTo>
                  <a:lnTo>
                    <a:pt x="272664" y="295548"/>
                  </a:lnTo>
                  <a:lnTo>
                    <a:pt x="276688" y="292082"/>
                  </a:lnTo>
                  <a:lnTo>
                    <a:pt x="280600" y="288490"/>
                  </a:lnTo>
                  <a:lnTo>
                    <a:pt x="284396" y="284775"/>
                  </a:lnTo>
                  <a:lnTo>
                    <a:pt x="288072" y="280942"/>
                  </a:lnTo>
                  <a:lnTo>
                    <a:pt x="291625" y="276994"/>
                  </a:lnTo>
                  <a:lnTo>
                    <a:pt x="295050" y="272935"/>
                  </a:lnTo>
                  <a:lnTo>
                    <a:pt x="298345" y="268769"/>
                  </a:lnTo>
                  <a:lnTo>
                    <a:pt x="301505" y="264501"/>
                  </a:lnTo>
                  <a:lnTo>
                    <a:pt x="304529" y="260134"/>
                  </a:lnTo>
                  <a:lnTo>
                    <a:pt x="307412" y="255674"/>
                  </a:lnTo>
                  <a:lnTo>
                    <a:pt x="310152" y="251124"/>
                  </a:lnTo>
                  <a:lnTo>
                    <a:pt x="312746" y="246490"/>
                  </a:lnTo>
                  <a:lnTo>
                    <a:pt x="315191" y="241775"/>
                  </a:lnTo>
                  <a:lnTo>
                    <a:pt x="317486" y="236985"/>
                  </a:lnTo>
                  <a:lnTo>
                    <a:pt x="319627" y="232125"/>
                  </a:lnTo>
                  <a:lnTo>
                    <a:pt x="321613" y="227199"/>
                  </a:lnTo>
                  <a:lnTo>
                    <a:pt x="323441" y="222213"/>
                  </a:lnTo>
                  <a:lnTo>
                    <a:pt x="325110" y="217171"/>
                  </a:lnTo>
                  <a:lnTo>
                    <a:pt x="326618" y="212078"/>
                  </a:lnTo>
                  <a:lnTo>
                    <a:pt x="327964" y="206940"/>
                  </a:lnTo>
                  <a:lnTo>
                    <a:pt x="329145" y="201762"/>
                  </a:lnTo>
                  <a:lnTo>
                    <a:pt x="330162" y="196549"/>
                  </a:lnTo>
                  <a:lnTo>
                    <a:pt x="331012" y="191307"/>
                  </a:lnTo>
                  <a:lnTo>
                    <a:pt x="331695" y="186040"/>
                  </a:lnTo>
                  <a:lnTo>
                    <a:pt x="332211" y="180754"/>
                  </a:lnTo>
                  <a:lnTo>
                    <a:pt x="332559" y="175454"/>
                  </a:lnTo>
                  <a:lnTo>
                    <a:pt x="332738" y="170146"/>
                  </a:lnTo>
                  <a:lnTo>
                    <a:pt x="332748" y="164835"/>
                  </a:lnTo>
                  <a:lnTo>
                    <a:pt x="332590" y="159526"/>
                  </a:lnTo>
                  <a:lnTo>
                    <a:pt x="332263" y="154225"/>
                  </a:lnTo>
                  <a:lnTo>
                    <a:pt x="331767" y="148937"/>
                  </a:lnTo>
                  <a:lnTo>
                    <a:pt x="331104" y="143668"/>
                  </a:lnTo>
                  <a:lnTo>
                    <a:pt x="330274" y="138422"/>
                  </a:lnTo>
                  <a:lnTo>
                    <a:pt x="329278" y="133205"/>
                  </a:lnTo>
                  <a:lnTo>
                    <a:pt x="328117" y="128023"/>
                  </a:lnTo>
                  <a:lnTo>
                    <a:pt x="326791" y="122880"/>
                  </a:lnTo>
                  <a:lnTo>
                    <a:pt x="325303" y="117781"/>
                  </a:lnTo>
                  <a:lnTo>
                    <a:pt x="323653" y="112733"/>
                  </a:lnTo>
                  <a:lnTo>
                    <a:pt x="321844" y="107739"/>
                  </a:lnTo>
                  <a:lnTo>
                    <a:pt x="319878" y="102806"/>
                  </a:lnTo>
                  <a:lnTo>
                    <a:pt x="317755" y="97937"/>
                  </a:lnTo>
                  <a:lnTo>
                    <a:pt x="315479" y="93139"/>
                  </a:lnTo>
                  <a:lnTo>
                    <a:pt x="313052" y="88415"/>
                  </a:lnTo>
                  <a:lnTo>
                    <a:pt x="310476" y="83770"/>
                  </a:lnTo>
                  <a:lnTo>
                    <a:pt x="307753" y="79210"/>
                  </a:lnTo>
                  <a:lnTo>
                    <a:pt x="304888" y="74738"/>
                  </a:lnTo>
                  <a:lnTo>
                    <a:pt x="301881" y="70360"/>
                  </a:lnTo>
                  <a:lnTo>
                    <a:pt x="298737" y="66080"/>
                  </a:lnTo>
                  <a:lnTo>
                    <a:pt x="295459" y="61901"/>
                  </a:lnTo>
                  <a:lnTo>
                    <a:pt x="292049" y="57829"/>
                  </a:lnTo>
                  <a:lnTo>
                    <a:pt x="288512" y="53867"/>
                  </a:lnTo>
                  <a:lnTo>
                    <a:pt x="284851" y="50020"/>
                  </a:lnTo>
                  <a:lnTo>
                    <a:pt x="281069" y="46291"/>
                  </a:lnTo>
                  <a:lnTo>
                    <a:pt x="277171" y="42683"/>
                  </a:lnTo>
                  <a:lnTo>
                    <a:pt x="273160" y="39202"/>
                  </a:lnTo>
                  <a:lnTo>
                    <a:pt x="269041" y="35849"/>
                  </a:lnTo>
                  <a:lnTo>
                    <a:pt x="264817" y="32630"/>
                  </a:lnTo>
                  <a:lnTo>
                    <a:pt x="260493" y="29546"/>
                  </a:lnTo>
                  <a:lnTo>
                    <a:pt x="256073" y="26600"/>
                  </a:lnTo>
                  <a:lnTo>
                    <a:pt x="251562" y="23797"/>
                  </a:lnTo>
                  <a:lnTo>
                    <a:pt x="246964" y="21139"/>
                  </a:lnTo>
                  <a:lnTo>
                    <a:pt x="242285" y="18628"/>
                  </a:lnTo>
                  <a:lnTo>
                    <a:pt x="237527" y="16266"/>
                  </a:lnTo>
                  <a:lnTo>
                    <a:pt x="232697" y="14058"/>
                  </a:lnTo>
                  <a:lnTo>
                    <a:pt x="227800" y="12003"/>
                  </a:lnTo>
                  <a:lnTo>
                    <a:pt x="222839" y="10106"/>
                  </a:lnTo>
                  <a:lnTo>
                    <a:pt x="217821" y="8366"/>
                  </a:lnTo>
                  <a:lnTo>
                    <a:pt x="212750" y="6788"/>
                  </a:lnTo>
                  <a:lnTo>
                    <a:pt x="207631" y="5371"/>
                  </a:lnTo>
                  <a:lnTo>
                    <a:pt x="202470" y="4117"/>
                  </a:lnTo>
                  <a:lnTo>
                    <a:pt x="197272" y="3028"/>
                  </a:lnTo>
                  <a:lnTo>
                    <a:pt x="192042" y="2104"/>
                  </a:lnTo>
                  <a:lnTo>
                    <a:pt x="186785" y="1348"/>
                  </a:lnTo>
                  <a:lnTo>
                    <a:pt x="181507" y="758"/>
                  </a:lnTo>
                  <a:lnTo>
                    <a:pt x="176212" y="337"/>
                  </a:lnTo>
                  <a:lnTo>
                    <a:pt x="170907" y="84"/>
                  </a:lnTo>
                  <a:lnTo>
                    <a:pt x="165597" y="0"/>
                  </a:lnTo>
                  <a:lnTo>
                    <a:pt x="1655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386177" y="4605529"/>
              <a:ext cx="74369" cy="167167"/>
            </a:xfrm>
            <a:custGeom>
              <a:avLst/>
              <a:pathLst>
                <a:path w="74369" h="167167">
                  <a:moveTo>
                    <a:pt x="74369" y="0"/>
                  </a:moveTo>
                  <a:lnTo>
                    <a:pt x="68442" y="105"/>
                  </a:lnTo>
                  <a:lnTo>
                    <a:pt x="62522" y="420"/>
                  </a:lnTo>
                  <a:lnTo>
                    <a:pt x="56617" y="945"/>
                  </a:lnTo>
                  <a:lnTo>
                    <a:pt x="50734" y="1679"/>
                  </a:lnTo>
                  <a:lnTo>
                    <a:pt x="44881" y="2621"/>
                  </a:lnTo>
                  <a:lnTo>
                    <a:pt x="39066" y="3770"/>
                  </a:lnTo>
                  <a:lnTo>
                    <a:pt x="33294" y="5124"/>
                  </a:lnTo>
                  <a:lnTo>
                    <a:pt x="27574" y="6683"/>
                  </a:lnTo>
                  <a:lnTo>
                    <a:pt x="21914" y="8443"/>
                  </a:lnTo>
                  <a:lnTo>
                    <a:pt x="16319" y="10402"/>
                  </a:lnTo>
                  <a:lnTo>
                    <a:pt x="10797" y="12559"/>
                  </a:lnTo>
                  <a:lnTo>
                    <a:pt x="5355" y="14911"/>
                  </a:lnTo>
                  <a:lnTo>
                    <a:pt x="0" y="17453"/>
                  </a:lnTo>
                  <a:lnTo>
                    <a:pt x="7436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86177" y="4622983"/>
              <a:ext cx="74369" cy="149713"/>
            </a:xfrm>
            <a:custGeom>
              <a:avLst/>
              <a:pathLst>
                <a:path w="74369" h="149713">
                  <a:moveTo>
                    <a:pt x="0" y="0"/>
                  </a:moveTo>
                  <a:lnTo>
                    <a:pt x="74369" y="1497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386177" y="4622983"/>
              <a:ext cx="74369" cy="149713"/>
            </a:xfrm>
            <a:custGeom>
              <a:avLst/>
              <a:pathLst>
                <a:path w="74369" h="149713">
                  <a:moveTo>
                    <a:pt x="0" y="0"/>
                  </a:moveTo>
                  <a:lnTo>
                    <a:pt x="74369" y="1497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293379" y="4622983"/>
              <a:ext cx="308278" cy="316869"/>
            </a:xfrm>
            <a:custGeom>
              <a:avLst/>
              <a:pathLst>
                <a:path w="308278" h="316869">
                  <a:moveTo>
                    <a:pt x="92797" y="0"/>
                  </a:moveTo>
                  <a:lnTo>
                    <a:pt x="88079" y="2437"/>
                  </a:lnTo>
                  <a:lnTo>
                    <a:pt x="83440" y="5024"/>
                  </a:lnTo>
                  <a:lnTo>
                    <a:pt x="78886" y="7757"/>
                  </a:lnTo>
                  <a:lnTo>
                    <a:pt x="74421" y="10633"/>
                  </a:lnTo>
                  <a:lnTo>
                    <a:pt x="70050" y="13649"/>
                  </a:lnTo>
                  <a:lnTo>
                    <a:pt x="65777" y="16803"/>
                  </a:lnTo>
                  <a:lnTo>
                    <a:pt x="61606" y="20091"/>
                  </a:lnTo>
                  <a:lnTo>
                    <a:pt x="57542" y="23509"/>
                  </a:lnTo>
                  <a:lnTo>
                    <a:pt x="53588" y="27055"/>
                  </a:lnTo>
                  <a:lnTo>
                    <a:pt x="49749" y="30725"/>
                  </a:lnTo>
                  <a:lnTo>
                    <a:pt x="46028" y="34515"/>
                  </a:lnTo>
                  <a:lnTo>
                    <a:pt x="42430" y="38421"/>
                  </a:lnTo>
                  <a:lnTo>
                    <a:pt x="38958" y="42440"/>
                  </a:lnTo>
                  <a:lnTo>
                    <a:pt x="35615" y="46567"/>
                  </a:lnTo>
                  <a:lnTo>
                    <a:pt x="32405" y="50798"/>
                  </a:lnTo>
                  <a:lnTo>
                    <a:pt x="29331" y="55129"/>
                  </a:lnTo>
                  <a:lnTo>
                    <a:pt x="26396" y="59555"/>
                  </a:lnTo>
                  <a:lnTo>
                    <a:pt x="23603" y="64072"/>
                  </a:lnTo>
                  <a:lnTo>
                    <a:pt x="20955" y="68676"/>
                  </a:lnTo>
                  <a:lnTo>
                    <a:pt x="18454" y="73361"/>
                  </a:lnTo>
                  <a:lnTo>
                    <a:pt x="16104" y="78124"/>
                  </a:lnTo>
                  <a:lnTo>
                    <a:pt x="13906" y="82959"/>
                  </a:lnTo>
                  <a:lnTo>
                    <a:pt x="11863" y="87861"/>
                  </a:lnTo>
                  <a:lnTo>
                    <a:pt x="9976" y="92825"/>
                  </a:lnTo>
                  <a:lnTo>
                    <a:pt x="8249" y="97847"/>
                  </a:lnTo>
                  <a:lnTo>
                    <a:pt x="6681" y="102922"/>
                  </a:lnTo>
                  <a:lnTo>
                    <a:pt x="5276" y="108043"/>
                  </a:lnTo>
                  <a:lnTo>
                    <a:pt x="4034" y="113207"/>
                  </a:lnTo>
                  <a:lnTo>
                    <a:pt x="2956" y="118408"/>
                  </a:lnTo>
                  <a:lnTo>
                    <a:pt x="2045" y="123640"/>
                  </a:lnTo>
                  <a:lnTo>
                    <a:pt x="1300" y="128898"/>
                  </a:lnTo>
                  <a:lnTo>
                    <a:pt x="723" y="134178"/>
                  </a:lnTo>
                  <a:lnTo>
                    <a:pt x="313" y="139473"/>
                  </a:lnTo>
                  <a:lnTo>
                    <a:pt x="72" y="144778"/>
                  </a:lnTo>
                  <a:lnTo>
                    <a:pt x="0" y="150089"/>
                  </a:lnTo>
                  <a:lnTo>
                    <a:pt x="96" y="155399"/>
                  </a:lnTo>
                  <a:lnTo>
                    <a:pt x="361" y="160703"/>
                  </a:lnTo>
                  <a:lnTo>
                    <a:pt x="794" y="165996"/>
                  </a:lnTo>
                  <a:lnTo>
                    <a:pt x="1395" y="171273"/>
                  </a:lnTo>
                  <a:lnTo>
                    <a:pt x="2164" y="176528"/>
                  </a:lnTo>
                  <a:lnTo>
                    <a:pt x="3099" y="181756"/>
                  </a:lnTo>
                  <a:lnTo>
                    <a:pt x="4200" y="186952"/>
                  </a:lnTo>
                  <a:lnTo>
                    <a:pt x="5465" y="192110"/>
                  </a:lnTo>
                  <a:lnTo>
                    <a:pt x="6893" y="197225"/>
                  </a:lnTo>
                  <a:lnTo>
                    <a:pt x="8483" y="202292"/>
                  </a:lnTo>
                  <a:lnTo>
                    <a:pt x="10234" y="207307"/>
                  </a:lnTo>
                  <a:lnTo>
                    <a:pt x="12142" y="212263"/>
                  </a:lnTo>
                  <a:lnTo>
                    <a:pt x="14208" y="217156"/>
                  </a:lnTo>
                  <a:lnTo>
                    <a:pt x="16427" y="221980"/>
                  </a:lnTo>
                  <a:lnTo>
                    <a:pt x="18799" y="226732"/>
                  </a:lnTo>
                  <a:lnTo>
                    <a:pt x="21320" y="231407"/>
                  </a:lnTo>
                  <a:lnTo>
                    <a:pt x="23989" y="235998"/>
                  </a:lnTo>
                  <a:lnTo>
                    <a:pt x="26802" y="240503"/>
                  </a:lnTo>
                  <a:lnTo>
                    <a:pt x="29757" y="244916"/>
                  </a:lnTo>
                  <a:lnTo>
                    <a:pt x="32851" y="249233"/>
                  </a:lnTo>
                  <a:lnTo>
                    <a:pt x="36080" y="253449"/>
                  </a:lnTo>
                  <a:lnTo>
                    <a:pt x="39441" y="257561"/>
                  </a:lnTo>
                  <a:lnTo>
                    <a:pt x="42932" y="261564"/>
                  </a:lnTo>
                  <a:lnTo>
                    <a:pt x="46548" y="265454"/>
                  </a:lnTo>
                  <a:lnTo>
                    <a:pt x="50285" y="269227"/>
                  </a:lnTo>
                  <a:lnTo>
                    <a:pt x="54141" y="272880"/>
                  </a:lnTo>
                  <a:lnTo>
                    <a:pt x="58110" y="276408"/>
                  </a:lnTo>
                  <a:lnTo>
                    <a:pt x="62190" y="279808"/>
                  </a:lnTo>
                  <a:lnTo>
                    <a:pt x="66375" y="283078"/>
                  </a:lnTo>
                  <a:lnTo>
                    <a:pt x="70663" y="286212"/>
                  </a:lnTo>
                  <a:lnTo>
                    <a:pt x="75047" y="289209"/>
                  </a:lnTo>
                  <a:lnTo>
                    <a:pt x="79525" y="292064"/>
                  </a:lnTo>
                  <a:lnTo>
                    <a:pt x="84091" y="294777"/>
                  </a:lnTo>
                  <a:lnTo>
                    <a:pt x="88741" y="297342"/>
                  </a:lnTo>
                  <a:lnTo>
                    <a:pt x="93471" y="299759"/>
                  </a:lnTo>
                  <a:lnTo>
                    <a:pt x="98274" y="302024"/>
                  </a:lnTo>
                  <a:lnTo>
                    <a:pt x="103147" y="304136"/>
                  </a:lnTo>
                  <a:lnTo>
                    <a:pt x="108085" y="306092"/>
                  </a:lnTo>
                  <a:lnTo>
                    <a:pt x="113082" y="307890"/>
                  </a:lnTo>
                  <a:lnTo>
                    <a:pt x="118134" y="309528"/>
                  </a:lnTo>
                  <a:lnTo>
                    <a:pt x="123236" y="311005"/>
                  </a:lnTo>
                  <a:lnTo>
                    <a:pt x="128382" y="312319"/>
                  </a:lnTo>
                  <a:lnTo>
                    <a:pt x="133567" y="313469"/>
                  </a:lnTo>
                  <a:lnTo>
                    <a:pt x="138785" y="314454"/>
                  </a:lnTo>
                  <a:lnTo>
                    <a:pt x="144033" y="315272"/>
                  </a:lnTo>
                  <a:lnTo>
                    <a:pt x="149304" y="315923"/>
                  </a:lnTo>
                  <a:lnTo>
                    <a:pt x="154593" y="316407"/>
                  </a:lnTo>
                  <a:lnTo>
                    <a:pt x="159894" y="316722"/>
                  </a:lnTo>
                  <a:lnTo>
                    <a:pt x="165203" y="316869"/>
                  </a:lnTo>
                  <a:lnTo>
                    <a:pt x="170514" y="316847"/>
                  </a:lnTo>
                  <a:lnTo>
                    <a:pt x="175822" y="316656"/>
                  </a:lnTo>
                  <a:lnTo>
                    <a:pt x="181120" y="316297"/>
                  </a:lnTo>
                  <a:lnTo>
                    <a:pt x="186405" y="315770"/>
                  </a:lnTo>
                  <a:lnTo>
                    <a:pt x="191670" y="315075"/>
                  </a:lnTo>
                  <a:lnTo>
                    <a:pt x="196911" y="314213"/>
                  </a:lnTo>
                  <a:lnTo>
                    <a:pt x="202121" y="313185"/>
                  </a:lnTo>
                  <a:lnTo>
                    <a:pt x="207297" y="311992"/>
                  </a:lnTo>
                  <a:lnTo>
                    <a:pt x="212431" y="310635"/>
                  </a:lnTo>
                  <a:lnTo>
                    <a:pt x="217520" y="309116"/>
                  </a:lnTo>
                  <a:lnTo>
                    <a:pt x="222559" y="307436"/>
                  </a:lnTo>
                  <a:lnTo>
                    <a:pt x="227541" y="305597"/>
                  </a:lnTo>
                  <a:lnTo>
                    <a:pt x="232462" y="303601"/>
                  </a:lnTo>
                  <a:lnTo>
                    <a:pt x="237318" y="301449"/>
                  </a:lnTo>
                  <a:lnTo>
                    <a:pt x="242102" y="299144"/>
                  </a:lnTo>
                  <a:lnTo>
                    <a:pt x="246811" y="296688"/>
                  </a:lnTo>
                  <a:lnTo>
                    <a:pt x="251440" y="294084"/>
                  </a:lnTo>
                  <a:lnTo>
                    <a:pt x="255984" y="291334"/>
                  </a:lnTo>
                  <a:lnTo>
                    <a:pt x="260438" y="288441"/>
                  </a:lnTo>
                  <a:lnTo>
                    <a:pt x="264797" y="285408"/>
                  </a:lnTo>
                  <a:lnTo>
                    <a:pt x="269059" y="282238"/>
                  </a:lnTo>
                  <a:lnTo>
                    <a:pt x="273217" y="278935"/>
                  </a:lnTo>
                  <a:lnTo>
                    <a:pt x="277268" y="275501"/>
                  </a:lnTo>
                  <a:lnTo>
                    <a:pt x="281209" y="271940"/>
                  </a:lnTo>
                  <a:lnTo>
                    <a:pt x="285034" y="268255"/>
                  </a:lnTo>
                  <a:lnTo>
                    <a:pt x="288740" y="264451"/>
                  </a:lnTo>
                  <a:lnTo>
                    <a:pt x="292323" y="260531"/>
                  </a:lnTo>
                  <a:lnTo>
                    <a:pt x="295780" y="256500"/>
                  </a:lnTo>
                  <a:lnTo>
                    <a:pt x="299108" y="252360"/>
                  </a:lnTo>
                  <a:lnTo>
                    <a:pt x="302302" y="248117"/>
                  </a:lnTo>
                  <a:lnTo>
                    <a:pt x="305360" y="243775"/>
                  </a:lnTo>
                  <a:lnTo>
                    <a:pt x="308278" y="239337"/>
                  </a:lnTo>
                  <a:lnTo>
                    <a:pt x="167167" y="149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60546" y="4605529"/>
              <a:ext cx="167161" cy="256791"/>
            </a:xfrm>
            <a:custGeom>
              <a:avLst/>
              <a:pathLst>
                <a:path w="167161" h="256791">
                  <a:moveTo>
                    <a:pt x="141111" y="256791"/>
                  </a:moveTo>
                  <a:lnTo>
                    <a:pt x="143897" y="252247"/>
                  </a:lnTo>
                  <a:lnTo>
                    <a:pt x="146536" y="247615"/>
                  </a:lnTo>
                  <a:lnTo>
                    <a:pt x="149027" y="242902"/>
                  </a:lnTo>
                  <a:lnTo>
                    <a:pt x="151366" y="238112"/>
                  </a:lnTo>
                  <a:lnTo>
                    <a:pt x="153551" y="233249"/>
                  </a:lnTo>
                  <a:lnTo>
                    <a:pt x="155580" y="228320"/>
                  </a:lnTo>
                  <a:lnTo>
                    <a:pt x="157451" y="223328"/>
                  </a:lnTo>
                  <a:lnTo>
                    <a:pt x="159161" y="218279"/>
                  </a:lnTo>
                  <a:lnTo>
                    <a:pt x="160710" y="213178"/>
                  </a:lnTo>
                  <a:lnTo>
                    <a:pt x="162095" y="208031"/>
                  </a:lnTo>
                  <a:lnTo>
                    <a:pt x="163316" y="202841"/>
                  </a:lnTo>
                  <a:lnTo>
                    <a:pt x="164370" y="197616"/>
                  </a:lnTo>
                  <a:lnTo>
                    <a:pt x="165258" y="192360"/>
                  </a:lnTo>
                  <a:lnTo>
                    <a:pt x="165977" y="187078"/>
                  </a:lnTo>
                  <a:lnTo>
                    <a:pt x="166527" y="181775"/>
                  </a:lnTo>
                  <a:lnTo>
                    <a:pt x="166909" y="176458"/>
                  </a:lnTo>
                  <a:lnTo>
                    <a:pt x="167120" y="171131"/>
                  </a:lnTo>
                  <a:lnTo>
                    <a:pt x="167161" y="165801"/>
                  </a:lnTo>
                  <a:lnTo>
                    <a:pt x="167033" y="160472"/>
                  </a:lnTo>
                  <a:lnTo>
                    <a:pt x="166734" y="155149"/>
                  </a:lnTo>
                  <a:lnTo>
                    <a:pt x="166266" y="149839"/>
                  </a:lnTo>
                  <a:lnTo>
                    <a:pt x="165629" y="144546"/>
                  </a:lnTo>
                  <a:lnTo>
                    <a:pt x="164824" y="139277"/>
                  </a:lnTo>
                  <a:lnTo>
                    <a:pt x="163851" y="134036"/>
                  </a:lnTo>
                  <a:lnTo>
                    <a:pt x="162711" y="128828"/>
                  </a:lnTo>
                  <a:lnTo>
                    <a:pt x="161406" y="123659"/>
                  </a:lnTo>
                  <a:lnTo>
                    <a:pt x="159937" y="118535"/>
                  </a:lnTo>
                  <a:lnTo>
                    <a:pt x="158305" y="113460"/>
                  </a:lnTo>
                  <a:lnTo>
                    <a:pt x="156512" y="108440"/>
                  </a:lnTo>
                  <a:lnTo>
                    <a:pt x="154560" y="103480"/>
                  </a:lnTo>
                  <a:lnTo>
                    <a:pt x="152450" y="98584"/>
                  </a:lnTo>
                  <a:lnTo>
                    <a:pt x="150186" y="93758"/>
                  </a:lnTo>
                  <a:lnTo>
                    <a:pt x="147769" y="89006"/>
                  </a:lnTo>
                  <a:lnTo>
                    <a:pt x="145202" y="84335"/>
                  </a:lnTo>
                  <a:lnTo>
                    <a:pt x="142487" y="79747"/>
                  </a:lnTo>
                  <a:lnTo>
                    <a:pt x="139627" y="75248"/>
                  </a:lnTo>
                  <a:lnTo>
                    <a:pt x="136625" y="70843"/>
                  </a:lnTo>
                  <a:lnTo>
                    <a:pt x="133485" y="66536"/>
                  </a:lnTo>
                  <a:lnTo>
                    <a:pt x="130208" y="62331"/>
                  </a:lnTo>
                  <a:lnTo>
                    <a:pt x="126799" y="58232"/>
                  </a:lnTo>
                  <a:lnTo>
                    <a:pt x="123261" y="54245"/>
                  </a:lnTo>
                  <a:lnTo>
                    <a:pt x="119598" y="50372"/>
                  </a:lnTo>
                  <a:lnTo>
                    <a:pt x="115813" y="46618"/>
                  </a:lnTo>
                  <a:lnTo>
                    <a:pt x="111911" y="42986"/>
                  </a:lnTo>
                  <a:lnTo>
                    <a:pt x="107894" y="39481"/>
                  </a:lnTo>
                  <a:lnTo>
                    <a:pt x="103768" y="36106"/>
                  </a:lnTo>
                  <a:lnTo>
                    <a:pt x="99537" y="32864"/>
                  </a:lnTo>
                  <a:lnTo>
                    <a:pt x="95204" y="29758"/>
                  </a:lnTo>
                  <a:lnTo>
                    <a:pt x="90774" y="26793"/>
                  </a:lnTo>
                  <a:lnTo>
                    <a:pt x="86252" y="23970"/>
                  </a:lnTo>
                  <a:lnTo>
                    <a:pt x="81643" y="21292"/>
                  </a:lnTo>
                  <a:lnTo>
                    <a:pt x="76950" y="18763"/>
                  </a:lnTo>
                  <a:lnTo>
                    <a:pt x="72179" y="16385"/>
                  </a:lnTo>
                  <a:lnTo>
                    <a:pt x="67335" y="14161"/>
                  </a:lnTo>
                  <a:lnTo>
                    <a:pt x="62422" y="12091"/>
                  </a:lnTo>
                  <a:lnTo>
                    <a:pt x="57445" y="10180"/>
                  </a:lnTo>
                  <a:lnTo>
                    <a:pt x="52411" y="8428"/>
                  </a:lnTo>
                  <a:lnTo>
                    <a:pt x="47323" y="6838"/>
                  </a:lnTo>
                  <a:lnTo>
                    <a:pt x="42187" y="5410"/>
                  </a:lnTo>
                  <a:lnTo>
                    <a:pt x="37007" y="4147"/>
                  </a:lnTo>
                  <a:lnTo>
                    <a:pt x="31791" y="3050"/>
                  </a:lnTo>
                  <a:lnTo>
                    <a:pt x="26542" y="2120"/>
                  </a:lnTo>
                  <a:lnTo>
                    <a:pt x="21266" y="1358"/>
                  </a:lnTo>
                  <a:lnTo>
                    <a:pt x="15968" y="764"/>
                  </a:lnTo>
                  <a:lnTo>
                    <a:pt x="10654" y="339"/>
                  </a:lnTo>
                  <a:lnTo>
                    <a:pt x="533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654733" y="4172415"/>
              <a:ext cx="91159" cy="167167"/>
            </a:xfrm>
            <a:custGeom>
              <a:avLst/>
              <a:pathLst>
                <a:path w="91159" h="167167">
                  <a:moveTo>
                    <a:pt x="91159" y="0"/>
                  </a:moveTo>
                  <a:lnTo>
                    <a:pt x="85488" y="96"/>
                  </a:lnTo>
                  <a:lnTo>
                    <a:pt x="79824" y="384"/>
                  </a:lnTo>
                  <a:lnTo>
                    <a:pt x="74173" y="865"/>
                  </a:lnTo>
                  <a:lnTo>
                    <a:pt x="68542" y="1537"/>
                  </a:lnTo>
                  <a:lnTo>
                    <a:pt x="62937" y="2399"/>
                  </a:lnTo>
                  <a:lnTo>
                    <a:pt x="57364" y="3451"/>
                  </a:lnTo>
                  <a:lnTo>
                    <a:pt x="51830" y="4692"/>
                  </a:lnTo>
                  <a:lnTo>
                    <a:pt x="46341" y="6119"/>
                  </a:lnTo>
                  <a:lnTo>
                    <a:pt x="40904" y="7732"/>
                  </a:lnTo>
                  <a:lnTo>
                    <a:pt x="35525" y="9529"/>
                  </a:lnTo>
                  <a:lnTo>
                    <a:pt x="30210" y="11507"/>
                  </a:lnTo>
                  <a:lnTo>
                    <a:pt x="24965" y="13664"/>
                  </a:lnTo>
                  <a:lnTo>
                    <a:pt x="19796" y="15997"/>
                  </a:lnTo>
                  <a:lnTo>
                    <a:pt x="14709" y="18505"/>
                  </a:lnTo>
                  <a:lnTo>
                    <a:pt x="9710" y="21184"/>
                  </a:lnTo>
                  <a:lnTo>
                    <a:pt x="4805" y="24031"/>
                  </a:lnTo>
                  <a:lnTo>
                    <a:pt x="0" y="27042"/>
                  </a:lnTo>
                  <a:lnTo>
                    <a:pt x="911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654733" y="4199458"/>
              <a:ext cx="91159" cy="140124"/>
            </a:xfrm>
            <a:custGeom>
              <a:avLst/>
              <a:pathLst>
                <a:path w="91159" h="140124">
                  <a:moveTo>
                    <a:pt x="0" y="0"/>
                  </a:moveTo>
                  <a:lnTo>
                    <a:pt x="91159" y="140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578734" y="4199458"/>
              <a:ext cx="334313" cy="307290"/>
            </a:xfrm>
            <a:custGeom>
              <a:avLst/>
              <a:pathLst>
                <a:path w="334313" h="307290">
                  <a:moveTo>
                    <a:pt x="75998" y="0"/>
                  </a:moveTo>
                  <a:lnTo>
                    <a:pt x="71600" y="2961"/>
                  </a:lnTo>
                  <a:lnTo>
                    <a:pt x="67298" y="6061"/>
                  </a:lnTo>
                  <a:lnTo>
                    <a:pt x="63096" y="9295"/>
                  </a:lnTo>
                  <a:lnTo>
                    <a:pt x="58999" y="12661"/>
                  </a:lnTo>
                  <a:lnTo>
                    <a:pt x="55011" y="16156"/>
                  </a:lnTo>
                  <a:lnTo>
                    <a:pt x="51136" y="19775"/>
                  </a:lnTo>
                  <a:lnTo>
                    <a:pt x="47377" y="23515"/>
                  </a:lnTo>
                  <a:lnTo>
                    <a:pt x="43739" y="27373"/>
                  </a:lnTo>
                  <a:lnTo>
                    <a:pt x="40225" y="31344"/>
                  </a:lnTo>
                  <a:lnTo>
                    <a:pt x="36839" y="35424"/>
                  </a:lnTo>
                  <a:lnTo>
                    <a:pt x="33584" y="39610"/>
                  </a:lnTo>
                  <a:lnTo>
                    <a:pt x="30464" y="43897"/>
                  </a:lnTo>
                  <a:lnTo>
                    <a:pt x="27480" y="48280"/>
                  </a:lnTo>
                  <a:lnTo>
                    <a:pt x="24638" y="52756"/>
                  </a:lnTo>
                  <a:lnTo>
                    <a:pt x="21939" y="57320"/>
                  </a:lnTo>
                  <a:lnTo>
                    <a:pt x="19386" y="61968"/>
                  </a:lnTo>
                  <a:lnTo>
                    <a:pt x="16981" y="66694"/>
                  </a:lnTo>
                  <a:lnTo>
                    <a:pt x="14728" y="71493"/>
                  </a:lnTo>
                  <a:lnTo>
                    <a:pt x="12628" y="76362"/>
                  </a:lnTo>
                  <a:lnTo>
                    <a:pt x="10683" y="81295"/>
                  </a:lnTo>
                  <a:lnTo>
                    <a:pt x="8896" y="86287"/>
                  </a:lnTo>
                  <a:lnTo>
                    <a:pt x="7269" y="91334"/>
                  </a:lnTo>
                  <a:lnTo>
                    <a:pt x="5802" y="96429"/>
                  </a:lnTo>
                  <a:lnTo>
                    <a:pt x="4497" y="101569"/>
                  </a:lnTo>
                  <a:lnTo>
                    <a:pt x="3356" y="106747"/>
                  </a:lnTo>
                  <a:lnTo>
                    <a:pt x="2380" y="111959"/>
                  </a:lnTo>
                  <a:lnTo>
                    <a:pt x="1569" y="117199"/>
                  </a:lnTo>
                  <a:lnTo>
                    <a:pt x="926" y="122462"/>
                  </a:lnTo>
                  <a:lnTo>
                    <a:pt x="449" y="127743"/>
                  </a:lnTo>
                  <a:lnTo>
                    <a:pt x="140" y="133036"/>
                  </a:lnTo>
                  <a:lnTo>
                    <a:pt x="0" y="138337"/>
                  </a:lnTo>
                  <a:lnTo>
                    <a:pt x="27" y="143639"/>
                  </a:lnTo>
                  <a:lnTo>
                    <a:pt x="222" y="148938"/>
                  </a:lnTo>
                  <a:lnTo>
                    <a:pt x="586" y="154228"/>
                  </a:lnTo>
                  <a:lnTo>
                    <a:pt x="1117" y="159504"/>
                  </a:lnTo>
                  <a:lnTo>
                    <a:pt x="1815" y="164760"/>
                  </a:lnTo>
                  <a:lnTo>
                    <a:pt x="2680" y="169991"/>
                  </a:lnTo>
                  <a:lnTo>
                    <a:pt x="3710" y="175193"/>
                  </a:lnTo>
                  <a:lnTo>
                    <a:pt x="4904" y="180359"/>
                  </a:lnTo>
                  <a:lnTo>
                    <a:pt x="6262" y="185485"/>
                  </a:lnTo>
                  <a:lnTo>
                    <a:pt x="7781" y="190565"/>
                  </a:lnTo>
                  <a:lnTo>
                    <a:pt x="9461" y="195594"/>
                  </a:lnTo>
                  <a:lnTo>
                    <a:pt x="11300" y="200567"/>
                  </a:lnTo>
                  <a:lnTo>
                    <a:pt x="13295" y="205480"/>
                  </a:lnTo>
                  <a:lnTo>
                    <a:pt x="15445" y="210327"/>
                  </a:lnTo>
                  <a:lnTo>
                    <a:pt x="17748" y="215103"/>
                  </a:lnTo>
                  <a:lnTo>
                    <a:pt x="20201" y="219804"/>
                  </a:lnTo>
                  <a:lnTo>
                    <a:pt x="22802" y="224425"/>
                  </a:lnTo>
                  <a:lnTo>
                    <a:pt x="25549" y="228961"/>
                  </a:lnTo>
                  <a:lnTo>
                    <a:pt x="28437" y="233407"/>
                  </a:lnTo>
                  <a:lnTo>
                    <a:pt x="31466" y="237760"/>
                  </a:lnTo>
                  <a:lnTo>
                    <a:pt x="34630" y="242014"/>
                  </a:lnTo>
                  <a:lnTo>
                    <a:pt x="37928" y="246166"/>
                  </a:lnTo>
                  <a:lnTo>
                    <a:pt x="41357" y="250211"/>
                  </a:lnTo>
                  <a:lnTo>
                    <a:pt x="44911" y="254145"/>
                  </a:lnTo>
                  <a:lnTo>
                    <a:pt x="48589" y="257965"/>
                  </a:lnTo>
                  <a:lnTo>
                    <a:pt x="52386" y="261666"/>
                  </a:lnTo>
                  <a:lnTo>
                    <a:pt x="56298" y="265245"/>
                  </a:lnTo>
                  <a:lnTo>
                    <a:pt x="60322" y="268698"/>
                  </a:lnTo>
                  <a:lnTo>
                    <a:pt x="64454" y="272022"/>
                  </a:lnTo>
                  <a:lnTo>
                    <a:pt x="68689" y="275213"/>
                  </a:lnTo>
                  <a:lnTo>
                    <a:pt x="73023" y="278268"/>
                  </a:lnTo>
                  <a:lnTo>
                    <a:pt x="77451" y="281184"/>
                  </a:lnTo>
                  <a:lnTo>
                    <a:pt x="81970" y="283958"/>
                  </a:lnTo>
                  <a:lnTo>
                    <a:pt x="86575" y="286587"/>
                  </a:lnTo>
                  <a:lnTo>
                    <a:pt x="91260" y="289069"/>
                  </a:lnTo>
                  <a:lnTo>
                    <a:pt x="96022" y="291401"/>
                  </a:lnTo>
                  <a:lnTo>
                    <a:pt x="100856" y="293581"/>
                  </a:lnTo>
                  <a:lnTo>
                    <a:pt x="105756" y="295607"/>
                  </a:lnTo>
                  <a:lnTo>
                    <a:pt x="110718" y="297476"/>
                  </a:lnTo>
                  <a:lnTo>
                    <a:pt x="115737" y="299187"/>
                  </a:lnTo>
                  <a:lnTo>
                    <a:pt x="120808" y="300738"/>
                  </a:lnTo>
                  <a:lnTo>
                    <a:pt x="125925" y="302127"/>
                  </a:lnTo>
                  <a:lnTo>
                    <a:pt x="131084" y="303353"/>
                  </a:lnTo>
                  <a:lnTo>
                    <a:pt x="136279" y="304415"/>
                  </a:lnTo>
                  <a:lnTo>
                    <a:pt x="141505" y="305312"/>
                  </a:lnTo>
                  <a:lnTo>
                    <a:pt x="146756" y="306042"/>
                  </a:lnTo>
                  <a:lnTo>
                    <a:pt x="152029" y="306606"/>
                  </a:lnTo>
                  <a:lnTo>
                    <a:pt x="157316" y="307002"/>
                  </a:lnTo>
                  <a:lnTo>
                    <a:pt x="162614" y="307230"/>
                  </a:lnTo>
                  <a:lnTo>
                    <a:pt x="167916" y="307290"/>
                  </a:lnTo>
                  <a:lnTo>
                    <a:pt x="173217" y="307182"/>
                  </a:lnTo>
                  <a:lnTo>
                    <a:pt x="178513" y="306906"/>
                  </a:lnTo>
                  <a:lnTo>
                    <a:pt x="183796" y="306461"/>
                  </a:lnTo>
                  <a:lnTo>
                    <a:pt x="189063" y="305850"/>
                  </a:lnTo>
                  <a:lnTo>
                    <a:pt x="194308" y="305072"/>
                  </a:lnTo>
                  <a:lnTo>
                    <a:pt x="199526" y="304128"/>
                  </a:lnTo>
                  <a:lnTo>
                    <a:pt x="204711" y="303019"/>
                  </a:lnTo>
                  <a:lnTo>
                    <a:pt x="209859" y="301746"/>
                  </a:lnTo>
                  <a:lnTo>
                    <a:pt x="214963" y="300310"/>
                  </a:lnTo>
                  <a:lnTo>
                    <a:pt x="220019" y="298713"/>
                  </a:lnTo>
                  <a:lnTo>
                    <a:pt x="225022" y="296957"/>
                  </a:lnTo>
                  <a:lnTo>
                    <a:pt x="229967" y="295043"/>
                  </a:lnTo>
                  <a:lnTo>
                    <a:pt x="234849" y="292973"/>
                  </a:lnTo>
                  <a:lnTo>
                    <a:pt x="239663" y="290749"/>
                  </a:lnTo>
                  <a:lnTo>
                    <a:pt x="244403" y="288374"/>
                  </a:lnTo>
                  <a:lnTo>
                    <a:pt x="249066" y="285850"/>
                  </a:lnTo>
                  <a:lnTo>
                    <a:pt x="253647" y="283179"/>
                  </a:lnTo>
                  <a:lnTo>
                    <a:pt x="258140" y="280364"/>
                  </a:lnTo>
                  <a:lnTo>
                    <a:pt x="262542" y="277408"/>
                  </a:lnTo>
                  <a:lnTo>
                    <a:pt x="266848" y="274313"/>
                  </a:lnTo>
                  <a:lnTo>
                    <a:pt x="271054" y="271084"/>
                  </a:lnTo>
                  <a:lnTo>
                    <a:pt x="275155" y="267723"/>
                  </a:lnTo>
                  <a:lnTo>
                    <a:pt x="279147" y="264234"/>
                  </a:lnTo>
                  <a:lnTo>
                    <a:pt x="283027" y="260620"/>
                  </a:lnTo>
                  <a:lnTo>
                    <a:pt x="286790" y="256884"/>
                  </a:lnTo>
                  <a:lnTo>
                    <a:pt x="290433" y="253031"/>
                  </a:lnTo>
                  <a:lnTo>
                    <a:pt x="293952" y="249065"/>
                  </a:lnTo>
                  <a:lnTo>
                    <a:pt x="297343" y="244989"/>
                  </a:lnTo>
                  <a:lnTo>
                    <a:pt x="300604" y="240807"/>
                  </a:lnTo>
                  <a:lnTo>
                    <a:pt x="303730" y="236524"/>
                  </a:lnTo>
                  <a:lnTo>
                    <a:pt x="306718" y="232144"/>
                  </a:lnTo>
                  <a:lnTo>
                    <a:pt x="309567" y="227672"/>
                  </a:lnTo>
                  <a:lnTo>
                    <a:pt x="312272" y="223111"/>
                  </a:lnTo>
                  <a:lnTo>
                    <a:pt x="314831" y="218467"/>
                  </a:lnTo>
                  <a:lnTo>
                    <a:pt x="317241" y="213744"/>
                  </a:lnTo>
                  <a:lnTo>
                    <a:pt x="319500" y="208947"/>
                  </a:lnTo>
                  <a:lnTo>
                    <a:pt x="321606" y="204081"/>
                  </a:lnTo>
                  <a:lnTo>
                    <a:pt x="323557" y="199150"/>
                  </a:lnTo>
                  <a:lnTo>
                    <a:pt x="325350" y="194160"/>
                  </a:lnTo>
                  <a:lnTo>
                    <a:pt x="326985" y="189116"/>
                  </a:lnTo>
                  <a:lnTo>
                    <a:pt x="328458" y="184022"/>
                  </a:lnTo>
                  <a:lnTo>
                    <a:pt x="329769" y="178885"/>
                  </a:lnTo>
                  <a:lnTo>
                    <a:pt x="330917" y="173708"/>
                  </a:lnTo>
                  <a:lnTo>
                    <a:pt x="331899" y="168497"/>
                  </a:lnTo>
                  <a:lnTo>
                    <a:pt x="332716" y="163258"/>
                  </a:lnTo>
                  <a:lnTo>
                    <a:pt x="333367" y="157996"/>
                  </a:lnTo>
                  <a:lnTo>
                    <a:pt x="333850" y="152716"/>
                  </a:lnTo>
                  <a:lnTo>
                    <a:pt x="334165" y="147422"/>
                  </a:lnTo>
                  <a:lnTo>
                    <a:pt x="334313" y="142122"/>
                  </a:lnTo>
                  <a:lnTo>
                    <a:pt x="334292" y="136820"/>
                  </a:lnTo>
                  <a:lnTo>
                    <a:pt x="334103" y="131521"/>
                  </a:lnTo>
                  <a:lnTo>
                    <a:pt x="333746" y="126230"/>
                  </a:lnTo>
                  <a:lnTo>
                    <a:pt x="333222" y="120954"/>
                  </a:lnTo>
                  <a:lnTo>
                    <a:pt x="332530" y="115697"/>
                  </a:lnTo>
                  <a:lnTo>
                    <a:pt x="167157" y="140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45892" y="4172415"/>
              <a:ext cx="165373" cy="167167"/>
            </a:xfrm>
            <a:custGeom>
              <a:avLst/>
              <a:pathLst>
                <a:path w="165373" h="167167">
                  <a:moveTo>
                    <a:pt x="165373" y="142740"/>
                  </a:moveTo>
                  <a:lnTo>
                    <a:pt x="164495" y="137401"/>
                  </a:lnTo>
                  <a:lnTo>
                    <a:pt x="163446" y="132093"/>
                  </a:lnTo>
                  <a:lnTo>
                    <a:pt x="162225" y="126822"/>
                  </a:lnTo>
                  <a:lnTo>
                    <a:pt x="160835" y="121593"/>
                  </a:lnTo>
                  <a:lnTo>
                    <a:pt x="159276" y="116412"/>
                  </a:lnTo>
                  <a:lnTo>
                    <a:pt x="157550" y="111284"/>
                  </a:lnTo>
                  <a:lnTo>
                    <a:pt x="155659" y="106215"/>
                  </a:lnTo>
                  <a:lnTo>
                    <a:pt x="153605" y="101210"/>
                  </a:lnTo>
                  <a:lnTo>
                    <a:pt x="151390" y="96273"/>
                  </a:lnTo>
                  <a:lnTo>
                    <a:pt x="149016" y="91411"/>
                  </a:lnTo>
                  <a:lnTo>
                    <a:pt x="146487" y="86629"/>
                  </a:lnTo>
                  <a:lnTo>
                    <a:pt x="143804" y="81930"/>
                  </a:lnTo>
                  <a:lnTo>
                    <a:pt x="140970" y="77321"/>
                  </a:lnTo>
                  <a:lnTo>
                    <a:pt x="137989" y="72806"/>
                  </a:lnTo>
                  <a:lnTo>
                    <a:pt x="134863" y="68390"/>
                  </a:lnTo>
                  <a:lnTo>
                    <a:pt x="131596" y="64078"/>
                  </a:lnTo>
                  <a:lnTo>
                    <a:pt x="128191" y="59873"/>
                  </a:lnTo>
                  <a:lnTo>
                    <a:pt x="124651" y="55781"/>
                  </a:lnTo>
                  <a:lnTo>
                    <a:pt x="120981" y="51805"/>
                  </a:lnTo>
                  <a:lnTo>
                    <a:pt x="117185" y="47951"/>
                  </a:lnTo>
                  <a:lnTo>
                    <a:pt x="113265" y="44221"/>
                  </a:lnTo>
                  <a:lnTo>
                    <a:pt x="109227" y="40620"/>
                  </a:lnTo>
                  <a:lnTo>
                    <a:pt x="105075" y="37151"/>
                  </a:lnTo>
                  <a:lnTo>
                    <a:pt x="100812" y="33819"/>
                  </a:lnTo>
                  <a:lnTo>
                    <a:pt x="96444" y="30626"/>
                  </a:lnTo>
                  <a:lnTo>
                    <a:pt x="91975" y="27577"/>
                  </a:lnTo>
                  <a:lnTo>
                    <a:pt x="87410" y="24673"/>
                  </a:lnTo>
                  <a:lnTo>
                    <a:pt x="82753" y="21919"/>
                  </a:lnTo>
                  <a:lnTo>
                    <a:pt x="78009" y="19317"/>
                  </a:lnTo>
                  <a:lnTo>
                    <a:pt x="73183" y="16870"/>
                  </a:lnTo>
                  <a:lnTo>
                    <a:pt x="68281" y="14581"/>
                  </a:lnTo>
                  <a:lnTo>
                    <a:pt x="63308" y="12451"/>
                  </a:lnTo>
                  <a:lnTo>
                    <a:pt x="58268" y="10483"/>
                  </a:lnTo>
                  <a:lnTo>
                    <a:pt x="53167" y="8680"/>
                  </a:lnTo>
                  <a:lnTo>
                    <a:pt x="48010" y="7042"/>
                  </a:lnTo>
                  <a:lnTo>
                    <a:pt x="42803" y="5572"/>
                  </a:lnTo>
                  <a:lnTo>
                    <a:pt x="37551" y="4272"/>
                  </a:lnTo>
                  <a:lnTo>
                    <a:pt x="32260" y="3142"/>
                  </a:lnTo>
                  <a:lnTo>
                    <a:pt x="26935" y="2184"/>
                  </a:lnTo>
                  <a:lnTo>
                    <a:pt x="21582" y="1399"/>
                  </a:lnTo>
                  <a:lnTo>
                    <a:pt x="16206" y="787"/>
                  </a:lnTo>
                  <a:lnTo>
                    <a:pt x="10813" y="350"/>
                  </a:lnTo>
                  <a:lnTo>
                    <a:pt x="540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765535" y="3685283"/>
              <a:ext cx="157959" cy="167167"/>
            </a:xfrm>
            <a:custGeom>
              <a:avLst/>
              <a:pathLst>
                <a:path w="157959" h="167167">
                  <a:moveTo>
                    <a:pt x="157959" y="0"/>
                  </a:moveTo>
                  <a:lnTo>
                    <a:pt x="152516" y="88"/>
                  </a:lnTo>
                  <a:lnTo>
                    <a:pt x="147080" y="354"/>
                  </a:lnTo>
                  <a:lnTo>
                    <a:pt x="141655" y="796"/>
                  </a:lnTo>
                  <a:lnTo>
                    <a:pt x="136247" y="1415"/>
                  </a:lnTo>
                  <a:lnTo>
                    <a:pt x="130863" y="2210"/>
                  </a:lnTo>
                  <a:lnTo>
                    <a:pt x="125507" y="3180"/>
                  </a:lnTo>
                  <a:lnTo>
                    <a:pt x="120185" y="4323"/>
                  </a:lnTo>
                  <a:lnTo>
                    <a:pt x="114904" y="5639"/>
                  </a:lnTo>
                  <a:lnTo>
                    <a:pt x="109668" y="7126"/>
                  </a:lnTo>
                  <a:lnTo>
                    <a:pt x="104483" y="8783"/>
                  </a:lnTo>
                  <a:lnTo>
                    <a:pt x="99355" y="10608"/>
                  </a:lnTo>
                  <a:lnTo>
                    <a:pt x="94289" y="12599"/>
                  </a:lnTo>
                  <a:lnTo>
                    <a:pt x="89291" y="14754"/>
                  </a:lnTo>
                  <a:lnTo>
                    <a:pt x="84366" y="17070"/>
                  </a:lnTo>
                  <a:lnTo>
                    <a:pt x="79518" y="19546"/>
                  </a:lnTo>
                  <a:lnTo>
                    <a:pt x="74754" y="22178"/>
                  </a:lnTo>
                  <a:lnTo>
                    <a:pt x="70078" y="24963"/>
                  </a:lnTo>
                  <a:lnTo>
                    <a:pt x="65495" y="27900"/>
                  </a:lnTo>
                  <a:lnTo>
                    <a:pt x="61010" y="30984"/>
                  </a:lnTo>
                  <a:lnTo>
                    <a:pt x="56628" y="34212"/>
                  </a:lnTo>
                  <a:lnTo>
                    <a:pt x="52353" y="37582"/>
                  </a:lnTo>
                  <a:lnTo>
                    <a:pt x="48190" y="41088"/>
                  </a:lnTo>
                  <a:lnTo>
                    <a:pt x="44144" y="44729"/>
                  </a:lnTo>
                  <a:lnTo>
                    <a:pt x="40218" y="48499"/>
                  </a:lnTo>
                  <a:lnTo>
                    <a:pt x="36417" y="52395"/>
                  </a:lnTo>
                  <a:lnTo>
                    <a:pt x="32745" y="56413"/>
                  </a:lnTo>
                  <a:lnTo>
                    <a:pt x="29206" y="60548"/>
                  </a:lnTo>
                  <a:lnTo>
                    <a:pt x="25803" y="64796"/>
                  </a:lnTo>
                  <a:lnTo>
                    <a:pt x="22540" y="69153"/>
                  </a:lnTo>
                  <a:lnTo>
                    <a:pt x="19421" y="73614"/>
                  </a:lnTo>
                  <a:lnTo>
                    <a:pt x="16449" y="78173"/>
                  </a:lnTo>
                  <a:lnTo>
                    <a:pt x="13626" y="82828"/>
                  </a:lnTo>
                  <a:lnTo>
                    <a:pt x="10957" y="87571"/>
                  </a:lnTo>
                  <a:lnTo>
                    <a:pt x="8444" y="92399"/>
                  </a:lnTo>
                  <a:lnTo>
                    <a:pt x="6089" y="97306"/>
                  </a:lnTo>
                  <a:lnTo>
                    <a:pt x="3895" y="102288"/>
                  </a:lnTo>
                  <a:lnTo>
                    <a:pt x="1865" y="107338"/>
                  </a:lnTo>
                  <a:lnTo>
                    <a:pt x="0" y="112451"/>
                  </a:lnTo>
                  <a:lnTo>
                    <a:pt x="15795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56345" y="3688774"/>
              <a:ext cx="334314" cy="330840"/>
            </a:xfrm>
            <a:custGeom>
              <a:avLst/>
              <a:pathLst>
                <a:path w="334314" h="330840">
                  <a:moveTo>
                    <a:pt x="9190" y="108960"/>
                  </a:moveTo>
                  <a:lnTo>
                    <a:pt x="7538" y="113984"/>
                  </a:lnTo>
                  <a:lnTo>
                    <a:pt x="6046" y="119059"/>
                  </a:lnTo>
                  <a:lnTo>
                    <a:pt x="4715" y="124178"/>
                  </a:lnTo>
                  <a:lnTo>
                    <a:pt x="3547" y="129336"/>
                  </a:lnTo>
                  <a:lnTo>
                    <a:pt x="2542" y="134529"/>
                  </a:lnTo>
                  <a:lnTo>
                    <a:pt x="1703" y="139751"/>
                  </a:lnTo>
                  <a:lnTo>
                    <a:pt x="1028" y="144997"/>
                  </a:lnTo>
                  <a:lnTo>
                    <a:pt x="521" y="150262"/>
                  </a:lnTo>
                  <a:lnTo>
                    <a:pt x="180" y="155540"/>
                  </a:lnTo>
                  <a:lnTo>
                    <a:pt x="6" y="160826"/>
                  </a:lnTo>
                  <a:lnTo>
                    <a:pt x="0" y="166116"/>
                  </a:lnTo>
                  <a:lnTo>
                    <a:pt x="160" y="171402"/>
                  </a:lnTo>
                  <a:lnTo>
                    <a:pt x="488" y="176681"/>
                  </a:lnTo>
                  <a:lnTo>
                    <a:pt x="983" y="181947"/>
                  </a:lnTo>
                  <a:lnTo>
                    <a:pt x="1644" y="187195"/>
                  </a:lnTo>
                  <a:lnTo>
                    <a:pt x="2471" y="192419"/>
                  </a:lnTo>
                  <a:lnTo>
                    <a:pt x="3463" y="197614"/>
                  </a:lnTo>
                  <a:lnTo>
                    <a:pt x="4619" y="202776"/>
                  </a:lnTo>
                  <a:lnTo>
                    <a:pt x="5937" y="207898"/>
                  </a:lnTo>
                  <a:lnTo>
                    <a:pt x="7417" y="212976"/>
                  </a:lnTo>
                  <a:lnTo>
                    <a:pt x="9056" y="218005"/>
                  </a:lnTo>
                  <a:lnTo>
                    <a:pt x="10854" y="222979"/>
                  </a:lnTo>
                  <a:lnTo>
                    <a:pt x="12809" y="227894"/>
                  </a:lnTo>
                  <a:lnTo>
                    <a:pt x="14917" y="232744"/>
                  </a:lnTo>
                  <a:lnTo>
                    <a:pt x="17179" y="237526"/>
                  </a:lnTo>
                  <a:lnTo>
                    <a:pt x="19590" y="242233"/>
                  </a:lnTo>
                  <a:lnTo>
                    <a:pt x="22149" y="246862"/>
                  </a:lnTo>
                  <a:lnTo>
                    <a:pt x="24853" y="251408"/>
                  </a:lnTo>
                  <a:lnTo>
                    <a:pt x="27700" y="255865"/>
                  </a:lnTo>
                  <a:lnTo>
                    <a:pt x="30687" y="260231"/>
                  </a:lnTo>
                  <a:lnTo>
                    <a:pt x="33809" y="264500"/>
                  </a:lnTo>
                  <a:lnTo>
                    <a:pt x="37066" y="268668"/>
                  </a:lnTo>
                  <a:lnTo>
                    <a:pt x="40452" y="272730"/>
                  </a:lnTo>
                  <a:lnTo>
                    <a:pt x="43966" y="276684"/>
                  </a:lnTo>
                  <a:lnTo>
                    <a:pt x="47603" y="280524"/>
                  </a:lnTo>
                  <a:lnTo>
                    <a:pt x="51359" y="284248"/>
                  </a:lnTo>
                  <a:lnTo>
                    <a:pt x="55232" y="287851"/>
                  </a:lnTo>
                  <a:lnTo>
                    <a:pt x="59216" y="291329"/>
                  </a:lnTo>
                  <a:lnTo>
                    <a:pt x="63308" y="294680"/>
                  </a:lnTo>
                  <a:lnTo>
                    <a:pt x="67505" y="297899"/>
                  </a:lnTo>
                  <a:lnTo>
                    <a:pt x="71801" y="300984"/>
                  </a:lnTo>
                  <a:lnTo>
                    <a:pt x="76193" y="303932"/>
                  </a:lnTo>
                  <a:lnTo>
                    <a:pt x="80675" y="306739"/>
                  </a:lnTo>
                  <a:lnTo>
                    <a:pt x="85245" y="309404"/>
                  </a:lnTo>
                  <a:lnTo>
                    <a:pt x="89896" y="311922"/>
                  </a:lnTo>
                  <a:lnTo>
                    <a:pt x="94624" y="314291"/>
                  </a:lnTo>
                  <a:lnTo>
                    <a:pt x="99426" y="316510"/>
                  </a:lnTo>
                  <a:lnTo>
                    <a:pt x="104295" y="318576"/>
                  </a:lnTo>
                  <a:lnTo>
                    <a:pt x="109226" y="320487"/>
                  </a:lnTo>
                  <a:lnTo>
                    <a:pt x="114216" y="322241"/>
                  </a:lnTo>
                  <a:lnTo>
                    <a:pt x="119259" y="323837"/>
                  </a:lnTo>
                  <a:lnTo>
                    <a:pt x="124350" y="325271"/>
                  </a:lnTo>
                  <a:lnTo>
                    <a:pt x="129484" y="326545"/>
                  </a:lnTo>
                  <a:lnTo>
                    <a:pt x="134655" y="327655"/>
                  </a:lnTo>
                  <a:lnTo>
                    <a:pt x="139859" y="328601"/>
                  </a:lnTo>
                  <a:lnTo>
                    <a:pt x="145090" y="329381"/>
                  </a:lnTo>
                  <a:lnTo>
                    <a:pt x="150343" y="329996"/>
                  </a:lnTo>
                  <a:lnTo>
                    <a:pt x="155614" y="330445"/>
                  </a:lnTo>
                  <a:lnTo>
                    <a:pt x="160895" y="330726"/>
                  </a:lnTo>
                  <a:lnTo>
                    <a:pt x="166183" y="330840"/>
                  </a:lnTo>
                  <a:lnTo>
                    <a:pt x="171472" y="330787"/>
                  </a:lnTo>
                  <a:lnTo>
                    <a:pt x="176757" y="330567"/>
                  </a:lnTo>
                  <a:lnTo>
                    <a:pt x="182032" y="330179"/>
                  </a:lnTo>
                  <a:lnTo>
                    <a:pt x="187292" y="329625"/>
                  </a:lnTo>
                  <a:lnTo>
                    <a:pt x="192532" y="328905"/>
                  </a:lnTo>
                  <a:lnTo>
                    <a:pt x="197746" y="328019"/>
                  </a:lnTo>
                  <a:lnTo>
                    <a:pt x="202930" y="326969"/>
                  </a:lnTo>
                  <a:lnTo>
                    <a:pt x="208078" y="325755"/>
                  </a:lnTo>
                  <a:lnTo>
                    <a:pt x="213185" y="324379"/>
                  </a:lnTo>
                  <a:lnTo>
                    <a:pt x="218246" y="322842"/>
                  </a:lnTo>
                  <a:lnTo>
                    <a:pt x="223256" y="321146"/>
                  </a:lnTo>
                  <a:lnTo>
                    <a:pt x="228209" y="319292"/>
                  </a:lnTo>
                  <a:lnTo>
                    <a:pt x="233102" y="317283"/>
                  </a:lnTo>
                  <a:lnTo>
                    <a:pt x="237929" y="315120"/>
                  </a:lnTo>
                  <a:lnTo>
                    <a:pt x="242684" y="312805"/>
                  </a:lnTo>
                  <a:lnTo>
                    <a:pt x="247364" y="310340"/>
                  </a:lnTo>
                  <a:lnTo>
                    <a:pt x="251964" y="307729"/>
                  </a:lnTo>
                  <a:lnTo>
                    <a:pt x="256479" y="304974"/>
                  </a:lnTo>
                  <a:lnTo>
                    <a:pt x="260904" y="302077"/>
                  </a:lnTo>
                  <a:lnTo>
                    <a:pt x="265236" y="299042"/>
                  </a:lnTo>
                  <a:lnTo>
                    <a:pt x="269469" y="295871"/>
                  </a:lnTo>
                  <a:lnTo>
                    <a:pt x="273600" y="292568"/>
                  </a:lnTo>
                  <a:lnTo>
                    <a:pt x="277624" y="289136"/>
                  </a:lnTo>
                  <a:lnTo>
                    <a:pt x="281538" y="285578"/>
                  </a:lnTo>
                  <a:lnTo>
                    <a:pt x="285337" y="281898"/>
                  </a:lnTo>
                  <a:lnTo>
                    <a:pt x="289018" y="278100"/>
                  </a:lnTo>
                  <a:lnTo>
                    <a:pt x="292577" y="274187"/>
                  </a:lnTo>
                  <a:lnTo>
                    <a:pt x="296010" y="270164"/>
                  </a:lnTo>
                  <a:lnTo>
                    <a:pt x="299315" y="266034"/>
                  </a:lnTo>
                  <a:lnTo>
                    <a:pt x="302487" y="261801"/>
                  </a:lnTo>
                  <a:lnTo>
                    <a:pt x="305523" y="257471"/>
                  </a:lnTo>
                  <a:lnTo>
                    <a:pt x="308421" y="253046"/>
                  </a:lnTo>
                  <a:lnTo>
                    <a:pt x="311178" y="248532"/>
                  </a:lnTo>
                  <a:lnTo>
                    <a:pt x="313790" y="243933"/>
                  </a:lnTo>
                  <a:lnTo>
                    <a:pt x="316256" y="239254"/>
                  </a:lnTo>
                  <a:lnTo>
                    <a:pt x="318572" y="234499"/>
                  </a:lnTo>
                  <a:lnTo>
                    <a:pt x="320737" y="229673"/>
                  </a:lnTo>
                  <a:lnTo>
                    <a:pt x="322748" y="224781"/>
                  </a:lnTo>
                  <a:lnTo>
                    <a:pt x="324603" y="219828"/>
                  </a:lnTo>
                  <a:lnTo>
                    <a:pt x="326301" y="214819"/>
                  </a:lnTo>
                  <a:lnTo>
                    <a:pt x="327839" y="209758"/>
                  </a:lnTo>
                  <a:lnTo>
                    <a:pt x="329217" y="204651"/>
                  </a:lnTo>
                  <a:lnTo>
                    <a:pt x="330432" y="199504"/>
                  </a:lnTo>
                  <a:lnTo>
                    <a:pt x="331484" y="194320"/>
                  </a:lnTo>
                  <a:lnTo>
                    <a:pt x="332371" y="189106"/>
                  </a:lnTo>
                  <a:lnTo>
                    <a:pt x="333093" y="183866"/>
                  </a:lnTo>
                  <a:lnTo>
                    <a:pt x="333648" y="178606"/>
                  </a:lnTo>
                  <a:lnTo>
                    <a:pt x="334037" y="173332"/>
                  </a:lnTo>
                  <a:lnTo>
                    <a:pt x="334259" y="168047"/>
                  </a:lnTo>
                  <a:lnTo>
                    <a:pt x="334314" y="162758"/>
                  </a:lnTo>
                  <a:lnTo>
                    <a:pt x="334201" y="157470"/>
                  </a:lnTo>
                  <a:lnTo>
                    <a:pt x="333921" y="152188"/>
                  </a:lnTo>
                  <a:lnTo>
                    <a:pt x="333475" y="146918"/>
                  </a:lnTo>
                  <a:lnTo>
                    <a:pt x="332861" y="141665"/>
                  </a:lnTo>
                  <a:lnTo>
                    <a:pt x="332082" y="136433"/>
                  </a:lnTo>
                  <a:lnTo>
                    <a:pt x="331137" y="131229"/>
                  </a:lnTo>
                  <a:lnTo>
                    <a:pt x="330029" y="126057"/>
                  </a:lnTo>
                  <a:lnTo>
                    <a:pt x="328757" y="120923"/>
                  </a:lnTo>
                  <a:lnTo>
                    <a:pt x="327324" y="115832"/>
                  </a:lnTo>
                  <a:lnTo>
                    <a:pt x="325730" y="110789"/>
                  </a:lnTo>
                  <a:lnTo>
                    <a:pt x="323978" y="105798"/>
                  </a:lnTo>
                  <a:lnTo>
                    <a:pt x="322068" y="100866"/>
                  </a:lnTo>
                  <a:lnTo>
                    <a:pt x="320004" y="95996"/>
                  </a:lnTo>
                  <a:lnTo>
                    <a:pt x="317786" y="91195"/>
                  </a:lnTo>
                  <a:lnTo>
                    <a:pt x="315418" y="86465"/>
                  </a:lnTo>
                  <a:lnTo>
                    <a:pt x="312901" y="81813"/>
                  </a:lnTo>
                  <a:lnTo>
                    <a:pt x="310238" y="77243"/>
                  </a:lnTo>
                  <a:lnTo>
                    <a:pt x="307432" y="72760"/>
                  </a:lnTo>
                  <a:lnTo>
                    <a:pt x="304486" y="68367"/>
                  </a:lnTo>
                  <a:lnTo>
                    <a:pt x="301402" y="64070"/>
                  </a:lnTo>
                  <a:lnTo>
                    <a:pt x="298183" y="59873"/>
                  </a:lnTo>
                  <a:lnTo>
                    <a:pt x="294834" y="55780"/>
                  </a:lnTo>
                  <a:lnTo>
                    <a:pt x="291356" y="51794"/>
                  </a:lnTo>
                  <a:lnTo>
                    <a:pt x="287755" y="47921"/>
                  </a:lnTo>
                  <a:lnTo>
                    <a:pt x="284032" y="44163"/>
                  </a:lnTo>
                  <a:lnTo>
                    <a:pt x="280193" y="40525"/>
                  </a:lnTo>
                  <a:lnTo>
                    <a:pt x="276240" y="37011"/>
                  </a:lnTo>
                  <a:lnTo>
                    <a:pt x="272179" y="33623"/>
                  </a:lnTo>
                  <a:lnTo>
                    <a:pt x="268012" y="30365"/>
                  </a:lnTo>
                  <a:lnTo>
                    <a:pt x="263744" y="27241"/>
                  </a:lnTo>
                  <a:lnTo>
                    <a:pt x="259379" y="24253"/>
                  </a:lnTo>
                  <a:lnTo>
                    <a:pt x="254922" y="21405"/>
                  </a:lnTo>
                  <a:lnTo>
                    <a:pt x="250378" y="18700"/>
                  </a:lnTo>
                  <a:lnTo>
                    <a:pt x="245749" y="16139"/>
                  </a:lnTo>
                  <a:lnTo>
                    <a:pt x="241043" y="13727"/>
                  </a:lnTo>
                  <a:lnTo>
                    <a:pt x="236262" y="11464"/>
                  </a:lnTo>
                  <a:lnTo>
                    <a:pt x="231412" y="9354"/>
                  </a:lnTo>
                  <a:lnTo>
                    <a:pt x="226498" y="7398"/>
                  </a:lnTo>
                  <a:lnTo>
                    <a:pt x="221524" y="5599"/>
                  </a:lnTo>
                  <a:lnTo>
                    <a:pt x="216496" y="3958"/>
                  </a:lnTo>
                  <a:lnTo>
                    <a:pt x="211418" y="2476"/>
                  </a:lnTo>
                  <a:lnTo>
                    <a:pt x="206296" y="1157"/>
                  </a:lnTo>
                  <a:lnTo>
                    <a:pt x="201135" y="0"/>
                  </a:lnTo>
                  <a:lnTo>
                    <a:pt x="167149" y="1636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33986" cy="167167"/>
            </a:xfrm>
            <a:custGeom>
              <a:avLst/>
              <a:pathLst>
                <a:path w="33986" h="167167">
                  <a:moveTo>
                    <a:pt x="33986" y="3491"/>
                  </a:moveTo>
                  <a:lnTo>
                    <a:pt x="27257" y="2237"/>
                  </a:lnTo>
                  <a:lnTo>
                    <a:pt x="20483" y="1259"/>
                  </a:lnTo>
                  <a:lnTo>
                    <a:pt x="13674" y="560"/>
                  </a:lnTo>
                  <a:lnTo>
                    <a:pt x="6843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tx81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2025-06-26T11:40:33Z</dcterms:modified>
  <cp:category/>
</cp:coreProperties>
</file>