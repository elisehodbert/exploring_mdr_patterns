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12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6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1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5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92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39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81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189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1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2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622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29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3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9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75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4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3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0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45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18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9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10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38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6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1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1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6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188" y="3170392"/>
              <a:ext cx="1590" cy="167167"/>
            </a:xfrm>
            <a:custGeom>
              <a:avLst/>
              <a:pathLst>
                <a:path w="1590" h="167167">
                  <a:moveTo>
                    <a:pt x="1590" y="0"/>
                  </a:moveTo>
                  <a:lnTo>
                    <a:pt x="0" y="7"/>
                  </a:lnTo>
                  <a:lnTo>
                    <a:pt x="159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188" y="3170400"/>
              <a:ext cx="1590" cy="167159"/>
            </a:xfrm>
            <a:custGeom>
              <a:avLst/>
              <a:pathLst>
                <a:path w="1590" h="167159">
                  <a:moveTo>
                    <a:pt x="0" y="0"/>
                  </a:moveTo>
                  <a:lnTo>
                    <a:pt x="1590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8" y="3170400"/>
              <a:ext cx="334309" cy="334326"/>
            </a:xfrm>
            <a:custGeom>
              <a:avLst/>
              <a:pathLst>
                <a:path w="334309" h="334326">
                  <a:moveTo>
                    <a:pt x="165569" y="0"/>
                  </a:moveTo>
                  <a:lnTo>
                    <a:pt x="160276" y="134"/>
                  </a:lnTo>
                  <a:lnTo>
                    <a:pt x="154990" y="436"/>
                  </a:lnTo>
                  <a:lnTo>
                    <a:pt x="149716" y="905"/>
                  </a:lnTo>
                  <a:lnTo>
                    <a:pt x="144459" y="1540"/>
                  </a:lnTo>
                  <a:lnTo>
                    <a:pt x="139225" y="2342"/>
                  </a:lnTo>
                  <a:lnTo>
                    <a:pt x="134020" y="3310"/>
                  </a:lnTo>
                  <a:lnTo>
                    <a:pt x="128847" y="4442"/>
                  </a:lnTo>
                  <a:lnTo>
                    <a:pt x="123713" y="5737"/>
                  </a:lnTo>
                  <a:lnTo>
                    <a:pt x="118623" y="7193"/>
                  </a:lnTo>
                  <a:lnTo>
                    <a:pt x="113581" y="8811"/>
                  </a:lnTo>
                  <a:lnTo>
                    <a:pt x="108593" y="10587"/>
                  </a:lnTo>
                  <a:lnTo>
                    <a:pt x="103664" y="12520"/>
                  </a:lnTo>
                  <a:lnTo>
                    <a:pt x="98798" y="14609"/>
                  </a:lnTo>
                  <a:lnTo>
                    <a:pt x="94001" y="16850"/>
                  </a:lnTo>
                  <a:lnTo>
                    <a:pt x="89278" y="19243"/>
                  </a:lnTo>
                  <a:lnTo>
                    <a:pt x="84632" y="21784"/>
                  </a:lnTo>
                  <a:lnTo>
                    <a:pt x="80070" y="24470"/>
                  </a:lnTo>
                  <a:lnTo>
                    <a:pt x="75594" y="27300"/>
                  </a:lnTo>
                  <a:lnTo>
                    <a:pt x="71211" y="30270"/>
                  </a:lnTo>
                  <a:lnTo>
                    <a:pt x="66924" y="33377"/>
                  </a:lnTo>
                  <a:lnTo>
                    <a:pt x="62737" y="36619"/>
                  </a:lnTo>
                  <a:lnTo>
                    <a:pt x="58655" y="39991"/>
                  </a:lnTo>
                  <a:lnTo>
                    <a:pt x="54682" y="43491"/>
                  </a:lnTo>
                  <a:lnTo>
                    <a:pt x="50822" y="47116"/>
                  </a:lnTo>
                  <a:lnTo>
                    <a:pt x="47079" y="50860"/>
                  </a:lnTo>
                  <a:lnTo>
                    <a:pt x="43456" y="54721"/>
                  </a:lnTo>
                  <a:lnTo>
                    <a:pt x="39957" y="58696"/>
                  </a:lnTo>
                  <a:lnTo>
                    <a:pt x="36586" y="62778"/>
                  </a:lnTo>
                  <a:lnTo>
                    <a:pt x="33346" y="66966"/>
                  </a:lnTo>
                  <a:lnTo>
                    <a:pt x="30240" y="71254"/>
                  </a:lnTo>
                  <a:lnTo>
                    <a:pt x="27271" y="75639"/>
                  </a:lnTo>
                  <a:lnTo>
                    <a:pt x="24443" y="80115"/>
                  </a:lnTo>
                  <a:lnTo>
                    <a:pt x="21758" y="84678"/>
                  </a:lnTo>
                  <a:lnTo>
                    <a:pt x="19218" y="89324"/>
                  </a:lnTo>
                  <a:lnTo>
                    <a:pt x="16828" y="94049"/>
                  </a:lnTo>
                  <a:lnTo>
                    <a:pt x="14588" y="98847"/>
                  </a:lnTo>
                  <a:lnTo>
                    <a:pt x="12501" y="103713"/>
                  </a:lnTo>
                  <a:lnTo>
                    <a:pt x="10569" y="108643"/>
                  </a:lnTo>
                  <a:lnTo>
                    <a:pt x="8794" y="113631"/>
                  </a:lnTo>
                  <a:lnTo>
                    <a:pt x="7178" y="118673"/>
                  </a:lnTo>
                  <a:lnTo>
                    <a:pt x="5723" y="123764"/>
                  </a:lnTo>
                  <a:lnTo>
                    <a:pt x="4430" y="128899"/>
                  </a:lnTo>
                  <a:lnTo>
                    <a:pt x="3300" y="134072"/>
                  </a:lnTo>
                  <a:lnTo>
                    <a:pt x="2334" y="139278"/>
                  </a:lnTo>
                  <a:lnTo>
                    <a:pt x="1534" y="144512"/>
                  </a:lnTo>
                  <a:lnTo>
                    <a:pt x="900" y="149768"/>
                  </a:lnTo>
                  <a:lnTo>
                    <a:pt x="432" y="155042"/>
                  </a:lnTo>
                  <a:lnTo>
                    <a:pt x="132" y="160329"/>
                  </a:lnTo>
                  <a:lnTo>
                    <a:pt x="0" y="165622"/>
                  </a:lnTo>
                  <a:lnTo>
                    <a:pt x="35" y="170917"/>
                  </a:lnTo>
                  <a:lnTo>
                    <a:pt x="237" y="176208"/>
                  </a:lnTo>
                  <a:lnTo>
                    <a:pt x="608" y="181490"/>
                  </a:lnTo>
                  <a:lnTo>
                    <a:pt x="1145" y="186757"/>
                  </a:lnTo>
                  <a:lnTo>
                    <a:pt x="1849" y="192005"/>
                  </a:lnTo>
                  <a:lnTo>
                    <a:pt x="2719" y="197228"/>
                  </a:lnTo>
                  <a:lnTo>
                    <a:pt x="3754" y="202420"/>
                  </a:lnTo>
                  <a:lnTo>
                    <a:pt x="4952" y="207578"/>
                  </a:lnTo>
                  <a:lnTo>
                    <a:pt x="6314" y="212695"/>
                  </a:lnTo>
                  <a:lnTo>
                    <a:pt x="7836" y="217766"/>
                  </a:lnTo>
                  <a:lnTo>
                    <a:pt x="9519" y="222786"/>
                  </a:lnTo>
                  <a:lnTo>
                    <a:pt x="11360" y="227751"/>
                  </a:lnTo>
                  <a:lnTo>
                    <a:pt x="13357" y="232654"/>
                  </a:lnTo>
                  <a:lnTo>
                    <a:pt x="15508" y="237493"/>
                  </a:lnTo>
                  <a:lnTo>
                    <a:pt x="17812" y="242260"/>
                  </a:lnTo>
                  <a:lnTo>
                    <a:pt x="20265" y="246952"/>
                  </a:lnTo>
                  <a:lnTo>
                    <a:pt x="22866" y="251564"/>
                  </a:lnTo>
                  <a:lnTo>
                    <a:pt x="25611" y="256092"/>
                  </a:lnTo>
                  <a:lnTo>
                    <a:pt x="28499" y="260530"/>
                  </a:lnTo>
                  <a:lnTo>
                    <a:pt x="31525" y="264875"/>
                  </a:lnTo>
                  <a:lnTo>
                    <a:pt x="34688" y="269121"/>
                  </a:lnTo>
                  <a:lnTo>
                    <a:pt x="37984" y="273265"/>
                  </a:lnTo>
                  <a:lnTo>
                    <a:pt x="41409" y="277303"/>
                  </a:lnTo>
                  <a:lnTo>
                    <a:pt x="44960" y="281230"/>
                  </a:lnTo>
                  <a:lnTo>
                    <a:pt x="48634" y="285043"/>
                  </a:lnTo>
                  <a:lnTo>
                    <a:pt x="52427" y="288738"/>
                  </a:lnTo>
                  <a:lnTo>
                    <a:pt x="56335" y="292310"/>
                  </a:lnTo>
                  <a:lnTo>
                    <a:pt x="60354" y="295757"/>
                  </a:lnTo>
                  <a:lnTo>
                    <a:pt x="64480" y="299075"/>
                  </a:lnTo>
                  <a:lnTo>
                    <a:pt x="68709" y="302261"/>
                  </a:lnTo>
                  <a:lnTo>
                    <a:pt x="73037" y="305311"/>
                  </a:lnTo>
                  <a:lnTo>
                    <a:pt x="77460" y="308223"/>
                  </a:lnTo>
                  <a:lnTo>
                    <a:pt x="81972" y="310993"/>
                  </a:lnTo>
                  <a:lnTo>
                    <a:pt x="86570" y="313618"/>
                  </a:lnTo>
                  <a:lnTo>
                    <a:pt x="91249" y="316097"/>
                  </a:lnTo>
                  <a:lnTo>
                    <a:pt x="96004" y="318427"/>
                  </a:lnTo>
                  <a:lnTo>
                    <a:pt x="100830" y="320604"/>
                  </a:lnTo>
                  <a:lnTo>
                    <a:pt x="105723" y="322628"/>
                  </a:lnTo>
                  <a:lnTo>
                    <a:pt x="110678" y="324496"/>
                  </a:lnTo>
                  <a:lnTo>
                    <a:pt x="115689" y="326205"/>
                  </a:lnTo>
                  <a:lnTo>
                    <a:pt x="120751" y="327756"/>
                  </a:lnTo>
                  <a:lnTo>
                    <a:pt x="125861" y="329145"/>
                  </a:lnTo>
                  <a:lnTo>
                    <a:pt x="131012" y="330372"/>
                  </a:lnTo>
                  <a:lnTo>
                    <a:pt x="136199" y="331435"/>
                  </a:lnTo>
                  <a:lnTo>
                    <a:pt x="141417" y="332333"/>
                  </a:lnTo>
                  <a:lnTo>
                    <a:pt x="146661" y="333065"/>
                  </a:lnTo>
                  <a:lnTo>
                    <a:pt x="151925" y="333631"/>
                  </a:lnTo>
                  <a:lnTo>
                    <a:pt x="157205" y="334030"/>
                  </a:lnTo>
                  <a:lnTo>
                    <a:pt x="162495" y="334262"/>
                  </a:lnTo>
                  <a:lnTo>
                    <a:pt x="167789" y="334326"/>
                  </a:lnTo>
                  <a:lnTo>
                    <a:pt x="173083" y="334222"/>
                  </a:lnTo>
                  <a:lnTo>
                    <a:pt x="178371" y="333950"/>
                  </a:lnTo>
                  <a:lnTo>
                    <a:pt x="183647" y="333512"/>
                  </a:lnTo>
                  <a:lnTo>
                    <a:pt x="188908" y="332906"/>
                  </a:lnTo>
                  <a:lnTo>
                    <a:pt x="194146" y="332134"/>
                  </a:lnTo>
                  <a:lnTo>
                    <a:pt x="199357" y="331197"/>
                  </a:lnTo>
                  <a:lnTo>
                    <a:pt x="204536" y="330095"/>
                  </a:lnTo>
                  <a:lnTo>
                    <a:pt x="209677" y="328829"/>
                  </a:lnTo>
                  <a:lnTo>
                    <a:pt x="214776" y="327402"/>
                  </a:lnTo>
                  <a:lnTo>
                    <a:pt x="219827" y="325813"/>
                  </a:lnTo>
                  <a:lnTo>
                    <a:pt x="224825" y="324066"/>
                  </a:lnTo>
                  <a:lnTo>
                    <a:pt x="229765" y="322161"/>
                  </a:lnTo>
                  <a:lnTo>
                    <a:pt x="234643" y="320101"/>
                  </a:lnTo>
                  <a:lnTo>
                    <a:pt x="239453" y="317887"/>
                  </a:lnTo>
                  <a:lnTo>
                    <a:pt x="244190" y="315522"/>
                  </a:lnTo>
                  <a:lnTo>
                    <a:pt x="248850" y="313008"/>
                  </a:lnTo>
                  <a:lnTo>
                    <a:pt x="253428" y="310347"/>
                  </a:lnTo>
                  <a:lnTo>
                    <a:pt x="257919" y="307543"/>
                  </a:lnTo>
                  <a:lnTo>
                    <a:pt x="262320" y="304599"/>
                  </a:lnTo>
                  <a:lnTo>
                    <a:pt x="266625" y="301516"/>
                  </a:lnTo>
                  <a:lnTo>
                    <a:pt x="270830" y="298299"/>
                  </a:lnTo>
                  <a:lnTo>
                    <a:pt x="274931" y="294950"/>
                  </a:lnTo>
                  <a:lnTo>
                    <a:pt x="278924" y="291472"/>
                  </a:lnTo>
                  <a:lnTo>
                    <a:pt x="282805" y="287870"/>
                  </a:lnTo>
                  <a:lnTo>
                    <a:pt x="286570" y="284147"/>
                  </a:lnTo>
                  <a:lnTo>
                    <a:pt x="290215" y="280307"/>
                  </a:lnTo>
                  <a:lnTo>
                    <a:pt x="293737" y="276353"/>
                  </a:lnTo>
                  <a:lnTo>
                    <a:pt x="297131" y="272290"/>
                  </a:lnTo>
                  <a:lnTo>
                    <a:pt x="300396" y="268121"/>
                  </a:lnTo>
                  <a:lnTo>
                    <a:pt x="303526" y="263851"/>
                  </a:lnTo>
                  <a:lnTo>
                    <a:pt x="306520" y="259483"/>
                  </a:lnTo>
                  <a:lnTo>
                    <a:pt x="309374" y="255024"/>
                  </a:lnTo>
                  <a:lnTo>
                    <a:pt x="312085" y="250476"/>
                  </a:lnTo>
                  <a:lnTo>
                    <a:pt x="314651" y="245844"/>
                  </a:lnTo>
                  <a:lnTo>
                    <a:pt x="317069" y="241134"/>
                  </a:lnTo>
                  <a:lnTo>
                    <a:pt x="319337" y="236349"/>
                  </a:lnTo>
                  <a:lnTo>
                    <a:pt x="321452" y="231495"/>
                  </a:lnTo>
                  <a:lnTo>
                    <a:pt x="323412" y="226576"/>
                  </a:lnTo>
                  <a:lnTo>
                    <a:pt x="325215" y="221598"/>
                  </a:lnTo>
                  <a:lnTo>
                    <a:pt x="326860" y="216565"/>
                  </a:lnTo>
                  <a:lnTo>
                    <a:pt x="328344" y="211482"/>
                  </a:lnTo>
                  <a:lnTo>
                    <a:pt x="329667" y="206356"/>
                  </a:lnTo>
                  <a:lnTo>
                    <a:pt x="330827" y="201189"/>
                  </a:lnTo>
                  <a:lnTo>
                    <a:pt x="331823" y="195989"/>
                  </a:lnTo>
                  <a:lnTo>
                    <a:pt x="332653" y="190760"/>
                  </a:lnTo>
                  <a:lnTo>
                    <a:pt x="333317" y="185507"/>
                  </a:lnTo>
                  <a:lnTo>
                    <a:pt x="333815" y="180235"/>
                  </a:lnTo>
                  <a:lnTo>
                    <a:pt x="334146" y="174951"/>
                  </a:lnTo>
                  <a:lnTo>
                    <a:pt x="334309" y="169658"/>
                  </a:lnTo>
                  <a:lnTo>
                    <a:pt x="334304" y="164364"/>
                  </a:lnTo>
                  <a:lnTo>
                    <a:pt x="334132" y="159072"/>
                  </a:lnTo>
                  <a:lnTo>
                    <a:pt x="333792" y="153788"/>
                  </a:lnTo>
                  <a:lnTo>
                    <a:pt x="333285" y="148517"/>
                  </a:lnTo>
                  <a:lnTo>
                    <a:pt x="332611" y="143265"/>
                  </a:lnTo>
                  <a:lnTo>
                    <a:pt x="331771" y="138037"/>
                  </a:lnTo>
                  <a:lnTo>
                    <a:pt x="330766" y="132839"/>
                  </a:lnTo>
                  <a:lnTo>
                    <a:pt x="329597" y="127675"/>
                  </a:lnTo>
                  <a:lnTo>
                    <a:pt x="328265" y="122550"/>
                  </a:lnTo>
                  <a:lnTo>
                    <a:pt x="326772" y="117470"/>
                  </a:lnTo>
                  <a:lnTo>
                    <a:pt x="325118" y="112440"/>
                  </a:lnTo>
                  <a:lnTo>
                    <a:pt x="323306" y="107465"/>
                  </a:lnTo>
                  <a:lnTo>
                    <a:pt x="321337" y="102550"/>
                  </a:lnTo>
                  <a:lnTo>
                    <a:pt x="319214" y="97700"/>
                  </a:lnTo>
                  <a:lnTo>
                    <a:pt x="316937" y="92919"/>
                  </a:lnTo>
                  <a:lnTo>
                    <a:pt x="314511" y="88213"/>
                  </a:lnTo>
                  <a:lnTo>
                    <a:pt x="311937" y="83586"/>
                  </a:lnTo>
                  <a:lnTo>
                    <a:pt x="309218" y="79043"/>
                  </a:lnTo>
                  <a:lnTo>
                    <a:pt x="306356" y="74588"/>
                  </a:lnTo>
                  <a:lnTo>
                    <a:pt x="303354" y="70226"/>
                  </a:lnTo>
                  <a:lnTo>
                    <a:pt x="300216" y="65961"/>
                  </a:lnTo>
                  <a:lnTo>
                    <a:pt x="296944" y="61798"/>
                  </a:lnTo>
                  <a:lnTo>
                    <a:pt x="293543" y="57741"/>
                  </a:lnTo>
                  <a:lnTo>
                    <a:pt x="290014" y="53793"/>
                  </a:lnTo>
                  <a:lnTo>
                    <a:pt x="286362" y="49959"/>
                  </a:lnTo>
                  <a:lnTo>
                    <a:pt x="282590" y="46243"/>
                  </a:lnTo>
                  <a:lnTo>
                    <a:pt x="278703" y="42648"/>
                  </a:lnTo>
                  <a:lnTo>
                    <a:pt x="274704" y="39178"/>
                  </a:lnTo>
                  <a:lnTo>
                    <a:pt x="270597" y="35836"/>
                  </a:lnTo>
                  <a:lnTo>
                    <a:pt x="266386" y="32626"/>
                  </a:lnTo>
                  <a:lnTo>
                    <a:pt x="262076" y="29551"/>
                  </a:lnTo>
                  <a:lnTo>
                    <a:pt x="257670" y="26614"/>
                  </a:lnTo>
                  <a:lnTo>
                    <a:pt x="253173" y="23818"/>
                  </a:lnTo>
                  <a:lnTo>
                    <a:pt x="248591" y="21166"/>
                  </a:lnTo>
                  <a:lnTo>
                    <a:pt x="243926" y="18661"/>
                  </a:lnTo>
                  <a:lnTo>
                    <a:pt x="239185" y="16304"/>
                  </a:lnTo>
                  <a:lnTo>
                    <a:pt x="234371" y="14099"/>
                  </a:lnTo>
                  <a:lnTo>
                    <a:pt x="229490" y="12047"/>
                  </a:lnTo>
                  <a:lnTo>
                    <a:pt x="224546" y="10151"/>
                  </a:lnTo>
                  <a:lnTo>
                    <a:pt x="219545" y="8412"/>
                  </a:lnTo>
                  <a:lnTo>
                    <a:pt x="214491" y="6833"/>
                  </a:lnTo>
                  <a:lnTo>
                    <a:pt x="209390" y="5414"/>
                  </a:lnTo>
                  <a:lnTo>
                    <a:pt x="204246" y="4158"/>
                  </a:lnTo>
                  <a:lnTo>
                    <a:pt x="199066" y="3065"/>
                  </a:lnTo>
                  <a:lnTo>
                    <a:pt x="193853" y="2137"/>
                  </a:lnTo>
                  <a:lnTo>
                    <a:pt x="188613" y="1374"/>
                  </a:lnTo>
                  <a:lnTo>
                    <a:pt x="183352" y="778"/>
                  </a:lnTo>
                  <a:lnTo>
                    <a:pt x="167160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16192" cy="167167"/>
            </a:xfrm>
            <a:custGeom>
              <a:avLst/>
              <a:pathLst>
                <a:path w="16192" h="167167">
                  <a:moveTo>
                    <a:pt x="16192" y="786"/>
                  </a:moveTo>
                  <a:lnTo>
                    <a:pt x="8105" y="1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7132" y="2633064"/>
              <a:ext cx="31879" cy="167167"/>
            </a:xfrm>
            <a:custGeom>
              <a:avLst/>
              <a:pathLst>
                <a:path w="31879" h="167167">
                  <a:moveTo>
                    <a:pt x="31879" y="0"/>
                  </a:moveTo>
                  <a:lnTo>
                    <a:pt x="25465" y="123"/>
                  </a:lnTo>
                  <a:lnTo>
                    <a:pt x="19061" y="492"/>
                  </a:lnTo>
                  <a:lnTo>
                    <a:pt x="12676" y="1106"/>
                  </a:lnTo>
                  <a:lnTo>
                    <a:pt x="6319" y="1965"/>
                  </a:lnTo>
                  <a:lnTo>
                    <a:pt x="0" y="3067"/>
                  </a:lnTo>
                  <a:lnTo>
                    <a:pt x="318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7132" y="2636132"/>
              <a:ext cx="31879" cy="164099"/>
            </a:xfrm>
            <a:custGeom>
              <a:avLst/>
              <a:pathLst>
                <a:path w="31879" h="164099">
                  <a:moveTo>
                    <a:pt x="0" y="0"/>
                  </a:moveTo>
                  <a:lnTo>
                    <a:pt x="31879" y="164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62" y="2636132"/>
              <a:ext cx="334308" cy="331265"/>
            </a:xfrm>
            <a:custGeom>
              <a:avLst/>
              <a:pathLst>
                <a:path w="334308" h="331265">
                  <a:moveTo>
                    <a:pt x="135269" y="0"/>
                  </a:moveTo>
                  <a:lnTo>
                    <a:pt x="130087" y="1092"/>
                  </a:lnTo>
                  <a:lnTo>
                    <a:pt x="124943" y="2347"/>
                  </a:lnTo>
                  <a:lnTo>
                    <a:pt x="119841" y="3765"/>
                  </a:lnTo>
                  <a:lnTo>
                    <a:pt x="114787" y="5344"/>
                  </a:lnTo>
                  <a:lnTo>
                    <a:pt x="109785" y="7082"/>
                  </a:lnTo>
                  <a:lnTo>
                    <a:pt x="104840" y="8978"/>
                  </a:lnTo>
                  <a:lnTo>
                    <a:pt x="99958" y="11029"/>
                  </a:lnTo>
                  <a:lnTo>
                    <a:pt x="95144" y="13234"/>
                  </a:lnTo>
                  <a:lnTo>
                    <a:pt x="90402" y="15590"/>
                  </a:lnTo>
                  <a:lnTo>
                    <a:pt x="85736" y="18095"/>
                  </a:lnTo>
                  <a:lnTo>
                    <a:pt x="81153" y="20747"/>
                  </a:lnTo>
                  <a:lnTo>
                    <a:pt x="76656" y="23543"/>
                  </a:lnTo>
                  <a:lnTo>
                    <a:pt x="72249" y="26480"/>
                  </a:lnTo>
                  <a:lnTo>
                    <a:pt x="67938" y="29554"/>
                  </a:lnTo>
                  <a:lnTo>
                    <a:pt x="63726" y="32764"/>
                  </a:lnTo>
                  <a:lnTo>
                    <a:pt x="59619" y="36106"/>
                  </a:lnTo>
                  <a:lnTo>
                    <a:pt x="55619" y="39576"/>
                  </a:lnTo>
                  <a:lnTo>
                    <a:pt x="51730" y="43171"/>
                  </a:lnTo>
                  <a:lnTo>
                    <a:pt x="47958" y="46887"/>
                  </a:lnTo>
                  <a:lnTo>
                    <a:pt x="44306" y="50721"/>
                  </a:lnTo>
                  <a:lnTo>
                    <a:pt x="40776" y="54668"/>
                  </a:lnTo>
                  <a:lnTo>
                    <a:pt x="37374" y="58726"/>
                  </a:lnTo>
                  <a:lnTo>
                    <a:pt x="34101" y="62889"/>
                  </a:lnTo>
                  <a:lnTo>
                    <a:pt x="30962" y="67154"/>
                  </a:lnTo>
                  <a:lnTo>
                    <a:pt x="27960" y="71516"/>
                  </a:lnTo>
                  <a:lnTo>
                    <a:pt x="25098" y="75971"/>
                  </a:lnTo>
                  <a:lnTo>
                    <a:pt x="22378" y="80514"/>
                  </a:lnTo>
                  <a:lnTo>
                    <a:pt x="19803" y="85142"/>
                  </a:lnTo>
                  <a:lnTo>
                    <a:pt x="17376" y="89848"/>
                  </a:lnTo>
                  <a:lnTo>
                    <a:pt x="15099" y="94629"/>
                  </a:lnTo>
                  <a:lnTo>
                    <a:pt x="12975" y="99480"/>
                  </a:lnTo>
                  <a:lnTo>
                    <a:pt x="11006" y="104395"/>
                  </a:lnTo>
                  <a:lnTo>
                    <a:pt x="9193" y="109371"/>
                  </a:lnTo>
                  <a:lnTo>
                    <a:pt x="7539" y="114401"/>
                  </a:lnTo>
                  <a:lnTo>
                    <a:pt x="6045" y="119481"/>
                  </a:lnTo>
                  <a:lnTo>
                    <a:pt x="4713" y="124606"/>
                  </a:lnTo>
                  <a:lnTo>
                    <a:pt x="3544" y="129771"/>
                  </a:lnTo>
                  <a:lnTo>
                    <a:pt x="2538" y="134970"/>
                  </a:lnTo>
                  <a:lnTo>
                    <a:pt x="1698" y="140198"/>
                  </a:lnTo>
                  <a:lnTo>
                    <a:pt x="1024" y="145450"/>
                  </a:lnTo>
                  <a:lnTo>
                    <a:pt x="517" y="150721"/>
                  </a:lnTo>
                  <a:lnTo>
                    <a:pt x="177" y="156006"/>
                  </a:lnTo>
                  <a:lnTo>
                    <a:pt x="4" y="161298"/>
                  </a:lnTo>
                  <a:lnTo>
                    <a:pt x="0" y="166594"/>
                  </a:lnTo>
                  <a:lnTo>
                    <a:pt x="162" y="171887"/>
                  </a:lnTo>
                  <a:lnTo>
                    <a:pt x="493" y="177172"/>
                  </a:lnTo>
                  <a:lnTo>
                    <a:pt x="990" y="182444"/>
                  </a:lnTo>
                  <a:lnTo>
                    <a:pt x="1655" y="187697"/>
                  </a:lnTo>
                  <a:lnTo>
                    <a:pt x="2485" y="192927"/>
                  </a:lnTo>
                  <a:lnTo>
                    <a:pt x="3481" y="198128"/>
                  </a:lnTo>
                  <a:lnTo>
                    <a:pt x="4641" y="203295"/>
                  </a:lnTo>
                  <a:lnTo>
                    <a:pt x="5964" y="208422"/>
                  </a:lnTo>
                  <a:lnTo>
                    <a:pt x="7449" y="213505"/>
                  </a:lnTo>
                  <a:lnTo>
                    <a:pt x="9094" y="218538"/>
                  </a:lnTo>
                  <a:lnTo>
                    <a:pt x="10897" y="223517"/>
                  </a:lnTo>
                  <a:lnTo>
                    <a:pt x="12857" y="228436"/>
                  </a:lnTo>
                  <a:lnTo>
                    <a:pt x="14973" y="233291"/>
                  </a:lnTo>
                  <a:lnTo>
                    <a:pt x="17240" y="238076"/>
                  </a:lnTo>
                  <a:lnTo>
                    <a:pt x="19659" y="242787"/>
                  </a:lnTo>
                  <a:lnTo>
                    <a:pt x="22225" y="247419"/>
                  </a:lnTo>
                  <a:lnTo>
                    <a:pt x="24937" y="251967"/>
                  </a:lnTo>
                  <a:lnTo>
                    <a:pt x="27791" y="256427"/>
                  </a:lnTo>
                  <a:lnTo>
                    <a:pt x="30785" y="260795"/>
                  </a:lnTo>
                  <a:lnTo>
                    <a:pt x="33916" y="265065"/>
                  </a:lnTo>
                  <a:lnTo>
                    <a:pt x="37181" y="269234"/>
                  </a:lnTo>
                  <a:lnTo>
                    <a:pt x="40576" y="273298"/>
                  </a:lnTo>
                  <a:lnTo>
                    <a:pt x="44098" y="277252"/>
                  </a:lnTo>
                  <a:lnTo>
                    <a:pt x="47744" y="281093"/>
                  </a:lnTo>
                  <a:lnTo>
                    <a:pt x="51509" y="284816"/>
                  </a:lnTo>
                  <a:lnTo>
                    <a:pt x="55391" y="288418"/>
                  </a:lnTo>
                  <a:lnTo>
                    <a:pt x="59384" y="291895"/>
                  </a:lnTo>
                  <a:lnTo>
                    <a:pt x="63486" y="295244"/>
                  </a:lnTo>
                  <a:lnTo>
                    <a:pt x="67692" y="298462"/>
                  </a:lnTo>
                  <a:lnTo>
                    <a:pt x="71998" y="301545"/>
                  </a:lnTo>
                  <a:lnTo>
                    <a:pt x="76399" y="304489"/>
                  </a:lnTo>
                  <a:lnTo>
                    <a:pt x="80891" y="307293"/>
                  </a:lnTo>
                  <a:lnTo>
                    <a:pt x="85469" y="309953"/>
                  </a:lnTo>
                  <a:lnTo>
                    <a:pt x="90130" y="312467"/>
                  </a:lnTo>
                  <a:lnTo>
                    <a:pt x="94868" y="314832"/>
                  </a:lnTo>
                  <a:lnTo>
                    <a:pt x="99678" y="317046"/>
                  </a:lnTo>
                  <a:lnTo>
                    <a:pt x="104556" y="319106"/>
                  </a:lnTo>
                  <a:lnTo>
                    <a:pt x="109497" y="321011"/>
                  </a:lnTo>
                  <a:lnTo>
                    <a:pt x="114496" y="322758"/>
                  </a:lnTo>
                  <a:lnTo>
                    <a:pt x="119548" y="324346"/>
                  </a:lnTo>
                  <a:lnTo>
                    <a:pt x="124647" y="325773"/>
                  </a:lnTo>
                  <a:lnTo>
                    <a:pt x="129789" y="327038"/>
                  </a:lnTo>
                  <a:lnTo>
                    <a:pt x="134969" y="328140"/>
                  </a:lnTo>
                  <a:lnTo>
                    <a:pt x="140180" y="329077"/>
                  </a:lnTo>
                  <a:lnTo>
                    <a:pt x="145419" y="329848"/>
                  </a:lnTo>
                  <a:lnTo>
                    <a:pt x="150680" y="330453"/>
                  </a:lnTo>
                  <a:lnTo>
                    <a:pt x="155957" y="330891"/>
                  </a:lnTo>
                  <a:lnTo>
                    <a:pt x="161246" y="331162"/>
                  </a:lnTo>
                  <a:lnTo>
                    <a:pt x="166540" y="331265"/>
                  </a:lnTo>
                  <a:lnTo>
                    <a:pt x="171835" y="331201"/>
                  </a:lnTo>
                  <a:lnTo>
                    <a:pt x="177125" y="330968"/>
                  </a:lnTo>
                  <a:lnTo>
                    <a:pt x="182405" y="330569"/>
                  </a:lnTo>
                  <a:lnTo>
                    <a:pt x="187670" y="330002"/>
                  </a:lnTo>
                  <a:lnTo>
                    <a:pt x="192915" y="329269"/>
                  </a:lnTo>
                  <a:lnTo>
                    <a:pt x="198133" y="328370"/>
                  </a:lnTo>
                  <a:lnTo>
                    <a:pt x="203321" y="327306"/>
                  </a:lnTo>
                  <a:lnTo>
                    <a:pt x="208472" y="326078"/>
                  </a:lnTo>
                  <a:lnTo>
                    <a:pt x="213581" y="324688"/>
                  </a:lnTo>
                  <a:lnTo>
                    <a:pt x="218644" y="323137"/>
                  </a:lnTo>
                  <a:lnTo>
                    <a:pt x="223656" y="321426"/>
                  </a:lnTo>
                  <a:lnTo>
                    <a:pt x="228610" y="319558"/>
                  </a:lnTo>
                  <a:lnTo>
                    <a:pt x="233503" y="317533"/>
                  </a:lnTo>
                  <a:lnTo>
                    <a:pt x="238330" y="315354"/>
                  </a:lnTo>
                  <a:lnTo>
                    <a:pt x="243085" y="313024"/>
                  </a:lnTo>
                  <a:lnTo>
                    <a:pt x="247763" y="310544"/>
                  </a:lnTo>
                  <a:lnTo>
                    <a:pt x="252361" y="307917"/>
                  </a:lnTo>
                  <a:lnTo>
                    <a:pt x="256874" y="305146"/>
                  </a:lnTo>
                  <a:lnTo>
                    <a:pt x="261296" y="302234"/>
                  </a:lnTo>
                  <a:lnTo>
                    <a:pt x="265624" y="299182"/>
                  </a:lnTo>
                  <a:lnTo>
                    <a:pt x="269853" y="295996"/>
                  </a:lnTo>
                  <a:lnTo>
                    <a:pt x="273979" y="292676"/>
                  </a:lnTo>
                  <a:lnTo>
                    <a:pt x="277998" y="289228"/>
                  </a:lnTo>
                  <a:lnTo>
                    <a:pt x="281906" y="285655"/>
                  </a:lnTo>
                  <a:lnTo>
                    <a:pt x="285698" y="281959"/>
                  </a:lnTo>
                  <a:lnTo>
                    <a:pt x="289371" y="278145"/>
                  </a:lnTo>
                  <a:lnTo>
                    <a:pt x="292922" y="274217"/>
                  </a:lnTo>
                  <a:lnTo>
                    <a:pt x="296347" y="270178"/>
                  </a:lnTo>
                  <a:lnTo>
                    <a:pt x="299642" y="266032"/>
                  </a:lnTo>
                  <a:lnTo>
                    <a:pt x="302804" y="261785"/>
                  </a:lnTo>
                  <a:lnTo>
                    <a:pt x="305830" y="257439"/>
                  </a:lnTo>
                  <a:lnTo>
                    <a:pt x="308717" y="253000"/>
                  </a:lnTo>
                  <a:lnTo>
                    <a:pt x="311461" y="248471"/>
                  </a:lnTo>
                  <a:lnTo>
                    <a:pt x="314061" y="243858"/>
                  </a:lnTo>
                  <a:lnTo>
                    <a:pt x="316514" y="239165"/>
                  </a:lnTo>
                  <a:lnTo>
                    <a:pt x="318816" y="234397"/>
                  </a:lnTo>
                  <a:lnTo>
                    <a:pt x="320967" y="229557"/>
                  </a:lnTo>
                  <a:lnTo>
                    <a:pt x="322963" y="224653"/>
                  </a:lnTo>
                  <a:lnTo>
                    <a:pt x="324803" y="219687"/>
                  </a:lnTo>
                  <a:lnTo>
                    <a:pt x="326484" y="214666"/>
                  </a:lnTo>
                  <a:lnTo>
                    <a:pt x="328006" y="209594"/>
                  </a:lnTo>
                  <a:lnTo>
                    <a:pt x="329366" y="204476"/>
                  </a:lnTo>
                  <a:lnTo>
                    <a:pt x="330564" y="199318"/>
                  </a:lnTo>
                  <a:lnTo>
                    <a:pt x="331597" y="194125"/>
                  </a:lnTo>
                  <a:lnTo>
                    <a:pt x="332466" y="188901"/>
                  </a:lnTo>
                  <a:lnTo>
                    <a:pt x="333168" y="183652"/>
                  </a:lnTo>
                  <a:lnTo>
                    <a:pt x="333704" y="178384"/>
                  </a:lnTo>
                  <a:lnTo>
                    <a:pt x="334073" y="173102"/>
                  </a:lnTo>
                  <a:lnTo>
                    <a:pt x="334275" y="167810"/>
                  </a:lnTo>
                  <a:lnTo>
                    <a:pt x="334308" y="162515"/>
                  </a:lnTo>
                  <a:lnTo>
                    <a:pt x="334174" y="157221"/>
                  </a:lnTo>
                  <a:lnTo>
                    <a:pt x="333873" y="151935"/>
                  </a:lnTo>
                  <a:lnTo>
                    <a:pt x="333404" y="146660"/>
                  </a:lnTo>
                  <a:lnTo>
                    <a:pt x="332768" y="141403"/>
                  </a:lnTo>
                  <a:lnTo>
                    <a:pt x="331966" y="136169"/>
                  </a:lnTo>
                  <a:lnTo>
                    <a:pt x="330999" y="130963"/>
                  </a:lnTo>
                  <a:lnTo>
                    <a:pt x="329867" y="125790"/>
                  </a:lnTo>
                  <a:lnTo>
                    <a:pt x="328572" y="120655"/>
                  </a:lnTo>
                  <a:lnTo>
                    <a:pt x="327115" y="115564"/>
                  </a:lnTo>
                  <a:lnTo>
                    <a:pt x="325497" y="110522"/>
                  </a:lnTo>
                  <a:lnTo>
                    <a:pt x="323721" y="105533"/>
                  </a:lnTo>
                  <a:lnTo>
                    <a:pt x="321788" y="100604"/>
                  </a:lnTo>
                  <a:lnTo>
                    <a:pt x="319699" y="95738"/>
                  </a:lnTo>
                  <a:lnTo>
                    <a:pt x="317457" y="90940"/>
                  </a:lnTo>
                  <a:lnTo>
                    <a:pt x="315065" y="86216"/>
                  </a:lnTo>
                  <a:lnTo>
                    <a:pt x="312524" y="81570"/>
                  </a:lnTo>
                  <a:lnTo>
                    <a:pt x="309837" y="77007"/>
                  </a:lnTo>
                  <a:lnTo>
                    <a:pt x="307007" y="72532"/>
                  </a:lnTo>
                  <a:lnTo>
                    <a:pt x="304036" y="68148"/>
                  </a:lnTo>
                  <a:lnTo>
                    <a:pt x="300929" y="63860"/>
                  </a:lnTo>
                  <a:lnTo>
                    <a:pt x="297687" y="59673"/>
                  </a:lnTo>
                  <a:lnTo>
                    <a:pt x="294314" y="55591"/>
                  </a:lnTo>
                  <a:lnTo>
                    <a:pt x="290813" y="51618"/>
                  </a:lnTo>
                  <a:lnTo>
                    <a:pt x="287188" y="47758"/>
                  </a:lnTo>
                  <a:lnTo>
                    <a:pt x="283443" y="44014"/>
                  </a:lnTo>
                  <a:lnTo>
                    <a:pt x="279582" y="40391"/>
                  </a:lnTo>
                  <a:lnTo>
                    <a:pt x="275607" y="36892"/>
                  </a:lnTo>
                  <a:lnTo>
                    <a:pt x="271523" y="33520"/>
                  </a:lnTo>
                  <a:lnTo>
                    <a:pt x="267335" y="30280"/>
                  </a:lnTo>
                  <a:lnTo>
                    <a:pt x="263047" y="27174"/>
                  </a:lnTo>
                  <a:lnTo>
                    <a:pt x="258662" y="24205"/>
                  </a:lnTo>
                  <a:lnTo>
                    <a:pt x="254185" y="21377"/>
                  </a:lnTo>
                  <a:lnTo>
                    <a:pt x="249621" y="18692"/>
                  </a:lnTo>
                  <a:lnTo>
                    <a:pt x="244974" y="16153"/>
                  </a:lnTo>
                  <a:lnTo>
                    <a:pt x="240249" y="13762"/>
                  </a:lnTo>
                  <a:lnTo>
                    <a:pt x="235451" y="11522"/>
                  </a:lnTo>
                  <a:lnTo>
                    <a:pt x="167148" y="1640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8302" cy="167167"/>
            </a:xfrm>
            <a:custGeom>
              <a:avLst/>
              <a:pathLst>
                <a:path w="68302" h="167167">
                  <a:moveTo>
                    <a:pt x="68302" y="14590"/>
                  </a:moveTo>
                  <a:lnTo>
                    <a:pt x="62909" y="12289"/>
                  </a:lnTo>
                  <a:lnTo>
                    <a:pt x="57439" y="10178"/>
                  </a:lnTo>
                  <a:lnTo>
                    <a:pt x="51899" y="8260"/>
                  </a:lnTo>
                  <a:lnTo>
                    <a:pt x="46294" y="6538"/>
                  </a:lnTo>
                  <a:lnTo>
                    <a:pt x="40633" y="5013"/>
                  </a:lnTo>
                  <a:lnTo>
                    <a:pt x="34921" y="3688"/>
                  </a:lnTo>
                  <a:lnTo>
                    <a:pt x="29167" y="2564"/>
                  </a:lnTo>
                  <a:lnTo>
                    <a:pt x="23377" y="1642"/>
                  </a:lnTo>
                  <a:lnTo>
                    <a:pt x="17557" y="924"/>
                  </a:lnTo>
                  <a:lnTo>
                    <a:pt x="11717" y="411"/>
                  </a:lnTo>
                  <a:lnTo>
                    <a:pt x="586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956" y="2126963"/>
              <a:ext cx="6516" cy="167167"/>
            </a:xfrm>
            <a:custGeom>
              <a:avLst/>
              <a:pathLst>
                <a:path w="6516" h="167167">
                  <a:moveTo>
                    <a:pt x="6516" y="0"/>
                  </a:moveTo>
                  <a:lnTo>
                    <a:pt x="0" y="127"/>
                  </a:lnTo>
                  <a:lnTo>
                    <a:pt x="65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956" y="2127090"/>
              <a:ext cx="6516" cy="167040"/>
            </a:xfrm>
            <a:custGeom>
              <a:avLst/>
              <a:pathLst>
                <a:path w="6516" h="167040">
                  <a:moveTo>
                    <a:pt x="0" y="0"/>
                  </a:moveTo>
                  <a:lnTo>
                    <a:pt x="6516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10" y="2127090"/>
              <a:ext cx="334324" cy="334202"/>
            </a:xfrm>
            <a:custGeom>
              <a:avLst/>
              <a:pathLst>
                <a:path w="334324" h="334202">
                  <a:moveTo>
                    <a:pt x="160645" y="0"/>
                  </a:moveTo>
                  <a:lnTo>
                    <a:pt x="155347" y="290"/>
                  </a:lnTo>
                  <a:lnTo>
                    <a:pt x="150061" y="749"/>
                  </a:lnTo>
                  <a:lnTo>
                    <a:pt x="144792" y="1376"/>
                  </a:lnTo>
                  <a:lnTo>
                    <a:pt x="139546" y="2169"/>
                  </a:lnTo>
                  <a:lnTo>
                    <a:pt x="134327" y="3129"/>
                  </a:lnTo>
                  <a:lnTo>
                    <a:pt x="129141" y="4253"/>
                  </a:lnTo>
                  <a:lnTo>
                    <a:pt x="123994" y="5542"/>
                  </a:lnTo>
                  <a:lnTo>
                    <a:pt x="118891" y="6993"/>
                  </a:lnTo>
                  <a:lnTo>
                    <a:pt x="113835" y="8606"/>
                  </a:lnTo>
                  <a:lnTo>
                    <a:pt x="108834" y="10378"/>
                  </a:lnTo>
                  <a:lnTo>
                    <a:pt x="103891" y="12308"/>
                  </a:lnTo>
                  <a:lnTo>
                    <a:pt x="99013" y="14394"/>
                  </a:lnTo>
                  <a:lnTo>
                    <a:pt x="94202" y="16634"/>
                  </a:lnTo>
                  <a:lnTo>
                    <a:pt x="89466" y="19025"/>
                  </a:lnTo>
                  <a:lnTo>
                    <a:pt x="84807" y="21566"/>
                  </a:lnTo>
                  <a:lnTo>
                    <a:pt x="80232" y="24253"/>
                  </a:lnTo>
                  <a:lnTo>
                    <a:pt x="75744" y="27083"/>
                  </a:lnTo>
                  <a:lnTo>
                    <a:pt x="71348" y="30055"/>
                  </a:lnTo>
                  <a:lnTo>
                    <a:pt x="67049" y="33165"/>
                  </a:lnTo>
                  <a:lnTo>
                    <a:pt x="62851" y="36410"/>
                  </a:lnTo>
                  <a:lnTo>
                    <a:pt x="58757" y="39786"/>
                  </a:lnTo>
                  <a:lnTo>
                    <a:pt x="54773" y="43291"/>
                  </a:lnTo>
                  <a:lnTo>
                    <a:pt x="50903" y="46920"/>
                  </a:lnTo>
                  <a:lnTo>
                    <a:pt x="47149" y="50670"/>
                  </a:lnTo>
                  <a:lnTo>
                    <a:pt x="43516" y="54537"/>
                  </a:lnTo>
                  <a:lnTo>
                    <a:pt x="40008" y="58518"/>
                  </a:lnTo>
                  <a:lnTo>
                    <a:pt x="36628" y="62608"/>
                  </a:lnTo>
                  <a:lnTo>
                    <a:pt x="33379" y="66804"/>
                  </a:lnTo>
                  <a:lnTo>
                    <a:pt x="30265" y="71100"/>
                  </a:lnTo>
                  <a:lnTo>
                    <a:pt x="27289" y="75493"/>
                  </a:lnTo>
                  <a:lnTo>
                    <a:pt x="24455" y="79978"/>
                  </a:lnTo>
                  <a:lnTo>
                    <a:pt x="21763" y="84551"/>
                  </a:lnTo>
                  <a:lnTo>
                    <a:pt x="19219" y="89207"/>
                  </a:lnTo>
                  <a:lnTo>
                    <a:pt x="16823" y="93942"/>
                  </a:lnTo>
                  <a:lnTo>
                    <a:pt x="14579" y="98750"/>
                  </a:lnTo>
                  <a:lnTo>
                    <a:pt x="12488" y="103627"/>
                  </a:lnTo>
                  <a:lnTo>
                    <a:pt x="10554" y="108568"/>
                  </a:lnTo>
                  <a:lnTo>
                    <a:pt x="8777" y="113567"/>
                  </a:lnTo>
                  <a:lnTo>
                    <a:pt x="7160" y="118621"/>
                  </a:lnTo>
                  <a:lnTo>
                    <a:pt x="5704" y="123723"/>
                  </a:lnTo>
                  <a:lnTo>
                    <a:pt x="4410" y="128869"/>
                  </a:lnTo>
                  <a:lnTo>
                    <a:pt x="3281" y="134054"/>
                  </a:lnTo>
                  <a:lnTo>
                    <a:pt x="2316" y="139272"/>
                  </a:lnTo>
                  <a:lnTo>
                    <a:pt x="1518" y="144517"/>
                  </a:lnTo>
                  <a:lnTo>
                    <a:pt x="887" y="149786"/>
                  </a:lnTo>
                  <a:lnTo>
                    <a:pt x="423" y="155071"/>
                  </a:lnTo>
                  <a:lnTo>
                    <a:pt x="127" y="160369"/>
                  </a:lnTo>
                  <a:lnTo>
                    <a:pt x="0" y="165674"/>
                  </a:lnTo>
                  <a:lnTo>
                    <a:pt x="40" y="170980"/>
                  </a:lnTo>
                  <a:lnTo>
                    <a:pt x="250" y="176282"/>
                  </a:lnTo>
                  <a:lnTo>
                    <a:pt x="627" y="181574"/>
                  </a:lnTo>
                  <a:lnTo>
                    <a:pt x="1172" y="186852"/>
                  </a:lnTo>
                  <a:lnTo>
                    <a:pt x="1885" y="192110"/>
                  </a:lnTo>
                  <a:lnTo>
                    <a:pt x="2763" y="197343"/>
                  </a:lnTo>
                  <a:lnTo>
                    <a:pt x="3808" y="202545"/>
                  </a:lnTo>
                  <a:lnTo>
                    <a:pt x="5017" y="207712"/>
                  </a:lnTo>
                  <a:lnTo>
                    <a:pt x="6390" y="212837"/>
                  </a:lnTo>
                  <a:lnTo>
                    <a:pt x="7924" y="217917"/>
                  </a:lnTo>
                  <a:lnTo>
                    <a:pt x="9619" y="222945"/>
                  </a:lnTo>
                  <a:lnTo>
                    <a:pt x="11473" y="227916"/>
                  </a:lnTo>
                  <a:lnTo>
                    <a:pt x="13483" y="232827"/>
                  </a:lnTo>
                  <a:lnTo>
                    <a:pt x="15648" y="237671"/>
                  </a:lnTo>
                  <a:lnTo>
                    <a:pt x="17966" y="242444"/>
                  </a:lnTo>
                  <a:lnTo>
                    <a:pt x="20435" y="247141"/>
                  </a:lnTo>
                  <a:lnTo>
                    <a:pt x="23051" y="251757"/>
                  </a:lnTo>
                  <a:lnTo>
                    <a:pt x="25812" y="256288"/>
                  </a:lnTo>
                  <a:lnTo>
                    <a:pt x="28716" y="260729"/>
                  </a:lnTo>
                  <a:lnTo>
                    <a:pt x="31759" y="265076"/>
                  </a:lnTo>
                  <a:lnTo>
                    <a:pt x="34938" y="269324"/>
                  </a:lnTo>
                  <a:lnTo>
                    <a:pt x="38251" y="273469"/>
                  </a:lnTo>
                  <a:lnTo>
                    <a:pt x="41694" y="277506"/>
                  </a:lnTo>
                  <a:lnTo>
                    <a:pt x="45263" y="281433"/>
                  </a:lnTo>
                  <a:lnTo>
                    <a:pt x="48955" y="285244"/>
                  </a:lnTo>
                  <a:lnTo>
                    <a:pt x="52766" y="288936"/>
                  </a:lnTo>
                  <a:lnTo>
                    <a:pt x="56692" y="292505"/>
                  </a:lnTo>
                  <a:lnTo>
                    <a:pt x="60730" y="295948"/>
                  </a:lnTo>
                  <a:lnTo>
                    <a:pt x="64874" y="299261"/>
                  </a:lnTo>
                  <a:lnTo>
                    <a:pt x="69122" y="302440"/>
                  </a:lnTo>
                  <a:lnTo>
                    <a:pt x="73469" y="305484"/>
                  </a:lnTo>
                  <a:lnTo>
                    <a:pt x="77910" y="308387"/>
                  </a:lnTo>
                  <a:lnTo>
                    <a:pt x="82441" y="311149"/>
                  </a:lnTo>
                  <a:lnTo>
                    <a:pt x="87057" y="313765"/>
                  </a:lnTo>
                  <a:lnTo>
                    <a:pt x="91754" y="316233"/>
                  </a:lnTo>
                  <a:lnTo>
                    <a:pt x="96527" y="318551"/>
                  </a:lnTo>
                  <a:lnTo>
                    <a:pt x="101371" y="320717"/>
                  </a:lnTo>
                  <a:lnTo>
                    <a:pt x="106281" y="322727"/>
                  </a:lnTo>
                  <a:lnTo>
                    <a:pt x="111253" y="324581"/>
                  </a:lnTo>
                  <a:lnTo>
                    <a:pt x="116281" y="326276"/>
                  </a:lnTo>
                  <a:lnTo>
                    <a:pt x="121360" y="327811"/>
                  </a:lnTo>
                  <a:lnTo>
                    <a:pt x="126486" y="329183"/>
                  </a:lnTo>
                  <a:lnTo>
                    <a:pt x="131652" y="330392"/>
                  </a:lnTo>
                  <a:lnTo>
                    <a:pt x="136855" y="331437"/>
                  </a:lnTo>
                  <a:lnTo>
                    <a:pt x="142087" y="332316"/>
                  </a:lnTo>
                  <a:lnTo>
                    <a:pt x="147345" y="333029"/>
                  </a:lnTo>
                  <a:lnTo>
                    <a:pt x="152623" y="333574"/>
                  </a:lnTo>
                  <a:lnTo>
                    <a:pt x="157916" y="333951"/>
                  </a:lnTo>
                  <a:lnTo>
                    <a:pt x="163218" y="334161"/>
                  </a:lnTo>
                  <a:lnTo>
                    <a:pt x="168524" y="334202"/>
                  </a:lnTo>
                  <a:lnTo>
                    <a:pt x="173828" y="334074"/>
                  </a:lnTo>
                  <a:lnTo>
                    <a:pt x="179126" y="333779"/>
                  </a:lnTo>
                  <a:lnTo>
                    <a:pt x="184412" y="333315"/>
                  </a:lnTo>
                  <a:lnTo>
                    <a:pt x="189680" y="332684"/>
                  </a:lnTo>
                  <a:lnTo>
                    <a:pt x="194926" y="331886"/>
                  </a:lnTo>
                  <a:lnTo>
                    <a:pt x="200144" y="330921"/>
                  </a:lnTo>
                  <a:lnTo>
                    <a:pt x="205328" y="329792"/>
                  </a:lnTo>
                  <a:lnTo>
                    <a:pt x="210474" y="328499"/>
                  </a:lnTo>
                  <a:lnTo>
                    <a:pt x="215577" y="327043"/>
                  </a:lnTo>
                  <a:lnTo>
                    <a:pt x="220630" y="325426"/>
                  </a:lnTo>
                  <a:lnTo>
                    <a:pt x="225630" y="323649"/>
                  </a:lnTo>
                  <a:lnTo>
                    <a:pt x="230571" y="321714"/>
                  </a:lnTo>
                  <a:lnTo>
                    <a:pt x="235448" y="319624"/>
                  </a:lnTo>
                  <a:lnTo>
                    <a:pt x="240256" y="317380"/>
                  </a:lnTo>
                  <a:lnTo>
                    <a:pt x="244991" y="314984"/>
                  </a:lnTo>
                  <a:lnTo>
                    <a:pt x="249647" y="312440"/>
                  </a:lnTo>
                  <a:lnTo>
                    <a:pt x="254220" y="309749"/>
                  </a:lnTo>
                  <a:lnTo>
                    <a:pt x="258705" y="306914"/>
                  </a:lnTo>
                  <a:lnTo>
                    <a:pt x="263098" y="303938"/>
                  </a:lnTo>
                  <a:lnTo>
                    <a:pt x="267394" y="300824"/>
                  </a:lnTo>
                  <a:lnTo>
                    <a:pt x="271590" y="297576"/>
                  </a:lnTo>
                  <a:lnTo>
                    <a:pt x="275680" y="294196"/>
                  </a:lnTo>
                  <a:lnTo>
                    <a:pt x="279661" y="290688"/>
                  </a:lnTo>
                  <a:lnTo>
                    <a:pt x="283529" y="287055"/>
                  </a:lnTo>
                  <a:lnTo>
                    <a:pt x="287279" y="283301"/>
                  </a:lnTo>
                  <a:lnTo>
                    <a:pt x="290908" y="279431"/>
                  </a:lnTo>
                  <a:lnTo>
                    <a:pt x="294413" y="275447"/>
                  </a:lnTo>
                  <a:lnTo>
                    <a:pt x="297789" y="271354"/>
                  </a:lnTo>
                  <a:lnTo>
                    <a:pt x="301034" y="267155"/>
                  </a:lnTo>
                  <a:lnTo>
                    <a:pt x="304144" y="262856"/>
                  </a:lnTo>
                  <a:lnTo>
                    <a:pt x="307116" y="258460"/>
                  </a:lnTo>
                  <a:lnTo>
                    <a:pt x="309947" y="253973"/>
                  </a:lnTo>
                  <a:lnTo>
                    <a:pt x="312634" y="249397"/>
                  </a:lnTo>
                  <a:lnTo>
                    <a:pt x="315174" y="244739"/>
                  </a:lnTo>
                  <a:lnTo>
                    <a:pt x="317566" y="240002"/>
                  </a:lnTo>
                  <a:lnTo>
                    <a:pt x="319806" y="235192"/>
                  </a:lnTo>
                  <a:lnTo>
                    <a:pt x="321892" y="230313"/>
                  </a:lnTo>
                  <a:lnTo>
                    <a:pt x="323822" y="225371"/>
                  </a:lnTo>
                  <a:lnTo>
                    <a:pt x="325594" y="220369"/>
                  </a:lnTo>
                  <a:lnTo>
                    <a:pt x="327207" y="215314"/>
                  </a:lnTo>
                  <a:lnTo>
                    <a:pt x="328658" y="210211"/>
                  </a:lnTo>
                  <a:lnTo>
                    <a:pt x="329947" y="205063"/>
                  </a:lnTo>
                  <a:lnTo>
                    <a:pt x="331072" y="199878"/>
                  </a:lnTo>
                  <a:lnTo>
                    <a:pt x="332031" y="194659"/>
                  </a:lnTo>
                  <a:lnTo>
                    <a:pt x="332825" y="189413"/>
                  </a:lnTo>
                  <a:lnTo>
                    <a:pt x="333451" y="184144"/>
                  </a:lnTo>
                  <a:lnTo>
                    <a:pt x="333911" y="178858"/>
                  </a:lnTo>
                  <a:lnTo>
                    <a:pt x="334202" y="173560"/>
                  </a:lnTo>
                  <a:lnTo>
                    <a:pt x="334324" y="168255"/>
                  </a:lnTo>
                  <a:lnTo>
                    <a:pt x="334279" y="162949"/>
                  </a:lnTo>
                  <a:lnTo>
                    <a:pt x="334065" y="157648"/>
                  </a:lnTo>
                  <a:lnTo>
                    <a:pt x="333683" y="152355"/>
                  </a:lnTo>
                  <a:lnTo>
                    <a:pt x="167161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6521" cy="167167"/>
            </a:xfrm>
            <a:custGeom>
              <a:avLst/>
              <a:pathLst>
                <a:path w="166521" h="167167">
                  <a:moveTo>
                    <a:pt x="166521" y="152482"/>
                  </a:moveTo>
                  <a:lnTo>
                    <a:pt x="165961" y="147123"/>
                  </a:lnTo>
                  <a:lnTo>
                    <a:pt x="165229" y="141784"/>
                  </a:lnTo>
                  <a:lnTo>
                    <a:pt x="164325" y="136472"/>
                  </a:lnTo>
                  <a:lnTo>
                    <a:pt x="163250" y="131192"/>
                  </a:lnTo>
                  <a:lnTo>
                    <a:pt x="162006" y="125949"/>
                  </a:lnTo>
                  <a:lnTo>
                    <a:pt x="160593" y="120749"/>
                  </a:lnTo>
                  <a:lnTo>
                    <a:pt x="159014" y="115597"/>
                  </a:lnTo>
                  <a:lnTo>
                    <a:pt x="157269" y="110499"/>
                  </a:lnTo>
                  <a:lnTo>
                    <a:pt x="155361" y="105460"/>
                  </a:lnTo>
                  <a:lnTo>
                    <a:pt x="153291" y="100484"/>
                  </a:lnTo>
                  <a:lnTo>
                    <a:pt x="151063" y="95578"/>
                  </a:lnTo>
                  <a:lnTo>
                    <a:pt x="148677" y="90747"/>
                  </a:lnTo>
                  <a:lnTo>
                    <a:pt x="146136" y="85995"/>
                  </a:lnTo>
                  <a:lnTo>
                    <a:pt x="143444" y="81327"/>
                  </a:lnTo>
                  <a:lnTo>
                    <a:pt x="140603" y="76748"/>
                  </a:lnTo>
                  <a:lnTo>
                    <a:pt x="137616" y="72264"/>
                  </a:lnTo>
                  <a:lnTo>
                    <a:pt x="134486" y="67877"/>
                  </a:lnTo>
                  <a:lnTo>
                    <a:pt x="131216" y="63595"/>
                  </a:lnTo>
                  <a:lnTo>
                    <a:pt x="127809" y="59419"/>
                  </a:lnTo>
                  <a:lnTo>
                    <a:pt x="124270" y="55356"/>
                  </a:lnTo>
                  <a:lnTo>
                    <a:pt x="120602" y="51409"/>
                  </a:lnTo>
                  <a:lnTo>
                    <a:pt x="116809" y="47582"/>
                  </a:lnTo>
                  <a:lnTo>
                    <a:pt x="112894" y="43879"/>
                  </a:lnTo>
                  <a:lnTo>
                    <a:pt x="108861" y="40305"/>
                  </a:lnTo>
                  <a:lnTo>
                    <a:pt x="104716" y="36862"/>
                  </a:lnTo>
                  <a:lnTo>
                    <a:pt x="100462" y="33555"/>
                  </a:lnTo>
                  <a:lnTo>
                    <a:pt x="96103" y="30386"/>
                  </a:lnTo>
                  <a:lnTo>
                    <a:pt x="91645" y="27360"/>
                  </a:lnTo>
                  <a:lnTo>
                    <a:pt x="87091" y="24479"/>
                  </a:lnTo>
                  <a:lnTo>
                    <a:pt x="82447" y="21746"/>
                  </a:lnTo>
                  <a:lnTo>
                    <a:pt x="77718" y="19164"/>
                  </a:lnTo>
                  <a:lnTo>
                    <a:pt x="72907" y="16736"/>
                  </a:lnTo>
                  <a:lnTo>
                    <a:pt x="68021" y="14464"/>
                  </a:lnTo>
                  <a:lnTo>
                    <a:pt x="63064" y="12351"/>
                  </a:lnTo>
                  <a:lnTo>
                    <a:pt x="58041" y="10399"/>
                  </a:lnTo>
                  <a:lnTo>
                    <a:pt x="52959" y="8610"/>
                  </a:lnTo>
                  <a:lnTo>
                    <a:pt x="47821" y="6986"/>
                  </a:lnTo>
                  <a:lnTo>
                    <a:pt x="42633" y="5527"/>
                  </a:lnTo>
                  <a:lnTo>
                    <a:pt x="37401" y="4237"/>
                  </a:lnTo>
                  <a:lnTo>
                    <a:pt x="32131" y="3117"/>
                  </a:lnTo>
                  <a:lnTo>
                    <a:pt x="26827" y="2166"/>
                  </a:lnTo>
                  <a:lnTo>
                    <a:pt x="21495" y="1387"/>
                  </a:lnTo>
                  <a:lnTo>
                    <a:pt x="16141" y="781"/>
                  </a:lnTo>
                  <a:lnTo>
                    <a:pt x="10770" y="347"/>
                  </a:lnTo>
                  <a:lnTo>
                    <a:pt x="538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5488" y="1681503"/>
              <a:ext cx="7746" cy="167167"/>
            </a:xfrm>
            <a:custGeom>
              <a:avLst/>
              <a:pathLst>
                <a:path w="7746" h="167167">
                  <a:moveTo>
                    <a:pt x="7746" y="0"/>
                  </a:moveTo>
                  <a:lnTo>
                    <a:pt x="0" y="179"/>
                  </a:lnTo>
                  <a:lnTo>
                    <a:pt x="774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488" y="1681682"/>
              <a:ext cx="7746" cy="166987"/>
            </a:xfrm>
            <a:custGeom>
              <a:avLst/>
              <a:pathLst>
                <a:path w="7746" h="166987">
                  <a:moveTo>
                    <a:pt x="0" y="0"/>
                  </a:moveTo>
                  <a:lnTo>
                    <a:pt x="7746" y="1669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8" y="1681682"/>
              <a:ext cx="334326" cy="334148"/>
            </a:xfrm>
            <a:custGeom>
              <a:avLst/>
              <a:pathLst>
                <a:path w="334326" h="334148">
                  <a:moveTo>
                    <a:pt x="159419" y="0"/>
                  </a:moveTo>
                  <a:lnTo>
                    <a:pt x="154134" y="329"/>
                  </a:lnTo>
                  <a:lnTo>
                    <a:pt x="148862" y="825"/>
                  </a:lnTo>
                  <a:lnTo>
                    <a:pt x="143608" y="1488"/>
                  </a:lnTo>
                  <a:lnTo>
                    <a:pt x="138378" y="2317"/>
                  </a:lnTo>
                  <a:lnTo>
                    <a:pt x="133177" y="3312"/>
                  </a:lnTo>
                  <a:lnTo>
                    <a:pt x="128010" y="4470"/>
                  </a:lnTo>
                  <a:lnTo>
                    <a:pt x="122882" y="5792"/>
                  </a:lnTo>
                  <a:lnTo>
                    <a:pt x="117799" y="7276"/>
                  </a:lnTo>
                  <a:lnTo>
                    <a:pt x="112765" y="8919"/>
                  </a:lnTo>
                  <a:lnTo>
                    <a:pt x="107786" y="10722"/>
                  </a:lnTo>
                  <a:lnTo>
                    <a:pt x="102866" y="12681"/>
                  </a:lnTo>
                  <a:lnTo>
                    <a:pt x="98011" y="14795"/>
                  </a:lnTo>
                  <a:lnTo>
                    <a:pt x="93225" y="17061"/>
                  </a:lnTo>
                  <a:lnTo>
                    <a:pt x="88514" y="19479"/>
                  </a:lnTo>
                  <a:lnTo>
                    <a:pt x="83881" y="22044"/>
                  </a:lnTo>
                  <a:lnTo>
                    <a:pt x="79332" y="24754"/>
                  </a:lnTo>
                  <a:lnTo>
                    <a:pt x="74871" y="27608"/>
                  </a:lnTo>
                  <a:lnTo>
                    <a:pt x="70503" y="30601"/>
                  </a:lnTo>
                  <a:lnTo>
                    <a:pt x="66232" y="33731"/>
                  </a:lnTo>
                  <a:lnTo>
                    <a:pt x="62062" y="36995"/>
                  </a:lnTo>
                  <a:lnTo>
                    <a:pt x="57997" y="40389"/>
                  </a:lnTo>
                  <a:lnTo>
                    <a:pt x="54042" y="43910"/>
                  </a:lnTo>
                  <a:lnTo>
                    <a:pt x="50201" y="47555"/>
                  </a:lnTo>
                  <a:lnTo>
                    <a:pt x="46477" y="51319"/>
                  </a:lnTo>
                  <a:lnTo>
                    <a:pt x="42874" y="55200"/>
                  </a:lnTo>
                  <a:lnTo>
                    <a:pt x="39395" y="59193"/>
                  </a:lnTo>
                  <a:lnTo>
                    <a:pt x="36045" y="63294"/>
                  </a:lnTo>
                  <a:lnTo>
                    <a:pt x="32827" y="67499"/>
                  </a:lnTo>
                  <a:lnTo>
                    <a:pt x="29743" y="71804"/>
                  </a:lnTo>
                  <a:lnTo>
                    <a:pt x="26797" y="76204"/>
                  </a:lnTo>
                  <a:lnTo>
                    <a:pt x="23992" y="80695"/>
                  </a:lnTo>
                  <a:lnTo>
                    <a:pt x="21331" y="85273"/>
                  </a:lnTo>
                  <a:lnTo>
                    <a:pt x="18816" y="89933"/>
                  </a:lnTo>
                  <a:lnTo>
                    <a:pt x="16450" y="94671"/>
                  </a:lnTo>
                  <a:lnTo>
                    <a:pt x="14235" y="99481"/>
                  </a:lnTo>
                  <a:lnTo>
                    <a:pt x="12174" y="104358"/>
                  </a:lnTo>
                  <a:lnTo>
                    <a:pt x="10268" y="109299"/>
                  </a:lnTo>
                  <a:lnTo>
                    <a:pt x="8519" y="114297"/>
                  </a:lnTo>
                  <a:lnTo>
                    <a:pt x="6930" y="119348"/>
                  </a:lnTo>
                  <a:lnTo>
                    <a:pt x="5501" y="124447"/>
                  </a:lnTo>
                  <a:lnTo>
                    <a:pt x="4235" y="129589"/>
                  </a:lnTo>
                  <a:lnTo>
                    <a:pt x="3132" y="134768"/>
                  </a:lnTo>
                  <a:lnTo>
                    <a:pt x="2194" y="139980"/>
                  </a:lnTo>
                  <a:lnTo>
                    <a:pt x="1422" y="145219"/>
                  </a:lnTo>
                  <a:lnTo>
                    <a:pt x="815" y="150479"/>
                  </a:lnTo>
                  <a:lnTo>
                    <a:pt x="376" y="155756"/>
                  </a:lnTo>
                  <a:lnTo>
                    <a:pt x="104" y="161045"/>
                  </a:lnTo>
                  <a:lnTo>
                    <a:pt x="0" y="166339"/>
                  </a:lnTo>
                  <a:lnTo>
                    <a:pt x="63" y="171634"/>
                  </a:lnTo>
                  <a:lnTo>
                    <a:pt x="294" y="176924"/>
                  </a:lnTo>
                  <a:lnTo>
                    <a:pt x="692" y="182205"/>
                  </a:lnTo>
                  <a:lnTo>
                    <a:pt x="1258" y="187470"/>
                  </a:lnTo>
                  <a:lnTo>
                    <a:pt x="1990" y="192714"/>
                  </a:lnTo>
                  <a:lnTo>
                    <a:pt x="2888" y="197933"/>
                  </a:lnTo>
                  <a:lnTo>
                    <a:pt x="3950" y="203121"/>
                  </a:lnTo>
                  <a:lnTo>
                    <a:pt x="5176" y="208272"/>
                  </a:lnTo>
                  <a:lnTo>
                    <a:pt x="6565" y="213382"/>
                  </a:lnTo>
                  <a:lnTo>
                    <a:pt x="8115" y="218446"/>
                  </a:lnTo>
                  <a:lnTo>
                    <a:pt x="9825" y="223457"/>
                  </a:lnTo>
                  <a:lnTo>
                    <a:pt x="11693" y="228413"/>
                  </a:lnTo>
                  <a:lnTo>
                    <a:pt x="13716" y="233306"/>
                  </a:lnTo>
                  <a:lnTo>
                    <a:pt x="15894" y="238133"/>
                  </a:lnTo>
                  <a:lnTo>
                    <a:pt x="18223" y="242889"/>
                  </a:lnTo>
                  <a:lnTo>
                    <a:pt x="20702" y="247568"/>
                  </a:lnTo>
                  <a:lnTo>
                    <a:pt x="23327" y="252166"/>
                  </a:lnTo>
                  <a:lnTo>
                    <a:pt x="26097" y="256680"/>
                  </a:lnTo>
                  <a:lnTo>
                    <a:pt x="29009" y="261103"/>
                  </a:lnTo>
                  <a:lnTo>
                    <a:pt x="32059" y="265431"/>
                  </a:lnTo>
                  <a:lnTo>
                    <a:pt x="35245" y="269661"/>
                  </a:lnTo>
                  <a:lnTo>
                    <a:pt x="38563" y="273788"/>
                  </a:lnTo>
                  <a:lnTo>
                    <a:pt x="42010" y="277808"/>
                  </a:lnTo>
                  <a:lnTo>
                    <a:pt x="45583" y="281716"/>
                  </a:lnTo>
                  <a:lnTo>
                    <a:pt x="49278" y="285509"/>
                  </a:lnTo>
                  <a:lnTo>
                    <a:pt x="53091" y="289184"/>
                  </a:lnTo>
                  <a:lnTo>
                    <a:pt x="57019" y="292735"/>
                  </a:lnTo>
                  <a:lnTo>
                    <a:pt x="61057" y="296161"/>
                  </a:lnTo>
                  <a:lnTo>
                    <a:pt x="65201" y="299457"/>
                  </a:lnTo>
                  <a:lnTo>
                    <a:pt x="69448" y="302620"/>
                  </a:lnTo>
                  <a:lnTo>
                    <a:pt x="73793" y="305647"/>
                  </a:lnTo>
                  <a:lnTo>
                    <a:pt x="78232" y="308535"/>
                  </a:lnTo>
                  <a:lnTo>
                    <a:pt x="82760" y="311281"/>
                  </a:lnTo>
                  <a:lnTo>
                    <a:pt x="87372" y="313882"/>
                  </a:lnTo>
                  <a:lnTo>
                    <a:pt x="92065" y="316335"/>
                  </a:lnTo>
                  <a:lnTo>
                    <a:pt x="96833" y="318639"/>
                  </a:lnTo>
                  <a:lnTo>
                    <a:pt x="101671" y="320791"/>
                  </a:lnTo>
                  <a:lnTo>
                    <a:pt x="106576" y="322788"/>
                  </a:lnTo>
                  <a:lnTo>
                    <a:pt x="111541" y="324629"/>
                  </a:lnTo>
                  <a:lnTo>
                    <a:pt x="116562" y="326311"/>
                  </a:lnTo>
                  <a:lnTo>
                    <a:pt x="121633" y="327834"/>
                  </a:lnTo>
                  <a:lnTo>
                    <a:pt x="126751" y="329196"/>
                  </a:lnTo>
                  <a:lnTo>
                    <a:pt x="131909" y="330394"/>
                  </a:lnTo>
                  <a:lnTo>
                    <a:pt x="137102" y="331429"/>
                  </a:lnTo>
                  <a:lnTo>
                    <a:pt x="142325" y="332299"/>
                  </a:lnTo>
                  <a:lnTo>
                    <a:pt x="147574" y="333003"/>
                  </a:lnTo>
                  <a:lnTo>
                    <a:pt x="152842" y="333540"/>
                  </a:lnTo>
                  <a:lnTo>
                    <a:pt x="158124" y="333910"/>
                  </a:lnTo>
                  <a:lnTo>
                    <a:pt x="163416" y="334113"/>
                  </a:lnTo>
                  <a:lnTo>
                    <a:pt x="168711" y="334148"/>
                  </a:lnTo>
                  <a:lnTo>
                    <a:pt x="174005" y="334015"/>
                  </a:lnTo>
                  <a:lnTo>
                    <a:pt x="179291" y="333714"/>
                  </a:lnTo>
                  <a:lnTo>
                    <a:pt x="184566" y="333247"/>
                  </a:lnTo>
                  <a:lnTo>
                    <a:pt x="189823" y="332612"/>
                  </a:lnTo>
                  <a:lnTo>
                    <a:pt x="195058" y="331811"/>
                  </a:lnTo>
                  <a:lnTo>
                    <a:pt x="200264" y="330845"/>
                  </a:lnTo>
                  <a:lnTo>
                    <a:pt x="205438" y="329715"/>
                  </a:lnTo>
                  <a:lnTo>
                    <a:pt x="210572" y="328421"/>
                  </a:lnTo>
                  <a:lnTo>
                    <a:pt x="215664" y="326965"/>
                  </a:lnTo>
                  <a:lnTo>
                    <a:pt x="220706" y="325349"/>
                  </a:lnTo>
                  <a:lnTo>
                    <a:pt x="225695" y="323574"/>
                  </a:lnTo>
                  <a:lnTo>
                    <a:pt x="230626" y="321641"/>
                  </a:lnTo>
                  <a:lnTo>
                    <a:pt x="235492" y="319554"/>
                  </a:lnTo>
                  <a:lnTo>
                    <a:pt x="240290" y="317313"/>
                  </a:lnTo>
                  <a:lnTo>
                    <a:pt x="245015" y="314921"/>
                  </a:lnTo>
                  <a:lnTo>
                    <a:pt x="249661" y="312382"/>
                  </a:lnTo>
                  <a:lnTo>
                    <a:pt x="254225" y="309696"/>
                  </a:lnTo>
                  <a:lnTo>
                    <a:pt x="258701" y="306867"/>
                  </a:lnTo>
                  <a:lnTo>
                    <a:pt x="263086" y="303897"/>
                  </a:lnTo>
                  <a:lnTo>
                    <a:pt x="267374" y="300791"/>
                  </a:lnTo>
                  <a:lnTo>
                    <a:pt x="271561" y="297550"/>
                  </a:lnTo>
                  <a:lnTo>
                    <a:pt x="275644" y="294177"/>
                  </a:lnTo>
                  <a:lnTo>
                    <a:pt x="279618" y="290678"/>
                  </a:lnTo>
                  <a:lnTo>
                    <a:pt x="283480" y="287054"/>
                  </a:lnTo>
                  <a:lnTo>
                    <a:pt x="287224" y="283310"/>
                  </a:lnTo>
                  <a:lnTo>
                    <a:pt x="290848" y="279449"/>
                  </a:lnTo>
                  <a:lnTo>
                    <a:pt x="294348" y="275475"/>
                  </a:lnTo>
                  <a:lnTo>
                    <a:pt x="297721" y="271392"/>
                  </a:lnTo>
                  <a:lnTo>
                    <a:pt x="300962" y="267205"/>
                  </a:lnTo>
                  <a:lnTo>
                    <a:pt x="304069" y="262917"/>
                  </a:lnTo>
                  <a:lnTo>
                    <a:pt x="307039" y="258533"/>
                  </a:lnTo>
                  <a:lnTo>
                    <a:pt x="309868" y="254056"/>
                  </a:lnTo>
                  <a:lnTo>
                    <a:pt x="312554" y="249493"/>
                  </a:lnTo>
                  <a:lnTo>
                    <a:pt x="315094" y="244847"/>
                  </a:lnTo>
                  <a:lnTo>
                    <a:pt x="317486" y="240122"/>
                  </a:lnTo>
                  <a:lnTo>
                    <a:pt x="319727" y="235324"/>
                  </a:lnTo>
                  <a:lnTo>
                    <a:pt x="321815" y="230458"/>
                  </a:lnTo>
                  <a:lnTo>
                    <a:pt x="323748" y="225528"/>
                  </a:lnTo>
                  <a:lnTo>
                    <a:pt x="325523" y="220539"/>
                  </a:lnTo>
                  <a:lnTo>
                    <a:pt x="327140" y="215497"/>
                  </a:lnTo>
                  <a:lnTo>
                    <a:pt x="328596" y="210405"/>
                  </a:lnTo>
                  <a:lnTo>
                    <a:pt x="329890" y="205271"/>
                  </a:lnTo>
                  <a:lnTo>
                    <a:pt x="331021" y="200097"/>
                  </a:lnTo>
                  <a:lnTo>
                    <a:pt x="331988" y="194891"/>
                  </a:lnTo>
                  <a:lnTo>
                    <a:pt x="332789" y="189657"/>
                  </a:lnTo>
                  <a:lnTo>
                    <a:pt x="333424" y="184399"/>
                  </a:lnTo>
                  <a:lnTo>
                    <a:pt x="333892" y="179125"/>
                  </a:lnTo>
                  <a:lnTo>
                    <a:pt x="334193" y="173838"/>
                  </a:lnTo>
                  <a:lnTo>
                    <a:pt x="334326" y="168544"/>
                  </a:lnTo>
                  <a:lnTo>
                    <a:pt x="334291" y="163249"/>
                  </a:lnTo>
                  <a:lnTo>
                    <a:pt x="334089" y="157958"/>
                  </a:lnTo>
                  <a:lnTo>
                    <a:pt x="333719" y="152675"/>
                  </a:lnTo>
                  <a:lnTo>
                    <a:pt x="333182" y="147407"/>
                  </a:lnTo>
                  <a:lnTo>
                    <a:pt x="332479" y="142159"/>
                  </a:lnTo>
                  <a:lnTo>
                    <a:pt x="331610" y="136935"/>
                  </a:lnTo>
                  <a:lnTo>
                    <a:pt x="330575" y="131742"/>
                  </a:lnTo>
                  <a:lnTo>
                    <a:pt x="329377" y="126584"/>
                  </a:lnTo>
                  <a:lnTo>
                    <a:pt x="328016" y="121466"/>
                  </a:lnTo>
                  <a:lnTo>
                    <a:pt x="326493" y="116394"/>
                  </a:lnTo>
                  <a:lnTo>
                    <a:pt x="324811" y="111373"/>
                  </a:lnTo>
                  <a:lnTo>
                    <a:pt x="322970" y="106408"/>
                  </a:lnTo>
                  <a:lnTo>
                    <a:pt x="320974" y="101504"/>
                  </a:lnTo>
                  <a:lnTo>
                    <a:pt x="318822" y="96665"/>
                  </a:lnTo>
                  <a:lnTo>
                    <a:pt x="316519" y="91897"/>
                  </a:lnTo>
                  <a:lnTo>
                    <a:pt x="314066" y="87204"/>
                  </a:lnTo>
                  <a:lnTo>
                    <a:pt x="311465" y="82591"/>
                  </a:lnTo>
                  <a:lnTo>
                    <a:pt x="308719" y="78063"/>
                  </a:lnTo>
                  <a:lnTo>
                    <a:pt x="305832" y="73625"/>
                  </a:lnTo>
                  <a:lnTo>
                    <a:pt x="302805" y="69279"/>
                  </a:lnTo>
                  <a:lnTo>
                    <a:pt x="299643" y="65032"/>
                  </a:lnTo>
                  <a:lnTo>
                    <a:pt x="296347" y="60887"/>
                  </a:lnTo>
                  <a:lnTo>
                    <a:pt x="292922" y="56849"/>
                  </a:lnTo>
                  <a:lnTo>
                    <a:pt x="289370" y="52921"/>
                  </a:lnTo>
                  <a:lnTo>
                    <a:pt x="285696" y="49108"/>
                  </a:lnTo>
                  <a:lnTo>
                    <a:pt x="281903" y="45413"/>
                  </a:lnTo>
                  <a:lnTo>
                    <a:pt x="277995" y="41840"/>
                  </a:lnTo>
                  <a:lnTo>
                    <a:pt x="273975" y="38392"/>
                  </a:lnTo>
                  <a:lnTo>
                    <a:pt x="269849" y="35074"/>
                  </a:lnTo>
                  <a:lnTo>
                    <a:pt x="265619" y="31888"/>
                  </a:lnTo>
                  <a:lnTo>
                    <a:pt x="261291" y="28837"/>
                  </a:lnTo>
                  <a:lnTo>
                    <a:pt x="256868" y="25925"/>
                  </a:lnTo>
                  <a:lnTo>
                    <a:pt x="252355" y="23155"/>
                  </a:lnTo>
                  <a:lnTo>
                    <a:pt x="247757" y="20529"/>
                  </a:lnTo>
                  <a:lnTo>
                    <a:pt x="243077" y="18050"/>
                  </a:lnTo>
                  <a:lnTo>
                    <a:pt x="238322" y="15720"/>
                  </a:lnTo>
                  <a:lnTo>
                    <a:pt x="233495" y="13542"/>
                  </a:lnTo>
                  <a:lnTo>
                    <a:pt x="167166" y="166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66329" cy="167167"/>
            </a:xfrm>
            <a:custGeom>
              <a:avLst/>
              <a:pathLst>
                <a:path w="66329" h="167167">
                  <a:moveTo>
                    <a:pt x="66329" y="13722"/>
                  </a:moveTo>
                  <a:lnTo>
                    <a:pt x="60593" y="11368"/>
                  </a:lnTo>
                  <a:lnTo>
                    <a:pt x="54774" y="9228"/>
                  </a:lnTo>
                  <a:lnTo>
                    <a:pt x="48879" y="7305"/>
                  </a:lnTo>
                  <a:lnTo>
                    <a:pt x="42917" y="5603"/>
                  </a:lnTo>
                  <a:lnTo>
                    <a:pt x="36897" y="4122"/>
                  </a:lnTo>
                  <a:lnTo>
                    <a:pt x="30825" y="2866"/>
                  </a:lnTo>
                  <a:lnTo>
                    <a:pt x="24711" y="1836"/>
                  </a:lnTo>
                  <a:lnTo>
                    <a:pt x="18563" y="1033"/>
                  </a:lnTo>
                  <a:lnTo>
                    <a:pt x="12389" y="459"/>
                  </a:lnTo>
                  <a:lnTo>
                    <a:pt x="6199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87" y="1322571"/>
              <a:ext cx="167151" cy="327739"/>
            </a:xfrm>
            <a:custGeom>
              <a:avLst/>
              <a:pathLst>
                <a:path w="167151" h="327739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0" y="758"/>
                  </a:lnTo>
                  <a:lnTo>
                    <a:pt x="145961" y="1348"/>
                  </a:lnTo>
                  <a:lnTo>
                    <a:pt x="140704" y="2105"/>
                  </a:lnTo>
                  <a:lnTo>
                    <a:pt x="135473" y="3028"/>
                  </a:lnTo>
                  <a:lnTo>
                    <a:pt x="130274" y="4118"/>
                  </a:lnTo>
                  <a:lnTo>
                    <a:pt x="125113" y="5372"/>
                  </a:lnTo>
                  <a:lnTo>
                    <a:pt x="119994" y="6789"/>
                  </a:lnTo>
                  <a:lnTo>
                    <a:pt x="114923" y="8368"/>
                  </a:lnTo>
                  <a:lnTo>
                    <a:pt x="109904" y="10107"/>
                  </a:lnTo>
                  <a:lnTo>
                    <a:pt x="104943" y="12005"/>
                  </a:lnTo>
                  <a:lnTo>
                    <a:pt x="100045" y="14060"/>
                  </a:lnTo>
                  <a:lnTo>
                    <a:pt x="95215" y="16269"/>
                  </a:lnTo>
                  <a:lnTo>
                    <a:pt x="90457" y="18631"/>
                  </a:lnTo>
                  <a:lnTo>
                    <a:pt x="85777" y="21142"/>
                  </a:lnTo>
                  <a:lnTo>
                    <a:pt x="81179" y="23801"/>
                  </a:lnTo>
                  <a:lnTo>
                    <a:pt x="76667" y="26605"/>
                  </a:lnTo>
                  <a:lnTo>
                    <a:pt x="72248" y="29550"/>
                  </a:lnTo>
                  <a:lnTo>
                    <a:pt x="67923" y="32635"/>
                  </a:lnTo>
                  <a:lnTo>
                    <a:pt x="63699" y="35855"/>
                  </a:lnTo>
                  <a:lnTo>
                    <a:pt x="59580" y="39208"/>
                  </a:lnTo>
                  <a:lnTo>
                    <a:pt x="55569" y="42690"/>
                  </a:lnTo>
                  <a:lnTo>
                    <a:pt x="51671" y="46298"/>
                  </a:lnTo>
                  <a:lnTo>
                    <a:pt x="47889" y="50028"/>
                  </a:lnTo>
                  <a:lnTo>
                    <a:pt x="44228" y="53876"/>
                  </a:lnTo>
                  <a:lnTo>
                    <a:pt x="40691" y="57838"/>
                  </a:lnTo>
                  <a:lnTo>
                    <a:pt x="37281" y="61911"/>
                  </a:lnTo>
                  <a:lnTo>
                    <a:pt x="34003" y="66090"/>
                  </a:lnTo>
                  <a:lnTo>
                    <a:pt x="30859" y="70371"/>
                  </a:lnTo>
                  <a:lnTo>
                    <a:pt x="27852" y="74750"/>
                  </a:lnTo>
                  <a:lnTo>
                    <a:pt x="24987" y="79222"/>
                  </a:lnTo>
                  <a:lnTo>
                    <a:pt x="22264" y="83783"/>
                  </a:lnTo>
                  <a:lnTo>
                    <a:pt x="19688" y="88428"/>
                  </a:lnTo>
                  <a:lnTo>
                    <a:pt x="17261" y="93153"/>
                  </a:lnTo>
                  <a:lnTo>
                    <a:pt x="14986" y="97952"/>
                  </a:lnTo>
                  <a:lnTo>
                    <a:pt x="12864" y="102822"/>
                  </a:lnTo>
                  <a:lnTo>
                    <a:pt x="10897" y="107756"/>
                  </a:lnTo>
                  <a:lnTo>
                    <a:pt x="9089" y="112750"/>
                  </a:lnTo>
                  <a:lnTo>
                    <a:pt x="7440" y="117799"/>
                  </a:lnTo>
                  <a:lnTo>
                    <a:pt x="5952" y="122898"/>
                  </a:lnTo>
                  <a:lnTo>
                    <a:pt x="4627" y="128041"/>
                  </a:lnTo>
                  <a:lnTo>
                    <a:pt x="3466" y="133225"/>
                  </a:lnTo>
                  <a:lnTo>
                    <a:pt x="2470" y="138442"/>
                  </a:lnTo>
                  <a:lnTo>
                    <a:pt x="1641" y="143688"/>
                  </a:lnTo>
                  <a:lnTo>
                    <a:pt x="978" y="148958"/>
                  </a:lnTo>
                  <a:lnTo>
                    <a:pt x="484" y="154247"/>
                  </a:lnTo>
                  <a:lnTo>
                    <a:pt x="157" y="159548"/>
                  </a:lnTo>
                  <a:lnTo>
                    <a:pt x="0" y="164858"/>
                  </a:lnTo>
                  <a:lnTo>
                    <a:pt x="11" y="170169"/>
                  </a:lnTo>
                  <a:lnTo>
                    <a:pt x="190" y="175478"/>
                  </a:lnTo>
                  <a:lnTo>
                    <a:pt x="539" y="180778"/>
                  </a:lnTo>
                  <a:lnTo>
                    <a:pt x="1055" y="186064"/>
                  </a:lnTo>
                  <a:lnTo>
                    <a:pt x="1739" y="191331"/>
                  </a:lnTo>
                  <a:lnTo>
                    <a:pt x="2590" y="196574"/>
                  </a:lnTo>
                  <a:lnTo>
                    <a:pt x="3608" y="201787"/>
                  </a:lnTo>
                  <a:lnTo>
                    <a:pt x="4790" y="206966"/>
                  </a:lnTo>
                  <a:lnTo>
                    <a:pt x="6137" y="212104"/>
                  </a:lnTo>
                  <a:lnTo>
                    <a:pt x="7646" y="217196"/>
                  </a:lnTo>
                  <a:lnTo>
                    <a:pt x="9315" y="222239"/>
                  </a:lnTo>
                  <a:lnTo>
                    <a:pt x="11145" y="227225"/>
                  </a:lnTo>
                  <a:lnTo>
                    <a:pt x="13132" y="232151"/>
                  </a:lnTo>
                  <a:lnTo>
                    <a:pt x="15274" y="237012"/>
                  </a:lnTo>
                  <a:lnTo>
                    <a:pt x="17569" y="241801"/>
                  </a:lnTo>
                  <a:lnTo>
                    <a:pt x="20016" y="246516"/>
                  </a:lnTo>
                  <a:lnTo>
                    <a:pt x="22611" y="251150"/>
                  </a:lnTo>
                  <a:lnTo>
                    <a:pt x="25352" y="255700"/>
                  </a:lnTo>
                  <a:lnTo>
                    <a:pt x="28237" y="260160"/>
                  </a:lnTo>
                  <a:lnTo>
                    <a:pt x="31261" y="264527"/>
                  </a:lnTo>
                  <a:lnTo>
                    <a:pt x="34423" y="268795"/>
                  </a:lnTo>
                  <a:lnTo>
                    <a:pt x="37718" y="272960"/>
                  </a:lnTo>
                  <a:lnTo>
                    <a:pt x="41145" y="277019"/>
                  </a:lnTo>
                  <a:lnTo>
                    <a:pt x="44698" y="280966"/>
                  </a:lnTo>
                  <a:lnTo>
                    <a:pt x="48376" y="284799"/>
                  </a:lnTo>
                  <a:lnTo>
                    <a:pt x="52173" y="288513"/>
                  </a:lnTo>
                  <a:lnTo>
                    <a:pt x="56086" y="292105"/>
                  </a:lnTo>
                  <a:lnTo>
                    <a:pt x="60111" y="295570"/>
                  </a:lnTo>
                  <a:lnTo>
                    <a:pt x="64245" y="298906"/>
                  </a:lnTo>
                  <a:lnTo>
                    <a:pt x="68482" y="302109"/>
                  </a:lnTo>
                  <a:lnTo>
                    <a:pt x="72819" y="305176"/>
                  </a:lnTo>
                  <a:lnTo>
                    <a:pt x="77251" y="308103"/>
                  </a:lnTo>
                  <a:lnTo>
                    <a:pt x="81774" y="310888"/>
                  </a:lnTo>
                  <a:lnTo>
                    <a:pt x="86383" y="313528"/>
                  </a:lnTo>
                  <a:lnTo>
                    <a:pt x="91073" y="316020"/>
                  </a:lnTo>
                  <a:lnTo>
                    <a:pt x="95841" y="318362"/>
                  </a:lnTo>
                  <a:lnTo>
                    <a:pt x="100680" y="320551"/>
                  </a:lnTo>
                  <a:lnTo>
                    <a:pt x="105587" y="322585"/>
                  </a:lnTo>
                  <a:lnTo>
                    <a:pt x="110555" y="324463"/>
                  </a:lnTo>
                  <a:lnTo>
                    <a:pt x="115581" y="326181"/>
                  </a:lnTo>
                  <a:lnTo>
                    <a:pt x="120659" y="32773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74547" y="1489739"/>
              <a:ext cx="46491" cy="160572"/>
            </a:xfrm>
            <a:custGeom>
              <a:avLst/>
              <a:pathLst>
                <a:path w="46491" h="160572">
                  <a:moveTo>
                    <a:pt x="0" y="160572"/>
                  </a:moveTo>
                  <a:lnTo>
                    <a:pt x="4649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74547" y="1322630"/>
              <a:ext cx="213648" cy="334275"/>
            </a:xfrm>
            <a:custGeom>
              <a:avLst/>
              <a:pathLst>
                <a:path w="213648" h="334275">
                  <a:moveTo>
                    <a:pt x="0" y="327681"/>
                  </a:moveTo>
                  <a:lnTo>
                    <a:pt x="5120" y="329076"/>
                  </a:lnTo>
                  <a:lnTo>
                    <a:pt x="10282" y="330307"/>
                  </a:lnTo>
                  <a:lnTo>
                    <a:pt x="15481" y="331375"/>
                  </a:lnTo>
                  <a:lnTo>
                    <a:pt x="20710" y="332276"/>
                  </a:lnTo>
                  <a:lnTo>
                    <a:pt x="25966" y="333011"/>
                  </a:lnTo>
                  <a:lnTo>
                    <a:pt x="31243" y="333579"/>
                  </a:lnTo>
                  <a:lnTo>
                    <a:pt x="36535" y="333979"/>
                  </a:lnTo>
                  <a:lnTo>
                    <a:pt x="41837" y="334211"/>
                  </a:lnTo>
                  <a:lnTo>
                    <a:pt x="47143" y="334275"/>
                  </a:lnTo>
                  <a:lnTo>
                    <a:pt x="52449" y="334170"/>
                  </a:lnTo>
                  <a:lnTo>
                    <a:pt x="57749" y="333897"/>
                  </a:lnTo>
                  <a:lnTo>
                    <a:pt x="63038" y="333455"/>
                  </a:lnTo>
                  <a:lnTo>
                    <a:pt x="68310" y="332846"/>
                  </a:lnTo>
                  <a:lnTo>
                    <a:pt x="73560" y="332070"/>
                  </a:lnTo>
                  <a:lnTo>
                    <a:pt x="78782" y="331128"/>
                  </a:lnTo>
                  <a:lnTo>
                    <a:pt x="83972" y="330020"/>
                  </a:lnTo>
                  <a:lnTo>
                    <a:pt x="89125" y="328748"/>
                  </a:lnTo>
                  <a:lnTo>
                    <a:pt x="94234" y="327314"/>
                  </a:lnTo>
                  <a:lnTo>
                    <a:pt x="99295" y="325717"/>
                  </a:lnTo>
                  <a:lnTo>
                    <a:pt x="104303" y="323961"/>
                  </a:lnTo>
                  <a:lnTo>
                    <a:pt x="109253" y="322047"/>
                  </a:lnTo>
                  <a:lnTo>
                    <a:pt x="114140" y="319977"/>
                  </a:lnTo>
                  <a:lnTo>
                    <a:pt x="118958" y="317752"/>
                  </a:lnTo>
                  <a:lnTo>
                    <a:pt x="123703" y="315376"/>
                  </a:lnTo>
                  <a:lnTo>
                    <a:pt x="128371" y="312851"/>
                  </a:lnTo>
                  <a:lnTo>
                    <a:pt x="132956" y="310178"/>
                  </a:lnTo>
                  <a:lnTo>
                    <a:pt x="137453" y="307361"/>
                  </a:lnTo>
                  <a:lnTo>
                    <a:pt x="141860" y="304403"/>
                  </a:lnTo>
                  <a:lnTo>
                    <a:pt x="146170" y="301307"/>
                  </a:lnTo>
                  <a:lnTo>
                    <a:pt x="150379" y="298075"/>
                  </a:lnTo>
                  <a:lnTo>
                    <a:pt x="154484" y="294712"/>
                  </a:lnTo>
                  <a:lnTo>
                    <a:pt x="158480" y="291219"/>
                  </a:lnTo>
                  <a:lnTo>
                    <a:pt x="162363" y="287602"/>
                  </a:lnTo>
                  <a:lnTo>
                    <a:pt x="166130" y="283863"/>
                  </a:lnTo>
                  <a:lnTo>
                    <a:pt x="169775" y="280007"/>
                  </a:lnTo>
                  <a:lnTo>
                    <a:pt x="173297" y="276037"/>
                  </a:lnTo>
                  <a:lnTo>
                    <a:pt x="176691" y="271957"/>
                  </a:lnTo>
                  <a:lnTo>
                    <a:pt x="179953" y="267771"/>
                  </a:lnTo>
                  <a:lnTo>
                    <a:pt x="183081" y="263484"/>
                  </a:lnTo>
                  <a:lnTo>
                    <a:pt x="186072" y="259099"/>
                  </a:lnTo>
                  <a:lnTo>
                    <a:pt x="188921" y="254623"/>
                  </a:lnTo>
                  <a:lnTo>
                    <a:pt x="191627" y="250057"/>
                  </a:lnTo>
                  <a:lnTo>
                    <a:pt x="194187" y="245409"/>
                  </a:lnTo>
                  <a:lnTo>
                    <a:pt x="196598" y="240681"/>
                  </a:lnTo>
                  <a:lnTo>
                    <a:pt x="198858" y="235879"/>
                  </a:lnTo>
                  <a:lnTo>
                    <a:pt x="200964" y="231008"/>
                  </a:lnTo>
                  <a:lnTo>
                    <a:pt x="202915" y="226072"/>
                  </a:lnTo>
                  <a:lnTo>
                    <a:pt x="204707" y="221077"/>
                  </a:lnTo>
                  <a:lnTo>
                    <a:pt x="206341" y="216028"/>
                  </a:lnTo>
                  <a:lnTo>
                    <a:pt x="207813" y="210929"/>
                  </a:lnTo>
                  <a:lnTo>
                    <a:pt x="209123" y="205786"/>
                  </a:lnTo>
                  <a:lnTo>
                    <a:pt x="210269" y="200605"/>
                  </a:lnTo>
                  <a:lnTo>
                    <a:pt x="211249" y="195389"/>
                  </a:lnTo>
                  <a:lnTo>
                    <a:pt x="212064" y="190145"/>
                  </a:lnTo>
                  <a:lnTo>
                    <a:pt x="212712" y="184878"/>
                  </a:lnTo>
                  <a:lnTo>
                    <a:pt x="213192" y="179592"/>
                  </a:lnTo>
                  <a:lnTo>
                    <a:pt x="213504" y="174295"/>
                  </a:lnTo>
                  <a:lnTo>
                    <a:pt x="213648" y="168990"/>
                  </a:lnTo>
                  <a:lnTo>
                    <a:pt x="213624" y="163683"/>
                  </a:lnTo>
                  <a:lnTo>
                    <a:pt x="213431" y="158379"/>
                  </a:lnTo>
                  <a:lnTo>
                    <a:pt x="213069" y="153084"/>
                  </a:lnTo>
                  <a:lnTo>
                    <a:pt x="212540" y="147804"/>
                  </a:lnTo>
                  <a:lnTo>
                    <a:pt x="211844" y="142543"/>
                  </a:lnTo>
                  <a:lnTo>
                    <a:pt x="210981" y="137306"/>
                  </a:lnTo>
                  <a:lnTo>
                    <a:pt x="209952" y="132100"/>
                  </a:lnTo>
                  <a:lnTo>
                    <a:pt x="208758" y="126929"/>
                  </a:lnTo>
                  <a:lnTo>
                    <a:pt x="207401" y="121799"/>
                  </a:lnTo>
                  <a:lnTo>
                    <a:pt x="205882" y="116714"/>
                  </a:lnTo>
                  <a:lnTo>
                    <a:pt x="204202" y="111680"/>
                  </a:lnTo>
                  <a:lnTo>
                    <a:pt x="202363" y="106702"/>
                  </a:lnTo>
                  <a:lnTo>
                    <a:pt x="200367" y="101784"/>
                  </a:lnTo>
                  <a:lnTo>
                    <a:pt x="198216" y="96933"/>
                  </a:lnTo>
                  <a:lnTo>
                    <a:pt x="195912" y="92152"/>
                  </a:lnTo>
                  <a:lnTo>
                    <a:pt x="193457" y="87447"/>
                  </a:lnTo>
                  <a:lnTo>
                    <a:pt x="190854" y="82822"/>
                  </a:lnTo>
                  <a:lnTo>
                    <a:pt x="188106" y="78282"/>
                  </a:lnTo>
                  <a:lnTo>
                    <a:pt x="185215" y="73831"/>
                  </a:lnTo>
                  <a:lnTo>
                    <a:pt x="182184" y="69475"/>
                  </a:lnTo>
                  <a:lnTo>
                    <a:pt x="179017" y="65217"/>
                  </a:lnTo>
                  <a:lnTo>
                    <a:pt x="175716" y="61062"/>
                  </a:lnTo>
                  <a:lnTo>
                    <a:pt x="172285" y="57013"/>
                  </a:lnTo>
                  <a:lnTo>
                    <a:pt x="168726" y="53076"/>
                  </a:lnTo>
                  <a:lnTo>
                    <a:pt x="165045" y="49253"/>
                  </a:lnTo>
                  <a:lnTo>
                    <a:pt x="161244" y="45549"/>
                  </a:lnTo>
                  <a:lnTo>
                    <a:pt x="157328" y="41968"/>
                  </a:lnTo>
                  <a:lnTo>
                    <a:pt x="153300" y="38513"/>
                  </a:lnTo>
                  <a:lnTo>
                    <a:pt x="149164" y="35187"/>
                  </a:lnTo>
                  <a:lnTo>
                    <a:pt x="144925" y="31995"/>
                  </a:lnTo>
                  <a:lnTo>
                    <a:pt x="140586" y="28938"/>
                  </a:lnTo>
                  <a:lnTo>
                    <a:pt x="136153" y="26021"/>
                  </a:lnTo>
                  <a:lnTo>
                    <a:pt x="131629" y="23246"/>
                  </a:lnTo>
                  <a:lnTo>
                    <a:pt x="127020" y="20616"/>
                  </a:lnTo>
                  <a:lnTo>
                    <a:pt x="122329" y="18134"/>
                  </a:lnTo>
                  <a:lnTo>
                    <a:pt x="117562" y="15801"/>
                  </a:lnTo>
                  <a:lnTo>
                    <a:pt x="112723" y="13622"/>
                  </a:lnTo>
                  <a:lnTo>
                    <a:pt x="107818" y="11597"/>
                  </a:lnTo>
                  <a:lnTo>
                    <a:pt x="102851" y="9728"/>
                  </a:lnTo>
                  <a:lnTo>
                    <a:pt x="97827" y="8019"/>
                  </a:lnTo>
                  <a:lnTo>
                    <a:pt x="92751" y="6469"/>
                  </a:lnTo>
                  <a:lnTo>
                    <a:pt x="87629" y="5082"/>
                  </a:lnTo>
                  <a:lnTo>
                    <a:pt x="82465" y="3858"/>
                  </a:lnTo>
                  <a:lnTo>
                    <a:pt x="77265" y="2798"/>
                  </a:lnTo>
                  <a:lnTo>
                    <a:pt x="72033" y="1904"/>
                  </a:lnTo>
                  <a:lnTo>
                    <a:pt x="66776" y="1177"/>
                  </a:lnTo>
                  <a:lnTo>
                    <a:pt x="61499" y="616"/>
                  </a:lnTo>
                  <a:lnTo>
                    <a:pt x="56207" y="224"/>
                  </a:lnTo>
                  <a:lnTo>
                    <a:pt x="50904" y="0"/>
                  </a:lnTo>
                  <a:lnTo>
                    <a:pt x="46491" y="1671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4413" cy="167167"/>
            </a:xfrm>
            <a:custGeom>
              <a:avLst/>
              <a:pathLst>
                <a:path w="4413" h="167167">
                  <a:moveTo>
                    <a:pt x="4413" y="5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2" y="1071028"/>
              <a:ext cx="167165" cy="286465"/>
            </a:xfrm>
            <a:custGeom>
              <a:avLst/>
              <a:pathLst>
                <a:path w="167165" h="286465">
                  <a:moveTo>
                    <a:pt x="167165" y="0"/>
                  </a:moveTo>
                  <a:lnTo>
                    <a:pt x="161823" y="85"/>
                  </a:lnTo>
                  <a:lnTo>
                    <a:pt x="156485" y="341"/>
                  </a:lnTo>
                  <a:lnTo>
                    <a:pt x="151159" y="768"/>
                  </a:lnTo>
                  <a:lnTo>
                    <a:pt x="145849" y="1364"/>
                  </a:lnTo>
                  <a:lnTo>
                    <a:pt x="140561" y="2130"/>
                  </a:lnTo>
                  <a:lnTo>
                    <a:pt x="135299" y="3065"/>
                  </a:lnTo>
                  <a:lnTo>
                    <a:pt x="130071" y="4167"/>
                  </a:lnTo>
                  <a:lnTo>
                    <a:pt x="124880" y="5436"/>
                  </a:lnTo>
                  <a:lnTo>
                    <a:pt x="119733" y="6870"/>
                  </a:lnTo>
                  <a:lnTo>
                    <a:pt x="114634" y="8468"/>
                  </a:lnTo>
                  <a:lnTo>
                    <a:pt x="109589" y="10228"/>
                  </a:lnTo>
                  <a:lnTo>
                    <a:pt x="104602" y="12148"/>
                  </a:lnTo>
                  <a:lnTo>
                    <a:pt x="99680" y="14227"/>
                  </a:lnTo>
                  <a:lnTo>
                    <a:pt x="94826" y="16462"/>
                  </a:lnTo>
                  <a:lnTo>
                    <a:pt x="90047" y="18851"/>
                  </a:lnTo>
                  <a:lnTo>
                    <a:pt x="85346" y="21391"/>
                  </a:lnTo>
                  <a:lnTo>
                    <a:pt x="80728" y="24081"/>
                  </a:lnTo>
                  <a:lnTo>
                    <a:pt x="76199" y="26917"/>
                  </a:lnTo>
                  <a:lnTo>
                    <a:pt x="71763" y="29896"/>
                  </a:lnTo>
                  <a:lnTo>
                    <a:pt x="67425" y="33015"/>
                  </a:lnTo>
                  <a:lnTo>
                    <a:pt x="63188" y="36271"/>
                  </a:lnTo>
                  <a:lnTo>
                    <a:pt x="59058" y="39661"/>
                  </a:lnTo>
                  <a:lnTo>
                    <a:pt x="55038" y="43181"/>
                  </a:lnTo>
                  <a:lnTo>
                    <a:pt x="51133" y="46828"/>
                  </a:lnTo>
                  <a:lnTo>
                    <a:pt x="47346" y="50598"/>
                  </a:lnTo>
                  <a:lnTo>
                    <a:pt x="43681" y="54487"/>
                  </a:lnTo>
                  <a:lnTo>
                    <a:pt x="40143" y="58491"/>
                  </a:lnTo>
                  <a:lnTo>
                    <a:pt x="36735" y="62607"/>
                  </a:lnTo>
                  <a:lnTo>
                    <a:pt x="33460" y="66829"/>
                  </a:lnTo>
                  <a:lnTo>
                    <a:pt x="30321" y="71153"/>
                  </a:lnTo>
                  <a:lnTo>
                    <a:pt x="27322" y="75576"/>
                  </a:lnTo>
                  <a:lnTo>
                    <a:pt x="24466" y="80092"/>
                  </a:lnTo>
                  <a:lnTo>
                    <a:pt x="21756" y="84697"/>
                  </a:lnTo>
                  <a:lnTo>
                    <a:pt x="19195" y="89387"/>
                  </a:lnTo>
                  <a:lnTo>
                    <a:pt x="16785" y="94156"/>
                  </a:lnTo>
                  <a:lnTo>
                    <a:pt x="14528" y="98999"/>
                  </a:lnTo>
                  <a:lnTo>
                    <a:pt x="12427" y="103913"/>
                  </a:lnTo>
                  <a:lnTo>
                    <a:pt x="10485" y="108890"/>
                  </a:lnTo>
                  <a:lnTo>
                    <a:pt x="8702" y="113928"/>
                  </a:lnTo>
                  <a:lnTo>
                    <a:pt x="7082" y="119020"/>
                  </a:lnTo>
                  <a:lnTo>
                    <a:pt x="5625" y="124160"/>
                  </a:lnTo>
                  <a:lnTo>
                    <a:pt x="4333" y="129345"/>
                  </a:lnTo>
                  <a:lnTo>
                    <a:pt x="3207" y="134569"/>
                  </a:lnTo>
                  <a:lnTo>
                    <a:pt x="2249" y="139826"/>
                  </a:lnTo>
                  <a:lnTo>
                    <a:pt x="1459" y="145111"/>
                  </a:lnTo>
                  <a:lnTo>
                    <a:pt x="839" y="150418"/>
                  </a:lnTo>
                  <a:lnTo>
                    <a:pt x="389" y="155742"/>
                  </a:lnTo>
                  <a:lnTo>
                    <a:pt x="109" y="161078"/>
                  </a:lnTo>
                  <a:lnTo>
                    <a:pt x="0" y="166421"/>
                  </a:lnTo>
                  <a:lnTo>
                    <a:pt x="61" y="171764"/>
                  </a:lnTo>
                  <a:lnTo>
                    <a:pt x="293" y="177102"/>
                  </a:lnTo>
                  <a:lnTo>
                    <a:pt x="696" y="182430"/>
                  </a:lnTo>
                  <a:lnTo>
                    <a:pt x="1269" y="187743"/>
                  </a:lnTo>
                  <a:lnTo>
                    <a:pt x="2011" y="193035"/>
                  </a:lnTo>
                  <a:lnTo>
                    <a:pt x="2922" y="198300"/>
                  </a:lnTo>
                  <a:lnTo>
                    <a:pt x="4001" y="203533"/>
                  </a:lnTo>
                  <a:lnTo>
                    <a:pt x="5247" y="208729"/>
                  </a:lnTo>
                  <a:lnTo>
                    <a:pt x="6658" y="213883"/>
                  </a:lnTo>
                  <a:lnTo>
                    <a:pt x="8233" y="218989"/>
                  </a:lnTo>
                  <a:lnTo>
                    <a:pt x="9971" y="224042"/>
                  </a:lnTo>
                  <a:lnTo>
                    <a:pt x="11869" y="229037"/>
                  </a:lnTo>
                  <a:lnTo>
                    <a:pt x="13925" y="233969"/>
                  </a:lnTo>
                  <a:lnTo>
                    <a:pt x="16139" y="238833"/>
                  </a:lnTo>
                  <a:lnTo>
                    <a:pt x="18506" y="243623"/>
                  </a:lnTo>
                  <a:lnTo>
                    <a:pt x="21026" y="248335"/>
                  </a:lnTo>
                  <a:lnTo>
                    <a:pt x="23695" y="252964"/>
                  </a:lnTo>
                  <a:lnTo>
                    <a:pt x="26510" y="257506"/>
                  </a:lnTo>
                  <a:lnTo>
                    <a:pt x="29469" y="261955"/>
                  </a:lnTo>
                  <a:lnTo>
                    <a:pt x="32569" y="266307"/>
                  </a:lnTo>
                  <a:lnTo>
                    <a:pt x="35806" y="270559"/>
                  </a:lnTo>
                  <a:lnTo>
                    <a:pt x="39178" y="274704"/>
                  </a:lnTo>
                  <a:lnTo>
                    <a:pt x="42680" y="278740"/>
                  </a:lnTo>
                  <a:lnTo>
                    <a:pt x="46310" y="282661"/>
                  </a:lnTo>
                  <a:lnTo>
                    <a:pt x="50063" y="28646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8156" y="1238196"/>
              <a:ext cx="117102" cy="119297"/>
            </a:xfrm>
            <a:custGeom>
              <a:avLst/>
              <a:pathLst>
                <a:path w="117102" h="119297">
                  <a:moveTo>
                    <a:pt x="0" y="119297"/>
                  </a:moveTo>
                  <a:lnTo>
                    <a:pt x="1171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8156" y="1135269"/>
              <a:ext cx="284262" cy="270089"/>
            </a:xfrm>
            <a:custGeom>
              <a:avLst/>
              <a:pathLst>
                <a:path w="284262" h="270089">
                  <a:moveTo>
                    <a:pt x="0" y="222224"/>
                  </a:moveTo>
                  <a:lnTo>
                    <a:pt x="3879" y="225912"/>
                  </a:lnTo>
                  <a:lnTo>
                    <a:pt x="7875" y="229474"/>
                  </a:lnTo>
                  <a:lnTo>
                    <a:pt x="11983" y="232907"/>
                  </a:lnTo>
                  <a:lnTo>
                    <a:pt x="16198" y="236206"/>
                  </a:lnTo>
                  <a:lnTo>
                    <a:pt x="20517" y="239368"/>
                  </a:lnTo>
                  <a:lnTo>
                    <a:pt x="24936" y="242391"/>
                  </a:lnTo>
                  <a:lnTo>
                    <a:pt x="29448" y="245270"/>
                  </a:lnTo>
                  <a:lnTo>
                    <a:pt x="34051" y="248004"/>
                  </a:lnTo>
                  <a:lnTo>
                    <a:pt x="38738" y="250588"/>
                  </a:lnTo>
                  <a:lnTo>
                    <a:pt x="43506" y="253022"/>
                  </a:lnTo>
                  <a:lnTo>
                    <a:pt x="48350" y="255301"/>
                  </a:lnTo>
                  <a:lnTo>
                    <a:pt x="53264" y="257424"/>
                  </a:lnTo>
                  <a:lnTo>
                    <a:pt x="58243" y="259389"/>
                  </a:lnTo>
                  <a:lnTo>
                    <a:pt x="63283" y="261193"/>
                  </a:lnTo>
                  <a:lnTo>
                    <a:pt x="68378" y="262835"/>
                  </a:lnTo>
                  <a:lnTo>
                    <a:pt x="73523" y="264313"/>
                  </a:lnTo>
                  <a:lnTo>
                    <a:pt x="78712" y="265626"/>
                  </a:lnTo>
                  <a:lnTo>
                    <a:pt x="83941" y="266772"/>
                  </a:lnTo>
                  <a:lnTo>
                    <a:pt x="89204" y="267749"/>
                  </a:lnTo>
                  <a:lnTo>
                    <a:pt x="94496" y="268558"/>
                  </a:lnTo>
                  <a:lnTo>
                    <a:pt x="99811" y="269197"/>
                  </a:lnTo>
                  <a:lnTo>
                    <a:pt x="105143" y="269665"/>
                  </a:lnTo>
                  <a:lnTo>
                    <a:pt x="110488" y="269963"/>
                  </a:lnTo>
                  <a:lnTo>
                    <a:pt x="115840" y="270089"/>
                  </a:lnTo>
                  <a:lnTo>
                    <a:pt x="121192" y="270044"/>
                  </a:lnTo>
                  <a:lnTo>
                    <a:pt x="126541" y="269827"/>
                  </a:lnTo>
                  <a:lnTo>
                    <a:pt x="131880" y="269439"/>
                  </a:lnTo>
                  <a:lnTo>
                    <a:pt x="137204" y="268881"/>
                  </a:lnTo>
                  <a:lnTo>
                    <a:pt x="142507" y="268152"/>
                  </a:lnTo>
                  <a:lnTo>
                    <a:pt x="147784" y="267254"/>
                  </a:lnTo>
                  <a:lnTo>
                    <a:pt x="153030" y="266187"/>
                  </a:lnTo>
                  <a:lnTo>
                    <a:pt x="158239" y="264953"/>
                  </a:lnTo>
                  <a:lnTo>
                    <a:pt x="163405" y="263553"/>
                  </a:lnTo>
                  <a:lnTo>
                    <a:pt x="168525" y="261988"/>
                  </a:lnTo>
                  <a:lnTo>
                    <a:pt x="173591" y="260260"/>
                  </a:lnTo>
                  <a:lnTo>
                    <a:pt x="178600" y="258371"/>
                  </a:lnTo>
                  <a:lnTo>
                    <a:pt x="183545" y="256322"/>
                  </a:lnTo>
                  <a:lnTo>
                    <a:pt x="188422" y="254116"/>
                  </a:lnTo>
                  <a:lnTo>
                    <a:pt x="193227" y="251755"/>
                  </a:lnTo>
                  <a:lnTo>
                    <a:pt x="197953" y="249241"/>
                  </a:lnTo>
                  <a:lnTo>
                    <a:pt x="202596" y="246577"/>
                  </a:lnTo>
                  <a:lnTo>
                    <a:pt x="207152" y="243767"/>
                  </a:lnTo>
                  <a:lnTo>
                    <a:pt x="211615" y="240811"/>
                  </a:lnTo>
                  <a:lnTo>
                    <a:pt x="215981" y="237714"/>
                  </a:lnTo>
                  <a:lnTo>
                    <a:pt x="220246" y="234479"/>
                  </a:lnTo>
                  <a:lnTo>
                    <a:pt x="224405" y="231109"/>
                  </a:lnTo>
                  <a:lnTo>
                    <a:pt x="228454" y="227608"/>
                  </a:lnTo>
                  <a:lnTo>
                    <a:pt x="232389" y="223979"/>
                  </a:lnTo>
                  <a:lnTo>
                    <a:pt x="236206" y="220226"/>
                  </a:lnTo>
                  <a:lnTo>
                    <a:pt x="239901" y="216352"/>
                  </a:lnTo>
                  <a:lnTo>
                    <a:pt x="243469" y="212362"/>
                  </a:lnTo>
                  <a:lnTo>
                    <a:pt x="246908" y="208260"/>
                  </a:lnTo>
                  <a:lnTo>
                    <a:pt x="250215" y="204050"/>
                  </a:lnTo>
                  <a:lnTo>
                    <a:pt x="253384" y="199736"/>
                  </a:lnTo>
                  <a:lnTo>
                    <a:pt x="256414" y="195323"/>
                  </a:lnTo>
                  <a:lnTo>
                    <a:pt x="259301" y="190815"/>
                  </a:lnTo>
                  <a:lnTo>
                    <a:pt x="262042" y="186217"/>
                  </a:lnTo>
                  <a:lnTo>
                    <a:pt x="264634" y="181534"/>
                  </a:lnTo>
                  <a:lnTo>
                    <a:pt x="267076" y="176770"/>
                  </a:lnTo>
                  <a:lnTo>
                    <a:pt x="269363" y="171930"/>
                  </a:lnTo>
                  <a:lnTo>
                    <a:pt x="271494" y="167020"/>
                  </a:lnTo>
                  <a:lnTo>
                    <a:pt x="273467" y="162043"/>
                  </a:lnTo>
                  <a:lnTo>
                    <a:pt x="275280" y="157007"/>
                  </a:lnTo>
                  <a:lnTo>
                    <a:pt x="276930" y="151914"/>
                  </a:lnTo>
                  <a:lnTo>
                    <a:pt x="278417" y="146772"/>
                  </a:lnTo>
                  <a:lnTo>
                    <a:pt x="279738" y="141584"/>
                  </a:lnTo>
                  <a:lnTo>
                    <a:pt x="280892" y="136357"/>
                  </a:lnTo>
                  <a:lnTo>
                    <a:pt x="281879" y="131096"/>
                  </a:lnTo>
                  <a:lnTo>
                    <a:pt x="282696" y="125806"/>
                  </a:lnTo>
                  <a:lnTo>
                    <a:pt x="283344" y="120492"/>
                  </a:lnTo>
                  <a:lnTo>
                    <a:pt x="283821" y="115160"/>
                  </a:lnTo>
                  <a:lnTo>
                    <a:pt x="284127" y="109816"/>
                  </a:lnTo>
                  <a:lnTo>
                    <a:pt x="284262" y="104465"/>
                  </a:lnTo>
                  <a:lnTo>
                    <a:pt x="284226" y="99112"/>
                  </a:lnTo>
                  <a:lnTo>
                    <a:pt x="284018" y="93763"/>
                  </a:lnTo>
                  <a:lnTo>
                    <a:pt x="283639" y="88423"/>
                  </a:lnTo>
                  <a:lnTo>
                    <a:pt x="283089" y="83098"/>
                  </a:lnTo>
                  <a:lnTo>
                    <a:pt x="282369" y="77794"/>
                  </a:lnTo>
                  <a:lnTo>
                    <a:pt x="281480" y="72515"/>
                  </a:lnTo>
                  <a:lnTo>
                    <a:pt x="280422" y="67268"/>
                  </a:lnTo>
                  <a:lnTo>
                    <a:pt x="279197" y="62057"/>
                  </a:lnTo>
                  <a:lnTo>
                    <a:pt x="277805" y="56888"/>
                  </a:lnTo>
                  <a:lnTo>
                    <a:pt x="276248" y="51766"/>
                  </a:lnTo>
                  <a:lnTo>
                    <a:pt x="274529" y="46697"/>
                  </a:lnTo>
                  <a:lnTo>
                    <a:pt x="272648" y="41685"/>
                  </a:lnTo>
                  <a:lnTo>
                    <a:pt x="270607" y="36737"/>
                  </a:lnTo>
                  <a:lnTo>
                    <a:pt x="268409" y="31856"/>
                  </a:lnTo>
                  <a:lnTo>
                    <a:pt x="266056" y="27047"/>
                  </a:lnTo>
                  <a:lnTo>
                    <a:pt x="263550" y="22317"/>
                  </a:lnTo>
                  <a:lnTo>
                    <a:pt x="260894" y="17670"/>
                  </a:lnTo>
                  <a:lnTo>
                    <a:pt x="258091" y="13109"/>
                  </a:lnTo>
                  <a:lnTo>
                    <a:pt x="255143" y="8641"/>
                  </a:lnTo>
                  <a:lnTo>
                    <a:pt x="252053" y="4270"/>
                  </a:lnTo>
                  <a:lnTo>
                    <a:pt x="248825" y="0"/>
                  </a:lnTo>
                  <a:lnTo>
                    <a:pt x="117102" y="1029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1723" cy="167167"/>
            </a:xfrm>
            <a:custGeom>
              <a:avLst/>
              <a:pathLst>
                <a:path w="131723" h="167167">
                  <a:moveTo>
                    <a:pt x="131723" y="64240"/>
                  </a:moveTo>
                  <a:lnTo>
                    <a:pt x="128190" y="59872"/>
                  </a:lnTo>
                  <a:lnTo>
                    <a:pt x="124512" y="55625"/>
                  </a:lnTo>
                  <a:lnTo>
                    <a:pt x="120693" y="51503"/>
                  </a:lnTo>
                  <a:lnTo>
                    <a:pt x="116738" y="47513"/>
                  </a:lnTo>
                  <a:lnTo>
                    <a:pt x="112651" y="43657"/>
                  </a:lnTo>
                  <a:lnTo>
                    <a:pt x="108437" y="39941"/>
                  </a:lnTo>
                  <a:lnTo>
                    <a:pt x="104100" y="36369"/>
                  </a:lnTo>
                  <a:lnTo>
                    <a:pt x="99646" y="32945"/>
                  </a:lnTo>
                  <a:lnTo>
                    <a:pt x="95079" y="29672"/>
                  </a:lnTo>
                  <a:lnTo>
                    <a:pt x="90405" y="26554"/>
                  </a:lnTo>
                  <a:lnTo>
                    <a:pt x="85628" y="23596"/>
                  </a:lnTo>
                  <a:lnTo>
                    <a:pt x="80755" y="20799"/>
                  </a:lnTo>
                  <a:lnTo>
                    <a:pt x="75791" y="18168"/>
                  </a:lnTo>
                  <a:lnTo>
                    <a:pt x="70741" y="15705"/>
                  </a:lnTo>
                  <a:lnTo>
                    <a:pt x="65611" y="13414"/>
                  </a:lnTo>
                  <a:lnTo>
                    <a:pt x="60407" y="11296"/>
                  </a:lnTo>
                  <a:lnTo>
                    <a:pt x="55135" y="9354"/>
                  </a:lnTo>
                  <a:lnTo>
                    <a:pt x="49800" y="7590"/>
                  </a:lnTo>
                  <a:lnTo>
                    <a:pt x="44410" y="6007"/>
                  </a:lnTo>
                  <a:lnTo>
                    <a:pt x="38969" y="4605"/>
                  </a:lnTo>
                  <a:lnTo>
                    <a:pt x="33484" y="3387"/>
                  </a:lnTo>
                  <a:lnTo>
                    <a:pt x="27961" y="2355"/>
                  </a:lnTo>
                  <a:lnTo>
                    <a:pt x="22407" y="1508"/>
                  </a:lnTo>
                  <a:lnTo>
                    <a:pt x="16827" y="849"/>
                  </a:lnTo>
                  <a:lnTo>
                    <a:pt x="11229" y="377"/>
                  </a:lnTo>
                  <a:lnTo>
                    <a:pt x="5617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9006" y="941493"/>
              <a:ext cx="84537" cy="167167"/>
            </a:xfrm>
            <a:custGeom>
              <a:avLst/>
              <a:pathLst>
                <a:path w="84537" h="167167">
                  <a:moveTo>
                    <a:pt x="84537" y="0"/>
                  </a:moveTo>
                  <a:lnTo>
                    <a:pt x="78629" y="104"/>
                  </a:lnTo>
                  <a:lnTo>
                    <a:pt x="72729" y="417"/>
                  </a:lnTo>
                  <a:lnTo>
                    <a:pt x="66844" y="938"/>
                  </a:lnTo>
                  <a:lnTo>
                    <a:pt x="60980" y="1668"/>
                  </a:lnTo>
                  <a:lnTo>
                    <a:pt x="55147" y="2603"/>
                  </a:lnTo>
                  <a:lnTo>
                    <a:pt x="49349" y="3745"/>
                  </a:lnTo>
                  <a:lnTo>
                    <a:pt x="43596" y="5090"/>
                  </a:lnTo>
                  <a:lnTo>
                    <a:pt x="37894" y="6638"/>
                  </a:lnTo>
                  <a:lnTo>
                    <a:pt x="32250" y="8387"/>
                  </a:lnTo>
                  <a:lnTo>
                    <a:pt x="26672" y="10334"/>
                  </a:lnTo>
                  <a:lnTo>
                    <a:pt x="21165" y="12477"/>
                  </a:lnTo>
                  <a:lnTo>
                    <a:pt x="15738" y="14813"/>
                  </a:lnTo>
                  <a:lnTo>
                    <a:pt x="10397" y="17340"/>
                  </a:lnTo>
                  <a:lnTo>
                    <a:pt x="5149" y="20053"/>
                  </a:lnTo>
                  <a:lnTo>
                    <a:pt x="0" y="22951"/>
                  </a:lnTo>
                  <a:lnTo>
                    <a:pt x="8453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9006" y="964444"/>
              <a:ext cx="84537" cy="144216"/>
            </a:xfrm>
            <a:custGeom>
              <a:avLst/>
              <a:pathLst>
                <a:path w="84537" h="144216">
                  <a:moveTo>
                    <a:pt x="0" y="0"/>
                  </a:moveTo>
                  <a:lnTo>
                    <a:pt x="84537" y="1442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78" y="949155"/>
              <a:ext cx="334332" cy="326657"/>
            </a:xfrm>
            <a:custGeom>
              <a:avLst/>
              <a:pathLst>
                <a:path w="334332" h="326657">
                  <a:moveTo>
                    <a:pt x="82627" y="15289"/>
                  </a:moveTo>
                  <a:lnTo>
                    <a:pt x="78102" y="18039"/>
                  </a:lnTo>
                  <a:lnTo>
                    <a:pt x="73666" y="20931"/>
                  </a:lnTo>
                  <a:lnTo>
                    <a:pt x="69323" y="23962"/>
                  </a:lnTo>
                  <a:lnTo>
                    <a:pt x="65079" y="27129"/>
                  </a:lnTo>
                  <a:lnTo>
                    <a:pt x="60937" y="30429"/>
                  </a:lnTo>
                  <a:lnTo>
                    <a:pt x="56902" y="33859"/>
                  </a:lnTo>
                  <a:lnTo>
                    <a:pt x="52977" y="37414"/>
                  </a:lnTo>
                  <a:lnTo>
                    <a:pt x="49167" y="41093"/>
                  </a:lnTo>
                  <a:lnTo>
                    <a:pt x="45476" y="44890"/>
                  </a:lnTo>
                  <a:lnTo>
                    <a:pt x="41906" y="48802"/>
                  </a:lnTo>
                  <a:lnTo>
                    <a:pt x="38463" y="52825"/>
                  </a:lnTo>
                  <a:lnTo>
                    <a:pt x="35148" y="56955"/>
                  </a:lnTo>
                  <a:lnTo>
                    <a:pt x="31966" y="61188"/>
                  </a:lnTo>
                  <a:lnTo>
                    <a:pt x="28920" y="65520"/>
                  </a:lnTo>
                  <a:lnTo>
                    <a:pt x="26012" y="69946"/>
                  </a:lnTo>
                  <a:lnTo>
                    <a:pt x="23246" y="74462"/>
                  </a:lnTo>
                  <a:lnTo>
                    <a:pt x="20625" y="79063"/>
                  </a:lnTo>
                  <a:lnTo>
                    <a:pt x="18150" y="83745"/>
                  </a:lnTo>
                  <a:lnTo>
                    <a:pt x="15825" y="88503"/>
                  </a:lnTo>
                  <a:lnTo>
                    <a:pt x="13652" y="93333"/>
                  </a:lnTo>
                  <a:lnTo>
                    <a:pt x="11633" y="98229"/>
                  </a:lnTo>
                  <a:lnTo>
                    <a:pt x="9770" y="103186"/>
                  </a:lnTo>
                  <a:lnTo>
                    <a:pt x="8065" y="108200"/>
                  </a:lnTo>
                  <a:lnTo>
                    <a:pt x="6520" y="113265"/>
                  </a:lnTo>
                  <a:lnTo>
                    <a:pt x="5136" y="118377"/>
                  </a:lnTo>
                  <a:lnTo>
                    <a:pt x="3915" y="123529"/>
                  </a:lnTo>
                  <a:lnTo>
                    <a:pt x="2857" y="128718"/>
                  </a:lnTo>
                  <a:lnTo>
                    <a:pt x="1964" y="133938"/>
                  </a:lnTo>
                  <a:lnTo>
                    <a:pt x="1237" y="139184"/>
                  </a:lnTo>
                  <a:lnTo>
                    <a:pt x="677" y="144450"/>
                  </a:lnTo>
                  <a:lnTo>
                    <a:pt x="283" y="149731"/>
                  </a:lnTo>
                  <a:lnTo>
                    <a:pt x="58" y="155022"/>
                  </a:lnTo>
                  <a:lnTo>
                    <a:pt x="0" y="160317"/>
                  </a:lnTo>
                  <a:lnTo>
                    <a:pt x="109" y="165612"/>
                  </a:lnTo>
                  <a:lnTo>
                    <a:pt x="386" y="170901"/>
                  </a:lnTo>
                  <a:lnTo>
                    <a:pt x="831" y="176178"/>
                  </a:lnTo>
                  <a:lnTo>
                    <a:pt x="1443" y="181438"/>
                  </a:lnTo>
                  <a:lnTo>
                    <a:pt x="2220" y="186676"/>
                  </a:lnTo>
                  <a:lnTo>
                    <a:pt x="3164" y="191887"/>
                  </a:lnTo>
                  <a:lnTo>
                    <a:pt x="4272" y="197066"/>
                  </a:lnTo>
                  <a:lnTo>
                    <a:pt x="5543" y="202207"/>
                  </a:lnTo>
                  <a:lnTo>
                    <a:pt x="6977" y="207304"/>
                  </a:lnTo>
                  <a:lnTo>
                    <a:pt x="8572" y="212354"/>
                  </a:lnTo>
                  <a:lnTo>
                    <a:pt x="10325" y="217351"/>
                  </a:lnTo>
                  <a:lnTo>
                    <a:pt x="12236" y="222290"/>
                  </a:lnTo>
                  <a:lnTo>
                    <a:pt x="14303" y="227166"/>
                  </a:lnTo>
                  <a:lnTo>
                    <a:pt x="16522" y="231974"/>
                  </a:lnTo>
                  <a:lnTo>
                    <a:pt x="18894" y="236710"/>
                  </a:lnTo>
                  <a:lnTo>
                    <a:pt x="21413" y="241367"/>
                  </a:lnTo>
                  <a:lnTo>
                    <a:pt x="24080" y="245943"/>
                  </a:lnTo>
                  <a:lnTo>
                    <a:pt x="26889" y="250432"/>
                  </a:lnTo>
                  <a:lnTo>
                    <a:pt x="29840" y="254829"/>
                  </a:lnTo>
                  <a:lnTo>
                    <a:pt x="32928" y="259131"/>
                  </a:lnTo>
                  <a:lnTo>
                    <a:pt x="36151" y="263333"/>
                  </a:lnTo>
                  <a:lnTo>
                    <a:pt x="39506" y="267431"/>
                  </a:lnTo>
                  <a:lnTo>
                    <a:pt x="42988" y="271421"/>
                  </a:lnTo>
                  <a:lnTo>
                    <a:pt x="46596" y="275298"/>
                  </a:lnTo>
                  <a:lnTo>
                    <a:pt x="50324" y="279059"/>
                  </a:lnTo>
                  <a:lnTo>
                    <a:pt x="54169" y="282700"/>
                  </a:lnTo>
                  <a:lnTo>
                    <a:pt x="58128" y="286217"/>
                  </a:lnTo>
                  <a:lnTo>
                    <a:pt x="62197" y="289607"/>
                  </a:lnTo>
                  <a:lnTo>
                    <a:pt x="66370" y="292867"/>
                  </a:lnTo>
                  <a:lnTo>
                    <a:pt x="70645" y="295993"/>
                  </a:lnTo>
                  <a:lnTo>
                    <a:pt x="75017" y="298982"/>
                  </a:lnTo>
                  <a:lnTo>
                    <a:pt x="79481" y="301830"/>
                  </a:lnTo>
                  <a:lnTo>
                    <a:pt x="84033" y="304536"/>
                  </a:lnTo>
                  <a:lnTo>
                    <a:pt x="88669" y="307097"/>
                  </a:lnTo>
                  <a:lnTo>
                    <a:pt x="93383" y="309509"/>
                  </a:lnTo>
                  <a:lnTo>
                    <a:pt x="98172" y="311771"/>
                  </a:lnTo>
                  <a:lnTo>
                    <a:pt x="103029" y="313880"/>
                  </a:lnTo>
                  <a:lnTo>
                    <a:pt x="107951" y="315834"/>
                  </a:lnTo>
                  <a:lnTo>
                    <a:pt x="112933" y="317631"/>
                  </a:lnTo>
                  <a:lnTo>
                    <a:pt x="117969" y="319269"/>
                  </a:lnTo>
                  <a:lnTo>
                    <a:pt x="123054" y="320748"/>
                  </a:lnTo>
                  <a:lnTo>
                    <a:pt x="128184" y="322064"/>
                  </a:lnTo>
                  <a:lnTo>
                    <a:pt x="133352" y="323217"/>
                  </a:lnTo>
                  <a:lnTo>
                    <a:pt x="138555" y="324206"/>
                  </a:lnTo>
                  <a:lnTo>
                    <a:pt x="143786" y="325030"/>
                  </a:lnTo>
                  <a:lnTo>
                    <a:pt x="149041" y="325687"/>
                  </a:lnTo>
                  <a:lnTo>
                    <a:pt x="154314" y="326178"/>
                  </a:lnTo>
                  <a:lnTo>
                    <a:pt x="159600" y="326501"/>
                  </a:lnTo>
                  <a:lnTo>
                    <a:pt x="164893" y="326657"/>
                  </a:lnTo>
                  <a:lnTo>
                    <a:pt x="170189" y="326645"/>
                  </a:lnTo>
                  <a:lnTo>
                    <a:pt x="175482" y="326465"/>
                  </a:lnTo>
                  <a:lnTo>
                    <a:pt x="180766" y="326118"/>
                  </a:lnTo>
                  <a:lnTo>
                    <a:pt x="186037" y="325604"/>
                  </a:lnTo>
                  <a:lnTo>
                    <a:pt x="191288" y="324923"/>
                  </a:lnTo>
                  <a:lnTo>
                    <a:pt x="196516" y="324076"/>
                  </a:lnTo>
                  <a:lnTo>
                    <a:pt x="201714" y="323063"/>
                  </a:lnTo>
                  <a:lnTo>
                    <a:pt x="206877" y="321887"/>
                  </a:lnTo>
                  <a:lnTo>
                    <a:pt x="212001" y="320547"/>
                  </a:lnTo>
                  <a:lnTo>
                    <a:pt x="217079" y="319046"/>
                  </a:lnTo>
                  <a:lnTo>
                    <a:pt x="222108" y="317385"/>
                  </a:lnTo>
                  <a:lnTo>
                    <a:pt x="227081" y="315566"/>
                  </a:lnTo>
                  <a:lnTo>
                    <a:pt x="231994" y="313590"/>
                  </a:lnTo>
                  <a:lnTo>
                    <a:pt x="236843" y="311459"/>
                  </a:lnTo>
                  <a:lnTo>
                    <a:pt x="241621" y="309176"/>
                  </a:lnTo>
                  <a:lnTo>
                    <a:pt x="246324" y="306742"/>
                  </a:lnTo>
                  <a:lnTo>
                    <a:pt x="250948" y="304161"/>
                  </a:lnTo>
                  <a:lnTo>
                    <a:pt x="255488" y="301434"/>
                  </a:lnTo>
                  <a:lnTo>
                    <a:pt x="259940" y="298565"/>
                  </a:lnTo>
                  <a:lnTo>
                    <a:pt x="264298" y="295557"/>
                  </a:lnTo>
                  <a:lnTo>
                    <a:pt x="268559" y="292412"/>
                  </a:lnTo>
                  <a:lnTo>
                    <a:pt x="272718" y="289134"/>
                  </a:lnTo>
                  <a:lnTo>
                    <a:pt x="276771" y="285725"/>
                  </a:lnTo>
                  <a:lnTo>
                    <a:pt x="280714" y="282190"/>
                  </a:lnTo>
                  <a:lnTo>
                    <a:pt x="284543" y="278532"/>
                  </a:lnTo>
                  <a:lnTo>
                    <a:pt x="288254" y="274754"/>
                  </a:lnTo>
                  <a:lnTo>
                    <a:pt x="291844" y="270861"/>
                  </a:lnTo>
                  <a:lnTo>
                    <a:pt x="295309" y="266856"/>
                  </a:lnTo>
                  <a:lnTo>
                    <a:pt x="298645" y="262743"/>
                  </a:lnTo>
                  <a:lnTo>
                    <a:pt x="301849" y="258526"/>
                  </a:lnTo>
                  <a:lnTo>
                    <a:pt x="304918" y="254211"/>
                  </a:lnTo>
                  <a:lnTo>
                    <a:pt x="307848" y="249800"/>
                  </a:lnTo>
                  <a:lnTo>
                    <a:pt x="310638" y="245298"/>
                  </a:lnTo>
                  <a:lnTo>
                    <a:pt x="313283" y="240711"/>
                  </a:lnTo>
                  <a:lnTo>
                    <a:pt x="315782" y="236042"/>
                  </a:lnTo>
                  <a:lnTo>
                    <a:pt x="318132" y="231296"/>
                  </a:lnTo>
                  <a:lnTo>
                    <a:pt x="320330" y="226478"/>
                  </a:lnTo>
                  <a:lnTo>
                    <a:pt x="322375" y="221593"/>
                  </a:lnTo>
                  <a:lnTo>
                    <a:pt x="324264" y="216645"/>
                  </a:lnTo>
                  <a:lnTo>
                    <a:pt x="325995" y="211640"/>
                  </a:lnTo>
                  <a:lnTo>
                    <a:pt x="327566" y="206583"/>
                  </a:lnTo>
                  <a:lnTo>
                    <a:pt x="328977" y="201479"/>
                  </a:lnTo>
                  <a:lnTo>
                    <a:pt x="330225" y="196332"/>
                  </a:lnTo>
                  <a:lnTo>
                    <a:pt x="331310" y="191149"/>
                  </a:lnTo>
                  <a:lnTo>
                    <a:pt x="332230" y="185934"/>
                  </a:lnTo>
                  <a:lnTo>
                    <a:pt x="332984" y="180692"/>
                  </a:lnTo>
                  <a:lnTo>
                    <a:pt x="333572" y="175429"/>
                  </a:lnTo>
                  <a:lnTo>
                    <a:pt x="333993" y="170150"/>
                  </a:lnTo>
                  <a:lnTo>
                    <a:pt x="334247" y="164860"/>
                  </a:lnTo>
                  <a:lnTo>
                    <a:pt x="334332" y="159565"/>
                  </a:lnTo>
                  <a:lnTo>
                    <a:pt x="334250" y="154270"/>
                  </a:lnTo>
                  <a:lnTo>
                    <a:pt x="334001" y="148980"/>
                  </a:lnTo>
                  <a:lnTo>
                    <a:pt x="333584" y="143701"/>
                  </a:lnTo>
                  <a:lnTo>
                    <a:pt x="333000" y="138438"/>
                  </a:lnTo>
                  <a:lnTo>
                    <a:pt x="332249" y="133195"/>
                  </a:lnTo>
                  <a:lnTo>
                    <a:pt x="331333" y="127979"/>
                  </a:lnTo>
                  <a:lnTo>
                    <a:pt x="330252" y="122795"/>
                  </a:lnTo>
                  <a:lnTo>
                    <a:pt x="329007" y="117648"/>
                  </a:lnTo>
                  <a:lnTo>
                    <a:pt x="327600" y="112542"/>
                  </a:lnTo>
                  <a:lnTo>
                    <a:pt x="326032" y="107484"/>
                  </a:lnTo>
                  <a:lnTo>
                    <a:pt x="324305" y="102478"/>
                  </a:lnTo>
                  <a:lnTo>
                    <a:pt x="322420" y="97529"/>
                  </a:lnTo>
                  <a:lnTo>
                    <a:pt x="320379" y="92643"/>
                  </a:lnTo>
                  <a:lnTo>
                    <a:pt x="318184" y="87823"/>
                  </a:lnTo>
                  <a:lnTo>
                    <a:pt x="315837" y="83076"/>
                  </a:lnTo>
                  <a:lnTo>
                    <a:pt x="313342" y="78405"/>
                  </a:lnTo>
                  <a:lnTo>
                    <a:pt x="310700" y="73815"/>
                  </a:lnTo>
                  <a:lnTo>
                    <a:pt x="307913" y="69312"/>
                  </a:lnTo>
                  <a:lnTo>
                    <a:pt x="304986" y="64899"/>
                  </a:lnTo>
                  <a:lnTo>
                    <a:pt x="301920" y="60581"/>
                  </a:lnTo>
                  <a:lnTo>
                    <a:pt x="298719" y="56362"/>
                  </a:lnTo>
                  <a:lnTo>
                    <a:pt x="295386" y="52247"/>
                  </a:lnTo>
                  <a:lnTo>
                    <a:pt x="291924" y="48239"/>
                  </a:lnTo>
                  <a:lnTo>
                    <a:pt x="288337" y="44343"/>
                  </a:lnTo>
                  <a:lnTo>
                    <a:pt x="284629" y="40563"/>
                  </a:lnTo>
                  <a:lnTo>
                    <a:pt x="280802" y="36902"/>
                  </a:lnTo>
                  <a:lnTo>
                    <a:pt x="276862" y="33364"/>
                  </a:lnTo>
                  <a:lnTo>
                    <a:pt x="272811" y="29952"/>
                  </a:lnTo>
                  <a:lnTo>
                    <a:pt x="268654" y="26671"/>
                  </a:lnTo>
                  <a:lnTo>
                    <a:pt x="264396" y="23523"/>
                  </a:lnTo>
                  <a:lnTo>
                    <a:pt x="260040" y="20511"/>
                  </a:lnTo>
                  <a:lnTo>
                    <a:pt x="255591" y="17639"/>
                  </a:lnTo>
                  <a:lnTo>
                    <a:pt x="251053" y="14910"/>
                  </a:lnTo>
                  <a:lnTo>
                    <a:pt x="246430" y="12325"/>
                  </a:lnTo>
                  <a:lnTo>
                    <a:pt x="241729" y="9888"/>
                  </a:lnTo>
                  <a:lnTo>
                    <a:pt x="236952" y="7601"/>
                  </a:lnTo>
                  <a:lnTo>
                    <a:pt x="232106" y="5467"/>
                  </a:lnTo>
                  <a:lnTo>
                    <a:pt x="227194" y="3487"/>
                  </a:lnTo>
                  <a:lnTo>
                    <a:pt x="222222" y="1664"/>
                  </a:lnTo>
                  <a:lnTo>
                    <a:pt x="217195" y="0"/>
                  </a:lnTo>
                  <a:lnTo>
                    <a:pt x="167165" y="1595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50029" cy="167167"/>
            </a:xfrm>
            <a:custGeom>
              <a:avLst/>
              <a:pathLst>
                <a:path w="50029" h="167167">
                  <a:moveTo>
                    <a:pt x="50029" y="7661"/>
                  </a:moveTo>
                  <a:lnTo>
                    <a:pt x="43934" y="5876"/>
                  </a:lnTo>
                  <a:lnTo>
                    <a:pt x="37776" y="4324"/>
                  </a:lnTo>
                  <a:lnTo>
                    <a:pt x="31564" y="3007"/>
                  </a:lnTo>
                  <a:lnTo>
                    <a:pt x="25306" y="1926"/>
                  </a:lnTo>
                  <a:lnTo>
                    <a:pt x="19011" y="1084"/>
                  </a:lnTo>
                  <a:lnTo>
                    <a:pt x="12689" y="482"/>
                  </a:lnTo>
                  <a:lnTo>
                    <a:pt x="6349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2478" y="941493"/>
              <a:ext cx="53737" cy="167167"/>
            </a:xfrm>
            <a:custGeom>
              <a:avLst/>
              <a:pathLst>
                <a:path w="53737" h="167167">
                  <a:moveTo>
                    <a:pt x="53737" y="0"/>
                  </a:moveTo>
                  <a:lnTo>
                    <a:pt x="47659" y="110"/>
                  </a:lnTo>
                  <a:lnTo>
                    <a:pt x="41590" y="441"/>
                  </a:lnTo>
                  <a:lnTo>
                    <a:pt x="35537" y="993"/>
                  </a:lnTo>
                  <a:lnTo>
                    <a:pt x="29507" y="1765"/>
                  </a:lnTo>
                  <a:lnTo>
                    <a:pt x="23510" y="2755"/>
                  </a:lnTo>
                  <a:lnTo>
                    <a:pt x="17553" y="3962"/>
                  </a:lnTo>
                  <a:lnTo>
                    <a:pt x="11644" y="5386"/>
                  </a:lnTo>
                  <a:lnTo>
                    <a:pt x="5790" y="7023"/>
                  </a:lnTo>
                  <a:lnTo>
                    <a:pt x="0" y="8872"/>
                  </a:lnTo>
                  <a:lnTo>
                    <a:pt x="5373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2478" y="950365"/>
              <a:ext cx="53737" cy="158294"/>
            </a:xfrm>
            <a:custGeom>
              <a:avLst/>
              <a:pathLst>
                <a:path w="53737" h="158294">
                  <a:moveTo>
                    <a:pt x="0" y="0"/>
                  </a:moveTo>
                  <a:lnTo>
                    <a:pt x="53737" y="1582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950365"/>
              <a:ext cx="167166" cy="313207"/>
            </a:xfrm>
            <a:custGeom>
              <a:avLst/>
              <a:pathLst>
                <a:path w="167166" h="313207">
                  <a:moveTo>
                    <a:pt x="113429" y="0"/>
                  </a:moveTo>
                  <a:lnTo>
                    <a:pt x="108398" y="1798"/>
                  </a:lnTo>
                  <a:lnTo>
                    <a:pt x="103427" y="3755"/>
                  </a:lnTo>
                  <a:lnTo>
                    <a:pt x="98521" y="5871"/>
                  </a:lnTo>
                  <a:lnTo>
                    <a:pt x="93686" y="8143"/>
                  </a:lnTo>
                  <a:lnTo>
                    <a:pt x="88925" y="10567"/>
                  </a:lnTo>
                  <a:lnTo>
                    <a:pt x="84244" y="13143"/>
                  </a:lnTo>
                  <a:lnTo>
                    <a:pt x="79648" y="15867"/>
                  </a:lnTo>
                  <a:lnTo>
                    <a:pt x="75142" y="18736"/>
                  </a:lnTo>
                  <a:lnTo>
                    <a:pt x="70729" y="21748"/>
                  </a:lnTo>
                  <a:lnTo>
                    <a:pt x="66415" y="24900"/>
                  </a:lnTo>
                  <a:lnTo>
                    <a:pt x="62204" y="28188"/>
                  </a:lnTo>
                  <a:lnTo>
                    <a:pt x="58099" y="31608"/>
                  </a:lnTo>
                  <a:lnTo>
                    <a:pt x="54107" y="35158"/>
                  </a:lnTo>
                  <a:lnTo>
                    <a:pt x="50230" y="38834"/>
                  </a:lnTo>
                  <a:lnTo>
                    <a:pt x="46472" y="42632"/>
                  </a:lnTo>
                  <a:lnTo>
                    <a:pt x="42838" y="46548"/>
                  </a:lnTo>
                  <a:lnTo>
                    <a:pt x="39330" y="50578"/>
                  </a:lnTo>
                  <a:lnTo>
                    <a:pt x="35953" y="54718"/>
                  </a:lnTo>
                  <a:lnTo>
                    <a:pt x="32710" y="58964"/>
                  </a:lnTo>
                  <a:lnTo>
                    <a:pt x="29605" y="63311"/>
                  </a:lnTo>
                  <a:lnTo>
                    <a:pt x="26640" y="67755"/>
                  </a:lnTo>
                  <a:lnTo>
                    <a:pt x="23819" y="72292"/>
                  </a:lnTo>
                  <a:lnTo>
                    <a:pt x="21143" y="76917"/>
                  </a:lnTo>
                  <a:lnTo>
                    <a:pt x="18618" y="81625"/>
                  </a:lnTo>
                  <a:lnTo>
                    <a:pt x="16243" y="86411"/>
                  </a:lnTo>
                  <a:lnTo>
                    <a:pt x="14023" y="91270"/>
                  </a:lnTo>
                  <a:lnTo>
                    <a:pt x="11960" y="96198"/>
                  </a:lnTo>
                  <a:lnTo>
                    <a:pt x="10055" y="101190"/>
                  </a:lnTo>
                  <a:lnTo>
                    <a:pt x="8310" y="106239"/>
                  </a:lnTo>
                  <a:lnTo>
                    <a:pt x="6728" y="111342"/>
                  </a:lnTo>
                  <a:lnTo>
                    <a:pt x="5309" y="116493"/>
                  </a:lnTo>
                  <a:lnTo>
                    <a:pt x="4056" y="121687"/>
                  </a:lnTo>
                  <a:lnTo>
                    <a:pt x="2970" y="126918"/>
                  </a:lnTo>
                  <a:lnTo>
                    <a:pt x="2051" y="132181"/>
                  </a:lnTo>
                  <a:lnTo>
                    <a:pt x="1301" y="137470"/>
                  </a:lnTo>
                  <a:lnTo>
                    <a:pt x="720" y="142781"/>
                  </a:lnTo>
                  <a:lnTo>
                    <a:pt x="309" y="148108"/>
                  </a:lnTo>
                  <a:lnTo>
                    <a:pt x="69" y="153445"/>
                  </a:lnTo>
                  <a:lnTo>
                    <a:pt x="0" y="158787"/>
                  </a:lnTo>
                  <a:lnTo>
                    <a:pt x="101" y="164129"/>
                  </a:lnTo>
                  <a:lnTo>
                    <a:pt x="372" y="169465"/>
                  </a:lnTo>
                  <a:lnTo>
                    <a:pt x="815" y="174789"/>
                  </a:lnTo>
                  <a:lnTo>
                    <a:pt x="1427" y="180096"/>
                  </a:lnTo>
                  <a:lnTo>
                    <a:pt x="2208" y="185382"/>
                  </a:lnTo>
                  <a:lnTo>
                    <a:pt x="3158" y="190639"/>
                  </a:lnTo>
                  <a:lnTo>
                    <a:pt x="4275" y="195863"/>
                  </a:lnTo>
                  <a:lnTo>
                    <a:pt x="5559" y="201050"/>
                  </a:lnTo>
                  <a:lnTo>
                    <a:pt x="7008" y="206192"/>
                  </a:lnTo>
                  <a:lnTo>
                    <a:pt x="8620" y="211285"/>
                  </a:lnTo>
                  <a:lnTo>
                    <a:pt x="10394" y="216325"/>
                  </a:lnTo>
                  <a:lnTo>
                    <a:pt x="12329" y="221305"/>
                  </a:lnTo>
                  <a:lnTo>
                    <a:pt x="14421" y="226221"/>
                  </a:lnTo>
                  <a:lnTo>
                    <a:pt x="16670" y="231067"/>
                  </a:lnTo>
                  <a:lnTo>
                    <a:pt x="19072" y="235839"/>
                  </a:lnTo>
                  <a:lnTo>
                    <a:pt x="21626" y="240532"/>
                  </a:lnTo>
                  <a:lnTo>
                    <a:pt x="24328" y="245141"/>
                  </a:lnTo>
                  <a:lnTo>
                    <a:pt x="27176" y="249661"/>
                  </a:lnTo>
                  <a:lnTo>
                    <a:pt x="30168" y="254087"/>
                  </a:lnTo>
                  <a:lnTo>
                    <a:pt x="33299" y="258416"/>
                  </a:lnTo>
                  <a:lnTo>
                    <a:pt x="36566" y="262643"/>
                  </a:lnTo>
                  <a:lnTo>
                    <a:pt x="39968" y="266763"/>
                  </a:lnTo>
                  <a:lnTo>
                    <a:pt x="43499" y="270772"/>
                  </a:lnTo>
                  <a:lnTo>
                    <a:pt x="47156" y="274667"/>
                  </a:lnTo>
                  <a:lnTo>
                    <a:pt x="50936" y="278442"/>
                  </a:lnTo>
                  <a:lnTo>
                    <a:pt x="54835" y="282095"/>
                  </a:lnTo>
                  <a:lnTo>
                    <a:pt x="58849" y="285622"/>
                  </a:lnTo>
                  <a:lnTo>
                    <a:pt x="62973" y="289018"/>
                  </a:lnTo>
                  <a:lnTo>
                    <a:pt x="67203" y="292281"/>
                  </a:lnTo>
                  <a:lnTo>
                    <a:pt x="71536" y="295407"/>
                  </a:lnTo>
                  <a:lnTo>
                    <a:pt x="75966" y="298393"/>
                  </a:lnTo>
                  <a:lnTo>
                    <a:pt x="80490" y="301235"/>
                  </a:lnTo>
                  <a:lnTo>
                    <a:pt x="85102" y="303932"/>
                  </a:lnTo>
                  <a:lnTo>
                    <a:pt x="89798" y="306480"/>
                  </a:lnTo>
                  <a:lnTo>
                    <a:pt x="94572" y="308877"/>
                  </a:lnTo>
                  <a:lnTo>
                    <a:pt x="99421" y="311120"/>
                  </a:lnTo>
                  <a:lnTo>
                    <a:pt x="104340" y="313207"/>
                  </a:lnTo>
                  <a:lnTo>
                    <a:pt x="167166" y="1582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23389" y="941493"/>
              <a:ext cx="229977" cy="334333"/>
            </a:xfrm>
            <a:custGeom>
              <a:avLst/>
              <a:pathLst>
                <a:path w="229977" h="334333">
                  <a:moveTo>
                    <a:pt x="0" y="322079"/>
                  </a:moveTo>
                  <a:lnTo>
                    <a:pt x="4953" y="323997"/>
                  </a:lnTo>
                  <a:lnTo>
                    <a:pt x="9964" y="325756"/>
                  </a:lnTo>
                  <a:lnTo>
                    <a:pt x="15029" y="327355"/>
                  </a:lnTo>
                  <a:lnTo>
                    <a:pt x="20142" y="328793"/>
                  </a:lnTo>
                  <a:lnTo>
                    <a:pt x="25298" y="330068"/>
                  </a:lnTo>
                  <a:lnTo>
                    <a:pt x="30492" y="331177"/>
                  </a:lnTo>
                  <a:lnTo>
                    <a:pt x="35719" y="332122"/>
                  </a:lnTo>
                  <a:lnTo>
                    <a:pt x="40973" y="332900"/>
                  </a:lnTo>
                  <a:lnTo>
                    <a:pt x="46249" y="333510"/>
                  </a:lnTo>
                  <a:lnTo>
                    <a:pt x="51542" y="333953"/>
                  </a:lnTo>
                  <a:lnTo>
                    <a:pt x="56846" y="334227"/>
                  </a:lnTo>
                  <a:lnTo>
                    <a:pt x="62156" y="334333"/>
                  </a:lnTo>
                  <a:lnTo>
                    <a:pt x="67467" y="334270"/>
                  </a:lnTo>
                  <a:lnTo>
                    <a:pt x="72773" y="334038"/>
                  </a:lnTo>
                  <a:lnTo>
                    <a:pt x="78070" y="333638"/>
                  </a:lnTo>
                  <a:lnTo>
                    <a:pt x="83350" y="333070"/>
                  </a:lnTo>
                  <a:lnTo>
                    <a:pt x="88610" y="332334"/>
                  </a:lnTo>
                  <a:lnTo>
                    <a:pt x="93845" y="331431"/>
                  </a:lnTo>
                  <a:lnTo>
                    <a:pt x="99047" y="330363"/>
                  </a:lnTo>
                  <a:lnTo>
                    <a:pt x="104213" y="329130"/>
                  </a:lnTo>
                  <a:lnTo>
                    <a:pt x="109338" y="327733"/>
                  </a:lnTo>
                  <a:lnTo>
                    <a:pt x="114415" y="326175"/>
                  </a:lnTo>
                  <a:lnTo>
                    <a:pt x="119441" y="324456"/>
                  </a:lnTo>
                  <a:lnTo>
                    <a:pt x="124409" y="322578"/>
                  </a:lnTo>
                  <a:lnTo>
                    <a:pt x="129315" y="320543"/>
                  </a:lnTo>
                  <a:lnTo>
                    <a:pt x="134154" y="318353"/>
                  </a:lnTo>
                  <a:lnTo>
                    <a:pt x="138921" y="316011"/>
                  </a:lnTo>
                  <a:lnTo>
                    <a:pt x="143611" y="313518"/>
                  </a:lnTo>
                  <a:lnTo>
                    <a:pt x="148220" y="310878"/>
                  </a:lnTo>
                  <a:lnTo>
                    <a:pt x="152742" y="308093"/>
                  </a:lnTo>
                  <a:lnTo>
                    <a:pt x="157174" y="305165"/>
                  </a:lnTo>
                  <a:lnTo>
                    <a:pt x="161510" y="302098"/>
                  </a:lnTo>
                  <a:lnTo>
                    <a:pt x="165747" y="298895"/>
                  </a:lnTo>
                  <a:lnTo>
                    <a:pt x="169880" y="295559"/>
                  </a:lnTo>
                  <a:lnTo>
                    <a:pt x="173904" y="292093"/>
                  </a:lnTo>
                  <a:lnTo>
                    <a:pt x="177817" y="288501"/>
                  </a:lnTo>
                  <a:lnTo>
                    <a:pt x="181614" y="284787"/>
                  </a:lnTo>
                  <a:lnTo>
                    <a:pt x="185290" y="280954"/>
                  </a:lnTo>
                  <a:lnTo>
                    <a:pt x="188843" y="277006"/>
                  </a:lnTo>
                  <a:lnTo>
                    <a:pt x="192269" y="272947"/>
                  </a:lnTo>
                  <a:lnTo>
                    <a:pt x="195564" y="268782"/>
                  </a:lnTo>
                  <a:lnTo>
                    <a:pt x="198725" y="264514"/>
                  </a:lnTo>
                  <a:lnTo>
                    <a:pt x="201749" y="260147"/>
                  </a:lnTo>
                  <a:lnTo>
                    <a:pt x="204633" y="255687"/>
                  </a:lnTo>
                  <a:lnTo>
                    <a:pt x="207374" y="251137"/>
                  </a:lnTo>
                  <a:lnTo>
                    <a:pt x="209968" y="246503"/>
                  </a:lnTo>
                  <a:lnTo>
                    <a:pt x="212414" y="241788"/>
                  </a:lnTo>
                  <a:lnTo>
                    <a:pt x="214709" y="236998"/>
                  </a:lnTo>
                  <a:lnTo>
                    <a:pt x="216851" y="232138"/>
                  </a:lnTo>
                  <a:lnTo>
                    <a:pt x="218837" y="227212"/>
                  </a:lnTo>
                  <a:lnTo>
                    <a:pt x="220666" y="222226"/>
                  </a:lnTo>
                  <a:lnTo>
                    <a:pt x="222336" y="217183"/>
                  </a:lnTo>
                  <a:lnTo>
                    <a:pt x="223844" y="212091"/>
                  </a:lnTo>
                  <a:lnTo>
                    <a:pt x="225190" y="206953"/>
                  </a:lnTo>
                  <a:lnTo>
                    <a:pt x="226372" y="201775"/>
                  </a:lnTo>
                  <a:lnTo>
                    <a:pt x="227389" y="196562"/>
                  </a:lnTo>
                  <a:lnTo>
                    <a:pt x="228240" y="191319"/>
                  </a:lnTo>
                  <a:lnTo>
                    <a:pt x="228923" y="186052"/>
                  </a:lnTo>
                  <a:lnTo>
                    <a:pt x="229439" y="180766"/>
                  </a:lnTo>
                  <a:lnTo>
                    <a:pt x="229787" y="175466"/>
                  </a:lnTo>
                  <a:lnTo>
                    <a:pt x="229967" y="170158"/>
                  </a:lnTo>
                  <a:lnTo>
                    <a:pt x="229977" y="164846"/>
                  </a:lnTo>
                  <a:lnTo>
                    <a:pt x="229819" y="159537"/>
                  </a:lnTo>
                  <a:lnTo>
                    <a:pt x="229493" y="154236"/>
                  </a:lnTo>
                  <a:lnTo>
                    <a:pt x="228998" y="148948"/>
                  </a:lnTo>
                  <a:lnTo>
                    <a:pt x="228335" y="143678"/>
                  </a:lnTo>
                  <a:lnTo>
                    <a:pt x="227505" y="138432"/>
                  </a:lnTo>
                  <a:lnTo>
                    <a:pt x="226509" y="133215"/>
                  </a:lnTo>
                  <a:lnTo>
                    <a:pt x="225348" y="128032"/>
                  </a:lnTo>
                  <a:lnTo>
                    <a:pt x="224023" y="122889"/>
                  </a:lnTo>
                  <a:lnTo>
                    <a:pt x="222535" y="117790"/>
                  </a:lnTo>
                  <a:lnTo>
                    <a:pt x="220886" y="112741"/>
                  </a:lnTo>
                  <a:lnTo>
                    <a:pt x="219077" y="107747"/>
                  </a:lnTo>
                  <a:lnTo>
                    <a:pt x="217110" y="102814"/>
                  </a:lnTo>
                  <a:lnTo>
                    <a:pt x="214988" y="97945"/>
                  </a:lnTo>
                  <a:lnTo>
                    <a:pt x="212712" y="93146"/>
                  </a:lnTo>
                  <a:lnTo>
                    <a:pt x="210285" y="88421"/>
                  </a:lnTo>
                  <a:lnTo>
                    <a:pt x="207709" y="83777"/>
                  </a:lnTo>
                  <a:lnTo>
                    <a:pt x="204987" y="79216"/>
                  </a:lnTo>
                  <a:lnTo>
                    <a:pt x="202121" y="74744"/>
                  </a:lnTo>
                  <a:lnTo>
                    <a:pt x="199114" y="70366"/>
                  </a:lnTo>
                  <a:lnTo>
                    <a:pt x="195970" y="66085"/>
                  </a:lnTo>
                  <a:lnTo>
                    <a:pt x="192692" y="61906"/>
                  </a:lnTo>
                  <a:lnTo>
                    <a:pt x="189282" y="57834"/>
                  </a:lnTo>
                  <a:lnTo>
                    <a:pt x="185745" y="53872"/>
                  </a:lnTo>
                  <a:lnTo>
                    <a:pt x="182084" y="50024"/>
                  </a:lnTo>
                  <a:lnTo>
                    <a:pt x="178302" y="46294"/>
                  </a:lnTo>
                  <a:lnTo>
                    <a:pt x="174404" y="42687"/>
                  </a:lnTo>
                  <a:lnTo>
                    <a:pt x="170393" y="39205"/>
                  </a:lnTo>
                  <a:lnTo>
                    <a:pt x="166274" y="35852"/>
                  </a:lnTo>
                  <a:lnTo>
                    <a:pt x="162050" y="32632"/>
                  </a:lnTo>
                  <a:lnTo>
                    <a:pt x="157726" y="29548"/>
                  </a:lnTo>
                  <a:lnTo>
                    <a:pt x="153306" y="26603"/>
                  </a:lnTo>
                  <a:lnTo>
                    <a:pt x="148795" y="23799"/>
                  </a:lnTo>
                  <a:lnTo>
                    <a:pt x="144197" y="21140"/>
                  </a:lnTo>
                  <a:lnTo>
                    <a:pt x="139517" y="18629"/>
                  </a:lnTo>
                  <a:lnTo>
                    <a:pt x="134759" y="16268"/>
                  </a:lnTo>
                  <a:lnTo>
                    <a:pt x="129929" y="14059"/>
                  </a:lnTo>
                  <a:lnTo>
                    <a:pt x="125031" y="12004"/>
                  </a:lnTo>
                  <a:lnTo>
                    <a:pt x="120071" y="10106"/>
                  </a:lnTo>
                  <a:lnTo>
                    <a:pt x="115052" y="8367"/>
                  </a:lnTo>
                  <a:lnTo>
                    <a:pt x="109981" y="6788"/>
                  </a:lnTo>
                  <a:lnTo>
                    <a:pt x="104862" y="5371"/>
                  </a:lnTo>
                  <a:lnTo>
                    <a:pt x="99701" y="4117"/>
                  </a:lnTo>
                  <a:lnTo>
                    <a:pt x="94503" y="3028"/>
                  </a:lnTo>
                  <a:lnTo>
                    <a:pt x="89272" y="2105"/>
                  </a:lnTo>
                  <a:lnTo>
                    <a:pt x="84015" y="1348"/>
                  </a:lnTo>
                  <a:lnTo>
                    <a:pt x="78737" y="758"/>
                  </a:lnTo>
                  <a:lnTo>
                    <a:pt x="73442" y="337"/>
                  </a:lnTo>
                  <a:lnTo>
                    <a:pt x="68137" y="84"/>
                  </a:lnTo>
                  <a:lnTo>
                    <a:pt x="62826" y="0"/>
                  </a:lnTo>
                  <a:lnTo>
                    <a:pt x="6282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53" y="1071028"/>
              <a:ext cx="167147" cy="180829"/>
            </a:xfrm>
            <a:custGeom>
              <a:avLst/>
              <a:pathLst>
                <a:path w="167147" h="180829">
                  <a:moveTo>
                    <a:pt x="167147" y="0"/>
                  </a:moveTo>
                  <a:lnTo>
                    <a:pt x="161731" y="87"/>
                  </a:lnTo>
                  <a:lnTo>
                    <a:pt x="156321" y="350"/>
                  </a:lnTo>
                  <a:lnTo>
                    <a:pt x="150922" y="789"/>
                  </a:lnTo>
                  <a:lnTo>
                    <a:pt x="145540" y="1402"/>
                  </a:lnTo>
                  <a:lnTo>
                    <a:pt x="140181" y="2189"/>
                  </a:lnTo>
                  <a:lnTo>
                    <a:pt x="134850" y="3149"/>
                  </a:lnTo>
                  <a:lnTo>
                    <a:pt x="129553" y="4282"/>
                  </a:lnTo>
                  <a:lnTo>
                    <a:pt x="124295" y="5585"/>
                  </a:lnTo>
                  <a:lnTo>
                    <a:pt x="119083" y="7058"/>
                  </a:lnTo>
                  <a:lnTo>
                    <a:pt x="113921" y="8700"/>
                  </a:lnTo>
                  <a:lnTo>
                    <a:pt x="108815" y="10507"/>
                  </a:lnTo>
                  <a:lnTo>
                    <a:pt x="103770" y="12479"/>
                  </a:lnTo>
                  <a:lnTo>
                    <a:pt x="98791" y="14614"/>
                  </a:lnTo>
                  <a:lnTo>
                    <a:pt x="93885" y="16909"/>
                  </a:lnTo>
                  <a:lnTo>
                    <a:pt x="89055" y="19361"/>
                  </a:lnTo>
                  <a:lnTo>
                    <a:pt x="84307" y="21969"/>
                  </a:lnTo>
                  <a:lnTo>
                    <a:pt x="79647" y="24729"/>
                  </a:lnTo>
                  <a:lnTo>
                    <a:pt x="75078" y="27638"/>
                  </a:lnTo>
                  <a:lnTo>
                    <a:pt x="70606" y="30695"/>
                  </a:lnTo>
                  <a:lnTo>
                    <a:pt x="66235" y="33894"/>
                  </a:lnTo>
                  <a:lnTo>
                    <a:pt x="61970" y="37233"/>
                  </a:lnTo>
                  <a:lnTo>
                    <a:pt x="57816" y="40709"/>
                  </a:lnTo>
                  <a:lnTo>
                    <a:pt x="53776" y="44318"/>
                  </a:lnTo>
                  <a:lnTo>
                    <a:pt x="49855" y="48055"/>
                  </a:lnTo>
                  <a:lnTo>
                    <a:pt x="46058" y="51918"/>
                  </a:lnTo>
                  <a:lnTo>
                    <a:pt x="42388" y="55902"/>
                  </a:lnTo>
                  <a:lnTo>
                    <a:pt x="38848" y="60002"/>
                  </a:lnTo>
                  <a:lnTo>
                    <a:pt x="35444" y="64215"/>
                  </a:lnTo>
                  <a:lnTo>
                    <a:pt x="32177" y="68536"/>
                  </a:lnTo>
                  <a:lnTo>
                    <a:pt x="29053" y="72961"/>
                  </a:lnTo>
                  <a:lnTo>
                    <a:pt x="26073" y="77484"/>
                  </a:lnTo>
                  <a:lnTo>
                    <a:pt x="23241" y="82102"/>
                  </a:lnTo>
                  <a:lnTo>
                    <a:pt x="20561" y="86809"/>
                  </a:lnTo>
                  <a:lnTo>
                    <a:pt x="18034" y="91600"/>
                  </a:lnTo>
                  <a:lnTo>
                    <a:pt x="15664" y="96471"/>
                  </a:lnTo>
                  <a:lnTo>
                    <a:pt x="13453" y="101416"/>
                  </a:lnTo>
                  <a:lnTo>
                    <a:pt x="11404" y="106430"/>
                  </a:lnTo>
                  <a:lnTo>
                    <a:pt x="9518" y="111507"/>
                  </a:lnTo>
                  <a:lnTo>
                    <a:pt x="7797" y="116644"/>
                  </a:lnTo>
                  <a:lnTo>
                    <a:pt x="6244" y="121833"/>
                  </a:lnTo>
                  <a:lnTo>
                    <a:pt x="4860" y="127070"/>
                  </a:lnTo>
                  <a:lnTo>
                    <a:pt x="3646" y="132349"/>
                  </a:lnTo>
                  <a:lnTo>
                    <a:pt x="2604" y="137664"/>
                  </a:lnTo>
                  <a:lnTo>
                    <a:pt x="1734" y="143010"/>
                  </a:lnTo>
                  <a:lnTo>
                    <a:pt x="1038" y="148382"/>
                  </a:lnTo>
                  <a:lnTo>
                    <a:pt x="517" y="153774"/>
                  </a:lnTo>
                  <a:lnTo>
                    <a:pt x="171" y="159179"/>
                  </a:lnTo>
                  <a:lnTo>
                    <a:pt x="0" y="164593"/>
                  </a:lnTo>
                  <a:lnTo>
                    <a:pt x="4" y="170010"/>
                  </a:lnTo>
                  <a:lnTo>
                    <a:pt x="184" y="175424"/>
                  </a:lnTo>
                  <a:lnTo>
                    <a:pt x="539" y="18082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893" y="1238196"/>
              <a:ext cx="166608" cy="13661"/>
            </a:xfrm>
            <a:custGeom>
              <a:avLst/>
              <a:pathLst>
                <a:path w="166608" h="13661">
                  <a:moveTo>
                    <a:pt x="0" y="13661"/>
                  </a:moveTo>
                  <a:lnTo>
                    <a:pt x="166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893" y="1074245"/>
              <a:ext cx="333762" cy="331118"/>
            </a:xfrm>
            <a:custGeom>
              <a:avLst/>
              <a:pathLst>
                <a:path w="333762" h="331118">
                  <a:moveTo>
                    <a:pt x="0" y="177612"/>
                  </a:moveTo>
                  <a:lnTo>
                    <a:pt x="516" y="182881"/>
                  </a:lnTo>
                  <a:lnTo>
                    <a:pt x="1198" y="188132"/>
                  </a:lnTo>
                  <a:lnTo>
                    <a:pt x="2047" y="193357"/>
                  </a:lnTo>
                  <a:lnTo>
                    <a:pt x="3061" y="198554"/>
                  </a:lnTo>
                  <a:lnTo>
                    <a:pt x="4239" y="203715"/>
                  </a:lnTo>
                  <a:lnTo>
                    <a:pt x="5579" y="208837"/>
                  </a:lnTo>
                  <a:lnTo>
                    <a:pt x="7082" y="213914"/>
                  </a:lnTo>
                  <a:lnTo>
                    <a:pt x="8744" y="218941"/>
                  </a:lnTo>
                  <a:lnTo>
                    <a:pt x="10564" y="223912"/>
                  </a:lnTo>
                  <a:lnTo>
                    <a:pt x="12541" y="228823"/>
                  </a:lnTo>
                  <a:lnTo>
                    <a:pt x="14673" y="233670"/>
                  </a:lnTo>
                  <a:lnTo>
                    <a:pt x="16957" y="238446"/>
                  </a:lnTo>
                  <a:lnTo>
                    <a:pt x="19391" y="243147"/>
                  </a:lnTo>
                  <a:lnTo>
                    <a:pt x="21973" y="247770"/>
                  </a:lnTo>
                  <a:lnTo>
                    <a:pt x="24700" y="252308"/>
                  </a:lnTo>
                  <a:lnTo>
                    <a:pt x="27569" y="256757"/>
                  </a:lnTo>
                  <a:lnTo>
                    <a:pt x="30577" y="261114"/>
                  </a:lnTo>
                  <a:lnTo>
                    <a:pt x="33722" y="265372"/>
                  </a:lnTo>
                  <a:lnTo>
                    <a:pt x="37001" y="269530"/>
                  </a:lnTo>
                  <a:lnTo>
                    <a:pt x="40409" y="273581"/>
                  </a:lnTo>
                  <a:lnTo>
                    <a:pt x="43944" y="277522"/>
                  </a:lnTo>
                  <a:lnTo>
                    <a:pt x="47602" y="281350"/>
                  </a:lnTo>
                  <a:lnTo>
                    <a:pt x="51379" y="285059"/>
                  </a:lnTo>
                  <a:lnTo>
                    <a:pt x="55272" y="288648"/>
                  </a:lnTo>
                  <a:lnTo>
                    <a:pt x="59277" y="292111"/>
                  </a:lnTo>
                  <a:lnTo>
                    <a:pt x="63389" y="295445"/>
                  </a:lnTo>
                  <a:lnTo>
                    <a:pt x="67605" y="298648"/>
                  </a:lnTo>
                  <a:lnTo>
                    <a:pt x="71920" y="301715"/>
                  </a:lnTo>
                  <a:lnTo>
                    <a:pt x="76330" y="304645"/>
                  </a:lnTo>
                  <a:lnTo>
                    <a:pt x="80831" y="307433"/>
                  </a:lnTo>
                  <a:lnTo>
                    <a:pt x="85417" y="310077"/>
                  </a:lnTo>
                  <a:lnTo>
                    <a:pt x="90085" y="312575"/>
                  </a:lnTo>
                  <a:lnTo>
                    <a:pt x="94830" y="314924"/>
                  </a:lnTo>
                  <a:lnTo>
                    <a:pt x="99647" y="317121"/>
                  </a:lnTo>
                  <a:lnTo>
                    <a:pt x="104531" y="319165"/>
                  </a:lnTo>
                  <a:lnTo>
                    <a:pt x="109477" y="321053"/>
                  </a:lnTo>
                  <a:lnTo>
                    <a:pt x="114481" y="322783"/>
                  </a:lnTo>
                  <a:lnTo>
                    <a:pt x="119537" y="324354"/>
                  </a:lnTo>
                  <a:lnTo>
                    <a:pt x="124640" y="325764"/>
                  </a:lnTo>
                  <a:lnTo>
                    <a:pt x="129785" y="327012"/>
                  </a:lnTo>
                  <a:lnTo>
                    <a:pt x="134967" y="328096"/>
                  </a:lnTo>
                  <a:lnTo>
                    <a:pt x="140181" y="329016"/>
                  </a:lnTo>
                  <a:lnTo>
                    <a:pt x="145421" y="329770"/>
                  </a:lnTo>
                  <a:lnTo>
                    <a:pt x="150683" y="330358"/>
                  </a:lnTo>
                  <a:lnTo>
                    <a:pt x="155960" y="330778"/>
                  </a:lnTo>
                  <a:lnTo>
                    <a:pt x="161249" y="331032"/>
                  </a:lnTo>
                  <a:lnTo>
                    <a:pt x="166542" y="331118"/>
                  </a:lnTo>
                  <a:lnTo>
                    <a:pt x="171836" y="331036"/>
                  </a:lnTo>
                  <a:lnTo>
                    <a:pt x="177124" y="330787"/>
                  </a:lnTo>
                  <a:lnTo>
                    <a:pt x="182402" y="330370"/>
                  </a:lnTo>
                  <a:lnTo>
                    <a:pt x="187664" y="329786"/>
                  </a:lnTo>
                  <a:lnTo>
                    <a:pt x="192905" y="329037"/>
                  </a:lnTo>
                  <a:lnTo>
                    <a:pt x="198120" y="328121"/>
                  </a:lnTo>
                  <a:lnTo>
                    <a:pt x="203303" y="327041"/>
                  </a:lnTo>
                  <a:lnTo>
                    <a:pt x="208449" y="325797"/>
                  </a:lnTo>
                  <a:lnTo>
                    <a:pt x="213553" y="324391"/>
                  </a:lnTo>
                  <a:lnTo>
                    <a:pt x="218610" y="322824"/>
                  </a:lnTo>
                  <a:lnTo>
                    <a:pt x="223615" y="321097"/>
                  </a:lnTo>
                  <a:lnTo>
                    <a:pt x="228563" y="319213"/>
                  </a:lnTo>
                  <a:lnTo>
                    <a:pt x="233448" y="317174"/>
                  </a:lnTo>
                  <a:lnTo>
                    <a:pt x="238267" y="314980"/>
                  </a:lnTo>
                  <a:lnTo>
                    <a:pt x="243014" y="312635"/>
                  </a:lnTo>
                  <a:lnTo>
                    <a:pt x="247684" y="310141"/>
                  </a:lnTo>
                  <a:lnTo>
                    <a:pt x="252272" y="307500"/>
                  </a:lnTo>
                  <a:lnTo>
                    <a:pt x="256775" y="304716"/>
                  </a:lnTo>
                  <a:lnTo>
                    <a:pt x="261187" y="301790"/>
                  </a:lnTo>
                  <a:lnTo>
                    <a:pt x="265505" y="298726"/>
                  </a:lnTo>
                  <a:lnTo>
                    <a:pt x="269723" y="295526"/>
                  </a:lnTo>
                  <a:lnTo>
                    <a:pt x="273838" y="292195"/>
                  </a:lnTo>
                  <a:lnTo>
                    <a:pt x="277845" y="288735"/>
                  </a:lnTo>
                  <a:lnTo>
                    <a:pt x="281741" y="285150"/>
                  </a:lnTo>
                  <a:lnTo>
                    <a:pt x="285521" y="281443"/>
                  </a:lnTo>
                  <a:lnTo>
                    <a:pt x="289182" y="277619"/>
                  </a:lnTo>
                  <a:lnTo>
                    <a:pt x="292720" y="273680"/>
                  </a:lnTo>
                  <a:lnTo>
                    <a:pt x="296132" y="269631"/>
                  </a:lnTo>
                  <a:lnTo>
                    <a:pt x="299413" y="265477"/>
                  </a:lnTo>
                  <a:lnTo>
                    <a:pt x="302562" y="261220"/>
                  </a:lnTo>
                  <a:lnTo>
                    <a:pt x="305574" y="256866"/>
                  </a:lnTo>
                  <a:lnTo>
                    <a:pt x="308447" y="252419"/>
                  </a:lnTo>
                  <a:lnTo>
                    <a:pt x="311177" y="247883"/>
                  </a:lnTo>
                  <a:lnTo>
                    <a:pt x="313762" y="243263"/>
                  </a:lnTo>
                  <a:lnTo>
                    <a:pt x="316200" y="238563"/>
                  </a:lnTo>
                  <a:lnTo>
                    <a:pt x="318488" y="233789"/>
                  </a:lnTo>
                  <a:lnTo>
                    <a:pt x="320623" y="228944"/>
                  </a:lnTo>
                  <a:lnTo>
                    <a:pt x="322604" y="224034"/>
                  </a:lnTo>
                  <a:lnTo>
                    <a:pt x="324429" y="219064"/>
                  </a:lnTo>
                  <a:lnTo>
                    <a:pt x="326095" y="214039"/>
                  </a:lnTo>
                  <a:lnTo>
                    <a:pt x="327601" y="208964"/>
                  </a:lnTo>
                  <a:lnTo>
                    <a:pt x="328946" y="203843"/>
                  </a:lnTo>
                  <a:lnTo>
                    <a:pt x="330127" y="198682"/>
                  </a:lnTo>
                  <a:lnTo>
                    <a:pt x="331145" y="193487"/>
                  </a:lnTo>
                  <a:lnTo>
                    <a:pt x="331998" y="188261"/>
                  </a:lnTo>
                  <a:lnTo>
                    <a:pt x="332685" y="183012"/>
                  </a:lnTo>
                  <a:lnTo>
                    <a:pt x="333205" y="177743"/>
                  </a:lnTo>
                  <a:lnTo>
                    <a:pt x="333558" y="172461"/>
                  </a:lnTo>
                  <a:lnTo>
                    <a:pt x="333744" y="167170"/>
                  </a:lnTo>
                  <a:lnTo>
                    <a:pt x="333762" y="161875"/>
                  </a:lnTo>
                  <a:lnTo>
                    <a:pt x="333613" y="156583"/>
                  </a:lnTo>
                  <a:lnTo>
                    <a:pt x="333296" y="151298"/>
                  </a:lnTo>
                  <a:lnTo>
                    <a:pt x="332811" y="146026"/>
                  </a:lnTo>
                  <a:lnTo>
                    <a:pt x="332160" y="140772"/>
                  </a:lnTo>
                  <a:lnTo>
                    <a:pt x="331343" y="135541"/>
                  </a:lnTo>
                  <a:lnTo>
                    <a:pt x="330361" y="130339"/>
                  </a:lnTo>
                  <a:lnTo>
                    <a:pt x="329215" y="125170"/>
                  </a:lnTo>
                  <a:lnTo>
                    <a:pt x="327905" y="120040"/>
                  </a:lnTo>
                  <a:lnTo>
                    <a:pt x="326434" y="114955"/>
                  </a:lnTo>
                  <a:lnTo>
                    <a:pt x="324802" y="109918"/>
                  </a:lnTo>
                  <a:lnTo>
                    <a:pt x="323012" y="104936"/>
                  </a:lnTo>
                  <a:lnTo>
                    <a:pt x="321064" y="100012"/>
                  </a:lnTo>
                  <a:lnTo>
                    <a:pt x="318962" y="95153"/>
                  </a:lnTo>
                  <a:lnTo>
                    <a:pt x="316707" y="90363"/>
                  </a:lnTo>
                  <a:lnTo>
                    <a:pt x="314302" y="85647"/>
                  </a:lnTo>
                  <a:lnTo>
                    <a:pt x="311748" y="81009"/>
                  </a:lnTo>
                  <a:lnTo>
                    <a:pt x="309049" y="76455"/>
                  </a:lnTo>
                  <a:lnTo>
                    <a:pt x="306207" y="71988"/>
                  </a:lnTo>
                  <a:lnTo>
                    <a:pt x="303224" y="67613"/>
                  </a:lnTo>
                  <a:lnTo>
                    <a:pt x="300105" y="63335"/>
                  </a:lnTo>
                  <a:lnTo>
                    <a:pt x="296852" y="59159"/>
                  </a:lnTo>
                  <a:lnTo>
                    <a:pt x="293468" y="55087"/>
                  </a:lnTo>
                  <a:lnTo>
                    <a:pt x="289957" y="51124"/>
                  </a:lnTo>
                  <a:lnTo>
                    <a:pt x="286323" y="47274"/>
                  </a:lnTo>
                  <a:lnTo>
                    <a:pt x="282568" y="43542"/>
                  </a:lnTo>
                  <a:lnTo>
                    <a:pt x="278697" y="39930"/>
                  </a:lnTo>
                  <a:lnTo>
                    <a:pt x="274713" y="36443"/>
                  </a:lnTo>
                  <a:lnTo>
                    <a:pt x="270621" y="33084"/>
                  </a:lnTo>
                  <a:lnTo>
                    <a:pt x="266425" y="29855"/>
                  </a:lnTo>
                  <a:lnTo>
                    <a:pt x="262129" y="26762"/>
                  </a:lnTo>
                  <a:lnTo>
                    <a:pt x="257736" y="23806"/>
                  </a:lnTo>
                  <a:lnTo>
                    <a:pt x="253253" y="20990"/>
                  </a:lnTo>
                  <a:lnTo>
                    <a:pt x="248682" y="18318"/>
                  </a:lnTo>
                  <a:lnTo>
                    <a:pt x="244029" y="15792"/>
                  </a:lnTo>
                  <a:lnTo>
                    <a:pt x="239299" y="13415"/>
                  </a:lnTo>
                  <a:lnTo>
                    <a:pt x="234495" y="11188"/>
                  </a:lnTo>
                  <a:lnTo>
                    <a:pt x="229624" y="9115"/>
                  </a:lnTo>
                  <a:lnTo>
                    <a:pt x="224689" y="7197"/>
                  </a:lnTo>
                  <a:lnTo>
                    <a:pt x="219696" y="5437"/>
                  </a:lnTo>
                  <a:lnTo>
                    <a:pt x="214650" y="3835"/>
                  </a:lnTo>
                  <a:lnTo>
                    <a:pt x="209555" y="2394"/>
                  </a:lnTo>
                  <a:lnTo>
                    <a:pt x="204418" y="1115"/>
                  </a:lnTo>
                  <a:lnTo>
                    <a:pt x="199243" y="0"/>
                  </a:lnTo>
                  <a:lnTo>
                    <a:pt x="166608" y="1639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634" cy="167167"/>
            </a:xfrm>
            <a:custGeom>
              <a:avLst/>
              <a:pathLst>
                <a:path w="32634" h="167167">
                  <a:moveTo>
                    <a:pt x="32634" y="3216"/>
                  </a:moveTo>
                  <a:lnTo>
                    <a:pt x="26168" y="2060"/>
                  </a:lnTo>
                  <a:lnTo>
                    <a:pt x="19661" y="1160"/>
                  </a:lnTo>
                  <a:lnTo>
                    <a:pt x="13124" y="516"/>
                  </a:lnTo>
                  <a:lnTo>
                    <a:pt x="6567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0912" y="1322571"/>
              <a:ext cx="77808" cy="167167"/>
            </a:xfrm>
            <a:custGeom>
              <a:avLst/>
              <a:pathLst>
                <a:path w="77808" h="167167">
                  <a:moveTo>
                    <a:pt x="77808" y="0"/>
                  </a:moveTo>
                  <a:lnTo>
                    <a:pt x="72029" y="99"/>
                  </a:lnTo>
                  <a:lnTo>
                    <a:pt x="66256" y="399"/>
                  </a:lnTo>
                  <a:lnTo>
                    <a:pt x="60497" y="898"/>
                  </a:lnTo>
                  <a:lnTo>
                    <a:pt x="54758" y="1596"/>
                  </a:lnTo>
                  <a:lnTo>
                    <a:pt x="49047" y="2492"/>
                  </a:lnTo>
                  <a:lnTo>
                    <a:pt x="43371" y="3585"/>
                  </a:lnTo>
                  <a:lnTo>
                    <a:pt x="37736" y="4874"/>
                  </a:lnTo>
                  <a:lnTo>
                    <a:pt x="32148" y="6356"/>
                  </a:lnTo>
                  <a:lnTo>
                    <a:pt x="26615" y="8031"/>
                  </a:lnTo>
                  <a:lnTo>
                    <a:pt x="21144" y="9896"/>
                  </a:lnTo>
                  <a:lnTo>
                    <a:pt x="15740" y="11949"/>
                  </a:lnTo>
                  <a:lnTo>
                    <a:pt x="10411" y="14188"/>
                  </a:lnTo>
                  <a:lnTo>
                    <a:pt x="5162" y="16610"/>
                  </a:lnTo>
                  <a:lnTo>
                    <a:pt x="0" y="19212"/>
                  </a:lnTo>
                  <a:lnTo>
                    <a:pt x="778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0912" y="1341784"/>
              <a:ext cx="77808" cy="147955"/>
            </a:xfrm>
            <a:custGeom>
              <a:avLst/>
              <a:pathLst>
                <a:path w="77808" h="147955">
                  <a:moveTo>
                    <a:pt x="0" y="0"/>
                  </a:moveTo>
                  <a:lnTo>
                    <a:pt x="77808" y="1479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9" y="1341784"/>
              <a:ext cx="334318" cy="315119"/>
            </a:xfrm>
            <a:custGeom>
              <a:avLst/>
              <a:pathLst>
                <a:path w="334318" h="315119">
                  <a:moveTo>
                    <a:pt x="89352" y="0"/>
                  </a:moveTo>
                  <a:lnTo>
                    <a:pt x="84700" y="2541"/>
                  </a:lnTo>
                  <a:lnTo>
                    <a:pt x="80131" y="5228"/>
                  </a:lnTo>
                  <a:lnTo>
                    <a:pt x="75650" y="8059"/>
                  </a:lnTo>
                  <a:lnTo>
                    <a:pt x="71261" y="11031"/>
                  </a:lnTo>
                  <a:lnTo>
                    <a:pt x="66968" y="14140"/>
                  </a:lnTo>
                  <a:lnTo>
                    <a:pt x="62776" y="17384"/>
                  </a:lnTo>
                  <a:lnTo>
                    <a:pt x="58689" y="20759"/>
                  </a:lnTo>
                  <a:lnTo>
                    <a:pt x="54711" y="24262"/>
                  </a:lnTo>
                  <a:lnTo>
                    <a:pt x="50846" y="27889"/>
                  </a:lnTo>
                  <a:lnTo>
                    <a:pt x="47097" y="31637"/>
                  </a:lnTo>
                  <a:lnTo>
                    <a:pt x="43470" y="35502"/>
                  </a:lnTo>
                  <a:lnTo>
                    <a:pt x="39967" y="39480"/>
                  </a:lnTo>
                  <a:lnTo>
                    <a:pt x="36592" y="43568"/>
                  </a:lnTo>
                  <a:lnTo>
                    <a:pt x="33348" y="47760"/>
                  </a:lnTo>
                  <a:lnTo>
                    <a:pt x="30239" y="52052"/>
                  </a:lnTo>
                  <a:lnTo>
                    <a:pt x="27267" y="56442"/>
                  </a:lnTo>
                  <a:lnTo>
                    <a:pt x="24436" y="60923"/>
                  </a:lnTo>
                  <a:lnTo>
                    <a:pt x="21748" y="65492"/>
                  </a:lnTo>
                  <a:lnTo>
                    <a:pt x="19207" y="70143"/>
                  </a:lnTo>
                  <a:lnTo>
                    <a:pt x="16814" y="74873"/>
                  </a:lnTo>
                  <a:lnTo>
                    <a:pt x="14573" y="79677"/>
                  </a:lnTo>
                  <a:lnTo>
                    <a:pt x="12485" y="84549"/>
                  </a:lnTo>
                  <a:lnTo>
                    <a:pt x="10553" y="89484"/>
                  </a:lnTo>
                  <a:lnTo>
                    <a:pt x="8777" y="94479"/>
                  </a:lnTo>
                  <a:lnTo>
                    <a:pt x="7162" y="99527"/>
                  </a:lnTo>
                  <a:lnTo>
                    <a:pt x="5707" y="104624"/>
                  </a:lnTo>
                  <a:lnTo>
                    <a:pt x="4414" y="109765"/>
                  </a:lnTo>
                  <a:lnTo>
                    <a:pt x="3285" y="114944"/>
                  </a:lnTo>
                  <a:lnTo>
                    <a:pt x="2321" y="120156"/>
                  </a:lnTo>
                  <a:lnTo>
                    <a:pt x="1523" y="125396"/>
                  </a:lnTo>
                  <a:lnTo>
                    <a:pt x="891" y="130659"/>
                  </a:lnTo>
                  <a:lnTo>
                    <a:pt x="426" y="135939"/>
                  </a:lnTo>
                  <a:lnTo>
                    <a:pt x="129" y="141231"/>
                  </a:lnTo>
                  <a:lnTo>
                    <a:pt x="0" y="146530"/>
                  </a:lnTo>
                  <a:lnTo>
                    <a:pt x="38" y="151831"/>
                  </a:lnTo>
                  <a:lnTo>
                    <a:pt x="245" y="157127"/>
                  </a:lnTo>
                  <a:lnTo>
                    <a:pt x="620" y="162415"/>
                  </a:lnTo>
                  <a:lnTo>
                    <a:pt x="1162" y="167687"/>
                  </a:lnTo>
                  <a:lnTo>
                    <a:pt x="1871" y="172940"/>
                  </a:lnTo>
                  <a:lnTo>
                    <a:pt x="2746" y="178168"/>
                  </a:lnTo>
                  <a:lnTo>
                    <a:pt x="3787" y="183366"/>
                  </a:lnTo>
                  <a:lnTo>
                    <a:pt x="4992" y="188527"/>
                  </a:lnTo>
                  <a:lnTo>
                    <a:pt x="6360" y="193649"/>
                  </a:lnTo>
                  <a:lnTo>
                    <a:pt x="7889" y="198724"/>
                  </a:lnTo>
                  <a:lnTo>
                    <a:pt x="9579" y="203748"/>
                  </a:lnTo>
                  <a:lnTo>
                    <a:pt x="11427" y="208716"/>
                  </a:lnTo>
                  <a:lnTo>
                    <a:pt x="13432" y="213623"/>
                  </a:lnTo>
                  <a:lnTo>
                    <a:pt x="15591" y="218463"/>
                  </a:lnTo>
                  <a:lnTo>
                    <a:pt x="17903" y="223233"/>
                  </a:lnTo>
                  <a:lnTo>
                    <a:pt x="20364" y="227928"/>
                  </a:lnTo>
                  <a:lnTo>
                    <a:pt x="22973" y="232542"/>
                  </a:lnTo>
                  <a:lnTo>
                    <a:pt x="25728" y="237070"/>
                  </a:lnTo>
                  <a:lnTo>
                    <a:pt x="28624" y="241510"/>
                  </a:lnTo>
                  <a:lnTo>
                    <a:pt x="31660" y="245855"/>
                  </a:lnTo>
                  <a:lnTo>
                    <a:pt x="34832" y="250102"/>
                  </a:lnTo>
                  <a:lnTo>
                    <a:pt x="38137" y="254246"/>
                  </a:lnTo>
                  <a:lnTo>
                    <a:pt x="41572" y="258283"/>
                  </a:lnTo>
                  <a:lnTo>
                    <a:pt x="45133" y="262209"/>
                  </a:lnTo>
                  <a:lnTo>
                    <a:pt x="48816" y="266020"/>
                  </a:lnTo>
                  <a:lnTo>
                    <a:pt x="52619" y="269713"/>
                  </a:lnTo>
                  <a:lnTo>
                    <a:pt x="56537" y="273283"/>
                  </a:lnTo>
                  <a:lnTo>
                    <a:pt x="60566" y="276728"/>
                  </a:lnTo>
                  <a:lnTo>
                    <a:pt x="64702" y="280042"/>
                  </a:lnTo>
                  <a:lnTo>
                    <a:pt x="68942" y="283224"/>
                  </a:lnTo>
                  <a:lnTo>
                    <a:pt x="73280" y="286270"/>
                  </a:lnTo>
                  <a:lnTo>
                    <a:pt x="77712" y="289177"/>
                  </a:lnTo>
                  <a:lnTo>
                    <a:pt x="82234" y="291942"/>
                  </a:lnTo>
                  <a:lnTo>
                    <a:pt x="86842" y="294562"/>
                  </a:lnTo>
                  <a:lnTo>
                    <a:pt x="91530" y="297035"/>
                  </a:lnTo>
                  <a:lnTo>
                    <a:pt x="96295" y="299358"/>
                  </a:lnTo>
                  <a:lnTo>
                    <a:pt x="101131" y="301529"/>
                  </a:lnTo>
                  <a:lnTo>
                    <a:pt x="106033" y="303545"/>
                  </a:lnTo>
                  <a:lnTo>
                    <a:pt x="110996" y="305405"/>
                  </a:lnTo>
                  <a:lnTo>
                    <a:pt x="116017" y="307106"/>
                  </a:lnTo>
                  <a:lnTo>
                    <a:pt x="121088" y="308648"/>
                  </a:lnTo>
                  <a:lnTo>
                    <a:pt x="126206" y="310028"/>
                  </a:lnTo>
                  <a:lnTo>
                    <a:pt x="131365" y="311245"/>
                  </a:lnTo>
                  <a:lnTo>
                    <a:pt x="136560" y="312297"/>
                  </a:lnTo>
                  <a:lnTo>
                    <a:pt x="141786" y="313185"/>
                  </a:lnTo>
                  <a:lnTo>
                    <a:pt x="147037" y="313906"/>
                  </a:lnTo>
                  <a:lnTo>
                    <a:pt x="152308" y="314461"/>
                  </a:lnTo>
                  <a:lnTo>
                    <a:pt x="157595" y="314848"/>
                  </a:lnTo>
                  <a:lnTo>
                    <a:pt x="162891" y="315068"/>
                  </a:lnTo>
                  <a:lnTo>
                    <a:pt x="168191" y="315119"/>
                  </a:lnTo>
                  <a:lnTo>
                    <a:pt x="173491" y="315002"/>
                  </a:lnTo>
                  <a:lnTo>
                    <a:pt x="178783" y="314718"/>
                  </a:lnTo>
                  <a:lnTo>
                    <a:pt x="184065" y="314265"/>
                  </a:lnTo>
                  <a:lnTo>
                    <a:pt x="189329" y="313646"/>
                  </a:lnTo>
                  <a:lnTo>
                    <a:pt x="194571" y="312860"/>
                  </a:lnTo>
                  <a:lnTo>
                    <a:pt x="199785" y="311908"/>
                  </a:lnTo>
                  <a:lnTo>
                    <a:pt x="204967" y="310791"/>
                  </a:lnTo>
                  <a:lnTo>
                    <a:pt x="210111" y="309510"/>
                  </a:lnTo>
                  <a:lnTo>
                    <a:pt x="215211" y="308068"/>
                  </a:lnTo>
                  <a:lnTo>
                    <a:pt x="220263" y="306464"/>
                  </a:lnTo>
                  <a:lnTo>
                    <a:pt x="225262" y="304700"/>
                  </a:lnTo>
                  <a:lnTo>
                    <a:pt x="230202" y="302780"/>
                  </a:lnTo>
                  <a:lnTo>
                    <a:pt x="235079" y="300703"/>
                  </a:lnTo>
                  <a:lnTo>
                    <a:pt x="239888" y="298473"/>
                  </a:lnTo>
                  <a:lnTo>
                    <a:pt x="244623" y="296092"/>
                  </a:lnTo>
                  <a:lnTo>
                    <a:pt x="249281" y="293561"/>
                  </a:lnTo>
                  <a:lnTo>
                    <a:pt x="253856" y="290884"/>
                  </a:lnTo>
                  <a:lnTo>
                    <a:pt x="258344" y="288064"/>
                  </a:lnTo>
                  <a:lnTo>
                    <a:pt x="262740" y="285103"/>
                  </a:lnTo>
                  <a:lnTo>
                    <a:pt x="267040" y="282003"/>
                  </a:lnTo>
                  <a:lnTo>
                    <a:pt x="271240" y="278769"/>
                  </a:lnTo>
                  <a:lnTo>
                    <a:pt x="275335" y="275404"/>
                  </a:lnTo>
                  <a:lnTo>
                    <a:pt x="279321" y="271910"/>
                  </a:lnTo>
                  <a:lnTo>
                    <a:pt x="283195" y="268292"/>
                  </a:lnTo>
                  <a:lnTo>
                    <a:pt x="286952" y="264553"/>
                  </a:lnTo>
                  <a:lnTo>
                    <a:pt x="290588" y="260696"/>
                  </a:lnTo>
                  <a:lnTo>
                    <a:pt x="294101" y="256726"/>
                  </a:lnTo>
                  <a:lnTo>
                    <a:pt x="297485" y="252647"/>
                  </a:lnTo>
                  <a:lnTo>
                    <a:pt x="300739" y="248463"/>
                  </a:lnTo>
                  <a:lnTo>
                    <a:pt x="303858" y="244177"/>
                  </a:lnTo>
                  <a:lnTo>
                    <a:pt x="306840" y="239795"/>
                  </a:lnTo>
                  <a:lnTo>
                    <a:pt x="309682" y="235320"/>
                  </a:lnTo>
                  <a:lnTo>
                    <a:pt x="312380" y="230758"/>
                  </a:lnTo>
                  <a:lnTo>
                    <a:pt x="314932" y="226112"/>
                  </a:lnTo>
                  <a:lnTo>
                    <a:pt x="317336" y="221388"/>
                  </a:lnTo>
                  <a:lnTo>
                    <a:pt x="319588" y="216590"/>
                  </a:lnTo>
                  <a:lnTo>
                    <a:pt x="321688" y="211723"/>
                  </a:lnTo>
                  <a:lnTo>
                    <a:pt x="323632" y="206791"/>
                  </a:lnTo>
                  <a:lnTo>
                    <a:pt x="325419" y="201801"/>
                  </a:lnTo>
                  <a:lnTo>
                    <a:pt x="327046" y="196756"/>
                  </a:lnTo>
                  <a:lnTo>
                    <a:pt x="328513" y="191663"/>
                  </a:lnTo>
                  <a:lnTo>
                    <a:pt x="329818" y="186525"/>
                  </a:lnTo>
                  <a:lnTo>
                    <a:pt x="330959" y="181349"/>
                  </a:lnTo>
                  <a:lnTo>
                    <a:pt x="331935" y="176139"/>
                  </a:lnTo>
                  <a:lnTo>
                    <a:pt x="332746" y="170901"/>
                  </a:lnTo>
                  <a:lnTo>
                    <a:pt x="333390" y="165640"/>
                  </a:lnTo>
                  <a:lnTo>
                    <a:pt x="333867" y="160361"/>
                  </a:lnTo>
                  <a:lnTo>
                    <a:pt x="334177" y="155069"/>
                  </a:lnTo>
                  <a:lnTo>
                    <a:pt x="334318" y="149770"/>
                  </a:lnTo>
                  <a:lnTo>
                    <a:pt x="334292" y="144470"/>
                  </a:lnTo>
                  <a:lnTo>
                    <a:pt x="334097" y="139173"/>
                  </a:lnTo>
                  <a:lnTo>
                    <a:pt x="333735" y="133885"/>
                  </a:lnTo>
                  <a:lnTo>
                    <a:pt x="333205" y="128611"/>
                  </a:lnTo>
                  <a:lnTo>
                    <a:pt x="332509" y="123356"/>
                  </a:lnTo>
                  <a:lnTo>
                    <a:pt x="331646" y="118126"/>
                  </a:lnTo>
                  <a:lnTo>
                    <a:pt x="330617" y="112926"/>
                  </a:lnTo>
                  <a:lnTo>
                    <a:pt x="329424" y="107762"/>
                  </a:lnTo>
                  <a:lnTo>
                    <a:pt x="328069" y="102637"/>
                  </a:lnTo>
                  <a:lnTo>
                    <a:pt x="326551" y="97559"/>
                  </a:lnTo>
                  <a:lnTo>
                    <a:pt x="324873" y="92531"/>
                  </a:lnTo>
                  <a:lnTo>
                    <a:pt x="323037" y="87558"/>
                  </a:lnTo>
                  <a:lnTo>
                    <a:pt x="321043" y="82647"/>
                  </a:lnTo>
                  <a:lnTo>
                    <a:pt x="318895" y="77801"/>
                  </a:lnTo>
                  <a:lnTo>
                    <a:pt x="316595" y="73025"/>
                  </a:lnTo>
                  <a:lnTo>
                    <a:pt x="314144" y="68325"/>
                  </a:lnTo>
                  <a:lnTo>
                    <a:pt x="311546" y="63705"/>
                  </a:lnTo>
                  <a:lnTo>
                    <a:pt x="308802" y="59170"/>
                  </a:lnTo>
                  <a:lnTo>
                    <a:pt x="305916" y="54724"/>
                  </a:lnTo>
                  <a:lnTo>
                    <a:pt x="302891" y="50372"/>
                  </a:lnTo>
                  <a:lnTo>
                    <a:pt x="299729" y="46118"/>
                  </a:lnTo>
                  <a:lnTo>
                    <a:pt x="296433" y="41966"/>
                  </a:lnTo>
                  <a:lnTo>
                    <a:pt x="293008" y="37921"/>
                  </a:lnTo>
                  <a:lnTo>
                    <a:pt x="289456" y="33986"/>
                  </a:lnTo>
                  <a:lnTo>
                    <a:pt x="167161" y="1479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122295" cy="167167"/>
            </a:xfrm>
            <a:custGeom>
              <a:avLst/>
              <a:pathLst>
                <a:path w="122295" h="167167">
                  <a:moveTo>
                    <a:pt x="122295" y="53198"/>
                  </a:moveTo>
                  <a:lnTo>
                    <a:pt x="118489" y="49246"/>
                  </a:lnTo>
                  <a:lnTo>
                    <a:pt x="114555" y="45421"/>
                  </a:lnTo>
                  <a:lnTo>
                    <a:pt x="110497" y="41727"/>
                  </a:lnTo>
                  <a:lnTo>
                    <a:pt x="106321" y="38168"/>
                  </a:lnTo>
                  <a:lnTo>
                    <a:pt x="102030" y="34748"/>
                  </a:lnTo>
                  <a:lnTo>
                    <a:pt x="97629" y="31471"/>
                  </a:lnTo>
                  <a:lnTo>
                    <a:pt x="93123" y="28340"/>
                  </a:lnTo>
                  <a:lnTo>
                    <a:pt x="88517" y="25359"/>
                  </a:lnTo>
                  <a:lnTo>
                    <a:pt x="83815" y="22530"/>
                  </a:lnTo>
                  <a:lnTo>
                    <a:pt x="79023" y="19857"/>
                  </a:lnTo>
                  <a:lnTo>
                    <a:pt x="74146" y="17343"/>
                  </a:lnTo>
                  <a:lnTo>
                    <a:pt x="69189" y="14990"/>
                  </a:lnTo>
                  <a:lnTo>
                    <a:pt x="64157" y="12801"/>
                  </a:lnTo>
                  <a:lnTo>
                    <a:pt x="59057" y="10779"/>
                  </a:lnTo>
                  <a:lnTo>
                    <a:pt x="53892" y="8925"/>
                  </a:lnTo>
                  <a:lnTo>
                    <a:pt x="48670" y="7241"/>
                  </a:lnTo>
                  <a:lnTo>
                    <a:pt x="43395" y="5730"/>
                  </a:lnTo>
                  <a:lnTo>
                    <a:pt x="38073" y="4393"/>
                  </a:lnTo>
                  <a:lnTo>
                    <a:pt x="32711" y="3231"/>
                  </a:lnTo>
                  <a:lnTo>
                    <a:pt x="27313" y="2246"/>
                  </a:lnTo>
                  <a:lnTo>
                    <a:pt x="21886" y="1438"/>
                  </a:lnTo>
                  <a:lnTo>
                    <a:pt x="16435" y="809"/>
                  </a:lnTo>
                  <a:lnTo>
                    <a:pt x="10966" y="360"/>
                  </a:lnTo>
                  <a:lnTo>
                    <a:pt x="548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1239" y="1681503"/>
              <a:ext cx="5285" cy="167167"/>
            </a:xfrm>
            <a:custGeom>
              <a:avLst/>
              <a:pathLst>
                <a:path w="5285" h="167167">
                  <a:moveTo>
                    <a:pt x="5285" y="0"/>
                  </a:moveTo>
                  <a:lnTo>
                    <a:pt x="0" y="83"/>
                  </a:lnTo>
                  <a:lnTo>
                    <a:pt x="528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23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50113" y="1681586"/>
              <a:ext cx="136411" cy="167083"/>
            </a:xfrm>
            <a:custGeom>
              <a:avLst/>
              <a:pathLst>
                <a:path w="136411" h="167083">
                  <a:moveTo>
                    <a:pt x="131125" y="0"/>
                  </a:moveTo>
                  <a:lnTo>
                    <a:pt x="125622" y="264"/>
                  </a:lnTo>
                  <a:lnTo>
                    <a:pt x="120131" y="711"/>
                  </a:lnTo>
                  <a:lnTo>
                    <a:pt x="114657" y="1337"/>
                  </a:lnTo>
                  <a:lnTo>
                    <a:pt x="109207" y="2144"/>
                  </a:lnTo>
                  <a:lnTo>
                    <a:pt x="103787" y="3130"/>
                  </a:lnTo>
                  <a:lnTo>
                    <a:pt x="98401" y="4294"/>
                  </a:lnTo>
                  <a:lnTo>
                    <a:pt x="93058" y="5635"/>
                  </a:lnTo>
                  <a:lnTo>
                    <a:pt x="87761" y="7152"/>
                  </a:lnTo>
                  <a:lnTo>
                    <a:pt x="82517" y="8842"/>
                  </a:lnTo>
                  <a:lnTo>
                    <a:pt x="77332" y="10704"/>
                  </a:lnTo>
                  <a:lnTo>
                    <a:pt x="72211" y="12735"/>
                  </a:lnTo>
                  <a:lnTo>
                    <a:pt x="67159" y="14935"/>
                  </a:lnTo>
                  <a:lnTo>
                    <a:pt x="62183" y="17299"/>
                  </a:lnTo>
                  <a:lnTo>
                    <a:pt x="57287" y="19827"/>
                  </a:lnTo>
                  <a:lnTo>
                    <a:pt x="52478" y="22514"/>
                  </a:lnTo>
                  <a:lnTo>
                    <a:pt x="47759" y="25359"/>
                  </a:lnTo>
                  <a:lnTo>
                    <a:pt x="43137" y="28357"/>
                  </a:lnTo>
                  <a:lnTo>
                    <a:pt x="38616" y="31506"/>
                  </a:lnTo>
                  <a:lnTo>
                    <a:pt x="34202" y="34802"/>
                  </a:lnTo>
                  <a:lnTo>
                    <a:pt x="29898" y="38242"/>
                  </a:lnTo>
                  <a:lnTo>
                    <a:pt x="25710" y="41822"/>
                  </a:lnTo>
                  <a:lnTo>
                    <a:pt x="21643" y="45538"/>
                  </a:lnTo>
                  <a:lnTo>
                    <a:pt x="17700" y="49386"/>
                  </a:lnTo>
                  <a:lnTo>
                    <a:pt x="13886" y="53362"/>
                  </a:lnTo>
                  <a:lnTo>
                    <a:pt x="10205" y="57461"/>
                  </a:lnTo>
                  <a:lnTo>
                    <a:pt x="6661" y="61680"/>
                  </a:lnTo>
                  <a:lnTo>
                    <a:pt x="3258" y="66013"/>
                  </a:lnTo>
                  <a:lnTo>
                    <a:pt x="0" y="70455"/>
                  </a:lnTo>
                  <a:lnTo>
                    <a:pt x="136411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73" y="1681503"/>
              <a:ext cx="334300" cy="334334"/>
            </a:xfrm>
            <a:custGeom>
              <a:avLst/>
              <a:pathLst>
                <a:path w="334300" h="334334">
                  <a:moveTo>
                    <a:pt x="30740" y="70539"/>
                  </a:moveTo>
                  <a:lnTo>
                    <a:pt x="27745" y="74913"/>
                  </a:lnTo>
                  <a:lnTo>
                    <a:pt x="24889" y="79381"/>
                  </a:lnTo>
                  <a:lnTo>
                    <a:pt x="22177" y="83937"/>
                  </a:lnTo>
                  <a:lnTo>
                    <a:pt x="19610" y="88576"/>
                  </a:lnTo>
                  <a:lnTo>
                    <a:pt x="17192" y="93295"/>
                  </a:lnTo>
                  <a:lnTo>
                    <a:pt x="14925" y="98087"/>
                  </a:lnTo>
                  <a:lnTo>
                    <a:pt x="12810" y="102950"/>
                  </a:lnTo>
                  <a:lnTo>
                    <a:pt x="10852" y="107877"/>
                  </a:lnTo>
                  <a:lnTo>
                    <a:pt x="9050" y="112863"/>
                  </a:lnTo>
                  <a:lnTo>
                    <a:pt x="7407" y="117905"/>
                  </a:lnTo>
                  <a:lnTo>
                    <a:pt x="5925" y="122995"/>
                  </a:lnTo>
                  <a:lnTo>
                    <a:pt x="4606" y="128131"/>
                  </a:lnTo>
                  <a:lnTo>
                    <a:pt x="3449" y="133305"/>
                  </a:lnTo>
                  <a:lnTo>
                    <a:pt x="2458" y="138514"/>
                  </a:lnTo>
                  <a:lnTo>
                    <a:pt x="1632" y="143751"/>
                  </a:lnTo>
                  <a:lnTo>
                    <a:pt x="973" y="149012"/>
                  </a:lnTo>
                  <a:lnTo>
                    <a:pt x="481" y="154291"/>
                  </a:lnTo>
                  <a:lnTo>
                    <a:pt x="156" y="159583"/>
                  </a:lnTo>
                  <a:lnTo>
                    <a:pt x="0" y="164883"/>
                  </a:lnTo>
                  <a:lnTo>
                    <a:pt x="11" y="170185"/>
                  </a:lnTo>
                  <a:lnTo>
                    <a:pt x="191" y="175484"/>
                  </a:lnTo>
                  <a:lnTo>
                    <a:pt x="539" y="180775"/>
                  </a:lnTo>
                  <a:lnTo>
                    <a:pt x="1054" y="186052"/>
                  </a:lnTo>
                  <a:lnTo>
                    <a:pt x="1736" y="191310"/>
                  </a:lnTo>
                  <a:lnTo>
                    <a:pt x="2585" y="196543"/>
                  </a:lnTo>
                  <a:lnTo>
                    <a:pt x="3600" y="201747"/>
                  </a:lnTo>
                  <a:lnTo>
                    <a:pt x="4779" y="206917"/>
                  </a:lnTo>
                  <a:lnTo>
                    <a:pt x="6121" y="212046"/>
                  </a:lnTo>
                  <a:lnTo>
                    <a:pt x="7625" y="217130"/>
                  </a:lnTo>
                  <a:lnTo>
                    <a:pt x="9290" y="222164"/>
                  </a:lnTo>
                  <a:lnTo>
                    <a:pt x="11113" y="227143"/>
                  </a:lnTo>
                  <a:lnTo>
                    <a:pt x="13094" y="232061"/>
                  </a:lnTo>
                  <a:lnTo>
                    <a:pt x="15229" y="236914"/>
                  </a:lnTo>
                  <a:lnTo>
                    <a:pt x="17518" y="241697"/>
                  </a:lnTo>
                  <a:lnTo>
                    <a:pt x="19957" y="246405"/>
                  </a:lnTo>
                  <a:lnTo>
                    <a:pt x="22543" y="251033"/>
                  </a:lnTo>
                  <a:lnTo>
                    <a:pt x="25276" y="255577"/>
                  </a:lnTo>
                  <a:lnTo>
                    <a:pt x="28151" y="260032"/>
                  </a:lnTo>
                  <a:lnTo>
                    <a:pt x="31166" y="264393"/>
                  </a:lnTo>
                  <a:lnTo>
                    <a:pt x="34318" y="268657"/>
                  </a:lnTo>
                  <a:lnTo>
                    <a:pt x="37603" y="272818"/>
                  </a:lnTo>
                  <a:lnTo>
                    <a:pt x="41019" y="276874"/>
                  </a:lnTo>
                  <a:lnTo>
                    <a:pt x="44561" y="280818"/>
                  </a:lnTo>
                  <a:lnTo>
                    <a:pt x="48227" y="284649"/>
                  </a:lnTo>
                  <a:lnTo>
                    <a:pt x="52013" y="288361"/>
                  </a:lnTo>
                  <a:lnTo>
                    <a:pt x="55914" y="291952"/>
                  </a:lnTo>
                  <a:lnTo>
                    <a:pt x="59927" y="295417"/>
                  </a:lnTo>
                  <a:lnTo>
                    <a:pt x="64049" y="298753"/>
                  </a:lnTo>
                  <a:lnTo>
                    <a:pt x="68273" y="301956"/>
                  </a:lnTo>
                  <a:lnTo>
                    <a:pt x="72598" y="305024"/>
                  </a:lnTo>
                  <a:lnTo>
                    <a:pt x="77017" y="307953"/>
                  </a:lnTo>
                  <a:lnTo>
                    <a:pt x="81527" y="310741"/>
                  </a:lnTo>
                  <a:lnTo>
                    <a:pt x="86124" y="313384"/>
                  </a:lnTo>
                  <a:lnTo>
                    <a:pt x="90801" y="315880"/>
                  </a:lnTo>
                  <a:lnTo>
                    <a:pt x="95556" y="318227"/>
                  </a:lnTo>
                  <a:lnTo>
                    <a:pt x="100382" y="320421"/>
                  </a:lnTo>
                  <a:lnTo>
                    <a:pt x="105276" y="322462"/>
                  </a:lnTo>
                  <a:lnTo>
                    <a:pt x="110232" y="324346"/>
                  </a:lnTo>
                  <a:lnTo>
                    <a:pt x="115246" y="326072"/>
                  </a:lnTo>
                  <a:lnTo>
                    <a:pt x="120311" y="327638"/>
                  </a:lnTo>
                  <a:lnTo>
                    <a:pt x="125424" y="329043"/>
                  </a:lnTo>
                  <a:lnTo>
                    <a:pt x="130578" y="330285"/>
                  </a:lnTo>
                  <a:lnTo>
                    <a:pt x="135770" y="331362"/>
                  </a:lnTo>
                  <a:lnTo>
                    <a:pt x="140993" y="332275"/>
                  </a:lnTo>
                  <a:lnTo>
                    <a:pt x="146242" y="333022"/>
                  </a:lnTo>
                  <a:lnTo>
                    <a:pt x="151512" y="333601"/>
                  </a:lnTo>
                  <a:lnTo>
                    <a:pt x="156798" y="334013"/>
                  </a:lnTo>
                  <a:lnTo>
                    <a:pt x="162095" y="334258"/>
                  </a:lnTo>
                  <a:lnTo>
                    <a:pt x="167396" y="334334"/>
                  </a:lnTo>
                  <a:lnTo>
                    <a:pt x="172697" y="334242"/>
                  </a:lnTo>
                  <a:lnTo>
                    <a:pt x="177993" y="333982"/>
                  </a:lnTo>
                  <a:lnTo>
                    <a:pt x="183278" y="333555"/>
                  </a:lnTo>
                  <a:lnTo>
                    <a:pt x="188546" y="332960"/>
                  </a:lnTo>
                  <a:lnTo>
                    <a:pt x="193793" y="332198"/>
                  </a:lnTo>
                  <a:lnTo>
                    <a:pt x="199014" y="331270"/>
                  </a:lnTo>
                  <a:lnTo>
                    <a:pt x="204202" y="330177"/>
                  </a:lnTo>
                  <a:lnTo>
                    <a:pt x="209353" y="328920"/>
                  </a:lnTo>
                  <a:lnTo>
                    <a:pt x="214461" y="327500"/>
                  </a:lnTo>
                  <a:lnTo>
                    <a:pt x="219522" y="325919"/>
                  </a:lnTo>
                  <a:lnTo>
                    <a:pt x="224530" y="324178"/>
                  </a:lnTo>
                  <a:lnTo>
                    <a:pt x="229481" y="322280"/>
                  </a:lnTo>
                  <a:lnTo>
                    <a:pt x="234369" y="320225"/>
                  </a:lnTo>
                  <a:lnTo>
                    <a:pt x="239189" y="318016"/>
                  </a:lnTo>
                  <a:lnTo>
                    <a:pt x="243936" y="315656"/>
                  </a:lnTo>
                  <a:lnTo>
                    <a:pt x="248607" y="313146"/>
                  </a:lnTo>
                  <a:lnTo>
                    <a:pt x="253195" y="310490"/>
                  </a:lnTo>
                  <a:lnTo>
                    <a:pt x="257697" y="307689"/>
                  </a:lnTo>
                  <a:lnTo>
                    <a:pt x="262108" y="304747"/>
                  </a:lnTo>
                  <a:lnTo>
                    <a:pt x="266423" y="301666"/>
                  </a:lnTo>
                  <a:lnTo>
                    <a:pt x="270639" y="298450"/>
                  </a:lnTo>
                  <a:lnTo>
                    <a:pt x="274750" y="295102"/>
                  </a:lnTo>
                  <a:lnTo>
                    <a:pt x="278753" y="291626"/>
                  </a:lnTo>
                  <a:lnTo>
                    <a:pt x="282644" y="288024"/>
                  </a:lnTo>
                  <a:lnTo>
                    <a:pt x="286419" y="284300"/>
                  </a:lnTo>
                  <a:lnTo>
                    <a:pt x="290074" y="280459"/>
                  </a:lnTo>
                  <a:lnTo>
                    <a:pt x="293605" y="276504"/>
                  </a:lnTo>
                  <a:lnTo>
                    <a:pt x="297008" y="272439"/>
                  </a:lnTo>
                  <a:lnTo>
                    <a:pt x="300282" y="268267"/>
                  </a:lnTo>
                  <a:lnTo>
                    <a:pt x="303421" y="263995"/>
                  </a:lnTo>
                  <a:lnTo>
                    <a:pt x="306423" y="259624"/>
                  </a:lnTo>
                  <a:lnTo>
                    <a:pt x="309285" y="255161"/>
                  </a:lnTo>
                  <a:lnTo>
                    <a:pt x="312004" y="250609"/>
                  </a:lnTo>
                  <a:lnTo>
                    <a:pt x="314577" y="245974"/>
                  </a:lnTo>
                  <a:lnTo>
                    <a:pt x="317003" y="241259"/>
                  </a:lnTo>
                  <a:lnTo>
                    <a:pt x="319277" y="236469"/>
                  </a:lnTo>
                  <a:lnTo>
                    <a:pt x="321398" y="231610"/>
                  </a:lnTo>
                  <a:lnTo>
                    <a:pt x="323364" y="226686"/>
                  </a:lnTo>
                  <a:lnTo>
                    <a:pt x="325173" y="221702"/>
                  </a:lnTo>
                  <a:lnTo>
                    <a:pt x="326823" y="216663"/>
                  </a:lnTo>
                  <a:lnTo>
                    <a:pt x="328313" y="211574"/>
                  </a:lnTo>
                  <a:lnTo>
                    <a:pt x="329640" y="206441"/>
                  </a:lnTo>
                  <a:lnTo>
                    <a:pt x="330804" y="201268"/>
                  </a:lnTo>
                  <a:lnTo>
                    <a:pt x="331803" y="196061"/>
                  </a:lnTo>
                  <a:lnTo>
                    <a:pt x="332636" y="190825"/>
                  </a:lnTo>
                  <a:lnTo>
                    <a:pt x="333303" y="185565"/>
                  </a:lnTo>
                  <a:lnTo>
                    <a:pt x="333803" y="180287"/>
                  </a:lnTo>
                  <a:lnTo>
                    <a:pt x="334135" y="174995"/>
                  </a:lnTo>
                  <a:lnTo>
                    <a:pt x="334300" y="169696"/>
                  </a:lnTo>
                  <a:lnTo>
                    <a:pt x="334296" y="164394"/>
                  </a:lnTo>
                  <a:lnTo>
                    <a:pt x="334124" y="159094"/>
                  </a:lnTo>
                  <a:lnTo>
                    <a:pt x="333784" y="153803"/>
                  </a:lnTo>
                  <a:lnTo>
                    <a:pt x="333276" y="148525"/>
                  </a:lnTo>
                  <a:lnTo>
                    <a:pt x="332601" y="143266"/>
                  </a:lnTo>
                  <a:lnTo>
                    <a:pt x="331760" y="138032"/>
                  </a:lnTo>
                  <a:lnTo>
                    <a:pt x="330753" y="132826"/>
                  </a:lnTo>
                  <a:lnTo>
                    <a:pt x="329582" y="127655"/>
                  </a:lnTo>
                  <a:lnTo>
                    <a:pt x="328247" y="122524"/>
                  </a:lnTo>
                  <a:lnTo>
                    <a:pt x="326751" y="117437"/>
                  </a:lnTo>
                  <a:lnTo>
                    <a:pt x="325093" y="112401"/>
                  </a:lnTo>
                  <a:lnTo>
                    <a:pt x="323277" y="107419"/>
                  </a:lnTo>
                  <a:lnTo>
                    <a:pt x="321304" y="102498"/>
                  </a:lnTo>
                  <a:lnTo>
                    <a:pt x="319175" y="97642"/>
                  </a:lnTo>
                  <a:lnTo>
                    <a:pt x="316894" y="92856"/>
                  </a:lnTo>
                  <a:lnTo>
                    <a:pt x="314462" y="88145"/>
                  </a:lnTo>
                  <a:lnTo>
                    <a:pt x="311882" y="83513"/>
                  </a:lnTo>
                  <a:lnTo>
                    <a:pt x="309156" y="78965"/>
                  </a:lnTo>
                  <a:lnTo>
                    <a:pt x="306287" y="74506"/>
                  </a:lnTo>
                  <a:lnTo>
                    <a:pt x="303279" y="70140"/>
                  </a:lnTo>
                  <a:lnTo>
                    <a:pt x="300133" y="65872"/>
                  </a:lnTo>
                  <a:lnTo>
                    <a:pt x="296854" y="61705"/>
                  </a:lnTo>
                  <a:lnTo>
                    <a:pt x="293444" y="57645"/>
                  </a:lnTo>
                  <a:lnTo>
                    <a:pt x="289908" y="53695"/>
                  </a:lnTo>
                  <a:lnTo>
                    <a:pt x="286247" y="49859"/>
                  </a:lnTo>
                  <a:lnTo>
                    <a:pt x="282467" y="46141"/>
                  </a:lnTo>
                  <a:lnTo>
                    <a:pt x="278571" y="42545"/>
                  </a:lnTo>
                  <a:lnTo>
                    <a:pt x="274563" y="39074"/>
                  </a:lnTo>
                  <a:lnTo>
                    <a:pt x="270447" y="35732"/>
                  </a:lnTo>
                  <a:lnTo>
                    <a:pt x="266226" y="32523"/>
                  </a:lnTo>
                  <a:lnTo>
                    <a:pt x="261907" y="29448"/>
                  </a:lnTo>
                  <a:lnTo>
                    <a:pt x="257491" y="26513"/>
                  </a:lnTo>
                  <a:lnTo>
                    <a:pt x="252985" y="23718"/>
                  </a:lnTo>
                  <a:lnTo>
                    <a:pt x="248393" y="21069"/>
                  </a:lnTo>
                  <a:lnTo>
                    <a:pt x="243719" y="18566"/>
                  </a:lnTo>
                  <a:lnTo>
                    <a:pt x="238968" y="16212"/>
                  </a:lnTo>
                  <a:lnTo>
                    <a:pt x="234144" y="14011"/>
                  </a:lnTo>
                  <a:lnTo>
                    <a:pt x="229254" y="11963"/>
                  </a:lnTo>
                  <a:lnTo>
                    <a:pt x="224300" y="10072"/>
                  </a:lnTo>
                  <a:lnTo>
                    <a:pt x="219290" y="8338"/>
                  </a:lnTo>
                  <a:lnTo>
                    <a:pt x="214227" y="6765"/>
                  </a:lnTo>
                  <a:lnTo>
                    <a:pt x="209116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4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4486" y="2126963"/>
              <a:ext cx="36801" cy="167167"/>
            </a:xfrm>
            <a:custGeom>
              <a:avLst/>
              <a:pathLst>
                <a:path w="36801" h="167167">
                  <a:moveTo>
                    <a:pt x="36801" y="0"/>
                  </a:moveTo>
                  <a:lnTo>
                    <a:pt x="30618" y="114"/>
                  </a:lnTo>
                  <a:lnTo>
                    <a:pt x="24444" y="457"/>
                  </a:lnTo>
                  <a:lnTo>
                    <a:pt x="18286" y="1028"/>
                  </a:lnTo>
                  <a:lnTo>
                    <a:pt x="12154" y="1826"/>
                  </a:lnTo>
                  <a:lnTo>
                    <a:pt x="6056" y="2851"/>
                  </a:lnTo>
                  <a:lnTo>
                    <a:pt x="0" y="4101"/>
                  </a:lnTo>
                  <a:lnTo>
                    <a:pt x="368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4486" y="2131064"/>
              <a:ext cx="36801" cy="163066"/>
            </a:xfrm>
            <a:custGeom>
              <a:avLst/>
              <a:pathLst>
                <a:path w="36801" h="163066">
                  <a:moveTo>
                    <a:pt x="0" y="0"/>
                  </a:moveTo>
                  <a:lnTo>
                    <a:pt x="36801" y="163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8" y="2128166"/>
              <a:ext cx="334325" cy="333119"/>
            </a:xfrm>
            <a:custGeom>
              <a:avLst/>
              <a:pathLst>
                <a:path w="334325" h="333119">
                  <a:moveTo>
                    <a:pt x="130357" y="2898"/>
                  </a:moveTo>
                  <a:lnTo>
                    <a:pt x="125223" y="4142"/>
                  </a:lnTo>
                  <a:lnTo>
                    <a:pt x="120131" y="5548"/>
                  </a:lnTo>
                  <a:lnTo>
                    <a:pt x="115086" y="7114"/>
                  </a:lnTo>
                  <a:lnTo>
                    <a:pt x="110093" y="8838"/>
                  </a:lnTo>
                  <a:lnTo>
                    <a:pt x="105156" y="10720"/>
                  </a:lnTo>
                  <a:lnTo>
                    <a:pt x="100282" y="12757"/>
                  </a:lnTo>
                  <a:lnTo>
                    <a:pt x="95475" y="14946"/>
                  </a:lnTo>
                  <a:lnTo>
                    <a:pt x="90739" y="17287"/>
                  </a:lnTo>
                  <a:lnTo>
                    <a:pt x="86079" y="19775"/>
                  </a:lnTo>
                  <a:lnTo>
                    <a:pt x="81501" y="22410"/>
                  </a:lnTo>
                  <a:lnTo>
                    <a:pt x="77008" y="25188"/>
                  </a:lnTo>
                  <a:lnTo>
                    <a:pt x="72605" y="28107"/>
                  </a:lnTo>
                  <a:lnTo>
                    <a:pt x="68296" y="31164"/>
                  </a:lnTo>
                  <a:lnTo>
                    <a:pt x="64086" y="34355"/>
                  </a:lnTo>
                  <a:lnTo>
                    <a:pt x="59979" y="37677"/>
                  </a:lnTo>
                  <a:lnTo>
                    <a:pt x="55979" y="41128"/>
                  </a:lnTo>
                  <a:lnTo>
                    <a:pt x="52090" y="44703"/>
                  </a:lnTo>
                  <a:lnTo>
                    <a:pt x="48316" y="48399"/>
                  </a:lnTo>
                  <a:lnTo>
                    <a:pt x="44661" y="52213"/>
                  </a:lnTo>
                  <a:lnTo>
                    <a:pt x="41128" y="56140"/>
                  </a:lnTo>
                  <a:lnTo>
                    <a:pt x="37721" y="60177"/>
                  </a:lnTo>
                  <a:lnTo>
                    <a:pt x="34443" y="64320"/>
                  </a:lnTo>
                  <a:lnTo>
                    <a:pt x="31298" y="68564"/>
                  </a:lnTo>
                  <a:lnTo>
                    <a:pt x="28288" y="72905"/>
                  </a:lnTo>
                  <a:lnTo>
                    <a:pt x="25417" y="77340"/>
                  </a:lnTo>
                  <a:lnTo>
                    <a:pt x="22687" y="81863"/>
                  </a:lnTo>
                  <a:lnTo>
                    <a:pt x="20102" y="86469"/>
                  </a:lnTo>
                  <a:lnTo>
                    <a:pt x="17664" y="91156"/>
                  </a:lnTo>
                  <a:lnTo>
                    <a:pt x="15375" y="95916"/>
                  </a:lnTo>
                  <a:lnTo>
                    <a:pt x="13237" y="100747"/>
                  </a:lnTo>
                  <a:lnTo>
                    <a:pt x="11253" y="105643"/>
                  </a:lnTo>
                  <a:lnTo>
                    <a:pt x="9425" y="110600"/>
                  </a:lnTo>
                  <a:lnTo>
                    <a:pt x="7755" y="115611"/>
                  </a:lnTo>
                  <a:lnTo>
                    <a:pt x="6243" y="120673"/>
                  </a:lnTo>
                  <a:lnTo>
                    <a:pt x="4893" y="125780"/>
                  </a:lnTo>
                  <a:lnTo>
                    <a:pt x="3704" y="130927"/>
                  </a:lnTo>
                  <a:lnTo>
                    <a:pt x="2679" y="136109"/>
                  </a:lnTo>
                  <a:lnTo>
                    <a:pt x="1817" y="141321"/>
                  </a:lnTo>
                  <a:lnTo>
                    <a:pt x="1121" y="146558"/>
                  </a:lnTo>
                  <a:lnTo>
                    <a:pt x="591" y="151814"/>
                  </a:lnTo>
                  <a:lnTo>
                    <a:pt x="227" y="157084"/>
                  </a:lnTo>
                  <a:lnTo>
                    <a:pt x="30" y="162362"/>
                  </a:lnTo>
                  <a:lnTo>
                    <a:pt x="0" y="167645"/>
                  </a:lnTo>
                  <a:lnTo>
                    <a:pt x="136" y="172926"/>
                  </a:lnTo>
                  <a:lnTo>
                    <a:pt x="439" y="178200"/>
                  </a:lnTo>
                  <a:lnTo>
                    <a:pt x="909" y="183461"/>
                  </a:lnTo>
                  <a:lnTo>
                    <a:pt x="1545" y="188706"/>
                  </a:lnTo>
                  <a:lnTo>
                    <a:pt x="2346" y="193927"/>
                  </a:lnTo>
                  <a:lnTo>
                    <a:pt x="3312" y="199121"/>
                  </a:lnTo>
                  <a:lnTo>
                    <a:pt x="4442" y="204281"/>
                  </a:lnTo>
                  <a:lnTo>
                    <a:pt x="5734" y="209403"/>
                  </a:lnTo>
                  <a:lnTo>
                    <a:pt x="7187" y="214482"/>
                  </a:lnTo>
                  <a:lnTo>
                    <a:pt x="8800" y="219513"/>
                  </a:lnTo>
                  <a:lnTo>
                    <a:pt x="10571" y="224489"/>
                  </a:lnTo>
                  <a:lnTo>
                    <a:pt x="12498" y="229408"/>
                  </a:lnTo>
                  <a:lnTo>
                    <a:pt x="14580" y="234263"/>
                  </a:lnTo>
                  <a:lnTo>
                    <a:pt x="16814" y="239050"/>
                  </a:lnTo>
                  <a:lnTo>
                    <a:pt x="19199" y="243764"/>
                  </a:lnTo>
                  <a:lnTo>
                    <a:pt x="21731" y="248400"/>
                  </a:lnTo>
                  <a:lnTo>
                    <a:pt x="24408" y="252954"/>
                  </a:lnTo>
                  <a:lnTo>
                    <a:pt x="27228" y="257421"/>
                  </a:lnTo>
                  <a:lnTo>
                    <a:pt x="30187" y="261797"/>
                  </a:lnTo>
                  <a:lnTo>
                    <a:pt x="33284" y="266077"/>
                  </a:lnTo>
                  <a:lnTo>
                    <a:pt x="36514" y="270257"/>
                  </a:lnTo>
                  <a:lnTo>
                    <a:pt x="39874" y="274332"/>
                  </a:lnTo>
                  <a:lnTo>
                    <a:pt x="43362" y="278300"/>
                  </a:lnTo>
                  <a:lnTo>
                    <a:pt x="46973" y="282156"/>
                  </a:lnTo>
                  <a:lnTo>
                    <a:pt x="50705" y="285895"/>
                  </a:lnTo>
                  <a:lnTo>
                    <a:pt x="54552" y="289515"/>
                  </a:lnTo>
                  <a:lnTo>
                    <a:pt x="58512" y="293011"/>
                  </a:lnTo>
                  <a:lnTo>
                    <a:pt x="62581" y="296380"/>
                  </a:lnTo>
                  <a:lnTo>
                    <a:pt x="66754" y="299620"/>
                  </a:lnTo>
                  <a:lnTo>
                    <a:pt x="71027" y="302725"/>
                  </a:lnTo>
                  <a:lnTo>
                    <a:pt x="75396" y="305695"/>
                  </a:lnTo>
                  <a:lnTo>
                    <a:pt x="79857" y="308524"/>
                  </a:lnTo>
                  <a:lnTo>
                    <a:pt x="84405" y="311211"/>
                  </a:lnTo>
                  <a:lnTo>
                    <a:pt x="89036" y="313754"/>
                  </a:lnTo>
                  <a:lnTo>
                    <a:pt x="93744" y="316148"/>
                  </a:lnTo>
                  <a:lnTo>
                    <a:pt x="98526" y="318393"/>
                  </a:lnTo>
                  <a:lnTo>
                    <a:pt x="103377" y="320485"/>
                  </a:lnTo>
                  <a:lnTo>
                    <a:pt x="108291" y="322424"/>
                  </a:lnTo>
                  <a:lnTo>
                    <a:pt x="113264" y="324205"/>
                  </a:lnTo>
                  <a:lnTo>
                    <a:pt x="118291" y="325829"/>
                  </a:lnTo>
                  <a:lnTo>
                    <a:pt x="123367" y="327294"/>
                  </a:lnTo>
                  <a:lnTo>
                    <a:pt x="128486" y="328597"/>
                  </a:lnTo>
                  <a:lnTo>
                    <a:pt x="133644" y="329737"/>
                  </a:lnTo>
                  <a:lnTo>
                    <a:pt x="138835" y="330715"/>
                  </a:lnTo>
                  <a:lnTo>
                    <a:pt x="144055" y="331527"/>
                  </a:lnTo>
                  <a:lnTo>
                    <a:pt x="149298" y="332175"/>
                  </a:lnTo>
                  <a:lnTo>
                    <a:pt x="154558" y="332656"/>
                  </a:lnTo>
                  <a:lnTo>
                    <a:pt x="159832" y="332971"/>
                  </a:lnTo>
                  <a:lnTo>
                    <a:pt x="165112" y="333119"/>
                  </a:lnTo>
                  <a:lnTo>
                    <a:pt x="170395" y="333100"/>
                  </a:lnTo>
                  <a:lnTo>
                    <a:pt x="175674" y="332914"/>
                  </a:lnTo>
                  <a:lnTo>
                    <a:pt x="180945" y="332562"/>
                  </a:lnTo>
                  <a:lnTo>
                    <a:pt x="186202" y="332043"/>
                  </a:lnTo>
                  <a:lnTo>
                    <a:pt x="191440" y="331359"/>
                  </a:lnTo>
                  <a:lnTo>
                    <a:pt x="196654" y="330509"/>
                  </a:lnTo>
                  <a:lnTo>
                    <a:pt x="201838" y="329495"/>
                  </a:lnTo>
                  <a:lnTo>
                    <a:pt x="206988" y="328317"/>
                  </a:lnTo>
                  <a:lnTo>
                    <a:pt x="212098" y="326978"/>
                  </a:lnTo>
                  <a:lnTo>
                    <a:pt x="217163" y="325477"/>
                  </a:lnTo>
                  <a:lnTo>
                    <a:pt x="222178" y="323818"/>
                  </a:lnTo>
                  <a:lnTo>
                    <a:pt x="227138" y="322000"/>
                  </a:lnTo>
                  <a:lnTo>
                    <a:pt x="232039" y="320027"/>
                  </a:lnTo>
                  <a:lnTo>
                    <a:pt x="236874" y="317900"/>
                  </a:lnTo>
                  <a:lnTo>
                    <a:pt x="241640" y="315622"/>
                  </a:lnTo>
                  <a:lnTo>
                    <a:pt x="246332" y="313194"/>
                  </a:lnTo>
                  <a:lnTo>
                    <a:pt x="250944" y="310619"/>
                  </a:lnTo>
                  <a:lnTo>
                    <a:pt x="255473" y="307899"/>
                  </a:lnTo>
                  <a:lnTo>
                    <a:pt x="259913" y="305038"/>
                  </a:lnTo>
                  <a:lnTo>
                    <a:pt x="264261" y="302037"/>
                  </a:lnTo>
                  <a:lnTo>
                    <a:pt x="268512" y="298901"/>
                  </a:lnTo>
                  <a:lnTo>
                    <a:pt x="272662" y="295633"/>
                  </a:lnTo>
                  <a:lnTo>
                    <a:pt x="276707" y="292234"/>
                  </a:lnTo>
                  <a:lnTo>
                    <a:pt x="280642" y="288710"/>
                  </a:lnTo>
                  <a:lnTo>
                    <a:pt x="284463" y="285063"/>
                  </a:lnTo>
                  <a:lnTo>
                    <a:pt x="288168" y="281297"/>
                  </a:lnTo>
                  <a:lnTo>
                    <a:pt x="291752" y="277416"/>
                  </a:lnTo>
                  <a:lnTo>
                    <a:pt x="295211" y="273423"/>
                  </a:lnTo>
                  <a:lnTo>
                    <a:pt x="298542" y="269324"/>
                  </a:lnTo>
                  <a:lnTo>
                    <a:pt x="301743" y="265121"/>
                  </a:lnTo>
                  <a:lnTo>
                    <a:pt x="304808" y="260819"/>
                  </a:lnTo>
                  <a:lnTo>
                    <a:pt x="307737" y="256422"/>
                  </a:lnTo>
                  <a:lnTo>
                    <a:pt x="310525" y="251935"/>
                  </a:lnTo>
                  <a:lnTo>
                    <a:pt x="313170" y="247362"/>
                  </a:lnTo>
                  <a:lnTo>
                    <a:pt x="315669" y="242708"/>
                  </a:lnTo>
                  <a:lnTo>
                    <a:pt x="318019" y="237978"/>
                  </a:lnTo>
                  <a:lnTo>
                    <a:pt x="320219" y="233175"/>
                  </a:lnTo>
                  <a:lnTo>
                    <a:pt x="322267" y="228305"/>
                  </a:lnTo>
                  <a:lnTo>
                    <a:pt x="324159" y="223373"/>
                  </a:lnTo>
                  <a:lnTo>
                    <a:pt x="325895" y="218384"/>
                  </a:lnTo>
                  <a:lnTo>
                    <a:pt x="327472" y="213342"/>
                  </a:lnTo>
                  <a:lnTo>
                    <a:pt x="328889" y="208253"/>
                  </a:lnTo>
                  <a:lnTo>
                    <a:pt x="330144" y="203122"/>
                  </a:lnTo>
                  <a:lnTo>
                    <a:pt x="331237" y="197953"/>
                  </a:lnTo>
                  <a:lnTo>
                    <a:pt x="332165" y="192753"/>
                  </a:lnTo>
                  <a:lnTo>
                    <a:pt x="332930" y="187526"/>
                  </a:lnTo>
                  <a:lnTo>
                    <a:pt x="333528" y="182277"/>
                  </a:lnTo>
                  <a:lnTo>
                    <a:pt x="333960" y="177012"/>
                  </a:lnTo>
                  <a:lnTo>
                    <a:pt x="334226" y="171737"/>
                  </a:lnTo>
                  <a:lnTo>
                    <a:pt x="334325" y="166455"/>
                  </a:lnTo>
                  <a:lnTo>
                    <a:pt x="334257" y="161173"/>
                  </a:lnTo>
                  <a:lnTo>
                    <a:pt x="334022" y="155895"/>
                  </a:lnTo>
                  <a:lnTo>
                    <a:pt x="333621" y="150628"/>
                  </a:lnTo>
                  <a:lnTo>
                    <a:pt x="333053" y="145376"/>
                  </a:lnTo>
                  <a:lnTo>
                    <a:pt x="332320" y="140144"/>
                  </a:lnTo>
                  <a:lnTo>
                    <a:pt x="331422" y="134939"/>
                  </a:lnTo>
                  <a:lnTo>
                    <a:pt x="330359" y="129764"/>
                  </a:lnTo>
                  <a:lnTo>
                    <a:pt x="329134" y="124626"/>
                  </a:lnTo>
                  <a:lnTo>
                    <a:pt x="327747" y="119528"/>
                  </a:lnTo>
                  <a:lnTo>
                    <a:pt x="326200" y="114477"/>
                  </a:lnTo>
                  <a:lnTo>
                    <a:pt x="324493" y="109478"/>
                  </a:lnTo>
                  <a:lnTo>
                    <a:pt x="322630" y="104535"/>
                  </a:lnTo>
                  <a:lnTo>
                    <a:pt x="320611" y="99653"/>
                  </a:lnTo>
                  <a:lnTo>
                    <a:pt x="318440" y="94838"/>
                  </a:lnTo>
                  <a:lnTo>
                    <a:pt x="316117" y="90093"/>
                  </a:lnTo>
                  <a:lnTo>
                    <a:pt x="313645" y="85424"/>
                  </a:lnTo>
                  <a:lnTo>
                    <a:pt x="311027" y="80836"/>
                  </a:lnTo>
                  <a:lnTo>
                    <a:pt x="308266" y="76333"/>
                  </a:lnTo>
                  <a:lnTo>
                    <a:pt x="305363" y="71919"/>
                  </a:lnTo>
                  <a:lnTo>
                    <a:pt x="302323" y="67599"/>
                  </a:lnTo>
                  <a:lnTo>
                    <a:pt x="299147" y="63378"/>
                  </a:lnTo>
                  <a:lnTo>
                    <a:pt x="295840" y="59258"/>
                  </a:lnTo>
                  <a:lnTo>
                    <a:pt x="292404" y="55246"/>
                  </a:lnTo>
                  <a:lnTo>
                    <a:pt x="288843" y="51344"/>
                  </a:lnTo>
                  <a:lnTo>
                    <a:pt x="285161" y="47556"/>
                  </a:lnTo>
                  <a:lnTo>
                    <a:pt x="281360" y="43887"/>
                  </a:lnTo>
                  <a:lnTo>
                    <a:pt x="277446" y="40339"/>
                  </a:lnTo>
                  <a:lnTo>
                    <a:pt x="273422" y="36917"/>
                  </a:lnTo>
                  <a:lnTo>
                    <a:pt x="269291" y="33624"/>
                  </a:lnTo>
                  <a:lnTo>
                    <a:pt x="265059" y="30463"/>
                  </a:lnTo>
                  <a:lnTo>
                    <a:pt x="260728" y="27437"/>
                  </a:lnTo>
                  <a:lnTo>
                    <a:pt x="256305" y="24550"/>
                  </a:lnTo>
                  <a:lnTo>
                    <a:pt x="251792" y="21804"/>
                  </a:lnTo>
                  <a:lnTo>
                    <a:pt x="247195" y="19202"/>
                  </a:lnTo>
                  <a:lnTo>
                    <a:pt x="242518" y="16746"/>
                  </a:lnTo>
                  <a:lnTo>
                    <a:pt x="237765" y="14440"/>
                  </a:lnTo>
                  <a:lnTo>
                    <a:pt x="232942" y="12284"/>
                  </a:lnTo>
                  <a:lnTo>
                    <a:pt x="228054" y="10282"/>
                  </a:lnTo>
                  <a:lnTo>
                    <a:pt x="223104" y="8436"/>
                  </a:lnTo>
                  <a:lnTo>
                    <a:pt x="218099" y="6747"/>
                  </a:lnTo>
                  <a:lnTo>
                    <a:pt x="213043" y="5217"/>
                  </a:lnTo>
                  <a:lnTo>
                    <a:pt x="207941" y="3847"/>
                  </a:lnTo>
                  <a:lnTo>
                    <a:pt x="202798" y="2640"/>
                  </a:lnTo>
                  <a:lnTo>
                    <a:pt x="197620" y="1595"/>
                  </a:lnTo>
                  <a:lnTo>
                    <a:pt x="192411" y="715"/>
                  </a:lnTo>
                  <a:lnTo>
                    <a:pt x="187177" y="0"/>
                  </a:lnTo>
                  <a:lnTo>
                    <a:pt x="167158" y="165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20018" cy="167167"/>
            </a:xfrm>
            <a:custGeom>
              <a:avLst/>
              <a:pathLst>
                <a:path w="20018" h="167167">
                  <a:moveTo>
                    <a:pt x="20018" y="1202"/>
                  </a:moveTo>
                  <a:lnTo>
                    <a:pt x="10027" y="3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386" y="2633064"/>
              <a:ext cx="6362" cy="167167"/>
            </a:xfrm>
            <a:custGeom>
              <a:avLst/>
              <a:pathLst>
                <a:path w="6362" h="167167">
                  <a:moveTo>
                    <a:pt x="6362" y="0"/>
                  </a:moveTo>
                  <a:lnTo>
                    <a:pt x="0" y="121"/>
                  </a:lnTo>
                  <a:lnTo>
                    <a:pt x="63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386" y="2633185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5" y="2633185"/>
              <a:ext cx="334310" cy="334213"/>
            </a:xfrm>
            <a:custGeom>
              <a:avLst/>
              <a:pathLst>
                <a:path w="334310" h="334213">
                  <a:moveTo>
                    <a:pt x="160790" y="0"/>
                  </a:moveTo>
                  <a:lnTo>
                    <a:pt x="155506" y="285"/>
                  </a:lnTo>
                  <a:lnTo>
                    <a:pt x="150234" y="737"/>
                  </a:lnTo>
                  <a:lnTo>
                    <a:pt x="144979" y="1355"/>
                  </a:lnTo>
                  <a:lnTo>
                    <a:pt x="139747" y="2140"/>
                  </a:lnTo>
                  <a:lnTo>
                    <a:pt x="134541" y="3090"/>
                  </a:lnTo>
                  <a:lnTo>
                    <a:pt x="129369" y="4204"/>
                  </a:lnTo>
                  <a:lnTo>
                    <a:pt x="124234" y="5482"/>
                  </a:lnTo>
                  <a:lnTo>
                    <a:pt x="119142" y="6921"/>
                  </a:lnTo>
                  <a:lnTo>
                    <a:pt x="114098" y="8521"/>
                  </a:lnTo>
                  <a:lnTo>
                    <a:pt x="109108" y="10279"/>
                  </a:lnTo>
                  <a:lnTo>
                    <a:pt x="104176" y="12195"/>
                  </a:lnTo>
                  <a:lnTo>
                    <a:pt x="99306" y="14265"/>
                  </a:lnTo>
                  <a:lnTo>
                    <a:pt x="94505" y="16489"/>
                  </a:lnTo>
                  <a:lnTo>
                    <a:pt x="89777" y="18864"/>
                  </a:lnTo>
                  <a:lnTo>
                    <a:pt x="85126" y="21387"/>
                  </a:lnTo>
                  <a:lnTo>
                    <a:pt x="80557" y="24056"/>
                  </a:lnTo>
                  <a:lnTo>
                    <a:pt x="76075" y="26868"/>
                  </a:lnTo>
                  <a:lnTo>
                    <a:pt x="71684" y="29820"/>
                  </a:lnTo>
                  <a:lnTo>
                    <a:pt x="67389" y="32911"/>
                  </a:lnTo>
                  <a:lnTo>
                    <a:pt x="63194" y="36135"/>
                  </a:lnTo>
                  <a:lnTo>
                    <a:pt x="59103" y="39491"/>
                  </a:lnTo>
                  <a:lnTo>
                    <a:pt x="55120" y="42974"/>
                  </a:lnTo>
                  <a:lnTo>
                    <a:pt x="51249" y="46582"/>
                  </a:lnTo>
                  <a:lnTo>
                    <a:pt x="47495" y="50311"/>
                  </a:lnTo>
                  <a:lnTo>
                    <a:pt x="43860" y="54156"/>
                  </a:lnTo>
                  <a:lnTo>
                    <a:pt x="40349" y="58115"/>
                  </a:lnTo>
                  <a:lnTo>
                    <a:pt x="36965" y="62182"/>
                  </a:lnTo>
                  <a:lnTo>
                    <a:pt x="33712" y="66355"/>
                  </a:lnTo>
                  <a:lnTo>
                    <a:pt x="30592" y="70629"/>
                  </a:lnTo>
                  <a:lnTo>
                    <a:pt x="27609" y="74999"/>
                  </a:lnTo>
                  <a:lnTo>
                    <a:pt x="24766" y="79461"/>
                  </a:lnTo>
                  <a:lnTo>
                    <a:pt x="22065" y="84012"/>
                  </a:lnTo>
                  <a:lnTo>
                    <a:pt x="19510" y="88645"/>
                  </a:lnTo>
                  <a:lnTo>
                    <a:pt x="17102" y="93357"/>
                  </a:lnTo>
                  <a:lnTo>
                    <a:pt x="14845" y="98143"/>
                  </a:lnTo>
                  <a:lnTo>
                    <a:pt x="12741" y="102997"/>
                  </a:lnTo>
                  <a:lnTo>
                    <a:pt x="10791" y="107916"/>
                  </a:lnTo>
                  <a:lnTo>
                    <a:pt x="8998" y="112895"/>
                  </a:lnTo>
                  <a:lnTo>
                    <a:pt x="7364" y="117927"/>
                  </a:lnTo>
                  <a:lnTo>
                    <a:pt x="5889" y="123009"/>
                  </a:lnTo>
                  <a:lnTo>
                    <a:pt x="4576" y="128134"/>
                  </a:lnTo>
                  <a:lnTo>
                    <a:pt x="3426" y="133299"/>
                  </a:lnTo>
                  <a:lnTo>
                    <a:pt x="2440" y="138498"/>
                  </a:lnTo>
                  <a:lnTo>
                    <a:pt x="1619" y="143725"/>
                  </a:lnTo>
                  <a:lnTo>
                    <a:pt x="964" y="148975"/>
                  </a:lnTo>
                  <a:lnTo>
                    <a:pt x="476" y="154244"/>
                  </a:lnTo>
                  <a:lnTo>
                    <a:pt x="154" y="159526"/>
                  </a:lnTo>
                  <a:lnTo>
                    <a:pt x="0" y="164815"/>
                  </a:lnTo>
                  <a:lnTo>
                    <a:pt x="13" y="170106"/>
                  </a:lnTo>
                  <a:lnTo>
                    <a:pt x="193" y="175394"/>
                  </a:lnTo>
                  <a:lnTo>
                    <a:pt x="541" y="180674"/>
                  </a:lnTo>
                  <a:lnTo>
                    <a:pt x="1056" y="185940"/>
                  </a:lnTo>
                  <a:lnTo>
                    <a:pt x="1737" y="191187"/>
                  </a:lnTo>
                  <a:lnTo>
                    <a:pt x="2584" y="196410"/>
                  </a:lnTo>
                  <a:lnTo>
                    <a:pt x="3596" y="201604"/>
                  </a:lnTo>
                  <a:lnTo>
                    <a:pt x="4771" y="206763"/>
                  </a:lnTo>
                  <a:lnTo>
                    <a:pt x="6110" y="211882"/>
                  </a:lnTo>
                  <a:lnTo>
                    <a:pt x="7609" y="216956"/>
                  </a:lnTo>
                  <a:lnTo>
                    <a:pt x="9269" y="221981"/>
                  </a:lnTo>
                  <a:lnTo>
                    <a:pt x="11086" y="226950"/>
                  </a:lnTo>
                  <a:lnTo>
                    <a:pt x="13061" y="231859"/>
                  </a:lnTo>
                  <a:lnTo>
                    <a:pt x="15189" y="236703"/>
                  </a:lnTo>
                  <a:lnTo>
                    <a:pt x="17470" y="241478"/>
                  </a:lnTo>
                  <a:lnTo>
                    <a:pt x="19900" y="246178"/>
                  </a:lnTo>
                  <a:lnTo>
                    <a:pt x="22478" y="250798"/>
                  </a:lnTo>
                  <a:lnTo>
                    <a:pt x="25202" y="255335"/>
                  </a:lnTo>
                  <a:lnTo>
                    <a:pt x="28067" y="259784"/>
                  </a:lnTo>
                  <a:lnTo>
                    <a:pt x="31072" y="264139"/>
                  </a:lnTo>
                  <a:lnTo>
                    <a:pt x="34213" y="268397"/>
                  </a:lnTo>
                  <a:lnTo>
                    <a:pt x="37487" y="272554"/>
                  </a:lnTo>
                  <a:lnTo>
                    <a:pt x="40891" y="276604"/>
                  </a:lnTo>
                  <a:lnTo>
                    <a:pt x="44422" y="280545"/>
                  </a:lnTo>
                  <a:lnTo>
                    <a:pt x="48075" y="284373"/>
                  </a:lnTo>
                  <a:lnTo>
                    <a:pt x="51848" y="288083"/>
                  </a:lnTo>
                  <a:lnTo>
                    <a:pt x="55736" y="291671"/>
                  </a:lnTo>
                  <a:lnTo>
                    <a:pt x="59736" y="295135"/>
                  </a:lnTo>
                  <a:lnTo>
                    <a:pt x="63844" y="298470"/>
                  </a:lnTo>
                  <a:lnTo>
                    <a:pt x="68055" y="301674"/>
                  </a:lnTo>
                  <a:lnTo>
                    <a:pt x="72366" y="304743"/>
                  </a:lnTo>
                  <a:lnTo>
                    <a:pt x="76771" y="307674"/>
                  </a:lnTo>
                  <a:lnTo>
                    <a:pt x="81267" y="310464"/>
                  </a:lnTo>
                  <a:lnTo>
                    <a:pt x="85849" y="313110"/>
                  </a:lnTo>
                  <a:lnTo>
                    <a:pt x="90512" y="315610"/>
                  </a:lnTo>
                  <a:lnTo>
                    <a:pt x="95253" y="317961"/>
                  </a:lnTo>
                  <a:lnTo>
                    <a:pt x="100065" y="320161"/>
                  </a:lnTo>
                  <a:lnTo>
                    <a:pt x="104944" y="322207"/>
                  </a:lnTo>
                  <a:lnTo>
                    <a:pt x="109886" y="324099"/>
                  </a:lnTo>
                  <a:lnTo>
                    <a:pt x="114885" y="325832"/>
                  </a:lnTo>
                  <a:lnTo>
                    <a:pt x="119937" y="327407"/>
                  </a:lnTo>
                  <a:lnTo>
                    <a:pt x="125036" y="328821"/>
                  </a:lnTo>
                  <a:lnTo>
                    <a:pt x="130177" y="330073"/>
                  </a:lnTo>
                  <a:lnTo>
                    <a:pt x="135355" y="331161"/>
                  </a:lnTo>
                  <a:lnTo>
                    <a:pt x="140565" y="332085"/>
                  </a:lnTo>
                  <a:lnTo>
                    <a:pt x="145801" y="332844"/>
                  </a:lnTo>
                  <a:lnTo>
                    <a:pt x="151059" y="333437"/>
                  </a:lnTo>
                  <a:lnTo>
                    <a:pt x="156333" y="333863"/>
                  </a:lnTo>
                  <a:lnTo>
                    <a:pt x="161618" y="334122"/>
                  </a:lnTo>
                  <a:lnTo>
                    <a:pt x="166909" y="334213"/>
                  </a:lnTo>
                  <a:lnTo>
                    <a:pt x="172199" y="334137"/>
                  </a:lnTo>
                  <a:lnTo>
                    <a:pt x="177485" y="333894"/>
                  </a:lnTo>
                  <a:lnTo>
                    <a:pt x="182760" y="333483"/>
                  </a:lnTo>
                  <a:lnTo>
                    <a:pt x="188020" y="332906"/>
                  </a:lnTo>
                  <a:lnTo>
                    <a:pt x="193259" y="332162"/>
                  </a:lnTo>
                  <a:lnTo>
                    <a:pt x="198471" y="331253"/>
                  </a:lnTo>
                  <a:lnTo>
                    <a:pt x="203652" y="330180"/>
                  </a:lnTo>
                  <a:lnTo>
                    <a:pt x="208797" y="328943"/>
                  </a:lnTo>
                  <a:lnTo>
                    <a:pt x="213900" y="327544"/>
                  </a:lnTo>
                  <a:lnTo>
                    <a:pt x="218956" y="325984"/>
                  </a:lnTo>
                  <a:lnTo>
                    <a:pt x="223960" y="324265"/>
                  </a:lnTo>
                  <a:lnTo>
                    <a:pt x="228908" y="322388"/>
                  </a:lnTo>
                  <a:lnTo>
                    <a:pt x="233793" y="320356"/>
                  </a:lnTo>
                  <a:lnTo>
                    <a:pt x="238612" y="318170"/>
                  </a:lnTo>
                  <a:lnTo>
                    <a:pt x="243359" y="315833"/>
                  </a:lnTo>
                  <a:lnTo>
                    <a:pt x="248029" y="313346"/>
                  </a:lnTo>
                  <a:lnTo>
                    <a:pt x="252619" y="310713"/>
                  </a:lnTo>
                  <a:lnTo>
                    <a:pt x="257123" y="307936"/>
                  </a:lnTo>
                  <a:lnTo>
                    <a:pt x="261537" y="305018"/>
                  </a:lnTo>
                  <a:lnTo>
                    <a:pt x="265856" y="301962"/>
                  </a:lnTo>
                  <a:lnTo>
                    <a:pt x="270077" y="298771"/>
                  </a:lnTo>
                  <a:lnTo>
                    <a:pt x="274194" y="295447"/>
                  </a:lnTo>
                  <a:lnTo>
                    <a:pt x="278204" y="291995"/>
                  </a:lnTo>
                  <a:lnTo>
                    <a:pt x="282103" y="288418"/>
                  </a:lnTo>
                  <a:lnTo>
                    <a:pt x="285887" y="284719"/>
                  </a:lnTo>
                  <a:lnTo>
                    <a:pt x="289551" y="280903"/>
                  </a:lnTo>
                  <a:lnTo>
                    <a:pt x="293094" y="276972"/>
                  </a:lnTo>
                  <a:lnTo>
                    <a:pt x="296509" y="272931"/>
                  </a:lnTo>
                  <a:lnTo>
                    <a:pt x="299796" y="268784"/>
                  </a:lnTo>
                  <a:lnTo>
                    <a:pt x="302949" y="264535"/>
                  </a:lnTo>
                  <a:lnTo>
                    <a:pt x="305966" y="260188"/>
                  </a:lnTo>
                  <a:lnTo>
                    <a:pt x="308845" y="255748"/>
                  </a:lnTo>
                  <a:lnTo>
                    <a:pt x="311581" y="251220"/>
                  </a:lnTo>
                  <a:lnTo>
                    <a:pt x="314173" y="246606"/>
                  </a:lnTo>
                  <a:lnTo>
                    <a:pt x="316617" y="241914"/>
                  </a:lnTo>
                  <a:lnTo>
                    <a:pt x="318912" y="237146"/>
                  </a:lnTo>
                  <a:lnTo>
                    <a:pt x="321054" y="232308"/>
                  </a:lnTo>
                  <a:lnTo>
                    <a:pt x="323042" y="227404"/>
                  </a:lnTo>
                  <a:lnTo>
                    <a:pt x="324875" y="222440"/>
                  </a:lnTo>
                  <a:lnTo>
                    <a:pt x="326549" y="217421"/>
                  </a:lnTo>
                  <a:lnTo>
                    <a:pt x="328063" y="212351"/>
                  </a:lnTo>
                  <a:lnTo>
                    <a:pt x="329416" y="207236"/>
                  </a:lnTo>
                  <a:lnTo>
                    <a:pt x="330607" y="202080"/>
                  </a:lnTo>
                  <a:lnTo>
                    <a:pt x="331634" y="196890"/>
                  </a:lnTo>
                  <a:lnTo>
                    <a:pt x="332496" y="191669"/>
                  </a:lnTo>
                  <a:lnTo>
                    <a:pt x="333193" y="186424"/>
                  </a:lnTo>
                  <a:lnTo>
                    <a:pt x="333723" y="181159"/>
                  </a:lnTo>
                  <a:lnTo>
                    <a:pt x="334086" y="175880"/>
                  </a:lnTo>
                  <a:lnTo>
                    <a:pt x="334282" y="170593"/>
                  </a:lnTo>
                  <a:lnTo>
                    <a:pt x="334310" y="165302"/>
                  </a:lnTo>
                  <a:lnTo>
                    <a:pt x="334171" y="160012"/>
                  </a:lnTo>
                  <a:lnTo>
                    <a:pt x="333865" y="154730"/>
                  </a:lnTo>
                  <a:lnTo>
                    <a:pt x="333392" y="149460"/>
                  </a:lnTo>
                  <a:lnTo>
                    <a:pt x="332752" y="144207"/>
                  </a:lnTo>
                  <a:lnTo>
                    <a:pt x="331946" y="138978"/>
                  </a:lnTo>
                  <a:lnTo>
                    <a:pt x="330975" y="133776"/>
                  </a:lnTo>
                  <a:lnTo>
                    <a:pt x="329840" y="128608"/>
                  </a:lnTo>
                  <a:lnTo>
                    <a:pt x="328542" y="123479"/>
                  </a:lnTo>
                  <a:lnTo>
                    <a:pt x="327083" y="118393"/>
                  </a:lnTo>
                  <a:lnTo>
                    <a:pt x="325463" y="113355"/>
                  </a:lnTo>
                  <a:lnTo>
                    <a:pt x="323684" y="108372"/>
                  </a:lnTo>
                  <a:lnTo>
                    <a:pt x="321749" y="103447"/>
                  </a:lnTo>
                  <a:lnTo>
                    <a:pt x="319659" y="98587"/>
                  </a:lnTo>
                  <a:lnTo>
                    <a:pt x="317416" y="93794"/>
                  </a:lnTo>
                  <a:lnTo>
                    <a:pt x="315022" y="89075"/>
                  </a:lnTo>
                  <a:lnTo>
                    <a:pt x="312480" y="84435"/>
                  </a:lnTo>
                  <a:lnTo>
                    <a:pt x="309793" y="79877"/>
                  </a:lnTo>
                  <a:lnTo>
                    <a:pt x="306963" y="75406"/>
                  </a:lnTo>
                  <a:lnTo>
                    <a:pt x="303993" y="71027"/>
                  </a:lnTo>
                  <a:lnTo>
                    <a:pt x="300885" y="66744"/>
                  </a:lnTo>
                  <a:lnTo>
                    <a:pt x="297644" y="62562"/>
                  </a:lnTo>
                  <a:lnTo>
                    <a:pt x="294272" y="58484"/>
                  </a:lnTo>
                  <a:lnTo>
                    <a:pt x="290772" y="54516"/>
                  </a:lnTo>
                  <a:lnTo>
                    <a:pt x="287149" y="50660"/>
                  </a:lnTo>
                  <a:lnTo>
                    <a:pt x="167152" y="1670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119996" cy="167167"/>
            </a:xfrm>
            <a:custGeom>
              <a:avLst/>
              <a:pathLst>
                <a:path w="119996" h="167167">
                  <a:moveTo>
                    <a:pt x="119996" y="50781"/>
                  </a:moveTo>
                  <a:lnTo>
                    <a:pt x="116047" y="46843"/>
                  </a:lnTo>
                  <a:lnTo>
                    <a:pt x="111969" y="43039"/>
                  </a:lnTo>
                  <a:lnTo>
                    <a:pt x="107767" y="39374"/>
                  </a:lnTo>
                  <a:lnTo>
                    <a:pt x="103444" y="35850"/>
                  </a:lnTo>
                  <a:lnTo>
                    <a:pt x="99007" y="32473"/>
                  </a:lnTo>
                  <a:lnTo>
                    <a:pt x="94459" y="29245"/>
                  </a:lnTo>
                  <a:lnTo>
                    <a:pt x="89806" y="26171"/>
                  </a:lnTo>
                  <a:lnTo>
                    <a:pt x="85053" y="23254"/>
                  </a:lnTo>
                  <a:lnTo>
                    <a:pt x="80205" y="20497"/>
                  </a:lnTo>
                  <a:lnTo>
                    <a:pt x="75269" y="17904"/>
                  </a:lnTo>
                  <a:lnTo>
                    <a:pt x="70248" y="15476"/>
                  </a:lnTo>
                  <a:lnTo>
                    <a:pt x="65149" y="13217"/>
                  </a:lnTo>
                  <a:lnTo>
                    <a:pt x="59978" y="11130"/>
                  </a:lnTo>
                  <a:lnTo>
                    <a:pt x="54740" y="9216"/>
                  </a:lnTo>
                  <a:lnTo>
                    <a:pt x="49441" y="7478"/>
                  </a:lnTo>
                  <a:lnTo>
                    <a:pt x="44087" y="5918"/>
                  </a:lnTo>
                  <a:lnTo>
                    <a:pt x="38684" y="4537"/>
                  </a:lnTo>
                  <a:lnTo>
                    <a:pt x="33238" y="3337"/>
                  </a:lnTo>
                  <a:lnTo>
                    <a:pt x="27755" y="2320"/>
                  </a:lnTo>
                  <a:lnTo>
                    <a:pt x="22241" y="1486"/>
                  </a:lnTo>
                  <a:lnTo>
                    <a:pt x="16702" y="836"/>
                  </a:lnTo>
                  <a:lnTo>
                    <a:pt x="11145" y="371"/>
                  </a:lnTo>
                  <a:lnTo>
                    <a:pt x="557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1334" y="3170392"/>
              <a:ext cx="24646" cy="167167"/>
            </a:xfrm>
            <a:custGeom>
              <a:avLst/>
              <a:pathLst>
                <a:path w="24646" h="167167">
                  <a:moveTo>
                    <a:pt x="24646" y="0"/>
                  </a:moveTo>
                  <a:lnTo>
                    <a:pt x="16404" y="203"/>
                  </a:lnTo>
                  <a:lnTo>
                    <a:pt x="8182" y="812"/>
                  </a:lnTo>
                  <a:lnTo>
                    <a:pt x="0" y="1826"/>
                  </a:lnTo>
                  <a:lnTo>
                    <a:pt x="246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334" y="3172219"/>
              <a:ext cx="24646" cy="165340"/>
            </a:xfrm>
            <a:custGeom>
              <a:avLst/>
              <a:pathLst>
                <a:path w="24646" h="165340">
                  <a:moveTo>
                    <a:pt x="0" y="0"/>
                  </a:moveTo>
                  <a:lnTo>
                    <a:pt x="24646" y="165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3" y="3172219"/>
              <a:ext cx="334330" cy="332493"/>
            </a:xfrm>
            <a:custGeom>
              <a:avLst/>
              <a:pathLst>
                <a:path w="334330" h="332493">
                  <a:moveTo>
                    <a:pt x="142520" y="0"/>
                  </a:moveTo>
                  <a:lnTo>
                    <a:pt x="137300" y="862"/>
                  </a:lnTo>
                  <a:lnTo>
                    <a:pt x="132111" y="1890"/>
                  </a:lnTo>
                  <a:lnTo>
                    <a:pt x="126956" y="3081"/>
                  </a:lnTo>
                  <a:lnTo>
                    <a:pt x="121842" y="4434"/>
                  </a:lnTo>
                  <a:lnTo>
                    <a:pt x="116773" y="5949"/>
                  </a:lnTo>
                  <a:lnTo>
                    <a:pt x="111755" y="7624"/>
                  </a:lnTo>
                  <a:lnTo>
                    <a:pt x="106792" y="9456"/>
                  </a:lnTo>
                  <a:lnTo>
                    <a:pt x="101889" y="11445"/>
                  </a:lnTo>
                  <a:lnTo>
                    <a:pt x="97052" y="13587"/>
                  </a:lnTo>
                  <a:lnTo>
                    <a:pt x="92285" y="15882"/>
                  </a:lnTo>
                  <a:lnTo>
                    <a:pt x="87593" y="18326"/>
                  </a:lnTo>
                  <a:lnTo>
                    <a:pt x="82981" y="20918"/>
                  </a:lnTo>
                  <a:lnTo>
                    <a:pt x="78453" y="23654"/>
                  </a:lnTo>
                  <a:lnTo>
                    <a:pt x="74014" y="26532"/>
                  </a:lnTo>
                  <a:lnTo>
                    <a:pt x="69669" y="29550"/>
                  </a:lnTo>
                  <a:lnTo>
                    <a:pt x="65421" y="32703"/>
                  </a:lnTo>
                  <a:lnTo>
                    <a:pt x="61274" y="35989"/>
                  </a:lnTo>
                  <a:lnTo>
                    <a:pt x="57234" y="39404"/>
                  </a:lnTo>
                  <a:lnTo>
                    <a:pt x="53304" y="42946"/>
                  </a:lnTo>
                  <a:lnTo>
                    <a:pt x="49488" y="46610"/>
                  </a:lnTo>
                  <a:lnTo>
                    <a:pt x="45790" y="50394"/>
                  </a:lnTo>
                  <a:lnTo>
                    <a:pt x="42214" y="54292"/>
                  </a:lnTo>
                  <a:lnTo>
                    <a:pt x="38762" y="58301"/>
                  </a:lnTo>
                  <a:lnTo>
                    <a:pt x="35440" y="62418"/>
                  </a:lnTo>
                  <a:lnTo>
                    <a:pt x="32249" y="66638"/>
                  </a:lnTo>
                  <a:lnTo>
                    <a:pt x="29193" y="70957"/>
                  </a:lnTo>
                  <a:lnTo>
                    <a:pt x="26276" y="75370"/>
                  </a:lnTo>
                  <a:lnTo>
                    <a:pt x="23499" y="79873"/>
                  </a:lnTo>
                  <a:lnTo>
                    <a:pt x="20867" y="84462"/>
                  </a:lnTo>
                  <a:lnTo>
                    <a:pt x="18381" y="89132"/>
                  </a:lnTo>
                  <a:lnTo>
                    <a:pt x="16044" y="93878"/>
                  </a:lnTo>
                  <a:lnTo>
                    <a:pt x="13858" y="98696"/>
                  </a:lnTo>
                  <a:lnTo>
                    <a:pt x="11826" y="103581"/>
                  </a:lnTo>
                  <a:lnTo>
                    <a:pt x="9950" y="108527"/>
                  </a:lnTo>
                  <a:lnTo>
                    <a:pt x="8231" y="113531"/>
                  </a:lnTo>
                  <a:lnTo>
                    <a:pt x="6671" y="118586"/>
                  </a:lnTo>
                  <a:lnTo>
                    <a:pt x="5272" y="123688"/>
                  </a:lnTo>
                  <a:lnTo>
                    <a:pt x="4035" y="128832"/>
                  </a:lnTo>
                  <a:lnTo>
                    <a:pt x="2961" y="134012"/>
                  </a:lnTo>
                  <a:lnTo>
                    <a:pt x="2052" y="139224"/>
                  </a:lnTo>
                  <a:lnTo>
                    <a:pt x="1308" y="144462"/>
                  </a:lnTo>
                  <a:lnTo>
                    <a:pt x="731" y="149720"/>
                  </a:lnTo>
                  <a:lnTo>
                    <a:pt x="320" y="154995"/>
                  </a:lnTo>
                  <a:lnTo>
                    <a:pt x="76" y="160280"/>
                  </a:lnTo>
                  <a:lnTo>
                    <a:pt x="0" y="165569"/>
                  </a:lnTo>
                  <a:lnTo>
                    <a:pt x="90" y="170859"/>
                  </a:lnTo>
                  <a:lnTo>
                    <a:pt x="349" y="176143"/>
                  </a:lnTo>
                  <a:lnTo>
                    <a:pt x="774" y="181416"/>
                  </a:lnTo>
                  <a:lnTo>
                    <a:pt x="1366" y="186674"/>
                  </a:lnTo>
                  <a:lnTo>
                    <a:pt x="2124" y="191909"/>
                  </a:lnTo>
                  <a:lnTo>
                    <a:pt x="3048" y="197119"/>
                  </a:lnTo>
                  <a:lnTo>
                    <a:pt x="4135" y="202296"/>
                  </a:lnTo>
                  <a:lnTo>
                    <a:pt x="5387" y="207436"/>
                  </a:lnTo>
                  <a:lnTo>
                    <a:pt x="6800" y="212535"/>
                  </a:lnTo>
                  <a:lnTo>
                    <a:pt x="8373" y="217586"/>
                  </a:lnTo>
                  <a:lnTo>
                    <a:pt x="10106" y="222584"/>
                  </a:lnTo>
                  <a:lnTo>
                    <a:pt x="11996" y="227525"/>
                  </a:lnTo>
                  <a:lnTo>
                    <a:pt x="14042" y="232404"/>
                  </a:lnTo>
                  <a:lnTo>
                    <a:pt x="16240" y="237216"/>
                  </a:lnTo>
                  <a:lnTo>
                    <a:pt x="18590" y="241956"/>
                  </a:lnTo>
                  <a:lnTo>
                    <a:pt x="21089" y="246619"/>
                  </a:lnTo>
                  <a:lnTo>
                    <a:pt x="23734" y="251201"/>
                  </a:lnTo>
                  <a:lnTo>
                    <a:pt x="26523" y="255697"/>
                  </a:lnTo>
                  <a:lnTo>
                    <a:pt x="29453" y="260102"/>
                  </a:lnTo>
                  <a:lnTo>
                    <a:pt x="32520" y="264412"/>
                  </a:lnTo>
                  <a:lnTo>
                    <a:pt x="35723" y="268623"/>
                  </a:lnTo>
                  <a:lnTo>
                    <a:pt x="39057" y="272731"/>
                  </a:lnTo>
                  <a:lnTo>
                    <a:pt x="42519" y="276731"/>
                  </a:lnTo>
                  <a:lnTo>
                    <a:pt x="46106" y="280619"/>
                  </a:lnTo>
                  <a:lnTo>
                    <a:pt x="49815" y="284392"/>
                  </a:lnTo>
                  <a:lnTo>
                    <a:pt x="53641" y="288046"/>
                  </a:lnTo>
                  <a:lnTo>
                    <a:pt x="57580" y="291577"/>
                  </a:lnTo>
                  <a:lnTo>
                    <a:pt x="61630" y="294982"/>
                  </a:lnTo>
                  <a:lnTo>
                    <a:pt x="65785" y="298256"/>
                  </a:lnTo>
                  <a:lnTo>
                    <a:pt x="70042" y="301398"/>
                  </a:lnTo>
                  <a:lnTo>
                    <a:pt x="74396" y="304403"/>
                  </a:lnTo>
                  <a:lnTo>
                    <a:pt x="78843" y="307269"/>
                  </a:lnTo>
                  <a:lnTo>
                    <a:pt x="83378" y="309993"/>
                  </a:lnTo>
                  <a:lnTo>
                    <a:pt x="87997" y="312572"/>
                  </a:lnTo>
                  <a:lnTo>
                    <a:pt x="92696" y="315003"/>
                  </a:lnTo>
                  <a:lnTo>
                    <a:pt x="97469" y="317285"/>
                  </a:lnTo>
                  <a:lnTo>
                    <a:pt x="102312" y="319414"/>
                  </a:lnTo>
                  <a:lnTo>
                    <a:pt x="107220" y="321389"/>
                  </a:lnTo>
                  <a:lnTo>
                    <a:pt x="112188" y="323208"/>
                  </a:lnTo>
                  <a:lnTo>
                    <a:pt x="117211" y="324869"/>
                  </a:lnTo>
                  <a:lnTo>
                    <a:pt x="122284" y="326369"/>
                  </a:lnTo>
                  <a:lnTo>
                    <a:pt x="127402" y="327709"/>
                  </a:lnTo>
                  <a:lnTo>
                    <a:pt x="132560" y="328886"/>
                  </a:lnTo>
                  <a:lnTo>
                    <a:pt x="137752" y="329899"/>
                  </a:lnTo>
                  <a:lnTo>
                    <a:pt x="142974" y="330748"/>
                  </a:lnTo>
                  <a:lnTo>
                    <a:pt x="148220" y="331430"/>
                  </a:lnTo>
                  <a:lnTo>
                    <a:pt x="153485" y="331947"/>
                  </a:lnTo>
                  <a:lnTo>
                    <a:pt x="158764" y="332296"/>
                  </a:lnTo>
                  <a:lnTo>
                    <a:pt x="164051" y="332478"/>
                  </a:lnTo>
                  <a:lnTo>
                    <a:pt x="169342" y="332493"/>
                  </a:lnTo>
                  <a:lnTo>
                    <a:pt x="174630" y="332341"/>
                  </a:lnTo>
                  <a:lnTo>
                    <a:pt x="179911" y="332021"/>
                  </a:lnTo>
                  <a:lnTo>
                    <a:pt x="185179" y="331534"/>
                  </a:lnTo>
                  <a:lnTo>
                    <a:pt x="190429" y="330881"/>
                  </a:lnTo>
                  <a:lnTo>
                    <a:pt x="195655" y="330062"/>
                  </a:lnTo>
                  <a:lnTo>
                    <a:pt x="200853" y="329078"/>
                  </a:lnTo>
                  <a:lnTo>
                    <a:pt x="206018" y="327930"/>
                  </a:lnTo>
                  <a:lnTo>
                    <a:pt x="211143" y="326619"/>
                  </a:lnTo>
                  <a:lnTo>
                    <a:pt x="216225" y="325147"/>
                  </a:lnTo>
                  <a:lnTo>
                    <a:pt x="221257" y="323515"/>
                  </a:lnTo>
                  <a:lnTo>
                    <a:pt x="226235" y="321724"/>
                  </a:lnTo>
                  <a:lnTo>
                    <a:pt x="231154" y="319776"/>
                  </a:lnTo>
                  <a:lnTo>
                    <a:pt x="236009" y="317674"/>
                  </a:lnTo>
                  <a:lnTo>
                    <a:pt x="240795" y="315420"/>
                  </a:lnTo>
                  <a:lnTo>
                    <a:pt x="245507" y="313015"/>
                  </a:lnTo>
                  <a:lnTo>
                    <a:pt x="250141" y="310462"/>
                  </a:lnTo>
                  <a:lnTo>
                    <a:pt x="254691" y="307763"/>
                  </a:lnTo>
                  <a:lnTo>
                    <a:pt x="259154" y="304923"/>
                  </a:lnTo>
                  <a:lnTo>
                    <a:pt x="263525" y="301942"/>
                  </a:lnTo>
                  <a:lnTo>
                    <a:pt x="267799" y="298824"/>
                  </a:lnTo>
                  <a:lnTo>
                    <a:pt x="271973" y="295573"/>
                  </a:lnTo>
                  <a:lnTo>
                    <a:pt x="276041" y="292192"/>
                  </a:lnTo>
                  <a:lnTo>
                    <a:pt x="280001" y="288683"/>
                  </a:lnTo>
                  <a:lnTo>
                    <a:pt x="283847" y="285051"/>
                  </a:lnTo>
                  <a:lnTo>
                    <a:pt x="287577" y="281298"/>
                  </a:lnTo>
                  <a:lnTo>
                    <a:pt x="291186" y="277430"/>
                  </a:lnTo>
                  <a:lnTo>
                    <a:pt x="294671" y="273450"/>
                  </a:lnTo>
                  <a:lnTo>
                    <a:pt x="298028" y="269361"/>
                  </a:lnTo>
                  <a:lnTo>
                    <a:pt x="301254" y="265168"/>
                  </a:lnTo>
                  <a:lnTo>
                    <a:pt x="304346" y="260875"/>
                  </a:lnTo>
                  <a:lnTo>
                    <a:pt x="307300" y="256486"/>
                  </a:lnTo>
                  <a:lnTo>
                    <a:pt x="310114" y="252006"/>
                  </a:lnTo>
                  <a:lnTo>
                    <a:pt x="312785" y="247440"/>
                  </a:lnTo>
                  <a:lnTo>
                    <a:pt x="315310" y="242791"/>
                  </a:lnTo>
                  <a:lnTo>
                    <a:pt x="317686" y="238064"/>
                  </a:lnTo>
                  <a:lnTo>
                    <a:pt x="319912" y="233265"/>
                  </a:lnTo>
                  <a:lnTo>
                    <a:pt x="321985" y="228397"/>
                  </a:lnTo>
                  <a:lnTo>
                    <a:pt x="323903" y="223467"/>
                  </a:lnTo>
                  <a:lnTo>
                    <a:pt x="325664" y="218478"/>
                  </a:lnTo>
                  <a:lnTo>
                    <a:pt x="327266" y="213436"/>
                  </a:lnTo>
                  <a:lnTo>
                    <a:pt x="328708" y="208346"/>
                  </a:lnTo>
                  <a:lnTo>
                    <a:pt x="329988" y="203213"/>
                  </a:lnTo>
                  <a:lnTo>
                    <a:pt x="331104" y="198041"/>
                  </a:lnTo>
                  <a:lnTo>
                    <a:pt x="332057" y="192837"/>
                  </a:lnTo>
                  <a:lnTo>
                    <a:pt x="332845" y="187606"/>
                  </a:lnTo>
                  <a:lnTo>
                    <a:pt x="333466" y="182352"/>
                  </a:lnTo>
                  <a:lnTo>
                    <a:pt x="333921" y="177081"/>
                  </a:lnTo>
                  <a:lnTo>
                    <a:pt x="334209" y="171799"/>
                  </a:lnTo>
                  <a:lnTo>
                    <a:pt x="334330" y="166510"/>
                  </a:lnTo>
                  <a:lnTo>
                    <a:pt x="334283" y="161220"/>
                  </a:lnTo>
                  <a:lnTo>
                    <a:pt x="334069" y="155934"/>
                  </a:lnTo>
                  <a:lnTo>
                    <a:pt x="333688" y="150657"/>
                  </a:lnTo>
                  <a:lnTo>
                    <a:pt x="333140" y="145395"/>
                  </a:lnTo>
                  <a:lnTo>
                    <a:pt x="332426" y="140153"/>
                  </a:lnTo>
                  <a:lnTo>
                    <a:pt x="331546" y="134936"/>
                  </a:lnTo>
                  <a:lnTo>
                    <a:pt x="330502" y="129750"/>
                  </a:lnTo>
                  <a:lnTo>
                    <a:pt x="329294" y="124599"/>
                  </a:lnTo>
                  <a:lnTo>
                    <a:pt x="327923" y="119489"/>
                  </a:lnTo>
                  <a:lnTo>
                    <a:pt x="326392" y="114425"/>
                  </a:lnTo>
                  <a:lnTo>
                    <a:pt x="324701" y="109413"/>
                  </a:lnTo>
                  <a:lnTo>
                    <a:pt x="322853" y="104456"/>
                  </a:lnTo>
                  <a:lnTo>
                    <a:pt x="320848" y="99560"/>
                  </a:lnTo>
                  <a:lnTo>
                    <a:pt x="318689" y="94730"/>
                  </a:lnTo>
                  <a:lnTo>
                    <a:pt x="316379" y="89970"/>
                  </a:lnTo>
                  <a:lnTo>
                    <a:pt x="313920" y="85286"/>
                  </a:lnTo>
                  <a:lnTo>
                    <a:pt x="311313" y="80683"/>
                  </a:lnTo>
                  <a:lnTo>
                    <a:pt x="308562" y="76164"/>
                  </a:lnTo>
                  <a:lnTo>
                    <a:pt x="305669" y="71734"/>
                  </a:lnTo>
                  <a:lnTo>
                    <a:pt x="302638" y="67399"/>
                  </a:lnTo>
                  <a:lnTo>
                    <a:pt x="299471" y="63161"/>
                  </a:lnTo>
                  <a:lnTo>
                    <a:pt x="296171" y="59025"/>
                  </a:lnTo>
                  <a:lnTo>
                    <a:pt x="292742" y="54997"/>
                  </a:lnTo>
                  <a:lnTo>
                    <a:pt x="289188" y="51078"/>
                  </a:lnTo>
                  <a:lnTo>
                    <a:pt x="285511" y="47274"/>
                  </a:lnTo>
                  <a:lnTo>
                    <a:pt x="281716" y="43588"/>
                  </a:lnTo>
                  <a:lnTo>
                    <a:pt x="167167" y="165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114549" cy="167167"/>
            </a:xfrm>
            <a:custGeom>
              <a:avLst/>
              <a:pathLst>
                <a:path w="114549" h="167167">
                  <a:moveTo>
                    <a:pt x="114549" y="45415"/>
                  </a:moveTo>
                  <a:lnTo>
                    <a:pt x="110491" y="41722"/>
                  </a:lnTo>
                  <a:lnTo>
                    <a:pt x="106315" y="38163"/>
                  </a:lnTo>
                  <a:lnTo>
                    <a:pt x="102024" y="34744"/>
                  </a:lnTo>
                  <a:lnTo>
                    <a:pt x="97624" y="31467"/>
                  </a:lnTo>
                  <a:lnTo>
                    <a:pt x="93118" y="28336"/>
                  </a:lnTo>
                  <a:lnTo>
                    <a:pt x="88512" y="25355"/>
                  </a:lnTo>
                  <a:lnTo>
                    <a:pt x="83810" y="22527"/>
                  </a:lnTo>
                  <a:lnTo>
                    <a:pt x="79018" y="19854"/>
                  </a:lnTo>
                  <a:lnTo>
                    <a:pt x="74141" y="17341"/>
                  </a:lnTo>
                  <a:lnTo>
                    <a:pt x="69185" y="14988"/>
                  </a:lnTo>
                  <a:lnTo>
                    <a:pt x="64153" y="12800"/>
                  </a:lnTo>
                  <a:lnTo>
                    <a:pt x="59053" y="10778"/>
                  </a:lnTo>
                  <a:lnTo>
                    <a:pt x="53889" y="8924"/>
                  </a:lnTo>
                  <a:lnTo>
                    <a:pt x="48667" y="7241"/>
                  </a:lnTo>
                  <a:lnTo>
                    <a:pt x="43392" y="5730"/>
                  </a:lnTo>
                  <a:lnTo>
                    <a:pt x="38071" y="4393"/>
                  </a:lnTo>
                  <a:lnTo>
                    <a:pt x="32709" y="3231"/>
                  </a:lnTo>
                  <a:lnTo>
                    <a:pt x="27311" y="2246"/>
                  </a:lnTo>
                  <a:lnTo>
                    <a:pt x="21884" y="1438"/>
                  </a:lnTo>
                  <a:lnTo>
                    <a:pt x="16434" y="809"/>
                  </a:lnTo>
                  <a:lnTo>
                    <a:pt x="10965" y="360"/>
                  </a:lnTo>
                  <a:lnTo>
                    <a:pt x="548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847" y="3707720"/>
              <a:ext cx="5900" cy="167167"/>
            </a:xfrm>
            <a:custGeom>
              <a:avLst/>
              <a:pathLst>
                <a:path w="5900" h="167167">
                  <a:moveTo>
                    <a:pt x="5900" y="0"/>
                  </a:moveTo>
                  <a:lnTo>
                    <a:pt x="0" y="104"/>
                  </a:lnTo>
                  <a:lnTo>
                    <a:pt x="590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847" y="3707824"/>
              <a:ext cx="5900" cy="167063"/>
            </a:xfrm>
            <a:custGeom>
              <a:avLst/>
              <a:pathLst>
                <a:path w="5900" h="167063">
                  <a:moveTo>
                    <a:pt x="0" y="0"/>
                  </a:moveTo>
                  <a:lnTo>
                    <a:pt x="5900" y="1670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6" y="3707824"/>
              <a:ext cx="334319" cy="334224"/>
            </a:xfrm>
            <a:custGeom>
              <a:avLst/>
              <a:pathLst>
                <a:path w="334319" h="334224">
                  <a:moveTo>
                    <a:pt x="161251" y="0"/>
                  </a:moveTo>
                  <a:lnTo>
                    <a:pt x="155974" y="269"/>
                  </a:lnTo>
                  <a:lnTo>
                    <a:pt x="150709" y="706"/>
                  </a:lnTo>
                  <a:lnTo>
                    <a:pt x="145459" y="1309"/>
                  </a:lnTo>
                  <a:lnTo>
                    <a:pt x="140232" y="2077"/>
                  </a:lnTo>
                  <a:lnTo>
                    <a:pt x="135031" y="3010"/>
                  </a:lnTo>
                  <a:lnTo>
                    <a:pt x="129862" y="4108"/>
                  </a:lnTo>
                  <a:lnTo>
                    <a:pt x="124731" y="5367"/>
                  </a:lnTo>
                  <a:lnTo>
                    <a:pt x="119642" y="6789"/>
                  </a:lnTo>
                  <a:lnTo>
                    <a:pt x="114600" y="8370"/>
                  </a:lnTo>
                  <a:lnTo>
                    <a:pt x="109611" y="10111"/>
                  </a:lnTo>
                  <a:lnTo>
                    <a:pt x="104679" y="12008"/>
                  </a:lnTo>
                  <a:lnTo>
                    <a:pt x="99810" y="14059"/>
                  </a:lnTo>
                  <a:lnTo>
                    <a:pt x="95008" y="16264"/>
                  </a:lnTo>
                  <a:lnTo>
                    <a:pt x="90279" y="18619"/>
                  </a:lnTo>
                  <a:lnTo>
                    <a:pt x="85626" y="21123"/>
                  </a:lnTo>
                  <a:lnTo>
                    <a:pt x="81054" y="23773"/>
                  </a:lnTo>
                  <a:lnTo>
                    <a:pt x="76568" y="26565"/>
                  </a:lnTo>
                  <a:lnTo>
                    <a:pt x="72173" y="29498"/>
                  </a:lnTo>
                  <a:lnTo>
                    <a:pt x="67873" y="32569"/>
                  </a:lnTo>
                  <a:lnTo>
                    <a:pt x="63672" y="35773"/>
                  </a:lnTo>
                  <a:lnTo>
                    <a:pt x="59575" y="39109"/>
                  </a:lnTo>
                  <a:lnTo>
                    <a:pt x="55585" y="42573"/>
                  </a:lnTo>
                  <a:lnTo>
                    <a:pt x="51706" y="46161"/>
                  </a:lnTo>
                  <a:lnTo>
                    <a:pt x="47943" y="49870"/>
                  </a:lnTo>
                  <a:lnTo>
                    <a:pt x="44298" y="53696"/>
                  </a:lnTo>
                  <a:lnTo>
                    <a:pt x="40777" y="57636"/>
                  </a:lnTo>
                  <a:lnTo>
                    <a:pt x="37382" y="61684"/>
                  </a:lnTo>
                  <a:lnTo>
                    <a:pt x="34116" y="65838"/>
                  </a:lnTo>
                  <a:lnTo>
                    <a:pt x="30983" y="70093"/>
                  </a:lnTo>
                  <a:lnTo>
                    <a:pt x="27987" y="74445"/>
                  </a:lnTo>
                  <a:lnTo>
                    <a:pt x="25129" y="78890"/>
                  </a:lnTo>
                  <a:lnTo>
                    <a:pt x="22414" y="83422"/>
                  </a:lnTo>
                  <a:lnTo>
                    <a:pt x="19843" y="88038"/>
                  </a:lnTo>
                  <a:lnTo>
                    <a:pt x="17419" y="92733"/>
                  </a:lnTo>
                  <a:lnTo>
                    <a:pt x="15144" y="97503"/>
                  </a:lnTo>
                  <a:lnTo>
                    <a:pt x="13022" y="102341"/>
                  </a:lnTo>
                  <a:lnTo>
                    <a:pt x="11053" y="107245"/>
                  </a:lnTo>
                  <a:lnTo>
                    <a:pt x="9241" y="112208"/>
                  </a:lnTo>
                  <a:lnTo>
                    <a:pt x="7586" y="117226"/>
                  </a:lnTo>
                  <a:lnTo>
                    <a:pt x="6091" y="122294"/>
                  </a:lnTo>
                  <a:lnTo>
                    <a:pt x="4756" y="127407"/>
                  </a:lnTo>
                  <a:lnTo>
                    <a:pt x="3584" y="132559"/>
                  </a:lnTo>
                  <a:lnTo>
                    <a:pt x="2575" y="137745"/>
                  </a:lnTo>
                  <a:lnTo>
                    <a:pt x="1731" y="142961"/>
                  </a:lnTo>
                  <a:lnTo>
                    <a:pt x="1052" y="148201"/>
                  </a:lnTo>
                  <a:lnTo>
                    <a:pt x="539" y="153460"/>
                  </a:lnTo>
                  <a:lnTo>
                    <a:pt x="192" y="158733"/>
                  </a:lnTo>
                  <a:lnTo>
                    <a:pt x="12" y="164013"/>
                  </a:lnTo>
                  <a:lnTo>
                    <a:pt x="0" y="169297"/>
                  </a:lnTo>
                  <a:lnTo>
                    <a:pt x="154" y="174579"/>
                  </a:lnTo>
                  <a:lnTo>
                    <a:pt x="475" y="179853"/>
                  </a:lnTo>
                  <a:lnTo>
                    <a:pt x="962" y="185114"/>
                  </a:lnTo>
                  <a:lnTo>
                    <a:pt x="1616" y="190357"/>
                  </a:lnTo>
                  <a:lnTo>
                    <a:pt x="2434" y="195577"/>
                  </a:lnTo>
                  <a:lnTo>
                    <a:pt x="3418" y="200769"/>
                  </a:lnTo>
                  <a:lnTo>
                    <a:pt x="4565" y="205927"/>
                  </a:lnTo>
                  <a:lnTo>
                    <a:pt x="5874" y="211046"/>
                  </a:lnTo>
                  <a:lnTo>
                    <a:pt x="7345" y="216121"/>
                  </a:lnTo>
                  <a:lnTo>
                    <a:pt x="8975" y="221147"/>
                  </a:lnTo>
                  <a:lnTo>
                    <a:pt x="10764" y="226119"/>
                  </a:lnTo>
                  <a:lnTo>
                    <a:pt x="12708" y="231032"/>
                  </a:lnTo>
                  <a:lnTo>
                    <a:pt x="14807" y="235881"/>
                  </a:lnTo>
                  <a:lnTo>
                    <a:pt x="17058" y="240661"/>
                  </a:lnTo>
                  <a:lnTo>
                    <a:pt x="19459" y="245368"/>
                  </a:lnTo>
                  <a:lnTo>
                    <a:pt x="22008" y="249997"/>
                  </a:lnTo>
                  <a:lnTo>
                    <a:pt x="24701" y="254542"/>
                  </a:lnTo>
                  <a:lnTo>
                    <a:pt x="27537" y="259001"/>
                  </a:lnTo>
                  <a:lnTo>
                    <a:pt x="30512" y="263367"/>
                  </a:lnTo>
                  <a:lnTo>
                    <a:pt x="33624" y="267638"/>
                  </a:lnTo>
                  <a:lnTo>
                    <a:pt x="36870" y="271807"/>
                  </a:lnTo>
                  <a:lnTo>
                    <a:pt x="40245" y="275872"/>
                  </a:lnTo>
                  <a:lnTo>
                    <a:pt x="43747" y="279829"/>
                  </a:lnTo>
                  <a:lnTo>
                    <a:pt x="47373" y="283673"/>
                  </a:lnTo>
                  <a:lnTo>
                    <a:pt x="51118" y="287400"/>
                  </a:lnTo>
                  <a:lnTo>
                    <a:pt x="54979" y="291007"/>
                  </a:lnTo>
                  <a:lnTo>
                    <a:pt x="58952" y="294490"/>
                  </a:lnTo>
                  <a:lnTo>
                    <a:pt x="63033" y="297846"/>
                  </a:lnTo>
                  <a:lnTo>
                    <a:pt x="67219" y="301071"/>
                  </a:lnTo>
                  <a:lnTo>
                    <a:pt x="71504" y="304163"/>
                  </a:lnTo>
                  <a:lnTo>
                    <a:pt x="75885" y="307117"/>
                  </a:lnTo>
                  <a:lnTo>
                    <a:pt x="80356" y="309932"/>
                  </a:lnTo>
                  <a:lnTo>
                    <a:pt x="84915" y="312603"/>
                  </a:lnTo>
                  <a:lnTo>
                    <a:pt x="89556" y="315130"/>
                  </a:lnTo>
                  <a:lnTo>
                    <a:pt x="94274" y="317508"/>
                  </a:lnTo>
                  <a:lnTo>
                    <a:pt x="99065" y="319736"/>
                  </a:lnTo>
                  <a:lnTo>
                    <a:pt x="103924" y="321812"/>
                  </a:lnTo>
                  <a:lnTo>
                    <a:pt x="108847" y="323733"/>
                  </a:lnTo>
                  <a:lnTo>
                    <a:pt x="113827" y="325497"/>
                  </a:lnTo>
                  <a:lnTo>
                    <a:pt x="118861" y="327103"/>
                  </a:lnTo>
                  <a:lnTo>
                    <a:pt x="123943" y="328549"/>
                  </a:lnTo>
                  <a:lnTo>
                    <a:pt x="129068" y="329834"/>
                  </a:lnTo>
                  <a:lnTo>
                    <a:pt x="134231" y="330957"/>
                  </a:lnTo>
                  <a:lnTo>
                    <a:pt x="139428" y="331915"/>
                  </a:lnTo>
                  <a:lnTo>
                    <a:pt x="144651" y="332709"/>
                  </a:lnTo>
                  <a:lnTo>
                    <a:pt x="149898" y="333337"/>
                  </a:lnTo>
                  <a:lnTo>
                    <a:pt x="155161" y="333800"/>
                  </a:lnTo>
                  <a:lnTo>
                    <a:pt x="160437" y="334095"/>
                  </a:lnTo>
                  <a:lnTo>
                    <a:pt x="165719" y="334224"/>
                  </a:lnTo>
                  <a:lnTo>
                    <a:pt x="171003" y="334186"/>
                  </a:lnTo>
                  <a:lnTo>
                    <a:pt x="176283" y="333981"/>
                  </a:lnTo>
                  <a:lnTo>
                    <a:pt x="181553" y="333609"/>
                  </a:lnTo>
                  <a:lnTo>
                    <a:pt x="186810" y="333070"/>
                  </a:lnTo>
                  <a:lnTo>
                    <a:pt x="192046" y="332366"/>
                  </a:lnTo>
                  <a:lnTo>
                    <a:pt x="197258" y="331497"/>
                  </a:lnTo>
                  <a:lnTo>
                    <a:pt x="202440" y="330463"/>
                  </a:lnTo>
                  <a:lnTo>
                    <a:pt x="207587" y="329266"/>
                  </a:lnTo>
                  <a:lnTo>
                    <a:pt x="212693" y="327907"/>
                  </a:lnTo>
                  <a:lnTo>
                    <a:pt x="217753" y="326388"/>
                  </a:lnTo>
                  <a:lnTo>
                    <a:pt x="222763" y="324709"/>
                  </a:lnTo>
                  <a:lnTo>
                    <a:pt x="227718" y="322873"/>
                  </a:lnTo>
                  <a:lnTo>
                    <a:pt x="232612" y="320881"/>
                  </a:lnTo>
                  <a:lnTo>
                    <a:pt x="237440" y="318735"/>
                  </a:lnTo>
                  <a:lnTo>
                    <a:pt x="242199" y="316438"/>
                  </a:lnTo>
                  <a:lnTo>
                    <a:pt x="246882" y="313992"/>
                  </a:lnTo>
                  <a:lnTo>
                    <a:pt x="251486" y="311398"/>
                  </a:lnTo>
                  <a:lnTo>
                    <a:pt x="256005" y="308661"/>
                  </a:lnTo>
                  <a:lnTo>
                    <a:pt x="260436" y="305782"/>
                  </a:lnTo>
                  <a:lnTo>
                    <a:pt x="264773" y="302765"/>
                  </a:lnTo>
                  <a:lnTo>
                    <a:pt x="269013" y="299612"/>
                  </a:lnTo>
                  <a:lnTo>
                    <a:pt x="273152" y="296326"/>
                  </a:lnTo>
                  <a:lnTo>
                    <a:pt x="277184" y="292912"/>
                  </a:lnTo>
                  <a:lnTo>
                    <a:pt x="281106" y="289371"/>
                  </a:lnTo>
                  <a:lnTo>
                    <a:pt x="284915" y="285709"/>
                  </a:lnTo>
                  <a:lnTo>
                    <a:pt x="288606" y="281928"/>
                  </a:lnTo>
                  <a:lnTo>
                    <a:pt x="292175" y="278032"/>
                  </a:lnTo>
                  <a:lnTo>
                    <a:pt x="295620" y="274025"/>
                  </a:lnTo>
                  <a:lnTo>
                    <a:pt x="298936" y="269912"/>
                  </a:lnTo>
                  <a:lnTo>
                    <a:pt x="302121" y="265695"/>
                  </a:lnTo>
                  <a:lnTo>
                    <a:pt x="305170" y="261381"/>
                  </a:lnTo>
                  <a:lnTo>
                    <a:pt x="308082" y="256972"/>
                  </a:lnTo>
                  <a:lnTo>
                    <a:pt x="310853" y="252473"/>
                  </a:lnTo>
                  <a:lnTo>
                    <a:pt x="313481" y="247888"/>
                  </a:lnTo>
                  <a:lnTo>
                    <a:pt x="315962" y="243223"/>
                  </a:lnTo>
                  <a:lnTo>
                    <a:pt x="318295" y="238482"/>
                  </a:lnTo>
                  <a:lnTo>
                    <a:pt x="320477" y="233670"/>
                  </a:lnTo>
                  <a:lnTo>
                    <a:pt x="322505" y="228791"/>
                  </a:lnTo>
                  <a:lnTo>
                    <a:pt x="324378" y="223850"/>
                  </a:lnTo>
                  <a:lnTo>
                    <a:pt x="326095" y="218853"/>
                  </a:lnTo>
                  <a:lnTo>
                    <a:pt x="327652" y="213804"/>
                  </a:lnTo>
                  <a:lnTo>
                    <a:pt x="329049" y="208708"/>
                  </a:lnTo>
                  <a:lnTo>
                    <a:pt x="330284" y="203571"/>
                  </a:lnTo>
                  <a:lnTo>
                    <a:pt x="331357" y="198397"/>
                  </a:lnTo>
                  <a:lnTo>
                    <a:pt x="332265" y="193192"/>
                  </a:lnTo>
                  <a:lnTo>
                    <a:pt x="333008" y="187960"/>
                  </a:lnTo>
                  <a:lnTo>
                    <a:pt x="333586" y="182708"/>
                  </a:lnTo>
                  <a:lnTo>
                    <a:pt x="333997" y="177440"/>
                  </a:lnTo>
                  <a:lnTo>
                    <a:pt x="334242" y="172162"/>
                  </a:lnTo>
                  <a:lnTo>
                    <a:pt x="334319" y="166879"/>
                  </a:lnTo>
                  <a:lnTo>
                    <a:pt x="334230" y="161596"/>
                  </a:lnTo>
                  <a:lnTo>
                    <a:pt x="333974" y="156318"/>
                  </a:lnTo>
                  <a:lnTo>
                    <a:pt x="333551" y="151051"/>
                  </a:lnTo>
                  <a:lnTo>
                    <a:pt x="332962" y="145801"/>
                  </a:lnTo>
                  <a:lnTo>
                    <a:pt x="332207" y="140571"/>
                  </a:lnTo>
                  <a:lnTo>
                    <a:pt x="331287" y="135368"/>
                  </a:lnTo>
                  <a:lnTo>
                    <a:pt x="330204" y="130196"/>
                  </a:lnTo>
                  <a:lnTo>
                    <a:pt x="328957" y="125062"/>
                  </a:lnTo>
                  <a:lnTo>
                    <a:pt x="327549" y="119969"/>
                  </a:lnTo>
                  <a:lnTo>
                    <a:pt x="325980" y="114923"/>
                  </a:lnTo>
                  <a:lnTo>
                    <a:pt x="324253" y="109930"/>
                  </a:lnTo>
                  <a:lnTo>
                    <a:pt x="322369" y="104993"/>
                  </a:lnTo>
                  <a:lnTo>
                    <a:pt x="320330" y="100119"/>
                  </a:lnTo>
                  <a:lnTo>
                    <a:pt x="318138" y="95311"/>
                  </a:lnTo>
                  <a:lnTo>
                    <a:pt x="315795" y="90575"/>
                  </a:lnTo>
                  <a:lnTo>
                    <a:pt x="313303" y="85916"/>
                  </a:lnTo>
                  <a:lnTo>
                    <a:pt x="310665" y="81337"/>
                  </a:lnTo>
                  <a:lnTo>
                    <a:pt x="307884" y="76844"/>
                  </a:lnTo>
                  <a:lnTo>
                    <a:pt x="304963" y="72442"/>
                  </a:lnTo>
                  <a:lnTo>
                    <a:pt x="301904" y="68134"/>
                  </a:lnTo>
                  <a:lnTo>
                    <a:pt x="298710" y="63924"/>
                  </a:lnTo>
                  <a:lnTo>
                    <a:pt x="295384" y="59818"/>
                  </a:lnTo>
                  <a:lnTo>
                    <a:pt x="291931" y="55819"/>
                  </a:lnTo>
                  <a:lnTo>
                    <a:pt x="288353" y="51931"/>
                  </a:lnTo>
                  <a:lnTo>
                    <a:pt x="284654" y="48158"/>
                  </a:lnTo>
                  <a:lnTo>
                    <a:pt x="280837" y="44504"/>
                  </a:lnTo>
                  <a:lnTo>
                    <a:pt x="276907" y="40972"/>
                  </a:lnTo>
                  <a:lnTo>
                    <a:pt x="167152" y="1670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09754" cy="167167"/>
            </a:xfrm>
            <a:custGeom>
              <a:avLst/>
              <a:pathLst>
                <a:path w="109754" h="167167">
                  <a:moveTo>
                    <a:pt x="109754" y="41076"/>
                  </a:moveTo>
                  <a:lnTo>
                    <a:pt x="105391" y="37407"/>
                  </a:lnTo>
                  <a:lnTo>
                    <a:pt x="100905" y="33889"/>
                  </a:lnTo>
                  <a:lnTo>
                    <a:pt x="96301" y="30525"/>
                  </a:lnTo>
                  <a:lnTo>
                    <a:pt x="91586" y="27321"/>
                  </a:lnTo>
                  <a:lnTo>
                    <a:pt x="86764" y="24279"/>
                  </a:lnTo>
                  <a:lnTo>
                    <a:pt x="81841" y="21404"/>
                  </a:lnTo>
                  <a:lnTo>
                    <a:pt x="76823" y="18697"/>
                  </a:lnTo>
                  <a:lnTo>
                    <a:pt x="71715" y="16164"/>
                  </a:lnTo>
                  <a:lnTo>
                    <a:pt x="66524" y="13806"/>
                  </a:lnTo>
                  <a:lnTo>
                    <a:pt x="61256" y="11627"/>
                  </a:lnTo>
                  <a:lnTo>
                    <a:pt x="55916" y="9629"/>
                  </a:lnTo>
                  <a:lnTo>
                    <a:pt x="50512" y="7814"/>
                  </a:lnTo>
                  <a:lnTo>
                    <a:pt x="45048" y="6184"/>
                  </a:lnTo>
                  <a:lnTo>
                    <a:pt x="39532" y="4741"/>
                  </a:lnTo>
                  <a:lnTo>
                    <a:pt x="33971" y="3488"/>
                  </a:lnTo>
                  <a:lnTo>
                    <a:pt x="28369" y="2424"/>
                  </a:lnTo>
                  <a:lnTo>
                    <a:pt x="22735" y="1553"/>
                  </a:lnTo>
                  <a:lnTo>
                    <a:pt x="17074" y="874"/>
                  </a:lnTo>
                  <a:lnTo>
                    <a:pt x="11394" y="388"/>
                  </a:lnTo>
                  <a:lnTo>
                    <a:pt x="570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6156" y="4213821"/>
              <a:ext cx="5131" cy="167167"/>
            </a:xfrm>
            <a:custGeom>
              <a:avLst/>
              <a:pathLst>
                <a:path w="5131" h="167167">
                  <a:moveTo>
                    <a:pt x="5131" y="0"/>
                  </a:moveTo>
                  <a:lnTo>
                    <a:pt x="0" y="78"/>
                  </a:lnTo>
                  <a:lnTo>
                    <a:pt x="513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156" y="4213900"/>
              <a:ext cx="5131" cy="167088"/>
            </a:xfrm>
            <a:custGeom>
              <a:avLst/>
              <a:pathLst>
                <a:path w="5131" h="167088">
                  <a:moveTo>
                    <a:pt x="0" y="0"/>
                  </a:moveTo>
                  <a:lnTo>
                    <a:pt x="5131" y="1670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9" y="4213900"/>
              <a:ext cx="167158" cy="273575"/>
            </a:xfrm>
            <a:custGeom>
              <a:avLst/>
              <a:pathLst>
                <a:path w="167158" h="273575">
                  <a:moveTo>
                    <a:pt x="162026" y="0"/>
                  </a:moveTo>
                  <a:lnTo>
                    <a:pt x="156705" y="248"/>
                  </a:lnTo>
                  <a:lnTo>
                    <a:pt x="151395" y="666"/>
                  </a:lnTo>
                  <a:lnTo>
                    <a:pt x="146100" y="1252"/>
                  </a:lnTo>
                  <a:lnTo>
                    <a:pt x="140827" y="2007"/>
                  </a:lnTo>
                  <a:lnTo>
                    <a:pt x="135581" y="2930"/>
                  </a:lnTo>
                  <a:lnTo>
                    <a:pt x="130366" y="4020"/>
                  </a:lnTo>
                  <a:lnTo>
                    <a:pt x="125189" y="5275"/>
                  </a:lnTo>
                  <a:lnTo>
                    <a:pt x="120055" y="6694"/>
                  </a:lnTo>
                  <a:lnTo>
                    <a:pt x="114968" y="8276"/>
                  </a:lnTo>
                  <a:lnTo>
                    <a:pt x="109935" y="10020"/>
                  </a:lnTo>
                  <a:lnTo>
                    <a:pt x="104959" y="11923"/>
                  </a:lnTo>
                  <a:lnTo>
                    <a:pt x="100047" y="13983"/>
                  </a:lnTo>
                  <a:lnTo>
                    <a:pt x="95203" y="16199"/>
                  </a:lnTo>
                  <a:lnTo>
                    <a:pt x="90432" y="18568"/>
                  </a:lnTo>
                  <a:lnTo>
                    <a:pt x="85739" y="21088"/>
                  </a:lnTo>
                  <a:lnTo>
                    <a:pt x="81128" y="23757"/>
                  </a:lnTo>
                  <a:lnTo>
                    <a:pt x="76605" y="26571"/>
                  </a:lnTo>
                  <a:lnTo>
                    <a:pt x="72174" y="29527"/>
                  </a:lnTo>
                  <a:lnTo>
                    <a:pt x="67839" y="32623"/>
                  </a:lnTo>
                  <a:lnTo>
                    <a:pt x="63605" y="35856"/>
                  </a:lnTo>
                  <a:lnTo>
                    <a:pt x="59477" y="39222"/>
                  </a:lnTo>
                  <a:lnTo>
                    <a:pt x="55457" y="42718"/>
                  </a:lnTo>
                  <a:lnTo>
                    <a:pt x="51551" y="46340"/>
                  </a:lnTo>
                  <a:lnTo>
                    <a:pt x="47763" y="50085"/>
                  </a:lnTo>
                  <a:lnTo>
                    <a:pt x="44096" y="53948"/>
                  </a:lnTo>
                  <a:lnTo>
                    <a:pt x="40553" y="57927"/>
                  </a:lnTo>
                  <a:lnTo>
                    <a:pt x="37139" y="62016"/>
                  </a:lnTo>
                  <a:lnTo>
                    <a:pt x="33858" y="66212"/>
                  </a:lnTo>
                  <a:lnTo>
                    <a:pt x="30711" y="70510"/>
                  </a:lnTo>
                  <a:lnTo>
                    <a:pt x="27703" y="74907"/>
                  </a:lnTo>
                  <a:lnTo>
                    <a:pt x="24837" y="79397"/>
                  </a:lnTo>
                  <a:lnTo>
                    <a:pt x="22115" y="83976"/>
                  </a:lnTo>
                  <a:lnTo>
                    <a:pt x="19541" y="88640"/>
                  </a:lnTo>
                  <a:lnTo>
                    <a:pt x="17116" y="93383"/>
                  </a:lnTo>
                  <a:lnTo>
                    <a:pt x="14844" y="98201"/>
                  </a:lnTo>
                  <a:lnTo>
                    <a:pt x="12726" y="103089"/>
                  </a:lnTo>
                  <a:lnTo>
                    <a:pt x="10766" y="108042"/>
                  </a:lnTo>
                  <a:lnTo>
                    <a:pt x="8964" y="113055"/>
                  </a:lnTo>
                  <a:lnTo>
                    <a:pt x="7323" y="118122"/>
                  </a:lnTo>
                  <a:lnTo>
                    <a:pt x="5844" y="123240"/>
                  </a:lnTo>
                  <a:lnTo>
                    <a:pt x="4528" y="128402"/>
                  </a:lnTo>
                  <a:lnTo>
                    <a:pt x="3378" y="133603"/>
                  </a:lnTo>
                  <a:lnTo>
                    <a:pt x="2395" y="138839"/>
                  </a:lnTo>
                  <a:lnTo>
                    <a:pt x="1578" y="144103"/>
                  </a:lnTo>
                  <a:lnTo>
                    <a:pt x="930" y="149390"/>
                  </a:lnTo>
                  <a:lnTo>
                    <a:pt x="450" y="154695"/>
                  </a:lnTo>
                  <a:lnTo>
                    <a:pt x="140" y="160013"/>
                  </a:lnTo>
                  <a:lnTo>
                    <a:pt x="0" y="165338"/>
                  </a:lnTo>
                  <a:lnTo>
                    <a:pt x="29" y="170665"/>
                  </a:lnTo>
                  <a:lnTo>
                    <a:pt x="227" y="175988"/>
                  </a:lnTo>
                  <a:lnTo>
                    <a:pt x="596" y="181302"/>
                  </a:lnTo>
                  <a:lnTo>
                    <a:pt x="1133" y="186602"/>
                  </a:lnTo>
                  <a:lnTo>
                    <a:pt x="1839" y="191882"/>
                  </a:lnTo>
                  <a:lnTo>
                    <a:pt x="2713" y="197137"/>
                  </a:lnTo>
                  <a:lnTo>
                    <a:pt x="3754" y="202361"/>
                  </a:lnTo>
                  <a:lnTo>
                    <a:pt x="4961" y="207550"/>
                  </a:lnTo>
                  <a:lnTo>
                    <a:pt x="6332" y="212697"/>
                  </a:lnTo>
                  <a:lnTo>
                    <a:pt x="7867" y="217798"/>
                  </a:lnTo>
                  <a:lnTo>
                    <a:pt x="9564" y="222847"/>
                  </a:lnTo>
                  <a:lnTo>
                    <a:pt x="11420" y="227840"/>
                  </a:lnTo>
                  <a:lnTo>
                    <a:pt x="13435" y="232772"/>
                  </a:lnTo>
                  <a:lnTo>
                    <a:pt x="15606" y="237636"/>
                  </a:lnTo>
                  <a:lnTo>
                    <a:pt x="17931" y="242429"/>
                  </a:lnTo>
                  <a:lnTo>
                    <a:pt x="20407" y="247145"/>
                  </a:lnTo>
                  <a:lnTo>
                    <a:pt x="23032" y="251781"/>
                  </a:lnTo>
                  <a:lnTo>
                    <a:pt x="25804" y="256330"/>
                  </a:lnTo>
                  <a:lnTo>
                    <a:pt x="28719" y="260788"/>
                  </a:lnTo>
                  <a:lnTo>
                    <a:pt x="31775" y="265151"/>
                  </a:lnTo>
                  <a:lnTo>
                    <a:pt x="34968" y="269415"/>
                  </a:lnTo>
                  <a:lnTo>
                    <a:pt x="38295" y="273575"/>
                  </a:lnTo>
                  <a:lnTo>
                    <a:pt x="167158" y="167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52425" y="4213821"/>
              <a:ext cx="296016" cy="334331"/>
            </a:xfrm>
            <a:custGeom>
              <a:avLst/>
              <a:pathLst>
                <a:path w="296016" h="334331">
                  <a:moveTo>
                    <a:pt x="0" y="273654"/>
                  </a:moveTo>
                  <a:lnTo>
                    <a:pt x="3436" y="277681"/>
                  </a:lnTo>
                  <a:lnTo>
                    <a:pt x="6998" y="281596"/>
                  </a:lnTo>
                  <a:lnTo>
                    <a:pt x="10682" y="285398"/>
                  </a:lnTo>
                  <a:lnTo>
                    <a:pt x="14485" y="289080"/>
                  </a:lnTo>
                  <a:lnTo>
                    <a:pt x="18402" y="292640"/>
                  </a:lnTo>
                  <a:lnTo>
                    <a:pt x="22430" y="296075"/>
                  </a:lnTo>
                  <a:lnTo>
                    <a:pt x="26565" y="299380"/>
                  </a:lnTo>
                  <a:lnTo>
                    <a:pt x="30802" y="302553"/>
                  </a:lnTo>
                  <a:lnTo>
                    <a:pt x="35138" y="305590"/>
                  </a:lnTo>
                  <a:lnTo>
                    <a:pt x="39568" y="308488"/>
                  </a:lnTo>
                  <a:lnTo>
                    <a:pt x="44087" y="311244"/>
                  </a:lnTo>
                  <a:lnTo>
                    <a:pt x="48692" y="313856"/>
                  </a:lnTo>
                  <a:lnTo>
                    <a:pt x="53376" y="316321"/>
                  </a:lnTo>
                  <a:lnTo>
                    <a:pt x="58137" y="318636"/>
                  </a:lnTo>
                  <a:lnTo>
                    <a:pt x="62968" y="320800"/>
                  </a:lnTo>
                  <a:lnTo>
                    <a:pt x="67865" y="322809"/>
                  </a:lnTo>
                  <a:lnTo>
                    <a:pt x="72824" y="324662"/>
                  </a:lnTo>
                  <a:lnTo>
                    <a:pt x="77839" y="326357"/>
                  </a:lnTo>
                  <a:lnTo>
                    <a:pt x="82905" y="327893"/>
                  </a:lnTo>
                  <a:lnTo>
                    <a:pt x="88017" y="329268"/>
                  </a:lnTo>
                  <a:lnTo>
                    <a:pt x="93170" y="330480"/>
                  </a:lnTo>
                  <a:lnTo>
                    <a:pt x="98358" y="331528"/>
                  </a:lnTo>
                  <a:lnTo>
                    <a:pt x="103578" y="332411"/>
                  </a:lnTo>
                  <a:lnTo>
                    <a:pt x="108822" y="333129"/>
                  </a:lnTo>
                  <a:lnTo>
                    <a:pt x="114087" y="333680"/>
                  </a:lnTo>
                  <a:lnTo>
                    <a:pt x="119367" y="334065"/>
                  </a:lnTo>
                  <a:lnTo>
                    <a:pt x="124656" y="334281"/>
                  </a:lnTo>
                  <a:lnTo>
                    <a:pt x="129949" y="334331"/>
                  </a:lnTo>
                  <a:lnTo>
                    <a:pt x="135241" y="334213"/>
                  </a:lnTo>
                  <a:lnTo>
                    <a:pt x="140527" y="333927"/>
                  </a:lnTo>
                  <a:lnTo>
                    <a:pt x="145801" y="333474"/>
                  </a:lnTo>
                  <a:lnTo>
                    <a:pt x="151059" y="332854"/>
                  </a:lnTo>
                  <a:lnTo>
                    <a:pt x="156294" y="332068"/>
                  </a:lnTo>
                  <a:lnTo>
                    <a:pt x="161501" y="331117"/>
                  </a:lnTo>
                  <a:lnTo>
                    <a:pt x="166676" y="330001"/>
                  </a:lnTo>
                  <a:lnTo>
                    <a:pt x="171812" y="328723"/>
                  </a:lnTo>
                  <a:lnTo>
                    <a:pt x="176906" y="327282"/>
                  </a:lnTo>
                  <a:lnTo>
                    <a:pt x="181952" y="325680"/>
                  </a:lnTo>
                  <a:lnTo>
                    <a:pt x="186944" y="323920"/>
                  </a:lnTo>
                  <a:lnTo>
                    <a:pt x="191878" y="322002"/>
                  </a:lnTo>
                  <a:lnTo>
                    <a:pt x="196749" y="319929"/>
                  </a:lnTo>
                  <a:lnTo>
                    <a:pt x="201551" y="317703"/>
                  </a:lnTo>
                  <a:lnTo>
                    <a:pt x="206281" y="315326"/>
                  </a:lnTo>
                  <a:lnTo>
                    <a:pt x="210934" y="312801"/>
                  </a:lnTo>
                  <a:lnTo>
                    <a:pt x="215503" y="310129"/>
                  </a:lnTo>
                  <a:lnTo>
                    <a:pt x="219987" y="307314"/>
                  </a:lnTo>
                  <a:lnTo>
                    <a:pt x="224378" y="304359"/>
                  </a:lnTo>
                  <a:lnTo>
                    <a:pt x="228674" y="301266"/>
                  </a:lnTo>
                  <a:lnTo>
                    <a:pt x="232870" y="298038"/>
                  </a:lnTo>
                  <a:lnTo>
                    <a:pt x="236961" y="294679"/>
                  </a:lnTo>
                  <a:lnTo>
                    <a:pt x="240945" y="291193"/>
                  </a:lnTo>
                  <a:lnTo>
                    <a:pt x="244815" y="287582"/>
                  </a:lnTo>
                  <a:lnTo>
                    <a:pt x="248570" y="283850"/>
                  </a:lnTo>
                  <a:lnTo>
                    <a:pt x="252204" y="280001"/>
                  </a:lnTo>
                  <a:lnTo>
                    <a:pt x="255715" y="276039"/>
                  </a:lnTo>
                  <a:lnTo>
                    <a:pt x="259099" y="271968"/>
                  </a:lnTo>
                  <a:lnTo>
                    <a:pt x="262352" y="267792"/>
                  </a:lnTo>
                  <a:lnTo>
                    <a:pt x="265471" y="263515"/>
                  </a:lnTo>
                  <a:lnTo>
                    <a:pt x="268453" y="259142"/>
                  </a:lnTo>
                  <a:lnTo>
                    <a:pt x="271295" y="254676"/>
                  </a:lnTo>
                  <a:lnTo>
                    <a:pt x="273994" y="250122"/>
                  </a:lnTo>
                  <a:lnTo>
                    <a:pt x="276548" y="245485"/>
                  </a:lnTo>
                  <a:lnTo>
                    <a:pt x="278954" y="240770"/>
                  </a:lnTo>
                  <a:lnTo>
                    <a:pt x="281209" y="235981"/>
                  </a:lnTo>
                  <a:lnTo>
                    <a:pt x="283311" y="231123"/>
                  </a:lnTo>
                  <a:lnTo>
                    <a:pt x="285259" y="226200"/>
                  </a:lnTo>
                  <a:lnTo>
                    <a:pt x="287049" y="221219"/>
                  </a:lnTo>
                  <a:lnTo>
                    <a:pt x="288682" y="216183"/>
                  </a:lnTo>
                  <a:lnTo>
                    <a:pt x="290153" y="211098"/>
                  </a:lnTo>
                  <a:lnTo>
                    <a:pt x="291464" y="205969"/>
                  </a:lnTo>
                  <a:lnTo>
                    <a:pt x="292611" y="200802"/>
                  </a:lnTo>
                  <a:lnTo>
                    <a:pt x="293593" y="195600"/>
                  </a:lnTo>
                  <a:lnTo>
                    <a:pt x="294411" y="190370"/>
                  </a:lnTo>
                  <a:lnTo>
                    <a:pt x="295063" y="185117"/>
                  </a:lnTo>
                  <a:lnTo>
                    <a:pt x="295548" y="179845"/>
                  </a:lnTo>
                  <a:lnTo>
                    <a:pt x="295866" y="174561"/>
                  </a:lnTo>
                  <a:lnTo>
                    <a:pt x="296016" y="169270"/>
                  </a:lnTo>
                  <a:lnTo>
                    <a:pt x="295999" y="163977"/>
                  </a:lnTo>
                  <a:lnTo>
                    <a:pt x="295814" y="158686"/>
                  </a:lnTo>
                  <a:lnTo>
                    <a:pt x="295462" y="153404"/>
                  </a:lnTo>
                  <a:lnTo>
                    <a:pt x="294942" y="148136"/>
                  </a:lnTo>
                  <a:lnTo>
                    <a:pt x="294257" y="142887"/>
                  </a:lnTo>
                  <a:lnTo>
                    <a:pt x="293405" y="137663"/>
                  </a:lnTo>
                  <a:lnTo>
                    <a:pt x="292388" y="132468"/>
                  </a:lnTo>
                  <a:lnTo>
                    <a:pt x="291208" y="127308"/>
                  </a:lnTo>
                  <a:lnTo>
                    <a:pt x="289864" y="122187"/>
                  </a:lnTo>
                  <a:lnTo>
                    <a:pt x="288359" y="117112"/>
                  </a:lnTo>
                  <a:lnTo>
                    <a:pt x="286695" y="112087"/>
                  </a:lnTo>
                  <a:lnTo>
                    <a:pt x="284871" y="107117"/>
                  </a:lnTo>
                  <a:lnTo>
                    <a:pt x="282892" y="102208"/>
                  </a:lnTo>
                  <a:lnTo>
                    <a:pt x="280758" y="97364"/>
                  </a:lnTo>
                  <a:lnTo>
                    <a:pt x="278472" y="92589"/>
                  </a:lnTo>
                  <a:lnTo>
                    <a:pt x="276035" y="87890"/>
                  </a:lnTo>
                  <a:lnTo>
                    <a:pt x="273451" y="83269"/>
                  </a:lnTo>
                  <a:lnTo>
                    <a:pt x="270723" y="78734"/>
                  </a:lnTo>
                  <a:lnTo>
                    <a:pt x="267851" y="74286"/>
                  </a:lnTo>
                  <a:lnTo>
                    <a:pt x="264841" y="69932"/>
                  </a:lnTo>
                  <a:lnTo>
                    <a:pt x="261694" y="65675"/>
                  </a:lnTo>
                  <a:lnTo>
                    <a:pt x="258414" y="61521"/>
                  </a:lnTo>
                  <a:lnTo>
                    <a:pt x="255004" y="57472"/>
                  </a:lnTo>
                  <a:lnTo>
                    <a:pt x="251468" y="53533"/>
                  </a:lnTo>
                  <a:lnTo>
                    <a:pt x="247808" y="49708"/>
                  </a:lnTo>
                  <a:lnTo>
                    <a:pt x="244030" y="46000"/>
                  </a:lnTo>
                  <a:lnTo>
                    <a:pt x="240135" y="42415"/>
                  </a:lnTo>
                  <a:lnTo>
                    <a:pt x="236130" y="38954"/>
                  </a:lnTo>
                  <a:lnTo>
                    <a:pt x="232016" y="35622"/>
                  </a:lnTo>
                  <a:lnTo>
                    <a:pt x="227800" y="32422"/>
                  </a:lnTo>
                  <a:lnTo>
                    <a:pt x="223484" y="29357"/>
                  </a:lnTo>
                  <a:lnTo>
                    <a:pt x="219073" y="26430"/>
                  </a:lnTo>
                  <a:lnTo>
                    <a:pt x="214572" y="23644"/>
                  </a:lnTo>
                  <a:lnTo>
                    <a:pt x="209984" y="21002"/>
                  </a:lnTo>
                  <a:lnTo>
                    <a:pt x="205316" y="18507"/>
                  </a:lnTo>
                  <a:lnTo>
                    <a:pt x="200571" y="16161"/>
                  </a:lnTo>
                  <a:lnTo>
                    <a:pt x="195753" y="13966"/>
                  </a:lnTo>
                  <a:lnTo>
                    <a:pt x="190869" y="11925"/>
                  </a:lnTo>
                  <a:lnTo>
                    <a:pt x="185923" y="10040"/>
                  </a:lnTo>
                  <a:lnTo>
                    <a:pt x="180919" y="8312"/>
                  </a:lnTo>
                  <a:lnTo>
                    <a:pt x="175863" y="6743"/>
                  </a:lnTo>
                  <a:lnTo>
                    <a:pt x="170760" y="5335"/>
                  </a:lnTo>
                  <a:lnTo>
                    <a:pt x="165616" y="4090"/>
                  </a:lnTo>
                  <a:lnTo>
                    <a:pt x="160434" y="3008"/>
                  </a:lnTo>
                  <a:lnTo>
                    <a:pt x="155220" y="2091"/>
                  </a:lnTo>
                  <a:lnTo>
                    <a:pt x="149980" y="1339"/>
                  </a:lnTo>
                  <a:lnTo>
                    <a:pt x="144719" y="753"/>
                  </a:lnTo>
                  <a:lnTo>
                    <a:pt x="139442" y="335"/>
                  </a:lnTo>
                  <a:lnTo>
                    <a:pt x="134155" y="83"/>
                  </a:lnTo>
                  <a:lnTo>
                    <a:pt x="128862" y="0"/>
                  </a:lnTo>
                  <a:lnTo>
                    <a:pt x="1288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3137" y="4659281"/>
              <a:ext cx="3386" cy="167167"/>
            </a:xfrm>
            <a:custGeom>
              <a:avLst/>
              <a:pathLst>
                <a:path w="3386" h="167167">
                  <a:moveTo>
                    <a:pt x="3386" y="0"/>
                  </a:moveTo>
                  <a:lnTo>
                    <a:pt x="0" y="34"/>
                  </a:lnTo>
                  <a:lnTo>
                    <a:pt x="338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137" y="4659316"/>
              <a:ext cx="3386" cy="167133"/>
            </a:xfrm>
            <a:custGeom>
              <a:avLst/>
              <a:pathLst>
                <a:path w="3386" h="167133">
                  <a:moveTo>
                    <a:pt x="0" y="0"/>
                  </a:moveTo>
                  <a:lnTo>
                    <a:pt x="3386" y="1671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552" y="4659316"/>
              <a:ext cx="166972" cy="167133"/>
            </a:xfrm>
            <a:custGeom>
              <a:avLst/>
              <a:pathLst>
                <a:path w="166972" h="167133">
                  <a:moveTo>
                    <a:pt x="163585" y="0"/>
                  </a:moveTo>
                  <a:lnTo>
                    <a:pt x="158129" y="199"/>
                  </a:lnTo>
                  <a:lnTo>
                    <a:pt x="152684" y="577"/>
                  </a:lnTo>
                  <a:lnTo>
                    <a:pt x="147253" y="1132"/>
                  </a:lnTo>
                  <a:lnTo>
                    <a:pt x="141844" y="1865"/>
                  </a:lnTo>
                  <a:lnTo>
                    <a:pt x="136461" y="2773"/>
                  </a:lnTo>
                  <a:lnTo>
                    <a:pt x="131111" y="3857"/>
                  </a:lnTo>
                  <a:lnTo>
                    <a:pt x="125799" y="5115"/>
                  </a:lnTo>
                  <a:lnTo>
                    <a:pt x="120531" y="6545"/>
                  </a:lnTo>
                  <a:lnTo>
                    <a:pt x="115313" y="8147"/>
                  </a:lnTo>
                  <a:lnTo>
                    <a:pt x="110149" y="9919"/>
                  </a:lnTo>
                  <a:lnTo>
                    <a:pt x="105047" y="11858"/>
                  </a:lnTo>
                  <a:lnTo>
                    <a:pt x="100010" y="13963"/>
                  </a:lnTo>
                  <a:lnTo>
                    <a:pt x="95044" y="16231"/>
                  </a:lnTo>
                  <a:lnTo>
                    <a:pt x="90156" y="18659"/>
                  </a:lnTo>
                  <a:lnTo>
                    <a:pt x="85349" y="21247"/>
                  </a:lnTo>
                  <a:lnTo>
                    <a:pt x="80629" y="23989"/>
                  </a:lnTo>
                  <a:lnTo>
                    <a:pt x="76002" y="26885"/>
                  </a:lnTo>
                  <a:lnTo>
                    <a:pt x="71471" y="29930"/>
                  </a:lnTo>
                  <a:lnTo>
                    <a:pt x="67042" y="33121"/>
                  </a:lnTo>
                  <a:lnTo>
                    <a:pt x="62720" y="36455"/>
                  </a:lnTo>
                  <a:lnTo>
                    <a:pt x="58509" y="39929"/>
                  </a:lnTo>
                  <a:lnTo>
                    <a:pt x="54414" y="43538"/>
                  </a:lnTo>
                  <a:lnTo>
                    <a:pt x="50438" y="47279"/>
                  </a:lnTo>
                  <a:lnTo>
                    <a:pt x="46587" y="51148"/>
                  </a:lnTo>
                  <a:lnTo>
                    <a:pt x="42864" y="55140"/>
                  </a:lnTo>
                  <a:lnTo>
                    <a:pt x="39274" y="59252"/>
                  </a:lnTo>
                  <a:lnTo>
                    <a:pt x="35820" y="63479"/>
                  </a:lnTo>
                  <a:lnTo>
                    <a:pt x="32505" y="67816"/>
                  </a:lnTo>
                  <a:lnTo>
                    <a:pt x="29334" y="72259"/>
                  </a:lnTo>
                  <a:lnTo>
                    <a:pt x="26310" y="76804"/>
                  </a:lnTo>
                  <a:lnTo>
                    <a:pt x="23436" y="81445"/>
                  </a:lnTo>
                  <a:lnTo>
                    <a:pt x="20714" y="86177"/>
                  </a:lnTo>
                  <a:lnTo>
                    <a:pt x="18149" y="90995"/>
                  </a:lnTo>
                  <a:lnTo>
                    <a:pt x="15743" y="95895"/>
                  </a:lnTo>
                  <a:lnTo>
                    <a:pt x="13497" y="100871"/>
                  </a:lnTo>
                  <a:lnTo>
                    <a:pt x="11416" y="105917"/>
                  </a:lnTo>
                  <a:lnTo>
                    <a:pt x="9500" y="111029"/>
                  </a:lnTo>
                  <a:lnTo>
                    <a:pt x="7752" y="116200"/>
                  </a:lnTo>
                  <a:lnTo>
                    <a:pt x="6174" y="121426"/>
                  </a:lnTo>
                  <a:lnTo>
                    <a:pt x="4767" y="126700"/>
                  </a:lnTo>
                  <a:lnTo>
                    <a:pt x="3534" y="132018"/>
                  </a:lnTo>
                  <a:lnTo>
                    <a:pt x="2474" y="137373"/>
                  </a:lnTo>
                  <a:lnTo>
                    <a:pt x="1590" y="142760"/>
                  </a:lnTo>
                  <a:lnTo>
                    <a:pt x="883" y="148172"/>
                  </a:lnTo>
                  <a:lnTo>
                    <a:pt x="352" y="153605"/>
                  </a:lnTo>
                  <a:lnTo>
                    <a:pt x="0" y="159053"/>
                  </a:lnTo>
                  <a:lnTo>
                    <a:pt x="166972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76" y="4659281"/>
              <a:ext cx="334295" cy="334334"/>
            </a:xfrm>
            <a:custGeom>
              <a:avLst/>
              <a:pathLst>
                <a:path w="334295" h="334334">
                  <a:moveTo>
                    <a:pt x="176" y="159087"/>
                  </a:moveTo>
                  <a:lnTo>
                    <a:pt x="3" y="164390"/>
                  </a:lnTo>
                  <a:lnTo>
                    <a:pt x="0" y="169695"/>
                  </a:lnTo>
                  <a:lnTo>
                    <a:pt x="164" y="174998"/>
                  </a:lnTo>
                  <a:lnTo>
                    <a:pt x="496" y="180293"/>
                  </a:lnTo>
                  <a:lnTo>
                    <a:pt x="997" y="185574"/>
                  </a:lnTo>
                  <a:lnTo>
                    <a:pt x="1665" y="190838"/>
                  </a:lnTo>
                  <a:lnTo>
                    <a:pt x="2499" y="196077"/>
                  </a:lnTo>
                  <a:lnTo>
                    <a:pt x="3500" y="201287"/>
                  </a:lnTo>
                  <a:lnTo>
                    <a:pt x="4665" y="206463"/>
                  </a:lnTo>
                  <a:lnTo>
                    <a:pt x="5994" y="211599"/>
                  </a:lnTo>
                  <a:lnTo>
                    <a:pt x="7485" y="216691"/>
                  </a:lnTo>
                  <a:lnTo>
                    <a:pt x="9137" y="221733"/>
                  </a:lnTo>
                  <a:lnTo>
                    <a:pt x="10948" y="226719"/>
                  </a:lnTo>
                  <a:lnTo>
                    <a:pt x="12916" y="231646"/>
                  </a:lnTo>
                  <a:lnTo>
                    <a:pt x="15040" y="236508"/>
                  </a:lnTo>
                  <a:lnTo>
                    <a:pt x="17317" y="241300"/>
                  </a:lnTo>
                  <a:lnTo>
                    <a:pt x="19745" y="246017"/>
                  </a:lnTo>
                  <a:lnTo>
                    <a:pt x="22321" y="250655"/>
                  </a:lnTo>
                  <a:lnTo>
                    <a:pt x="25043" y="255208"/>
                  </a:lnTo>
                  <a:lnTo>
                    <a:pt x="27909" y="259673"/>
                  </a:lnTo>
                  <a:lnTo>
                    <a:pt x="30914" y="264045"/>
                  </a:lnTo>
                  <a:lnTo>
                    <a:pt x="34057" y="268320"/>
                  </a:lnTo>
                  <a:lnTo>
                    <a:pt x="37334" y="272492"/>
                  </a:lnTo>
                  <a:lnTo>
                    <a:pt x="40742" y="276558"/>
                  </a:lnTo>
                  <a:lnTo>
                    <a:pt x="44277" y="280514"/>
                  </a:lnTo>
                  <a:lnTo>
                    <a:pt x="47936" y="284356"/>
                  </a:lnTo>
                  <a:lnTo>
                    <a:pt x="51714" y="288080"/>
                  </a:lnTo>
                  <a:lnTo>
                    <a:pt x="55609" y="291683"/>
                  </a:lnTo>
                  <a:lnTo>
                    <a:pt x="59617" y="295159"/>
                  </a:lnTo>
                  <a:lnTo>
                    <a:pt x="63733" y="298507"/>
                  </a:lnTo>
                  <a:lnTo>
                    <a:pt x="67952" y="301723"/>
                  </a:lnTo>
                  <a:lnTo>
                    <a:pt x="72272" y="304803"/>
                  </a:lnTo>
                  <a:lnTo>
                    <a:pt x="76688" y="307744"/>
                  </a:lnTo>
                  <a:lnTo>
                    <a:pt x="81194" y="310544"/>
                  </a:lnTo>
                  <a:lnTo>
                    <a:pt x="85787" y="313199"/>
                  </a:lnTo>
                  <a:lnTo>
                    <a:pt x="90462" y="315707"/>
                  </a:lnTo>
                  <a:lnTo>
                    <a:pt x="95214" y="318066"/>
                  </a:lnTo>
                  <a:lnTo>
                    <a:pt x="100039" y="320273"/>
                  </a:lnTo>
                  <a:lnTo>
                    <a:pt x="104931" y="322325"/>
                  </a:lnTo>
                  <a:lnTo>
                    <a:pt x="109886" y="324221"/>
                  </a:lnTo>
                  <a:lnTo>
                    <a:pt x="114899" y="325959"/>
                  </a:lnTo>
                  <a:lnTo>
                    <a:pt x="119964" y="327537"/>
                  </a:lnTo>
                  <a:lnTo>
                    <a:pt x="125077" y="328954"/>
                  </a:lnTo>
                  <a:lnTo>
                    <a:pt x="130232" y="330207"/>
                  </a:lnTo>
                  <a:lnTo>
                    <a:pt x="135425" y="331297"/>
                  </a:lnTo>
                  <a:lnTo>
                    <a:pt x="140649" y="332221"/>
                  </a:lnTo>
                  <a:lnTo>
                    <a:pt x="145900" y="332979"/>
                  </a:lnTo>
                  <a:lnTo>
                    <a:pt x="151172" y="333569"/>
                  </a:lnTo>
                  <a:lnTo>
                    <a:pt x="156461" y="333992"/>
                  </a:lnTo>
                  <a:lnTo>
                    <a:pt x="161760" y="334248"/>
                  </a:lnTo>
                  <a:lnTo>
                    <a:pt x="167065" y="334334"/>
                  </a:lnTo>
                  <a:lnTo>
                    <a:pt x="172369" y="334253"/>
                  </a:lnTo>
                  <a:lnTo>
                    <a:pt x="177669" y="334003"/>
                  </a:lnTo>
                  <a:lnTo>
                    <a:pt x="182958" y="333585"/>
                  </a:lnTo>
                  <a:lnTo>
                    <a:pt x="188231" y="333000"/>
                  </a:lnTo>
                  <a:lnTo>
                    <a:pt x="193483" y="332247"/>
                  </a:lnTo>
                  <a:lnTo>
                    <a:pt x="198708" y="331328"/>
                  </a:lnTo>
                  <a:lnTo>
                    <a:pt x="203901" y="330244"/>
                  </a:lnTo>
                  <a:lnTo>
                    <a:pt x="209058" y="328996"/>
                  </a:lnTo>
                  <a:lnTo>
                    <a:pt x="214172" y="327584"/>
                  </a:lnTo>
                  <a:lnTo>
                    <a:pt x="219239" y="326011"/>
                  </a:lnTo>
                  <a:lnTo>
                    <a:pt x="224253" y="324278"/>
                  </a:lnTo>
                  <a:lnTo>
                    <a:pt x="229210" y="322387"/>
                  </a:lnTo>
                  <a:lnTo>
                    <a:pt x="234104" y="320339"/>
                  </a:lnTo>
                  <a:lnTo>
                    <a:pt x="238931" y="318138"/>
                  </a:lnTo>
                  <a:lnTo>
                    <a:pt x="243686" y="315784"/>
                  </a:lnTo>
                  <a:lnTo>
                    <a:pt x="248363" y="313280"/>
                  </a:lnTo>
                  <a:lnTo>
                    <a:pt x="252959" y="310629"/>
                  </a:lnTo>
                  <a:lnTo>
                    <a:pt x="257468" y="307834"/>
                  </a:lnTo>
                  <a:lnTo>
                    <a:pt x="261886" y="304897"/>
                  </a:lnTo>
                  <a:lnTo>
                    <a:pt x="266209" y="301821"/>
                  </a:lnTo>
                  <a:lnTo>
                    <a:pt x="270432" y="298610"/>
                  </a:lnTo>
                  <a:lnTo>
                    <a:pt x="274551" y="295266"/>
                  </a:lnTo>
                  <a:lnTo>
                    <a:pt x="278562" y="291793"/>
                  </a:lnTo>
                  <a:lnTo>
                    <a:pt x="282461" y="288195"/>
                  </a:lnTo>
                  <a:lnTo>
                    <a:pt x="286243" y="284475"/>
                  </a:lnTo>
                  <a:lnTo>
                    <a:pt x="289906" y="280637"/>
                  </a:lnTo>
                  <a:lnTo>
                    <a:pt x="293445" y="276684"/>
                  </a:lnTo>
                  <a:lnTo>
                    <a:pt x="296857" y="272621"/>
                  </a:lnTo>
                  <a:lnTo>
                    <a:pt x="300138" y="268452"/>
                  </a:lnTo>
                  <a:lnTo>
                    <a:pt x="303285" y="264181"/>
                  </a:lnTo>
                  <a:lnTo>
                    <a:pt x="306295" y="259812"/>
                  </a:lnTo>
                  <a:lnTo>
                    <a:pt x="309165" y="255350"/>
                  </a:lnTo>
                  <a:lnTo>
                    <a:pt x="311891" y="250799"/>
                  </a:lnTo>
                  <a:lnTo>
                    <a:pt x="314472" y="246163"/>
                  </a:lnTo>
                  <a:lnTo>
                    <a:pt x="316905" y="241449"/>
                  </a:lnTo>
                  <a:lnTo>
                    <a:pt x="319187" y="236659"/>
                  </a:lnTo>
                  <a:lnTo>
                    <a:pt x="321315" y="231799"/>
                  </a:lnTo>
                  <a:lnTo>
                    <a:pt x="323289" y="226875"/>
                  </a:lnTo>
                  <a:lnTo>
                    <a:pt x="325105" y="221890"/>
                  </a:lnTo>
                  <a:lnTo>
                    <a:pt x="326762" y="216850"/>
                  </a:lnTo>
                  <a:lnTo>
                    <a:pt x="328258" y="211760"/>
                  </a:lnTo>
                  <a:lnTo>
                    <a:pt x="329592" y="206625"/>
                  </a:lnTo>
                  <a:lnTo>
                    <a:pt x="330762" y="201450"/>
                  </a:lnTo>
                  <a:lnTo>
                    <a:pt x="331768" y="196241"/>
                  </a:lnTo>
                  <a:lnTo>
                    <a:pt x="332607" y="191002"/>
                  </a:lnTo>
                  <a:lnTo>
                    <a:pt x="333280" y="185740"/>
                  </a:lnTo>
                  <a:lnTo>
                    <a:pt x="333786" y="180458"/>
                  </a:lnTo>
                  <a:lnTo>
                    <a:pt x="334124" y="175164"/>
                  </a:lnTo>
                  <a:lnTo>
                    <a:pt x="334294" y="169861"/>
                  </a:lnTo>
                  <a:lnTo>
                    <a:pt x="334295" y="164556"/>
                  </a:lnTo>
                  <a:lnTo>
                    <a:pt x="334128" y="159253"/>
                  </a:lnTo>
                  <a:lnTo>
                    <a:pt x="333793" y="153958"/>
                  </a:lnTo>
                  <a:lnTo>
                    <a:pt x="333290" y="148677"/>
                  </a:lnTo>
                  <a:lnTo>
                    <a:pt x="332619" y="143414"/>
                  </a:lnTo>
                  <a:lnTo>
                    <a:pt x="331782" y="138175"/>
                  </a:lnTo>
                  <a:lnTo>
                    <a:pt x="330779" y="132965"/>
                  </a:lnTo>
                  <a:lnTo>
                    <a:pt x="329611" y="127790"/>
                  </a:lnTo>
                  <a:lnTo>
                    <a:pt x="328280" y="122654"/>
                  </a:lnTo>
                  <a:lnTo>
                    <a:pt x="326786" y="117564"/>
                  </a:lnTo>
                  <a:lnTo>
                    <a:pt x="325132" y="112523"/>
                  </a:lnTo>
                  <a:lnTo>
                    <a:pt x="323318" y="107537"/>
                  </a:lnTo>
                  <a:lnTo>
                    <a:pt x="321347" y="102611"/>
                  </a:lnTo>
                  <a:lnTo>
                    <a:pt x="319221" y="97751"/>
                  </a:lnTo>
                  <a:lnTo>
                    <a:pt x="316942" y="92960"/>
                  </a:lnTo>
                  <a:lnTo>
                    <a:pt x="314512" y="88244"/>
                  </a:lnTo>
                  <a:lnTo>
                    <a:pt x="311933" y="83607"/>
                  </a:lnTo>
                  <a:lnTo>
                    <a:pt x="309208" y="79055"/>
                  </a:lnTo>
                  <a:lnTo>
                    <a:pt x="306341" y="74591"/>
                  </a:lnTo>
                  <a:lnTo>
                    <a:pt x="303333" y="70221"/>
                  </a:lnTo>
                  <a:lnTo>
                    <a:pt x="300188" y="65948"/>
                  </a:lnTo>
                  <a:lnTo>
                    <a:pt x="296909" y="61777"/>
                  </a:lnTo>
                  <a:lnTo>
                    <a:pt x="293499" y="57713"/>
                  </a:lnTo>
                  <a:lnTo>
                    <a:pt x="289962" y="53758"/>
                  </a:lnTo>
                  <a:lnTo>
                    <a:pt x="286302" y="49918"/>
                  </a:lnTo>
                  <a:lnTo>
                    <a:pt x="282521" y="46196"/>
                  </a:lnTo>
                  <a:lnTo>
                    <a:pt x="278624" y="42596"/>
                  </a:lnTo>
                  <a:lnTo>
                    <a:pt x="274615" y="39121"/>
                  </a:lnTo>
                  <a:lnTo>
                    <a:pt x="270498" y="35775"/>
                  </a:lnTo>
                  <a:lnTo>
                    <a:pt x="266276" y="32562"/>
                  </a:lnTo>
                  <a:lnTo>
                    <a:pt x="261955" y="29484"/>
                  </a:lnTo>
                  <a:lnTo>
                    <a:pt x="257538" y="26545"/>
                  </a:lnTo>
                  <a:lnTo>
                    <a:pt x="253030" y="23747"/>
                  </a:lnTo>
                  <a:lnTo>
                    <a:pt x="248436" y="21094"/>
                  </a:lnTo>
                  <a:lnTo>
                    <a:pt x="243760" y="18588"/>
                  </a:lnTo>
                  <a:lnTo>
                    <a:pt x="239006" y="16232"/>
                  </a:lnTo>
                  <a:lnTo>
                    <a:pt x="234180" y="14028"/>
                  </a:lnTo>
                  <a:lnTo>
                    <a:pt x="229287" y="11978"/>
                  </a:lnTo>
                  <a:lnTo>
                    <a:pt x="224331" y="10084"/>
                  </a:lnTo>
                  <a:lnTo>
                    <a:pt x="219318" y="8349"/>
                  </a:lnTo>
                  <a:lnTo>
                    <a:pt x="214252" y="6773"/>
                  </a:lnTo>
                  <a:lnTo>
                    <a:pt x="209138" y="5359"/>
                  </a:lnTo>
                  <a:lnTo>
                    <a:pt x="203982" y="4108"/>
                  </a:lnTo>
                  <a:lnTo>
                    <a:pt x="198789" y="3021"/>
                  </a:lnTo>
                  <a:lnTo>
                    <a:pt x="193565" y="2100"/>
                  </a:lnTo>
                  <a:lnTo>
                    <a:pt x="188313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71" y="5018213"/>
              <a:ext cx="334306" cy="334334"/>
            </a:xfrm>
            <a:custGeom>
              <a:avLst/>
              <a:pathLst>
                <a:path w="334306" h="334334">
                  <a:moveTo>
                    <a:pt x="167046" y="0"/>
                  </a:moveTo>
                  <a:lnTo>
                    <a:pt x="161749" y="87"/>
                  </a:lnTo>
                  <a:lnTo>
                    <a:pt x="156456" y="342"/>
                  </a:lnTo>
                  <a:lnTo>
                    <a:pt x="151175" y="764"/>
                  </a:lnTo>
                  <a:lnTo>
                    <a:pt x="145910" y="1354"/>
                  </a:lnTo>
                  <a:lnTo>
                    <a:pt x="140665" y="2111"/>
                  </a:lnTo>
                  <a:lnTo>
                    <a:pt x="135448" y="3033"/>
                  </a:lnTo>
                  <a:lnTo>
                    <a:pt x="130262" y="4120"/>
                  </a:lnTo>
                  <a:lnTo>
                    <a:pt x="125114" y="5371"/>
                  </a:lnTo>
                  <a:lnTo>
                    <a:pt x="120007" y="6784"/>
                  </a:lnTo>
                  <a:lnTo>
                    <a:pt x="114948" y="8359"/>
                  </a:lnTo>
                  <a:lnTo>
                    <a:pt x="109942" y="10093"/>
                  </a:lnTo>
                  <a:lnTo>
                    <a:pt x="104992" y="11985"/>
                  </a:lnTo>
                  <a:lnTo>
                    <a:pt x="100106" y="14032"/>
                  </a:lnTo>
                  <a:lnTo>
                    <a:pt x="95286" y="16234"/>
                  </a:lnTo>
                  <a:lnTo>
                    <a:pt x="90539" y="18587"/>
                  </a:lnTo>
                  <a:lnTo>
                    <a:pt x="85869" y="21090"/>
                  </a:lnTo>
                  <a:lnTo>
                    <a:pt x="81281" y="23739"/>
                  </a:lnTo>
                  <a:lnTo>
                    <a:pt x="76778" y="26532"/>
                  </a:lnTo>
                  <a:lnTo>
                    <a:pt x="72367" y="29467"/>
                  </a:lnTo>
                  <a:lnTo>
                    <a:pt x="68051" y="32540"/>
                  </a:lnTo>
                  <a:lnTo>
                    <a:pt x="63834" y="35748"/>
                  </a:lnTo>
                  <a:lnTo>
                    <a:pt x="59721" y="39088"/>
                  </a:lnTo>
                  <a:lnTo>
                    <a:pt x="55716" y="42557"/>
                  </a:lnTo>
                  <a:lnTo>
                    <a:pt x="51823" y="46151"/>
                  </a:lnTo>
                  <a:lnTo>
                    <a:pt x="48046" y="49867"/>
                  </a:lnTo>
                  <a:lnTo>
                    <a:pt x="44388" y="53700"/>
                  </a:lnTo>
                  <a:lnTo>
                    <a:pt x="40854" y="57647"/>
                  </a:lnTo>
                  <a:lnTo>
                    <a:pt x="37447" y="61705"/>
                  </a:lnTo>
                  <a:lnTo>
                    <a:pt x="34170" y="65868"/>
                  </a:lnTo>
                  <a:lnTo>
                    <a:pt x="31026" y="70133"/>
                  </a:lnTo>
                  <a:lnTo>
                    <a:pt x="28019" y="74496"/>
                  </a:lnTo>
                  <a:lnTo>
                    <a:pt x="25152" y="78952"/>
                  </a:lnTo>
                  <a:lnTo>
                    <a:pt x="22428" y="83496"/>
                  </a:lnTo>
                  <a:lnTo>
                    <a:pt x="19849" y="88125"/>
                  </a:lnTo>
                  <a:lnTo>
                    <a:pt x="17418" y="92832"/>
                  </a:lnTo>
                  <a:lnTo>
                    <a:pt x="15138" y="97615"/>
                  </a:lnTo>
                  <a:lnTo>
                    <a:pt x="13010" y="102467"/>
                  </a:lnTo>
                  <a:lnTo>
                    <a:pt x="11037" y="107384"/>
                  </a:lnTo>
                  <a:lnTo>
                    <a:pt x="9221" y="112362"/>
                  </a:lnTo>
                  <a:lnTo>
                    <a:pt x="7563" y="117394"/>
                  </a:lnTo>
                  <a:lnTo>
                    <a:pt x="6066" y="122477"/>
                  </a:lnTo>
                  <a:lnTo>
                    <a:pt x="4731" y="127604"/>
                  </a:lnTo>
                  <a:lnTo>
                    <a:pt x="3558" y="132771"/>
                  </a:lnTo>
                  <a:lnTo>
                    <a:pt x="2551" y="137973"/>
                  </a:lnTo>
                  <a:lnTo>
                    <a:pt x="1708" y="143204"/>
                  </a:lnTo>
                  <a:lnTo>
                    <a:pt x="1032" y="148459"/>
                  </a:lnTo>
                  <a:lnTo>
                    <a:pt x="522" y="153733"/>
                  </a:lnTo>
                  <a:lnTo>
                    <a:pt x="180" y="159020"/>
                  </a:lnTo>
                  <a:lnTo>
                    <a:pt x="6" y="164316"/>
                  </a:lnTo>
                  <a:lnTo>
                    <a:pt x="0" y="169614"/>
                  </a:lnTo>
                  <a:lnTo>
                    <a:pt x="161" y="174910"/>
                  </a:lnTo>
                  <a:lnTo>
                    <a:pt x="490" y="180198"/>
                  </a:lnTo>
                  <a:lnTo>
                    <a:pt x="987" y="185473"/>
                  </a:lnTo>
                  <a:lnTo>
                    <a:pt x="1651" y="190730"/>
                  </a:lnTo>
                  <a:lnTo>
                    <a:pt x="2480" y="195963"/>
                  </a:lnTo>
                  <a:lnTo>
                    <a:pt x="3476" y="201167"/>
                  </a:lnTo>
                  <a:lnTo>
                    <a:pt x="4635" y="206337"/>
                  </a:lnTo>
                  <a:lnTo>
                    <a:pt x="5958" y="211467"/>
                  </a:lnTo>
                  <a:lnTo>
                    <a:pt x="7443" y="216553"/>
                  </a:lnTo>
                  <a:lnTo>
                    <a:pt x="9089" y="221590"/>
                  </a:lnTo>
                  <a:lnTo>
                    <a:pt x="10893" y="226572"/>
                  </a:lnTo>
                  <a:lnTo>
                    <a:pt x="12854" y="231494"/>
                  </a:lnTo>
                  <a:lnTo>
                    <a:pt x="14970" y="236351"/>
                  </a:lnTo>
                  <a:lnTo>
                    <a:pt x="17239" y="241139"/>
                  </a:lnTo>
                  <a:lnTo>
                    <a:pt x="19658" y="245853"/>
                  </a:lnTo>
                  <a:lnTo>
                    <a:pt x="22226" y="250487"/>
                  </a:lnTo>
                  <a:lnTo>
                    <a:pt x="24939" y="255038"/>
                  </a:lnTo>
                  <a:lnTo>
                    <a:pt x="27796" y="259501"/>
                  </a:lnTo>
                  <a:lnTo>
                    <a:pt x="30792" y="263871"/>
                  </a:lnTo>
                  <a:lnTo>
                    <a:pt x="33925" y="268144"/>
                  </a:lnTo>
                  <a:lnTo>
                    <a:pt x="37192" y="272315"/>
                  </a:lnTo>
                  <a:lnTo>
                    <a:pt x="40589" y="276381"/>
                  </a:lnTo>
                  <a:lnTo>
                    <a:pt x="44114" y="280337"/>
                  </a:lnTo>
                  <a:lnTo>
                    <a:pt x="47762" y="284179"/>
                  </a:lnTo>
                  <a:lnTo>
                    <a:pt x="51531" y="287904"/>
                  </a:lnTo>
                  <a:lnTo>
                    <a:pt x="55415" y="291507"/>
                  </a:lnTo>
                  <a:lnTo>
                    <a:pt x="59412" y="294985"/>
                  </a:lnTo>
                  <a:lnTo>
                    <a:pt x="63516" y="298336"/>
                  </a:lnTo>
                  <a:lnTo>
                    <a:pt x="67725" y="301554"/>
                  </a:lnTo>
                  <a:lnTo>
                    <a:pt x="72034" y="304637"/>
                  </a:lnTo>
                  <a:lnTo>
                    <a:pt x="76439" y="307583"/>
                  </a:lnTo>
                  <a:lnTo>
                    <a:pt x="80934" y="310387"/>
                  </a:lnTo>
                  <a:lnTo>
                    <a:pt x="85516" y="313047"/>
                  </a:lnTo>
                  <a:lnTo>
                    <a:pt x="90180" y="315561"/>
                  </a:lnTo>
                  <a:lnTo>
                    <a:pt x="94922" y="317926"/>
                  </a:lnTo>
                  <a:lnTo>
                    <a:pt x="99736" y="320139"/>
                  </a:lnTo>
                  <a:lnTo>
                    <a:pt x="104617" y="322198"/>
                  </a:lnTo>
                  <a:lnTo>
                    <a:pt x="109562" y="324102"/>
                  </a:lnTo>
                  <a:lnTo>
                    <a:pt x="114564" y="325848"/>
                  </a:lnTo>
                  <a:lnTo>
                    <a:pt x="119619" y="327435"/>
                  </a:lnTo>
                  <a:lnTo>
                    <a:pt x="124722" y="328861"/>
                  </a:lnTo>
                  <a:lnTo>
                    <a:pt x="129868" y="330124"/>
                  </a:lnTo>
                  <a:lnTo>
                    <a:pt x="135051" y="331224"/>
                  </a:lnTo>
                  <a:lnTo>
                    <a:pt x="140266" y="332159"/>
                  </a:lnTo>
                  <a:lnTo>
                    <a:pt x="145509" y="332928"/>
                  </a:lnTo>
                  <a:lnTo>
                    <a:pt x="150773" y="333530"/>
                  </a:lnTo>
                  <a:lnTo>
                    <a:pt x="156053" y="333966"/>
                  </a:lnTo>
                  <a:lnTo>
                    <a:pt x="161345" y="334234"/>
                  </a:lnTo>
                  <a:lnTo>
                    <a:pt x="166642" y="334334"/>
                  </a:lnTo>
                  <a:lnTo>
                    <a:pt x="171940" y="334266"/>
                  </a:lnTo>
                  <a:lnTo>
                    <a:pt x="177233" y="334030"/>
                  </a:lnTo>
                  <a:lnTo>
                    <a:pt x="182516" y="333627"/>
                  </a:lnTo>
                  <a:lnTo>
                    <a:pt x="187784" y="333056"/>
                  </a:lnTo>
                  <a:lnTo>
                    <a:pt x="193031" y="332319"/>
                  </a:lnTo>
                  <a:lnTo>
                    <a:pt x="198251" y="331415"/>
                  </a:lnTo>
                  <a:lnTo>
                    <a:pt x="203441" y="330347"/>
                  </a:lnTo>
                  <a:lnTo>
                    <a:pt x="208594" y="329115"/>
                  </a:lnTo>
                  <a:lnTo>
                    <a:pt x="213706" y="327720"/>
                  </a:lnTo>
                  <a:lnTo>
                    <a:pt x="218770" y="326164"/>
                  </a:lnTo>
                  <a:lnTo>
                    <a:pt x="223783" y="324449"/>
                  </a:lnTo>
                  <a:lnTo>
                    <a:pt x="228739" y="322575"/>
                  </a:lnTo>
                  <a:lnTo>
                    <a:pt x="233633" y="320545"/>
                  </a:lnTo>
                  <a:lnTo>
                    <a:pt x="238461" y="318361"/>
                  </a:lnTo>
                  <a:lnTo>
                    <a:pt x="243216" y="316025"/>
                  </a:lnTo>
                  <a:lnTo>
                    <a:pt x="247896" y="313540"/>
                  </a:lnTo>
                  <a:lnTo>
                    <a:pt x="252494" y="310907"/>
                  </a:lnTo>
                  <a:lnTo>
                    <a:pt x="257006" y="308130"/>
                  </a:lnTo>
                  <a:lnTo>
                    <a:pt x="261428" y="305212"/>
                  </a:lnTo>
                  <a:lnTo>
                    <a:pt x="265756" y="302155"/>
                  </a:lnTo>
                  <a:lnTo>
                    <a:pt x="269984" y="298962"/>
                  </a:lnTo>
                  <a:lnTo>
                    <a:pt x="274109" y="295637"/>
                  </a:lnTo>
                  <a:lnTo>
                    <a:pt x="278127" y="292182"/>
                  </a:lnTo>
                  <a:lnTo>
                    <a:pt x="282033" y="288603"/>
                  </a:lnTo>
                  <a:lnTo>
                    <a:pt x="285824" y="284901"/>
                  </a:lnTo>
                  <a:lnTo>
                    <a:pt x="289495" y="281081"/>
                  </a:lnTo>
                  <a:lnTo>
                    <a:pt x="293044" y="277146"/>
                  </a:lnTo>
                  <a:lnTo>
                    <a:pt x="296466" y="273101"/>
                  </a:lnTo>
                  <a:lnTo>
                    <a:pt x="299758" y="268950"/>
                  </a:lnTo>
                  <a:lnTo>
                    <a:pt x="302917" y="264696"/>
                  </a:lnTo>
                  <a:lnTo>
                    <a:pt x="305940" y="260345"/>
                  </a:lnTo>
                  <a:lnTo>
                    <a:pt x="308823" y="255899"/>
                  </a:lnTo>
                  <a:lnTo>
                    <a:pt x="311564" y="251365"/>
                  </a:lnTo>
                  <a:lnTo>
                    <a:pt x="314160" y="246746"/>
                  </a:lnTo>
                  <a:lnTo>
                    <a:pt x="316608" y="242047"/>
                  </a:lnTo>
                  <a:lnTo>
                    <a:pt x="318906" y="237273"/>
                  </a:lnTo>
                  <a:lnTo>
                    <a:pt x="321051" y="232428"/>
                  </a:lnTo>
                  <a:lnTo>
                    <a:pt x="323042" y="227518"/>
                  </a:lnTo>
                  <a:lnTo>
                    <a:pt x="324876" y="222547"/>
                  </a:lnTo>
                  <a:lnTo>
                    <a:pt x="326552" y="217521"/>
                  </a:lnTo>
                  <a:lnTo>
                    <a:pt x="328068" y="212444"/>
                  </a:lnTo>
                  <a:lnTo>
                    <a:pt x="329422" y="207322"/>
                  </a:lnTo>
                  <a:lnTo>
                    <a:pt x="330613" y="202159"/>
                  </a:lnTo>
                  <a:lnTo>
                    <a:pt x="331640" y="196961"/>
                  </a:lnTo>
                  <a:lnTo>
                    <a:pt x="332502" y="191733"/>
                  </a:lnTo>
                  <a:lnTo>
                    <a:pt x="333197" y="186481"/>
                  </a:lnTo>
                  <a:lnTo>
                    <a:pt x="333726" y="181209"/>
                  </a:lnTo>
                  <a:lnTo>
                    <a:pt x="334087" y="175923"/>
                  </a:lnTo>
                  <a:lnTo>
                    <a:pt x="334281" y="170628"/>
                  </a:lnTo>
                  <a:lnTo>
                    <a:pt x="334306" y="165329"/>
                  </a:lnTo>
                  <a:lnTo>
                    <a:pt x="334164" y="160033"/>
                  </a:lnTo>
                  <a:lnTo>
                    <a:pt x="333854" y="154744"/>
                  </a:lnTo>
                  <a:lnTo>
                    <a:pt x="333377" y="149467"/>
                  </a:lnTo>
                  <a:lnTo>
                    <a:pt x="332732" y="144208"/>
                  </a:lnTo>
                  <a:lnTo>
                    <a:pt x="331922" y="138972"/>
                  </a:lnTo>
                  <a:lnTo>
                    <a:pt x="330945" y="133764"/>
                  </a:lnTo>
                  <a:lnTo>
                    <a:pt x="329804" y="128590"/>
                  </a:lnTo>
                  <a:lnTo>
                    <a:pt x="328500" y="123455"/>
                  </a:lnTo>
                  <a:lnTo>
                    <a:pt x="327034" y="118363"/>
                  </a:lnTo>
                  <a:lnTo>
                    <a:pt x="325407" y="113321"/>
                  </a:lnTo>
                  <a:lnTo>
                    <a:pt x="323621" y="108332"/>
                  </a:lnTo>
                  <a:lnTo>
                    <a:pt x="321678" y="103403"/>
                  </a:lnTo>
                  <a:lnTo>
                    <a:pt x="319579" y="98538"/>
                  </a:lnTo>
                  <a:lnTo>
                    <a:pt x="317328" y="93742"/>
                  </a:lnTo>
                  <a:lnTo>
                    <a:pt x="314926" y="89019"/>
                  </a:lnTo>
                  <a:lnTo>
                    <a:pt x="312375" y="84375"/>
                  </a:lnTo>
                  <a:lnTo>
                    <a:pt x="309678" y="79815"/>
                  </a:lnTo>
                  <a:lnTo>
                    <a:pt x="306838" y="75342"/>
                  </a:lnTo>
                  <a:lnTo>
                    <a:pt x="303858" y="70961"/>
                  </a:lnTo>
                  <a:lnTo>
                    <a:pt x="300740" y="66677"/>
                  </a:lnTo>
                  <a:lnTo>
                    <a:pt x="297489" y="62494"/>
                  </a:lnTo>
                  <a:lnTo>
                    <a:pt x="294106" y="58415"/>
                  </a:lnTo>
                  <a:lnTo>
                    <a:pt x="290596" y="54447"/>
                  </a:lnTo>
                  <a:lnTo>
                    <a:pt x="286962" y="50591"/>
                  </a:lnTo>
                  <a:lnTo>
                    <a:pt x="283207" y="46853"/>
                  </a:lnTo>
                  <a:lnTo>
                    <a:pt x="279336" y="43235"/>
                  </a:lnTo>
                  <a:lnTo>
                    <a:pt x="275352" y="39742"/>
                  </a:lnTo>
                  <a:lnTo>
                    <a:pt x="271259" y="36377"/>
                  </a:lnTo>
                  <a:lnTo>
                    <a:pt x="267062" y="33143"/>
                  </a:lnTo>
                  <a:lnTo>
                    <a:pt x="262765" y="30044"/>
                  </a:lnTo>
                  <a:lnTo>
                    <a:pt x="258371" y="27083"/>
                  </a:lnTo>
                  <a:lnTo>
                    <a:pt x="253886" y="24262"/>
                  </a:lnTo>
                  <a:lnTo>
                    <a:pt x="249313" y="21585"/>
                  </a:lnTo>
                  <a:lnTo>
                    <a:pt x="244658" y="19055"/>
                  </a:lnTo>
                  <a:lnTo>
                    <a:pt x="239926" y="16673"/>
                  </a:lnTo>
                  <a:lnTo>
                    <a:pt x="235120" y="14442"/>
                  </a:lnTo>
                  <a:lnTo>
                    <a:pt x="230246" y="12365"/>
                  </a:lnTo>
                  <a:lnTo>
                    <a:pt x="225308" y="10443"/>
                  </a:lnTo>
                  <a:lnTo>
                    <a:pt x="220312" y="8678"/>
                  </a:lnTo>
                  <a:lnTo>
                    <a:pt x="215263" y="7073"/>
                  </a:lnTo>
                  <a:lnTo>
                    <a:pt x="210165" y="5629"/>
                  </a:lnTo>
                  <a:lnTo>
                    <a:pt x="205024" y="4347"/>
                  </a:lnTo>
                  <a:lnTo>
                    <a:pt x="199845" y="3228"/>
                  </a:lnTo>
                  <a:lnTo>
                    <a:pt x="194633" y="2274"/>
                  </a:lnTo>
                  <a:lnTo>
                    <a:pt x="189394" y="1486"/>
                  </a:lnTo>
                  <a:lnTo>
                    <a:pt x="184132" y="864"/>
                  </a:lnTo>
                  <a:lnTo>
                    <a:pt x="178853" y="410"/>
                  </a:lnTo>
                  <a:lnTo>
                    <a:pt x="173563" y="12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6413" cy="167167"/>
            </a:xfrm>
            <a:custGeom>
              <a:avLst/>
              <a:pathLst>
                <a:path w="6413" h="167167">
                  <a:moveTo>
                    <a:pt x="6413" y="1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34" y="5269756"/>
              <a:ext cx="167166" cy="167654"/>
            </a:xfrm>
            <a:custGeom>
              <a:avLst/>
              <a:pathLst>
                <a:path w="167166" h="167654">
                  <a:moveTo>
                    <a:pt x="167166" y="0"/>
                  </a:moveTo>
                  <a:lnTo>
                    <a:pt x="161798" y="86"/>
                  </a:lnTo>
                  <a:lnTo>
                    <a:pt x="156436" y="344"/>
                  </a:lnTo>
                  <a:lnTo>
                    <a:pt x="151085" y="775"/>
                  </a:lnTo>
                  <a:lnTo>
                    <a:pt x="145750" y="1377"/>
                  </a:lnTo>
                  <a:lnTo>
                    <a:pt x="140437" y="2150"/>
                  </a:lnTo>
                  <a:lnTo>
                    <a:pt x="135152" y="3094"/>
                  </a:lnTo>
                  <a:lnTo>
                    <a:pt x="129900" y="4206"/>
                  </a:lnTo>
                  <a:lnTo>
                    <a:pt x="124686" y="5487"/>
                  </a:lnTo>
                  <a:lnTo>
                    <a:pt x="119517" y="6934"/>
                  </a:lnTo>
                  <a:lnTo>
                    <a:pt x="114396" y="8547"/>
                  </a:lnTo>
                  <a:lnTo>
                    <a:pt x="109330" y="10323"/>
                  </a:lnTo>
                  <a:lnTo>
                    <a:pt x="104323" y="12261"/>
                  </a:lnTo>
                  <a:lnTo>
                    <a:pt x="99381" y="14359"/>
                  </a:lnTo>
                  <a:lnTo>
                    <a:pt x="94510" y="16615"/>
                  </a:lnTo>
                  <a:lnTo>
                    <a:pt x="89713" y="19025"/>
                  </a:lnTo>
                  <a:lnTo>
                    <a:pt x="84996" y="21589"/>
                  </a:lnTo>
                  <a:lnTo>
                    <a:pt x="80363" y="24303"/>
                  </a:lnTo>
                  <a:lnTo>
                    <a:pt x="75821" y="27164"/>
                  </a:lnTo>
                  <a:lnTo>
                    <a:pt x="71372" y="30169"/>
                  </a:lnTo>
                  <a:lnTo>
                    <a:pt x="67022" y="33316"/>
                  </a:lnTo>
                  <a:lnTo>
                    <a:pt x="62776" y="36601"/>
                  </a:lnTo>
                  <a:lnTo>
                    <a:pt x="58637" y="40020"/>
                  </a:lnTo>
                  <a:lnTo>
                    <a:pt x="54610" y="43571"/>
                  </a:lnTo>
                  <a:lnTo>
                    <a:pt x="50699" y="47249"/>
                  </a:lnTo>
                  <a:lnTo>
                    <a:pt x="46909" y="51050"/>
                  </a:lnTo>
                  <a:lnTo>
                    <a:pt x="43242" y="54972"/>
                  </a:lnTo>
                  <a:lnTo>
                    <a:pt x="39703" y="59009"/>
                  </a:lnTo>
                  <a:lnTo>
                    <a:pt x="36296" y="63158"/>
                  </a:lnTo>
                  <a:lnTo>
                    <a:pt x="33024" y="67414"/>
                  </a:lnTo>
                  <a:lnTo>
                    <a:pt x="29890" y="71773"/>
                  </a:lnTo>
                  <a:lnTo>
                    <a:pt x="26897" y="76230"/>
                  </a:lnTo>
                  <a:lnTo>
                    <a:pt x="24049" y="80781"/>
                  </a:lnTo>
                  <a:lnTo>
                    <a:pt x="21349" y="85421"/>
                  </a:lnTo>
                  <a:lnTo>
                    <a:pt x="18800" y="90146"/>
                  </a:lnTo>
                  <a:lnTo>
                    <a:pt x="16403" y="94950"/>
                  </a:lnTo>
                  <a:lnTo>
                    <a:pt x="14162" y="99828"/>
                  </a:lnTo>
                  <a:lnTo>
                    <a:pt x="12078" y="104776"/>
                  </a:lnTo>
                  <a:lnTo>
                    <a:pt x="10155" y="109788"/>
                  </a:lnTo>
                  <a:lnTo>
                    <a:pt x="8393" y="114860"/>
                  </a:lnTo>
                  <a:lnTo>
                    <a:pt x="6795" y="119985"/>
                  </a:lnTo>
                  <a:lnTo>
                    <a:pt x="5363" y="125159"/>
                  </a:lnTo>
                  <a:lnTo>
                    <a:pt x="4098" y="130376"/>
                  </a:lnTo>
                  <a:lnTo>
                    <a:pt x="3000" y="135632"/>
                  </a:lnTo>
                  <a:lnTo>
                    <a:pt x="2072" y="140919"/>
                  </a:lnTo>
                  <a:lnTo>
                    <a:pt x="1315" y="146234"/>
                  </a:lnTo>
                  <a:lnTo>
                    <a:pt x="728" y="151571"/>
                  </a:lnTo>
                  <a:lnTo>
                    <a:pt x="313" y="156923"/>
                  </a:lnTo>
                  <a:lnTo>
                    <a:pt x="70" y="162286"/>
                  </a:lnTo>
                  <a:lnTo>
                    <a:pt x="0" y="16765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4" y="5269756"/>
              <a:ext cx="334322" cy="334328"/>
            </a:xfrm>
            <a:custGeom>
              <a:avLst/>
              <a:pathLst>
                <a:path w="334322" h="334328">
                  <a:moveTo>
                    <a:pt x="0" y="167654"/>
                  </a:moveTo>
                  <a:lnTo>
                    <a:pt x="100" y="172973"/>
                  </a:lnTo>
                  <a:lnTo>
                    <a:pt x="369" y="178285"/>
                  </a:lnTo>
                  <a:lnTo>
                    <a:pt x="807" y="183586"/>
                  </a:lnTo>
                  <a:lnTo>
                    <a:pt x="1414" y="188871"/>
                  </a:lnTo>
                  <a:lnTo>
                    <a:pt x="2188" y="194133"/>
                  </a:lnTo>
                  <a:lnTo>
                    <a:pt x="3130" y="199368"/>
                  </a:lnTo>
                  <a:lnTo>
                    <a:pt x="4237" y="204571"/>
                  </a:lnTo>
                  <a:lnTo>
                    <a:pt x="5510" y="209736"/>
                  </a:lnTo>
                  <a:lnTo>
                    <a:pt x="6946" y="214857"/>
                  </a:lnTo>
                  <a:lnTo>
                    <a:pt x="8544" y="219931"/>
                  </a:lnTo>
                  <a:lnTo>
                    <a:pt x="10303" y="224950"/>
                  </a:lnTo>
                  <a:lnTo>
                    <a:pt x="12221" y="229912"/>
                  </a:lnTo>
                  <a:lnTo>
                    <a:pt x="14296" y="234810"/>
                  </a:lnTo>
                  <a:lnTo>
                    <a:pt x="16525" y="239639"/>
                  </a:lnTo>
                  <a:lnTo>
                    <a:pt x="18907" y="244395"/>
                  </a:lnTo>
                  <a:lnTo>
                    <a:pt x="21439" y="249073"/>
                  </a:lnTo>
                  <a:lnTo>
                    <a:pt x="24119" y="253668"/>
                  </a:lnTo>
                  <a:lnTo>
                    <a:pt x="26943" y="258175"/>
                  </a:lnTo>
                  <a:lnTo>
                    <a:pt x="29910" y="262590"/>
                  </a:lnTo>
                  <a:lnTo>
                    <a:pt x="33015" y="266909"/>
                  </a:lnTo>
                  <a:lnTo>
                    <a:pt x="36256" y="271127"/>
                  </a:lnTo>
                  <a:lnTo>
                    <a:pt x="39630" y="275239"/>
                  </a:lnTo>
                  <a:lnTo>
                    <a:pt x="43133" y="279242"/>
                  </a:lnTo>
                  <a:lnTo>
                    <a:pt x="46762" y="283131"/>
                  </a:lnTo>
                  <a:lnTo>
                    <a:pt x="50512" y="286903"/>
                  </a:lnTo>
                  <a:lnTo>
                    <a:pt x="54381" y="290554"/>
                  </a:lnTo>
                  <a:lnTo>
                    <a:pt x="58363" y="294080"/>
                  </a:lnTo>
                  <a:lnTo>
                    <a:pt x="62456" y="297477"/>
                  </a:lnTo>
                  <a:lnTo>
                    <a:pt x="66655" y="300743"/>
                  </a:lnTo>
                  <a:lnTo>
                    <a:pt x="70956" y="303873"/>
                  </a:lnTo>
                  <a:lnTo>
                    <a:pt x="75354" y="306865"/>
                  </a:lnTo>
                  <a:lnTo>
                    <a:pt x="79845" y="309715"/>
                  </a:lnTo>
                  <a:lnTo>
                    <a:pt x="84424" y="312421"/>
                  </a:lnTo>
                  <a:lnTo>
                    <a:pt x="89087" y="314980"/>
                  </a:lnTo>
                  <a:lnTo>
                    <a:pt x="93830" y="317389"/>
                  </a:lnTo>
                  <a:lnTo>
                    <a:pt x="98646" y="319646"/>
                  </a:lnTo>
                  <a:lnTo>
                    <a:pt x="103532" y="321749"/>
                  </a:lnTo>
                  <a:lnTo>
                    <a:pt x="108482" y="323695"/>
                  </a:lnTo>
                  <a:lnTo>
                    <a:pt x="113492" y="325483"/>
                  </a:lnTo>
                  <a:lnTo>
                    <a:pt x="118556" y="327111"/>
                  </a:lnTo>
                  <a:lnTo>
                    <a:pt x="123669" y="328576"/>
                  </a:lnTo>
                  <a:lnTo>
                    <a:pt x="128827" y="329878"/>
                  </a:lnTo>
                  <a:lnTo>
                    <a:pt x="134023" y="331016"/>
                  </a:lnTo>
                  <a:lnTo>
                    <a:pt x="139253" y="331987"/>
                  </a:lnTo>
                  <a:lnTo>
                    <a:pt x="144510" y="332792"/>
                  </a:lnTo>
                  <a:lnTo>
                    <a:pt x="149791" y="333429"/>
                  </a:lnTo>
                  <a:lnTo>
                    <a:pt x="155090" y="333898"/>
                  </a:lnTo>
                  <a:lnTo>
                    <a:pt x="160401" y="334197"/>
                  </a:lnTo>
                  <a:lnTo>
                    <a:pt x="165718" y="334328"/>
                  </a:lnTo>
                  <a:lnTo>
                    <a:pt x="171037" y="334290"/>
                  </a:lnTo>
                  <a:lnTo>
                    <a:pt x="176352" y="334082"/>
                  </a:lnTo>
                  <a:lnTo>
                    <a:pt x="181658" y="333705"/>
                  </a:lnTo>
                  <a:lnTo>
                    <a:pt x="186949" y="333160"/>
                  </a:lnTo>
                  <a:lnTo>
                    <a:pt x="192220" y="332446"/>
                  </a:lnTo>
                  <a:lnTo>
                    <a:pt x="197466" y="331565"/>
                  </a:lnTo>
                  <a:lnTo>
                    <a:pt x="202681" y="330518"/>
                  </a:lnTo>
                  <a:lnTo>
                    <a:pt x="207860" y="329306"/>
                  </a:lnTo>
                  <a:lnTo>
                    <a:pt x="212998" y="327929"/>
                  </a:lnTo>
                  <a:lnTo>
                    <a:pt x="218090" y="326389"/>
                  </a:lnTo>
                  <a:lnTo>
                    <a:pt x="223130" y="324689"/>
                  </a:lnTo>
                  <a:lnTo>
                    <a:pt x="228113" y="322828"/>
                  </a:lnTo>
                  <a:lnTo>
                    <a:pt x="233034" y="320810"/>
                  </a:lnTo>
                  <a:lnTo>
                    <a:pt x="237889" y="318637"/>
                  </a:lnTo>
                  <a:lnTo>
                    <a:pt x="242673" y="316310"/>
                  </a:lnTo>
                  <a:lnTo>
                    <a:pt x="247379" y="313833"/>
                  </a:lnTo>
                  <a:lnTo>
                    <a:pt x="252005" y="311206"/>
                  </a:lnTo>
                  <a:lnTo>
                    <a:pt x="256545" y="308434"/>
                  </a:lnTo>
                  <a:lnTo>
                    <a:pt x="260994" y="305519"/>
                  </a:lnTo>
                  <a:lnTo>
                    <a:pt x="265348" y="302464"/>
                  </a:lnTo>
                  <a:lnTo>
                    <a:pt x="269603" y="299272"/>
                  </a:lnTo>
                  <a:lnTo>
                    <a:pt x="273754" y="295946"/>
                  </a:lnTo>
                  <a:lnTo>
                    <a:pt x="277797" y="292489"/>
                  </a:lnTo>
                  <a:lnTo>
                    <a:pt x="281729" y="288906"/>
                  </a:lnTo>
                  <a:lnTo>
                    <a:pt x="285544" y="285200"/>
                  </a:lnTo>
                  <a:lnTo>
                    <a:pt x="289239" y="281374"/>
                  </a:lnTo>
                  <a:lnTo>
                    <a:pt x="292811" y="277432"/>
                  </a:lnTo>
                  <a:lnTo>
                    <a:pt x="296255" y="273379"/>
                  </a:lnTo>
                  <a:lnTo>
                    <a:pt x="299569" y="269218"/>
                  </a:lnTo>
                  <a:lnTo>
                    <a:pt x="302749" y="264954"/>
                  </a:lnTo>
                  <a:lnTo>
                    <a:pt x="305791" y="260591"/>
                  </a:lnTo>
                  <a:lnTo>
                    <a:pt x="308694" y="256133"/>
                  </a:lnTo>
                  <a:lnTo>
                    <a:pt x="311452" y="251585"/>
                  </a:lnTo>
                  <a:lnTo>
                    <a:pt x="314065" y="246952"/>
                  </a:lnTo>
                  <a:lnTo>
                    <a:pt x="316529" y="242238"/>
                  </a:lnTo>
                  <a:lnTo>
                    <a:pt x="318842" y="237448"/>
                  </a:lnTo>
                  <a:lnTo>
                    <a:pt x="321001" y="232587"/>
                  </a:lnTo>
                  <a:lnTo>
                    <a:pt x="323005" y="227659"/>
                  </a:lnTo>
                  <a:lnTo>
                    <a:pt x="324850" y="222671"/>
                  </a:lnTo>
                  <a:lnTo>
                    <a:pt x="326536" y="217626"/>
                  </a:lnTo>
                  <a:lnTo>
                    <a:pt x="328061" y="212530"/>
                  </a:lnTo>
                  <a:lnTo>
                    <a:pt x="329423" y="207388"/>
                  </a:lnTo>
                  <a:lnTo>
                    <a:pt x="330620" y="202205"/>
                  </a:lnTo>
                  <a:lnTo>
                    <a:pt x="331652" y="196987"/>
                  </a:lnTo>
                  <a:lnTo>
                    <a:pt x="332518" y="191739"/>
                  </a:lnTo>
                  <a:lnTo>
                    <a:pt x="333216" y="186466"/>
                  </a:lnTo>
                  <a:lnTo>
                    <a:pt x="333746" y="181173"/>
                  </a:lnTo>
                  <a:lnTo>
                    <a:pt x="334107" y="175866"/>
                  </a:lnTo>
                  <a:lnTo>
                    <a:pt x="334299" y="170550"/>
                  </a:lnTo>
                  <a:lnTo>
                    <a:pt x="334322" y="165231"/>
                  </a:lnTo>
                  <a:lnTo>
                    <a:pt x="334176" y="159914"/>
                  </a:lnTo>
                  <a:lnTo>
                    <a:pt x="333861" y="154604"/>
                  </a:lnTo>
                  <a:lnTo>
                    <a:pt x="333377" y="149307"/>
                  </a:lnTo>
                  <a:lnTo>
                    <a:pt x="332725" y="144028"/>
                  </a:lnTo>
                  <a:lnTo>
                    <a:pt x="331905" y="138773"/>
                  </a:lnTo>
                  <a:lnTo>
                    <a:pt x="330918" y="133546"/>
                  </a:lnTo>
                  <a:lnTo>
                    <a:pt x="329765" y="128353"/>
                  </a:lnTo>
                  <a:lnTo>
                    <a:pt x="328448" y="123200"/>
                  </a:lnTo>
                  <a:lnTo>
                    <a:pt x="326968" y="118091"/>
                  </a:lnTo>
                  <a:lnTo>
                    <a:pt x="325325" y="113031"/>
                  </a:lnTo>
                  <a:lnTo>
                    <a:pt x="323523" y="108027"/>
                  </a:lnTo>
                  <a:lnTo>
                    <a:pt x="321562" y="103082"/>
                  </a:lnTo>
                  <a:lnTo>
                    <a:pt x="319445" y="98202"/>
                  </a:lnTo>
                  <a:lnTo>
                    <a:pt x="317174" y="93393"/>
                  </a:lnTo>
                  <a:lnTo>
                    <a:pt x="314751" y="88657"/>
                  </a:lnTo>
                  <a:lnTo>
                    <a:pt x="312178" y="84002"/>
                  </a:lnTo>
                  <a:lnTo>
                    <a:pt x="309459" y="79430"/>
                  </a:lnTo>
                  <a:lnTo>
                    <a:pt x="306595" y="74947"/>
                  </a:lnTo>
                  <a:lnTo>
                    <a:pt x="303591" y="70558"/>
                  </a:lnTo>
                  <a:lnTo>
                    <a:pt x="300448" y="66267"/>
                  </a:lnTo>
                  <a:lnTo>
                    <a:pt x="297171" y="62077"/>
                  </a:lnTo>
                  <a:lnTo>
                    <a:pt x="293761" y="57994"/>
                  </a:lnTo>
                  <a:lnTo>
                    <a:pt x="290224" y="54022"/>
                  </a:lnTo>
                  <a:lnTo>
                    <a:pt x="286562" y="50164"/>
                  </a:lnTo>
                  <a:lnTo>
                    <a:pt x="282779" y="46425"/>
                  </a:lnTo>
                  <a:lnTo>
                    <a:pt x="278879" y="42808"/>
                  </a:lnTo>
                  <a:lnTo>
                    <a:pt x="274866" y="39316"/>
                  </a:lnTo>
                  <a:lnTo>
                    <a:pt x="270744" y="35955"/>
                  </a:lnTo>
                  <a:lnTo>
                    <a:pt x="266517" y="32726"/>
                  </a:lnTo>
                  <a:lnTo>
                    <a:pt x="262189" y="29633"/>
                  </a:lnTo>
                  <a:lnTo>
                    <a:pt x="257765" y="26679"/>
                  </a:lnTo>
                  <a:lnTo>
                    <a:pt x="253250" y="23868"/>
                  </a:lnTo>
                  <a:lnTo>
                    <a:pt x="248647" y="21202"/>
                  </a:lnTo>
                  <a:lnTo>
                    <a:pt x="243962" y="18683"/>
                  </a:lnTo>
                  <a:lnTo>
                    <a:pt x="239199" y="16315"/>
                  </a:lnTo>
                  <a:lnTo>
                    <a:pt x="234363" y="14100"/>
                  </a:lnTo>
                  <a:lnTo>
                    <a:pt x="229459" y="12039"/>
                  </a:lnTo>
                  <a:lnTo>
                    <a:pt x="224492" y="10136"/>
                  </a:lnTo>
                  <a:lnTo>
                    <a:pt x="219467" y="8392"/>
                  </a:lnTo>
                  <a:lnTo>
                    <a:pt x="214389" y="6808"/>
                  </a:lnTo>
                  <a:lnTo>
                    <a:pt x="209263" y="5387"/>
                  </a:lnTo>
                  <a:lnTo>
                    <a:pt x="204095" y="4129"/>
                  </a:lnTo>
                  <a:lnTo>
                    <a:pt x="198889" y="3037"/>
                  </a:lnTo>
                  <a:lnTo>
                    <a:pt x="193651" y="2111"/>
                  </a:lnTo>
                  <a:lnTo>
                    <a:pt x="188386" y="1352"/>
                  </a:lnTo>
                  <a:lnTo>
                    <a:pt x="183100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880" y="5399291"/>
              <a:ext cx="9335" cy="167167"/>
            </a:xfrm>
            <a:custGeom>
              <a:avLst/>
              <a:pathLst>
                <a:path w="9335" h="167167">
                  <a:moveTo>
                    <a:pt x="9335" y="0"/>
                  </a:moveTo>
                  <a:lnTo>
                    <a:pt x="0" y="260"/>
                  </a:lnTo>
                  <a:lnTo>
                    <a:pt x="933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880" y="5399552"/>
              <a:ext cx="9335" cy="166906"/>
            </a:xfrm>
            <a:custGeom>
              <a:avLst/>
              <a:pathLst>
                <a:path w="9335" h="166906">
                  <a:moveTo>
                    <a:pt x="0" y="0"/>
                  </a:moveTo>
                  <a:lnTo>
                    <a:pt x="9335" y="166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880" y="5399552"/>
              <a:ext cx="9335" cy="166906"/>
            </a:xfrm>
            <a:custGeom>
              <a:avLst/>
              <a:pathLst>
                <a:path w="9335" h="166906">
                  <a:moveTo>
                    <a:pt x="0" y="0"/>
                  </a:moveTo>
                  <a:lnTo>
                    <a:pt x="9335" y="166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880" y="5399552"/>
              <a:ext cx="9335" cy="166906"/>
            </a:xfrm>
            <a:custGeom>
              <a:avLst/>
              <a:pathLst>
                <a:path w="9335" h="166906">
                  <a:moveTo>
                    <a:pt x="0" y="0"/>
                  </a:moveTo>
                  <a:lnTo>
                    <a:pt x="9335" y="166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880" y="5399552"/>
              <a:ext cx="9335" cy="166906"/>
            </a:xfrm>
            <a:custGeom>
              <a:avLst/>
              <a:pathLst>
                <a:path w="9335" h="166906">
                  <a:moveTo>
                    <a:pt x="0" y="0"/>
                  </a:moveTo>
                  <a:lnTo>
                    <a:pt x="9335" y="1669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880" y="5399552"/>
              <a:ext cx="9335" cy="166906"/>
            </a:xfrm>
            <a:custGeom>
              <a:avLst/>
              <a:pathLst>
                <a:path w="9335" h="166906">
                  <a:moveTo>
                    <a:pt x="0" y="0"/>
                  </a:moveTo>
                  <a:lnTo>
                    <a:pt x="9335" y="1669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6880" y="5399552"/>
              <a:ext cx="9335" cy="166906"/>
            </a:xfrm>
            <a:custGeom>
              <a:avLst/>
              <a:pathLst>
                <a:path w="9335" h="166906">
                  <a:moveTo>
                    <a:pt x="0" y="0"/>
                  </a:moveTo>
                  <a:lnTo>
                    <a:pt x="9335" y="1669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4" y="5399552"/>
              <a:ext cx="334320" cy="334070"/>
            </a:xfrm>
            <a:custGeom>
              <a:avLst/>
              <a:pathLst>
                <a:path w="334320" h="334070">
                  <a:moveTo>
                    <a:pt x="157825" y="0"/>
                  </a:moveTo>
                  <a:lnTo>
                    <a:pt x="152532" y="380"/>
                  </a:lnTo>
                  <a:lnTo>
                    <a:pt x="147255" y="928"/>
                  </a:lnTo>
                  <a:lnTo>
                    <a:pt x="141997" y="1643"/>
                  </a:lnTo>
                  <a:lnTo>
                    <a:pt x="136764" y="2525"/>
                  </a:lnTo>
                  <a:lnTo>
                    <a:pt x="131563" y="3573"/>
                  </a:lnTo>
                  <a:lnTo>
                    <a:pt x="126397" y="4785"/>
                  </a:lnTo>
                  <a:lnTo>
                    <a:pt x="121272" y="6160"/>
                  </a:lnTo>
                  <a:lnTo>
                    <a:pt x="116193" y="7698"/>
                  </a:lnTo>
                  <a:lnTo>
                    <a:pt x="111166" y="9396"/>
                  </a:lnTo>
                  <a:lnTo>
                    <a:pt x="106195" y="11252"/>
                  </a:lnTo>
                  <a:lnTo>
                    <a:pt x="101286" y="13265"/>
                  </a:lnTo>
                  <a:lnTo>
                    <a:pt x="96443" y="15433"/>
                  </a:lnTo>
                  <a:lnTo>
                    <a:pt x="91671" y="17754"/>
                  </a:lnTo>
                  <a:lnTo>
                    <a:pt x="86975" y="20225"/>
                  </a:lnTo>
                  <a:lnTo>
                    <a:pt x="82360" y="22844"/>
                  </a:lnTo>
                  <a:lnTo>
                    <a:pt x="77831" y="25608"/>
                  </a:lnTo>
                  <a:lnTo>
                    <a:pt x="73391" y="28514"/>
                  </a:lnTo>
                  <a:lnTo>
                    <a:pt x="69046" y="31560"/>
                  </a:lnTo>
                  <a:lnTo>
                    <a:pt x="64800" y="34742"/>
                  </a:lnTo>
                  <a:lnTo>
                    <a:pt x="60657" y="38057"/>
                  </a:lnTo>
                  <a:lnTo>
                    <a:pt x="56622" y="41502"/>
                  </a:lnTo>
                  <a:lnTo>
                    <a:pt x="52697" y="45074"/>
                  </a:lnTo>
                  <a:lnTo>
                    <a:pt x="48888" y="48768"/>
                  </a:lnTo>
                  <a:lnTo>
                    <a:pt x="45198" y="52581"/>
                  </a:lnTo>
                  <a:lnTo>
                    <a:pt x="41631" y="56510"/>
                  </a:lnTo>
                  <a:lnTo>
                    <a:pt x="38191" y="60549"/>
                  </a:lnTo>
                  <a:lnTo>
                    <a:pt x="34880" y="64696"/>
                  </a:lnTo>
                  <a:lnTo>
                    <a:pt x="31703" y="68946"/>
                  </a:lnTo>
                  <a:lnTo>
                    <a:pt x="28662" y="73294"/>
                  </a:lnTo>
                  <a:lnTo>
                    <a:pt x="25761" y="77737"/>
                  </a:lnTo>
                  <a:lnTo>
                    <a:pt x="23002" y="82270"/>
                  </a:lnTo>
                  <a:lnTo>
                    <a:pt x="20389" y="86888"/>
                  </a:lnTo>
                  <a:lnTo>
                    <a:pt x="17923" y="91586"/>
                  </a:lnTo>
                  <a:lnTo>
                    <a:pt x="15608" y="96361"/>
                  </a:lnTo>
                  <a:lnTo>
                    <a:pt x="13445" y="101206"/>
                  </a:lnTo>
                  <a:lnTo>
                    <a:pt x="11437" y="106118"/>
                  </a:lnTo>
                  <a:lnTo>
                    <a:pt x="9586" y="111091"/>
                  </a:lnTo>
                  <a:lnTo>
                    <a:pt x="7894" y="116120"/>
                  </a:lnTo>
                  <a:lnTo>
                    <a:pt x="6363" y="121200"/>
                  </a:lnTo>
                  <a:lnTo>
                    <a:pt x="4993" y="126327"/>
                  </a:lnTo>
                  <a:lnTo>
                    <a:pt x="3787" y="131494"/>
                  </a:lnTo>
                  <a:lnTo>
                    <a:pt x="2745" y="136697"/>
                  </a:lnTo>
                  <a:lnTo>
                    <a:pt x="1869" y="141930"/>
                  </a:lnTo>
                  <a:lnTo>
                    <a:pt x="1160" y="147189"/>
                  </a:lnTo>
                  <a:lnTo>
                    <a:pt x="618" y="152467"/>
                  </a:lnTo>
                  <a:lnTo>
                    <a:pt x="243" y="157760"/>
                  </a:lnTo>
                  <a:lnTo>
                    <a:pt x="37" y="163062"/>
                  </a:lnTo>
                  <a:lnTo>
                    <a:pt x="0" y="168368"/>
                  </a:lnTo>
                  <a:lnTo>
                    <a:pt x="130" y="173673"/>
                  </a:lnTo>
                  <a:lnTo>
                    <a:pt x="429" y="178971"/>
                  </a:lnTo>
                  <a:lnTo>
                    <a:pt x="896" y="184256"/>
                  </a:lnTo>
                  <a:lnTo>
                    <a:pt x="1530" y="189525"/>
                  </a:lnTo>
                  <a:lnTo>
                    <a:pt x="2332" y="194770"/>
                  </a:lnTo>
                  <a:lnTo>
                    <a:pt x="3299" y="199987"/>
                  </a:lnTo>
                  <a:lnTo>
                    <a:pt x="4431" y="205171"/>
                  </a:lnTo>
                  <a:lnTo>
                    <a:pt x="5728" y="210316"/>
                  </a:lnTo>
                  <a:lnTo>
                    <a:pt x="7187" y="215418"/>
                  </a:lnTo>
                  <a:lnTo>
                    <a:pt x="8807" y="220471"/>
                  </a:lnTo>
                  <a:lnTo>
                    <a:pt x="10587" y="225470"/>
                  </a:lnTo>
                  <a:lnTo>
                    <a:pt x="12525" y="230409"/>
                  </a:lnTo>
                  <a:lnTo>
                    <a:pt x="14618" y="235285"/>
                  </a:lnTo>
                  <a:lnTo>
                    <a:pt x="16865" y="240092"/>
                  </a:lnTo>
                  <a:lnTo>
                    <a:pt x="19263" y="244825"/>
                  </a:lnTo>
                  <a:lnTo>
                    <a:pt x="21811" y="249480"/>
                  </a:lnTo>
                  <a:lnTo>
                    <a:pt x="24505" y="254051"/>
                  </a:lnTo>
                  <a:lnTo>
                    <a:pt x="27343" y="258535"/>
                  </a:lnTo>
                  <a:lnTo>
                    <a:pt x="30321" y="262927"/>
                  </a:lnTo>
                  <a:lnTo>
                    <a:pt x="33438" y="267221"/>
                  </a:lnTo>
                  <a:lnTo>
                    <a:pt x="36689" y="271415"/>
                  </a:lnTo>
                  <a:lnTo>
                    <a:pt x="40071" y="275503"/>
                  </a:lnTo>
                  <a:lnTo>
                    <a:pt x="43582" y="279482"/>
                  </a:lnTo>
                  <a:lnTo>
                    <a:pt x="47217" y="283347"/>
                  </a:lnTo>
                  <a:lnTo>
                    <a:pt x="50973" y="287095"/>
                  </a:lnTo>
                  <a:lnTo>
                    <a:pt x="54846" y="290722"/>
                  </a:lnTo>
                  <a:lnTo>
                    <a:pt x="58832" y="294224"/>
                  </a:lnTo>
                  <a:lnTo>
                    <a:pt x="62928" y="297598"/>
                  </a:lnTo>
                  <a:lnTo>
                    <a:pt x="67128" y="300841"/>
                  </a:lnTo>
                  <a:lnTo>
                    <a:pt x="71429" y="303948"/>
                  </a:lnTo>
                  <a:lnTo>
                    <a:pt x="75827" y="306917"/>
                  </a:lnTo>
                  <a:lnTo>
                    <a:pt x="80317" y="309745"/>
                  </a:lnTo>
                  <a:lnTo>
                    <a:pt x="84894" y="312430"/>
                  </a:lnTo>
                  <a:lnTo>
                    <a:pt x="89554" y="314967"/>
                  </a:lnTo>
                  <a:lnTo>
                    <a:pt x="94292" y="317356"/>
                  </a:lnTo>
                  <a:lnTo>
                    <a:pt x="99104" y="319593"/>
                  </a:lnTo>
                  <a:lnTo>
                    <a:pt x="103984" y="321676"/>
                  </a:lnTo>
                  <a:lnTo>
                    <a:pt x="108928" y="323603"/>
                  </a:lnTo>
                  <a:lnTo>
                    <a:pt x="113930" y="325372"/>
                  </a:lnTo>
                  <a:lnTo>
                    <a:pt x="118987" y="326982"/>
                  </a:lnTo>
                  <a:lnTo>
                    <a:pt x="124091" y="328430"/>
                  </a:lnTo>
                  <a:lnTo>
                    <a:pt x="129239" y="329716"/>
                  </a:lnTo>
                  <a:lnTo>
                    <a:pt x="134426" y="330837"/>
                  </a:lnTo>
                  <a:lnTo>
                    <a:pt x="139645" y="331793"/>
                  </a:lnTo>
                  <a:lnTo>
                    <a:pt x="144892" y="332584"/>
                  </a:lnTo>
                  <a:lnTo>
                    <a:pt x="150161" y="333207"/>
                  </a:lnTo>
                  <a:lnTo>
                    <a:pt x="155448" y="333663"/>
                  </a:lnTo>
                  <a:lnTo>
                    <a:pt x="160746" y="333950"/>
                  </a:lnTo>
                  <a:lnTo>
                    <a:pt x="166051" y="334070"/>
                  </a:lnTo>
                  <a:lnTo>
                    <a:pt x="171357" y="334021"/>
                  </a:lnTo>
                  <a:lnTo>
                    <a:pt x="176659" y="333803"/>
                  </a:lnTo>
                  <a:lnTo>
                    <a:pt x="181951" y="333418"/>
                  </a:lnTo>
                  <a:lnTo>
                    <a:pt x="187228" y="332865"/>
                  </a:lnTo>
                  <a:lnTo>
                    <a:pt x="192485" y="332144"/>
                  </a:lnTo>
                  <a:lnTo>
                    <a:pt x="197717" y="331257"/>
                  </a:lnTo>
                  <a:lnTo>
                    <a:pt x="202918" y="330204"/>
                  </a:lnTo>
                  <a:lnTo>
                    <a:pt x="208082" y="328987"/>
                  </a:lnTo>
                  <a:lnTo>
                    <a:pt x="213206" y="327607"/>
                  </a:lnTo>
                  <a:lnTo>
                    <a:pt x="218283" y="326065"/>
                  </a:lnTo>
                  <a:lnTo>
                    <a:pt x="223309" y="324362"/>
                  </a:lnTo>
                  <a:lnTo>
                    <a:pt x="228278" y="322501"/>
                  </a:lnTo>
                  <a:lnTo>
                    <a:pt x="233185" y="320482"/>
                  </a:lnTo>
                  <a:lnTo>
                    <a:pt x="238026" y="318310"/>
                  </a:lnTo>
                  <a:lnTo>
                    <a:pt x="242795" y="315984"/>
                  </a:lnTo>
                  <a:lnTo>
                    <a:pt x="247489" y="313509"/>
                  </a:lnTo>
                  <a:lnTo>
                    <a:pt x="252101" y="310885"/>
                  </a:lnTo>
                  <a:lnTo>
                    <a:pt x="256628" y="308117"/>
                  </a:lnTo>
                  <a:lnTo>
                    <a:pt x="261065" y="305206"/>
                  </a:lnTo>
                  <a:lnTo>
                    <a:pt x="265407" y="302156"/>
                  </a:lnTo>
                  <a:lnTo>
                    <a:pt x="269650" y="298970"/>
                  </a:lnTo>
                  <a:lnTo>
                    <a:pt x="273789" y="295651"/>
                  </a:lnTo>
                  <a:lnTo>
                    <a:pt x="277822" y="292202"/>
                  </a:lnTo>
                  <a:lnTo>
                    <a:pt x="281743" y="288627"/>
                  </a:lnTo>
                  <a:lnTo>
                    <a:pt x="285548" y="284929"/>
                  </a:lnTo>
                  <a:lnTo>
                    <a:pt x="289234" y="281112"/>
                  </a:lnTo>
                  <a:lnTo>
                    <a:pt x="292797" y="277180"/>
                  </a:lnTo>
                  <a:lnTo>
                    <a:pt x="296234" y="273137"/>
                  </a:lnTo>
                  <a:lnTo>
                    <a:pt x="299540" y="268987"/>
                  </a:lnTo>
                  <a:lnTo>
                    <a:pt x="302714" y="264734"/>
                  </a:lnTo>
                  <a:lnTo>
                    <a:pt x="305750" y="260383"/>
                  </a:lnTo>
                  <a:lnTo>
                    <a:pt x="308647" y="255937"/>
                  </a:lnTo>
                  <a:lnTo>
                    <a:pt x="311401" y="251402"/>
                  </a:lnTo>
                  <a:lnTo>
                    <a:pt x="314010" y="246781"/>
                  </a:lnTo>
                  <a:lnTo>
                    <a:pt x="316472" y="242080"/>
                  </a:lnTo>
                  <a:lnTo>
                    <a:pt x="318782" y="237304"/>
                  </a:lnTo>
                  <a:lnTo>
                    <a:pt x="320940" y="232456"/>
                  </a:lnTo>
                  <a:lnTo>
                    <a:pt x="322943" y="227542"/>
                  </a:lnTo>
                  <a:lnTo>
                    <a:pt x="324789" y="222568"/>
                  </a:lnTo>
                  <a:lnTo>
                    <a:pt x="326476" y="217537"/>
                  </a:lnTo>
                  <a:lnTo>
                    <a:pt x="328003" y="212455"/>
                  </a:lnTo>
                  <a:lnTo>
                    <a:pt x="329367" y="207327"/>
                  </a:lnTo>
                  <a:lnTo>
                    <a:pt x="330569" y="202159"/>
                  </a:lnTo>
                  <a:lnTo>
                    <a:pt x="331605" y="196955"/>
                  </a:lnTo>
                  <a:lnTo>
                    <a:pt x="332476" y="191721"/>
                  </a:lnTo>
                  <a:lnTo>
                    <a:pt x="333180" y="186461"/>
                  </a:lnTo>
                  <a:lnTo>
                    <a:pt x="333717" y="181182"/>
                  </a:lnTo>
                  <a:lnTo>
                    <a:pt x="334086" y="175889"/>
                  </a:lnTo>
                  <a:lnTo>
                    <a:pt x="334287" y="170587"/>
                  </a:lnTo>
                  <a:lnTo>
                    <a:pt x="334320" y="165281"/>
                  </a:lnTo>
                  <a:lnTo>
                    <a:pt x="334184" y="159976"/>
                  </a:lnTo>
                  <a:lnTo>
                    <a:pt x="333880" y="154679"/>
                  </a:lnTo>
                  <a:lnTo>
                    <a:pt x="333408" y="149394"/>
                  </a:lnTo>
                  <a:lnTo>
                    <a:pt x="332769" y="144126"/>
                  </a:lnTo>
                  <a:lnTo>
                    <a:pt x="331962" y="138882"/>
                  </a:lnTo>
                  <a:lnTo>
                    <a:pt x="330990" y="133665"/>
                  </a:lnTo>
                  <a:lnTo>
                    <a:pt x="329852" y="128482"/>
                  </a:lnTo>
                  <a:lnTo>
                    <a:pt x="328551" y="123338"/>
                  </a:lnTo>
                  <a:lnTo>
                    <a:pt x="327087" y="118238"/>
                  </a:lnTo>
                  <a:lnTo>
                    <a:pt x="325462" y="113187"/>
                  </a:lnTo>
                  <a:lnTo>
                    <a:pt x="323677" y="108190"/>
                  </a:lnTo>
                  <a:lnTo>
                    <a:pt x="321734" y="103252"/>
                  </a:lnTo>
                  <a:lnTo>
                    <a:pt x="319636" y="98378"/>
                  </a:lnTo>
                  <a:lnTo>
                    <a:pt x="317385" y="93573"/>
                  </a:lnTo>
                  <a:lnTo>
                    <a:pt x="314982" y="88843"/>
                  </a:lnTo>
                  <a:lnTo>
                    <a:pt x="312430" y="84190"/>
                  </a:lnTo>
                  <a:lnTo>
                    <a:pt x="309731" y="79622"/>
                  </a:lnTo>
                  <a:lnTo>
                    <a:pt x="306889" y="75141"/>
                  </a:lnTo>
                  <a:lnTo>
                    <a:pt x="303906" y="70752"/>
                  </a:lnTo>
                  <a:lnTo>
                    <a:pt x="300786" y="66461"/>
                  </a:lnTo>
                  <a:lnTo>
                    <a:pt x="297530" y="62270"/>
                  </a:lnTo>
                  <a:lnTo>
                    <a:pt x="294144" y="58185"/>
                  </a:lnTo>
                  <a:lnTo>
                    <a:pt x="290629" y="54210"/>
                  </a:lnTo>
                  <a:lnTo>
                    <a:pt x="286990" y="50348"/>
                  </a:lnTo>
                  <a:lnTo>
                    <a:pt x="283231" y="46604"/>
                  </a:lnTo>
                  <a:lnTo>
                    <a:pt x="279354" y="42980"/>
                  </a:lnTo>
                  <a:lnTo>
                    <a:pt x="275364" y="39482"/>
                  </a:lnTo>
                  <a:lnTo>
                    <a:pt x="271266" y="36112"/>
                  </a:lnTo>
                  <a:lnTo>
                    <a:pt x="267062" y="32874"/>
                  </a:lnTo>
                  <a:lnTo>
                    <a:pt x="262758" y="29771"/>
                  </a:lnTo>
                  <a:lnTo>
                    <a:pt x="258358" y="26806"/>
                  </a:lnTo>
                  <a:lnTo>
                    <a:pt x="253865" y="23982"/>
                  </a:lnTo>
                  <a:lnTo>
                    <a:pt x="249285" y="21302"/>
                  </a:lnTo>
                  <a:lnTo>
                    <a:pt x="244623" y="18769"/>
                  </a:lnTo>
                  <a:lnTo>
                    <a:pt x="239882" y="16385"/>
                  </a:lnTo>
                  <a:lnTo>
                    <a:pt x="235068" y="14153"/>
                  </a:lnTo>
                  <a:lnTo>
                    <a:pt x="230186" y="12075"/>
                  </a:lnTo>
                  <a:lnTo>
                    <a:pt x="225240" y="10153"/>
                  </a:lnTo>
                  <a:lnTo>
                    <a:pt x="220236" y="8388"/>
                  </a:lnTo>
                  <a:lnTo>
                    <a:pt x="215178" y="6783"/>
                  </a:lnTo>
                  <a:lnTo>
                    <a:pt x="167161" y="1669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8017" cy="167167"/>
            </a:xfrm>
            <a:custGeom>
              <a:avLst/>
              <a:pathLst>
                <a:path w="48017" h="167167">
                  <a:moveTo>
                    <a:pt x="48017" y="7044"/>
                  </a:moveTo>
                  <a:lnTo>
                    <a:pt x="42155" y="5402"/>
                  </a:lnTo>
                  <a:lnTo>
                    <a:pt x="36238" y="3975"/>
                  </a:lnTo>
                  <a:lnTo>
                    <a:pt x="30272" y="2763"/>
                  </a:lnTo>
                  <a:lnTo>
                    <a:pt x="24265" y="1770"/>
                  </a:lnTo>
                  <a:lnTo>
                    <a:pt x="18227" y="996"/>
                  </a:lnTo>
                  <a:lnTo>
                    <a:pt x="12165" y="443"/>
                  </a:lnTo>
                  <a:lnTo>
                    <a:pt x="6086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2439" y="5399291"/>
              <a:ext cx="81104" cy="167167"/>
            </a:xfrm>
            <a:custGeom>
              <a:avLst/>
              <a:pathLst>
                <a:path w="81104" h="167167">
                  <a:moveTo>
                    <a:pt x="81104" y="0"/>
                  </a:moveTo>
                  <a:lnTo>
                    <a:pt x="75460" y="95"/>
                  </a:lnTo>
                  <a:lnTo>
                    <a:pt x="69822" y="381"/>
                  </a:lnTo>
                  <a:lnTo>
                    <a:pt x="64197" y="857"/>
                  </a:lnTo>
                  <a:lnTo>
                    <a:pt x="58592" y="1522"/>
                  </a:lnTo>
                  <a:lnTo>
                    <a:pt x="53012" y="2377"/>
                  </a:lnTo>
                  <a:lnTo>
                    <a:pt x="47464" y="3419"/>
                  </a:lnTo>
                  <a:lnTo>
                    <a:pt x="41954" y="4649"/>
                  </a:lnTo>
                  <a:lnTo>
                    <a:pt x="36489" y="6063"/>
                  </a:lnTo>
                  <a:lnTo>
                    <a:pt x="31075" y="7661"/>
                  </a:lnTo>
                  <a:lnTo>
                    <a:pt x="25718" y="9442"/>
                  </a:lnTo>
                  <a:lnTo>
                    <a:pt x="20424" y="11402"/>
                  </a:lnTo>
                  <a:lnTo>
                    <a:pt x="15199" y="13539"/>
                  </a:lnTo>
                  <a:lnTo>
                    <a:pt x="10050" y="15852"/>
                  </a:lnTo>
                  <a:lnTo>
                    <a:pt x="4981" y="18338"/>
                  </a:lnTo>
                  <a:lnTo>
                    <a:pt x="0" y="20993"/>
                  </a:lnTo>
                  <a:lnTo>
                    <a:pt x="811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439" y="5420284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439" y="5420284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439" y="5420284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439" y="5420284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439" y="5420284"/>
              <a:ext cx="81104" cy="146174"/>
            </a:xfrm>
            <a:custGeom>
              <a:avLst/>
              <a:pathLst>
                <a:path w="81104" h="146174">
                  <a:moveTo>
                    <a:pt x="0" y="0"/>
                  </a:moveTo>
                  <a:lnTo>
                    <a:pt x="81104" y="1461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78" y="5420284"/>
              <a:ext cx="167165" cy="312984"/>
            </a:xfrm>
            <a:custGeom>
              <a:avLst/>
              <a:pathLst>
                <a:path w="167165" h="312984">
                  <a:moveTo>
                    <a:pt x="86060" y="0"/>
                  </a:moveTo>
                  <a:lnTo>
                    <a:pt x="81408" y="2680"/>
                  </a:lnTo>
                  <a:lnTo>
                    <a:pt x="76844" y="5508"/>
                  </a:lnTo>
                  <a:lnTo>
                    <a:pt x="72373" y="8481"/>
                  </a:lnTo>
                  <a:lnTo>
                    <a:pt x="68000" y="11596"/>
                  </a:lnTo>
                  <a:lnTo>
                    <a:pt x="63729" y="14850"/>
                  </a:lnTo>
                  <a:lnTo>
                    <a:pt x="59565" y="18240"/>
                  </a:lnTo>
                  <a:lnTo>
                    <a:pt x="55512" y="21762"/>
                  </a:lnTo>
                  <a:lnTo>
                    <a:pt x="51574" y="25411"/>
                  </a:lnTo>
                  <a:lnTo>
                    <a:pt x="47755" y="29186"/>
                  </a:lnTo>
                  <a:lnTo>
                    <a:pt x="44060" y="33081"/>
                  </a:lnTo>
                  <a:lnTo>
                    <a:pt x="40491" y="37093"/>
                  </a:lnTo>
                  <a:lnTo>
                    <a:pt x="37054" y="41217"/>
                  </a:lnTo>
                  <a:lnTo>
                    <a:pt x="33750" y="45450"/>
                  </a:lnTo>
                  <a:lnTo>
                    <a:pt x="30584" y="49787"/>
                  </a:lnTo>
                  <a:lnTo>
                    <a:pt x="27559" y="54223"/>
                  </a:lnTo>
                  <a:lnTo>
                    <a:pt x="24678" y="58754"/>
                  </a:lnTo>
                  <a:lnTo>
                    <a:pt x="21944" y="63375"/>
                  </a:lnTo>
                  <a:lnTo>
                    <a:pt x="19360" y="68081"/>
                  </a:lnTo>
                  <a:lnTo>
                    <a:pt x="16928" y="72868"/>
                  </a:lnTo>
                  <a:lnTo>
                    <a:pt x="14651" y="77731"/>
                  </a:lnTo>
                  <a:lnTo>
                    <a:pt x="12532" y="82664"/>
                  </a:lnTo>
                  <a:lnTo>
                    <a:pt x="10572" y="87663"/>
                  </a:lnTo>
                  <a:lnTo>
                    <a:pt x="8774" y="92722"/>
                  </a:lnTo>
                  <a:lnTo>
                    <a:pt x="7139" y="97836"/>
                  </a:lnTo>
                  <a:lnTo>
                    <a:pt x="5669" y="103001"/>
                  </a:lnTo>
                  <a:lnTo>
                    <a:pt x="4366" y="108209"/>
                  </a:lnTo>
                  <a:lnTo>
                    <a:pt x="3231" y="113457"/>
                  </a:lnTo>
                  <a:lnTo>
                    <a:pt x="2265" y="118739"/>
                  </a:lnTo>
                  <a:lnTo>
                    <a:pt x="1469" y="124049"/>
                  </a:lnTo>
                  <a:lnTo>
                    <a:pt x="844" y="129382"/>
                  </a:lnTo>
                  <a:lnTo>
                    <a:pt x="390" y="134732"/>
                  </a:lnTo>
                  <a:lnTo>
                    <a:pt x="109" y="140094"/>
                  </a:lnTo>
                  <a:lnTo>
                    <a:pt x="0" y="145462"/>
                  </a:lnTo>
                  <a:lnTo>
                    <a:pt x="63" y="150831"/>
                  </a:lnTo>
                  <a:lnTo>
                    <a:pt x="299" y="156195"/>
                  </a:lnTo>
                  <a:lnTo>
                    <a:pt x="707" y="161549"/>
                  </a:lnTo>
                  <a:lnTo>
                    <a:pt x="1286" y="166886"/>
                  </a:lnTo>
                  <a:lnTo>
                    <a:pt x="2037" y="172203"/>
                  </a:lnTo>
                  <a:lnTo>
                    <a:pt x="2958" y="177493"/>
                  </a:lnTo>
                  <a:lnTo>
                    <a:pt x="4048" y="182750"/>
                  </a:lnTo>
                  <a:lnTo>
                    <a:pt x="5307" y="187970"/>
                  </a:lnTo>
                  <a:lnTo>
                    <a:pt x="6733" y="193146"/>
                  </a:lnTo>
                  <a:lnTo>
                    <a:pt x="8324" y="198274"/>
                  </a:lnTo>
                  <a:lnTo>
                    <a:pt x="10079" y="203348"/>
                  </a:lnTo>
                  <a:lnTo>
                    <a:pt x="11997" y="208364"/>
                  </a:lnTo>
                  <a:lnTo>
                    <a:pt x="14074" y="213315"/>
                  </a:lnTo>
                  <a:lnTo>
                    <a:pt x="16309" y="218197"/>
                  </a:lnTo>
                  <a:lnTo>
                    <a:pt x="18700" y="223004"/>
                  </a:lnTo>
                  <a:lnTo>
                    <a:pt x="21244" y="227733"/>
                  </a:lnTo>
                  <a:lnTo>
                    <a:pt x="23938" y="232377"/>
                  </a:lnTo>
                  <a:lnTo>
                    <a:pt x="26781" y="236932"/>
                  </a:lnTo>
                  <a:lnTo>
                    <a:pt x="29768" y="241394"/>
                  </a:lnTo>
                  <a:lnTo>
                    <a:pt x="32897" y="245757"/>
                  </a:lnTo>
                  <a:lnTo>
                    <a:pt x="36164" y="250018"/>
                  </a:lnTo>
                  <a:lnTo>
                    <a:pt x="39567" y="254172"/>
                  </a:lnTo>
                  <a:lnTo>
                    <a:pt x="43101" y="258214"/>
                  </a:lnTo>
                  <a:lnTo>
                    <a:pt x="46763" y="262140"/>
                  </a:lnTo>
                  <a:lnTo>
                    <a:pt x="50549" y="265947"/>
                  </a:lnTo>
                  <a:lnTo>
                    <a:pt x="54456" y="269630"/>
                  </a:lnTo>
                  <a:lnTo>
                    <a:pt x="58479" y="273186"/>
                  </a:lnTo>
                  <a:lnTo>
                    <a:pt x="62614" y="276611"/>
                  </a:lnTo>
                  <a:lnTo>
                    <a:pt x="66857" y="279902"/>
                  </a:lnTo>
                  <a:lnTo>
                    <a:pt x="71203" y="283054"/>
                  </a:lnTo>
                  <a:lnTo>
                    <a:pt x="75649" y="286065"/>
                  </a:lnTo>
                  <a:lnTo>
                    <a:pt x="80189" y="288932"/>
                  </a:lnTo>
                  <a:lnTo>
                    <a:pt x="84818" y="291652"/>
                  </a:lnTo>
                  <a:lnTo>
                    <a:pt x="89533" y="294221"/>
                  </a:lnTo>
                  <a:lnTo>
                    <a:pt x="94327" y="296638"/>
                  </a:lnTo>
                  <a:lnTo>
                    <a:pt x="99197" y="298900"/>
                  </a:lnTo>
                  <a:lnTo>
                    <a:pt x="104137" y="301004"/>
                  </a:lnTo>
                  <a:lnTo>
                    <a:pt x="109142" y="302948"/>
                  </a:lnTo>
                  <a:lnTo>
                    <a:pt x="114206" y="304731"/>
                  </a:lnTo>
                  <a:lnTo>
                    <a:pt x="119326" y="306350"/>
                  </a:lnTo>
                  <a:lnTo>
                    <a:pt x="124494" y="307803"/>
                  </a:lnTo>
                  <a:lnTo>
                    <a:pt x="129707" y="309090"/>
                  </a:lnTo>
                  <a:lnTo>
                    <a:pt x="134959" y="310209"/>
                  </a:lnTo>
                  <a:lnTo>
                    <a:pt x="140243" y="311159"/>
                  </a:lnTo>
                  <a:lnTo>
                    <a:pt x="145556" y="311939"/>
                  </a:lnTo>
                  <a:lnTo>
                    <a:pt x="150890" y="312547"/>
                  </a:lnTo>
                  <a:lnTo>
                    <a:pt x="156242" y="312984"/>
                  </a:lnTo>
                  <a:lnTo>
                    <a:pt x="167165" y="146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12620" y="5399291"/>
              <a:ext cx="178072" cy="334334"/>
            </a:xfrm>
            <a:custGeom>
              <a:avLst/>
              <a:pathLst>
                <a:path w="178072" h="334334">
                  <a:moveTo>
                    <a:pt x="0" y="333977"/>
                  </a:moveTo>
                  <a:lnTo>
                    <a:pt x="5301" y="334240"/>
                  </a:lnTo>
                  <a:lnTo>
                    <a:pt x="10608" y="334334"/>
                  </a:lnTo>
                  <a:lnTo>
                    <a:pt x="15915" y="334260"/>
                  </a:lnTo>
                  <a:lnTo>
                    <a:pt x="21217" y="334017"/>
                  </a:lnTo>
                  <a:lnTo>
                    <a:pt x="26509" y="333606"/>
                  </a:lnTo>
                  <a:lnTo>
                    <a:pt x="31785" y="333028"/>
                  </a:lnTo>
                  <a:lnTo>
                    <a:pt x="37040" y="332282"/>
                  </a:lnTo>
                  <a:lnTo>
                    <a:pt x="42269" y="331369"/>
                  </a:lnTo>
                  <a:lnTo>
                    <a:pt x="47466" y="330291"/>
                  </a:lnTo>
                  <a:lnTo>
                    <a:pt x="52626" y="329049"/>
                  </a:lnTo>
                  <a:lnTo>
                    <a:pt x="57744" y="327644"/>
                  </a:lnTo>
                  <a:lnTo>
                    <a:pt x="62815" y="326076"/>
                  </a:lnTo>
                  <a:lnTo>
                    <a:pt x="67834" y="324349"/>
                  </a:lnTo>
                  <a:lnTo>
                    <a:pt x="72796" y="322463"/>
                  </a:lnTo>
                  <a:lnTo>
                    <a:pt x="77694" y="320420"/>
                  </a:lnTo>
                  <a:lnTo>
                    <a:pt x="82526" y="318223"/>
                  </a:lnTo>
                  <a:lnTo>
                    <a:pt x="87286" y="315874"/>
                  </a:lnTo>
                  <a:lnTo>
                    <a:pt x="91968" y="313375"/>
                  </a:lnTo>
                  <a:lnTo>
                    <a:pt x="96569" y="310728"/>
                  </a:lnTo>
                  <a:lnTo>
                    <a:pt x="101083" y="307937"/>
                  </a:lnTo>
                  <a:lnTo>
                    <a:pt x="105507" y="305003"/>
                  </a:lnTo>
                  <a:lnTo>
                    <a:pt x="109835" y="301931"/>
                  </a:lnTo>
                  <a:lnTo>
                    <a:pt x="114064" y="298723"/>
                  </a:lnTo>
                  <a:lnTo>
                    <a:pt x="118188" y="295382"/>
                  </a:lnTo>
                  <a:lnTo>
                    <a:pt x="122205" y="291912"/>
                  </a:lnTo>
                  <a:lnTo>
                    <a:pt x="126109" y="288317"/>
                  </a:lnTo>
                  <a:lnTo>
                    <a:pt x="129897" y="284599"/>
                  </a:lnTo>
                  <a:lnTo>
                    <a:pt x="133565" y="280762"/>
                  </a:lnTo>
                  <a:lnTo>
                    <a:pt x="137109" y="276812"/>
                  </a:lnTo>
                  <a:lnTo>
                    <a:pt x="140527" y="272750"/>
                  </a:lnTo>
                  <a:lnTo>
                    <a:pt x="143813" y="268583"/>
                  </a:lnTo>
                  <a:lnTo>
                    <a:pt x="146966" y="264313"/>
                  </a:lnTo>
                  <a:lnTo>
                    <a:pt x="149982" y="259945"/>
                  </a:lnTo>
                  <a:lnTo>
                    <a:pt x="152857" y="255483"/>
                  </a:lnTo>
                  <a:lnTo>
                    <a:pt x="155589" y="250933"/>
                  </a:lnTo>
                  <a:lnTo>
                    <a:pt x="158176" y="246298"/>
                  </a:lnTo>
                  <a:lnTo>
                    <a:pt x="160613" y="241583"/>
                  </a:lnTo>
                  <a:lnTo>
                    <a:pt x="162900" y="236793"/>
                  </a:lnTo>
                  <a:lnTo>
                    <a:pt x="165034" y="231933"/>
                  </a:lnTo>
                  <a:lnTo>
                    <a:pt x="167013" y="227008"/>
                  </a:lnTo>
                  <a:lnTo>
                    <a:pt x="168834" y="222023"/>
                  </a:lnTo>
                  <a:lnTo>
                    <a:pt x="170496" y="216982"/>
                  </a:lnTo>
                  <a:lnTo>
                    <a:pt x="171997" y="211891"/>
                  </a:lnTo>
                  <a:lnTo>
                    <a:pt x="173335" y="206755"/>
                  </a:lnTo>
                  <a:lnTo>
                    <a:pt x="174510" y="201579"/>
                  </a:lnTo>
                  <a:lnTo>
                    <a:pt x="175520" y="196368"/>
                  </a:lnTo>
                  <a:lnTo>
                    <a:pt x="176365" y="191128"/>
                  </a:lnTo>
                  <a:lnTo>
                    <a:pt x="177042" y="185863"/>
                  </a:lnTo>
                  <a:lnTo>
                    <a:pt x="177552" y="180580"/>
                  </a:lnTo>
                  <a:lnTo>
                    <a:pt x="177893" y="175283"/>
                  </a:lnTo>
                  <a:lnTo>
                    <a:pt x="178067" y="169979"/>
                  </a:lnTo>
                  <a:lnTo>
                    <a:pt x="178072" y="164671"/>
                  </a:lnTo>
                  <a:lnTo>
                    <a:pt x="177908" y="159366"/>
                  </a:lnTo>
                  <a:lnTo>
                    <a:pt x="177577" y="154068"/>
                  </a:lnTo>
                  <a:lnTo>
                    <a:pt x="177077" y="148784"/>
                  </a:lnTo>
                  <a:lnTo>
                    <a:pt x="176409" y="143519"/>
                  </a:lnTo>
                  <a:lnTo>
                    <a:pt x="175575" y="138277"/>
                  </a:lnTo>
                  <a:lnTo>
                    <a:pt x="174575" y="133064"/>
                  </a:lnTo>
                  <a:lnTo>
                    <a:pt x="173410" y="127886"/>
                  </a:lnTo>
                  <a:lnTo>
                    <a:pt x="172081" y="122747"/>
                  </a:lnTo>
                  <a:lnTo>
                    <a:pt x="170590" y="117653"/>
                  </a:lnTo>
                  <a:lnTo>
                    <a:pt x="168937" y="112609"/>
                  </a:lnTo>
                  <a:lnTo>
                    <a:pt x="167125" y="107620"/>
                  </a:lnTo>
                  <a:lnTo>
                    <a:pt x="165156" y="102691"/>
                  </a:lnTo>
                  <a:lnTo>
                    <a:pt x="163032" y="97827"/>
                  </a:lnTo>
                  <a:lnTo>
                    <a:pt x="160754" y="93033"/>
                  </a:lnTo>
                  <a:lnTo>
                    <a:pt x="158325" y="88314"/>
                  </a:lnTo>
                  <a:lnTo>
                    <a:pt x="155747" y="83674"/>
                  </a:lnTo>
                  <a:lnTo>
                    <a:pt x="153023" y="79119"/>
                  </a:lnTo>
                  <a:lnTo>
                    <a:pt x="150156" y="74652"/>
                  </a:lnTo>
                  <a:lnTo>
                    <a:pt x="147149" y="70278"/>
                  </a:lnTo>
                  <a:lnTo>
                    <a:pt x="144005" y="66002"/>
                  </a:lnTo>
                  <a:lnTo>
                    <a:pt x="140726" y="61828"/>
                  </a:lnTo>
                  <a:lnTo>
                    <a:pt x="137316" y="57761"/>
                  </a:lnTo>
                  <a:lnTo>
                    <a:pt x="133779" y="53803"/>
                  </a:lnTo>
                  <a:lnTo>
                    <a:pt x="130118" y="49960"/>
                  </a:lnTo>
                  <a:lnTo>
                    <a:pt x="126337" y="46235"/>
                  </a:lnTo>
                  <a:lnTo>
                    <a:pt x="122440" y="42632"/>
                  </a:lnTo>
                  <a:lnTo>
                    <a:pt x="118430" y="39154"/>
                  </a:lnTo>
                  <a:lnTo>
                    <a:pt x="114312" y="35806"/>
                  </a:lnTo>
                  <a:lnTo>
                    <a:pt x="110089" y="32590"/>
                  </a:lnTo>
                  <a:lnTo>
                    <a:pt x="105767" y="29509"/>
                  </a:lnTo>
                  <a:lnTo>
                    <a:pt x="101349" y="26568"/>
                  </a:lnTo>
                  <a:lnTo>
                    <a:pt x="96840" y="23768"/>
                  </a:lnTo>
                  <a:lnTo>
                    <a:pt x="92244" y="21113"/>
                  </a:lnTo>
                  <a:lnTo>
                    <a:pt x="87566" y="18605"/>
                  </a:lnTo>
                  <a:lnTo>
                    <a:pt x="82811" y="16246"/>
                  </a:lnTo>
                  <a:lnTo>
                    <a:pt x="77984" y="14040"/>
                  </a:lnTo>
                  <a:lnTo>
                    <a:pt x="73089" y="11988"/>
                  </a:lnTo>
                  <a:lnTo>
                    <a:pt x="68131" y="10093"/>
                  </a:lnTo>
                  <a:lnTo>
                    <a:pt x="63115" y="8356"/>
                  </a:lnTo>
                  <a:lnTo>
                    <a:pt x="58047" y="6779"/>
                  </a:lnTo>
                  <a:lnTo>
                    <a:pt x="52932" y="5364"/>
                  </a:lnTo>
                  <a:lnTo>
                    <a:pt x="47774" y="4112"/>
                  </a:lnTo>
                  <a:lnTo>
                    <a:pt x="42579" y="3024"/>
                  </a:lnTo>
                  <a:lnTo>
                    <a:pt x="37352" y="2102"/>
                  </a:lnTo>
                  <a:lnTo>
                    <a:pt x="32098" y="1346"/>
                  </a:lnTo>
                  <a:lnTo>
                    <a:pt x="26823" y="757"/>
                  </a:lnTo>
                  <a:lnTo>
                    <a:pt x="21532" y="336"/>
                  </a:lnTo>
                  <a:lnTo>
                    <a:pt x="16230" y="84"/>
                  </a:lnTo>
                  <a:lnTo>
                    <a:pt x="10923" y="0"/>
                  </a:lnTo>
                  <a:lnTo>
                    <a:pt x="109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9039" y="5269756"/>
              <a:ext cx="26219" cy="167167"/>
            </a:xfrm>
            <a:custGeom>
              <a:avLst/>
              <a:pathLst>
                <a:path w="26219" h="167167">
                  <a:moveTo>
                    <a:pt x="26219" y="0"/>
                  </a:moveTo>
                  <a:lnTo>
                    <a:pt x="19638" y="129"/>
                  </a:lnTo>
                  <a:lnTo>
                    <a:pt x="13068" y="518"/>
                  </a:lnTo>
                  <a:lnTo>
                    <a:pt x="6519" y="1164"/>
                  </a:lnTo>
                  <a:lnTo>
                    <a:pt x="0" y="2068"/>
                  </a:lnTo>
                  <a:lnTo>
                    <a:pt x="2621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9039" y="5271825"/>
              <a:ext cx="26219" cy="165098"/>
            </a:xfrm>
            <a:custGeom>
              <a:avLst/>
              <a:pathLst>
                <a:path w="26219" h="165098">
                  <a:moveTo>
                    <a:pt x="0" y="0"/>
                  </a:moveTo>
                  <a:lnTo>
                    <a:pt x="26219" y="165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9039" y="5271825"/>
              <a:ext cx="26219" cy="165098"/>
            </a:xfrm>
            <a:custGeom>
              <a:avLst/>
              <a:pathLst>
                <a:path w="26219" h="165098">
                  <a:moveTo>
                    <a:pt x="0" y="0"/>
                  </a:moveTo>
                  <a:lnTo>
                    <a:pt x="26219" y="1650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9039" y="5271825"/>
              <a:ext cx="26219" cy="165098"/>
            </a:xfrm>
            <a:custGeom>
              <a:avLst/>
              <a:pathLst>
                <a:path w="26219" h="165098">
                  <a:moveTo>
                    <a:pt x="0" y="0"/>
                  </a:moveTo>
                  <a:lnTo>
                    <a:pt x="26219" y="1650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9039" y="5271825"/>
              <a:ext cx="26219" cy="165098"/>
            </a:xfrm>
            <a:custGeom>
              <a:avLst/>
              <a:pathLst>
                <a:path w="26219" h="165098">
                  <a:moveTo>
                    <a:pt x="0" y="0"/>
                  </a:moveTo>
                  <a:lnTo>
                    <a:pt x="26219" y="1650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408906" y="5271825"/>
              <a:ext cx="136351" cy="165098"/>
            </a:xfrm>
            <a:custGeom>
              <a:avLst/>
              <a:pathLst>
                <a:path w="136351" h="165098">
                  <a:moveTo>
                    <a:pt x="110132" y="0"/>
                  </a:moveTo>
                  <a:lnTo>
                    <a:pt x="104669" y="960"/>
                  </a:lnTo>
                  <a:lnTo>
                    <a:pt x="99241" y="2102"/>
                  </a:lnTo>
                  <a:lnTo>
                    <a:pt x="93854" y="3423"/>
                  </a:lnTo>
                  <a:lnTo>
                    <a:pt x="88514" y="4921"/>
                  </a:lnTo>
                  <a:lnTo>
                    <a:pt x="83226" y="6597"/>
                  </a:lnTo>
                  <a:lnTo>
                    <a:pt x="77997" y="8446"/>
                  </a:lnTo>
                  <a:lnTo>
                    <a:pt x="72832" y="10469"/>
                  </a:lnTo>
                  <a:lnTo>
                    <a:pt x="67737" y="12661"/>
                  </a:lnTo>
                  <a:lnTo>
                    <a:pt x="62717" y="15021"/>
                  </a:lnTo>
                  <a:lnTo>
                    <a:pt x="57779" y="17547"/>
                  </a:lnTo>
                  <a:lnTo>
                    <a:pt x="52927" y="20235"/>
                  </a:lnTo>
                  <a:lnTo>
                    <a:pt x="48167" y="23082"/>
                  </a:lnTo>
                  <a:lnTo>
                    <a:pt x="43504" y="26086"/>
                  </a:lnTo>
                  <a:lnTo>
                    <a:pt x="38943" y="29243"/>
                  </a:lnTo>
                  <a:lnTo>
                    <a:pt x="34489" y="32549"/>
                  </a:lnTo>
                  <a:lnTo>
                    <a:pt x="30148" y="36002"/>
                  </a:lnTo>
                  <a:lnTo>
                    <a:pt x="25924" y="39596"/>
                  </a:lnTo>
                  <a:lnTo>
                    <a:pt x="21821" y="43329"/>
                  </a:lnTo>
                  <a:lnTo>
                    <a:pt x="17844" y="47196"/>
                  </a:lnTo>
                  <a:lnTo>
                    <a:pt x="13998" y="51192"/>
                  </a:lnTo>
                  <a:lnTo>
                    <a:pt x="10286" y="55314"/>
                  </a:lnTo>
                  <a:lnTo>
                    <a:pt x="6713" y="59557"/>
                  </a:lnTo>
                  <a:lnTo>
                    <a:pt x="3283" y="63916"/>
                  </a:lnTo>
                  <a:lnTo>
                    <a:pt x="0" y="68386"/>
                  </a:lnTo>
                  <a:lnTo>
                    <a:pt x="136351" y="1650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7" y="5269756"/>
              <a:ext cx="334298" cy="334334"/>
            </a:xfrm>
            <a:custGeom>
              <a:avLst/>
              <a:pathLst>
                <a:path w="334298" h="334334">
                  <a:moveTo>
                    <a:pt x="30798" y="70455"/>
                  </a:moveTo>
                  <a:lnTo>
                    <a:pt x="27800" y="74828"/>
                  </a:lnTo>
                  <a:lnTo>
                    <a:pt x="24941" y="79295"/>
                  </a:lnTo>
                  <a:lnTo>
                    <a:pt x="22226" y="83849"/>
                  </a:lnTo>
                  <a:lnTo>
                    <a:pt x="19656" y="88488"/>
                  </a:lnTo>
                  <a:lnTo>
                    <a:pt x="17235" y="93205"/>
                  </a:lnTo>
                  <a:lnTo>
                    <a:pt x="14964" y="97997"/>
                  </a:lnTo>
                  <a:lnTo>
                    <a:pt x="12847" y="102859"/>
                  </a:lnTo>
                  <a:lnTo>
                    <a:pt x="10885" y="107785"/>
                  </a:lnTo>
                  <a:lnTo>
                    <a:pt x="9080" y="112771"/>
                  </a:lnTo>
                  <a:lnTo>
                    <a:pt x="7434" y="117812"/>
                  </a:lnTo>
                  <a:lnTo>
                    <a:pt x="5949" y="122903"/>
                  </a:lnTo>
                  <a:lnTo>
                    <a:pt x="4627" y="128038"/>
                  </a:lnTo>
                  <a:lnTo>
                    <a:pt x="3467" y="133212"/>
                  </a:lnTo>
                  <a:lnTo>
                    <a:pt x="2473" y="138421"/>
                  </a:lnTo>
                  <a:lnTo>
                    <a:pt x="1644" y="143658"/>
                  </a:lnTo>
                  <a:lnTo>
                    <a:pt x="982" y="148920"/>
                  </a:lnTo>
                  <a:lnTo>
                    <a:pt x="486" y="154199"/>
                  </a:lnTo>
                  <a:lnTo>
                    <a:pt x="159" y="159492"/>
                  </a:lnTo>
                  <a:lnTo>
                    <a:pt x="0" y="164792"/>
                  </a:lnTo>
                  <a:lnTo>
                    <a:pt x="8" y="170095"/>
                  </a:lnTo>
                  <a:lnTo>
                    <a:pt x="185" y="175394"/>
                  </a:lnTo>
                  <a:lnTo>
                    <a:pt x="530" y="180686"/>
                  </a:lnTo>
                  <a:lnTo>
                    <a:pt x="1043" y="185964"/>
                  </a:lnTo>
                  <a:lnTo>
                    <a:pt x="1722" y="191223"/>
                  </a:lnTo>
                  <a:lnTo>
                    <a:pt x="2569" y="196457"/>
                  </a:lnTo>
                  <a:lnTo>
                    <a:pt x="3580" y="201663"/>
                  </a:lnTo>
                  <a:lnTo>
                    <a:pt x="4757" y="206833"/>
                  </a:lnTo>
                  <a:lnTo>
                    <a:pt x="6097" y="211964"/>
                  </a:lnTo>
                  <a:lnTo>
                    <a:pt x="7598" y="217049"/>
                  </a:lnTo>
                  <a:lnTo>
                    <a:pt x="9261" y="222085"/>
                  </a:lnTo>
                  <a:lnTo>
                    <a:pt x="11082" y="227065"/>
                  </a:lnTo>
                  <a:lnTo>
                    <a:pt x="13060" y="231985"/>
                  </a:lnTo>
                  <a:lnTo>
                    <a:pt x="15194" y="236839"/>
                  </a:lnTo>
                  <a:lnTo>
                    <a:pt x="17480" y="241624"/>
                  </a:lnTo>
                  <a:lnTo>
                    <a:pt x="19917" y="246333"/>
                  </a:lnTo>
                  <a:lnTo>
                    <a:pt x="22502" y="250963"/>
                  </a:lnTo>
                  <a:lnTo>
                    <a:pt x="25232" y="255509"/>
                  </a:lnTo>
                  <a:lnTo>
                    <a:pt x="28106" y="259966"/>
                  </a:lnTo>
                  <a:lnTo>
                    <a:pt x="31119" y="264329"/>
                  </a:lnTo>
                  <a:lnTo>
                    <a:pt x="34269" y="268595"/>
                  </a:lnTo>
                  <a:lnTo>
                    <a:pt x="37553" y="272758"/>
                  </a:lnTo>
                  <a:lnTo>
                    <a:pt x="40967" y="276815"/>
                  </a:lnTo>
                  <a:lnTo>
                    <a:pt x="44508" y="280762"/>
                  </a:lnTo>
                  <a:lnTo>
                    <a:pt x="48173" y="284595"/>
                  </a:lnTo>
                  <a:lnTo>
                    <a:pt x="51957" y="288310"/>
                  </a:lnTo>
                  <a:lnTo>
                    <a:pt x="55857" y="291902"/>
                  </a:lnTo>
                  <a:lnTo>
                    <a:pt x="59869" y="295369"/>
                  </a:lnTo>
                  <a:lnTo>
                    <a:pt x="63990" y="298707"/>
                  </a:lnTo>
                  <a:lnTo>
                    <a:pt x="68214" y="301913"/>
                  </a:lnTo>
                  <a:lnTo>
                    <a:pt x="72537" y="304983"/>
                  </a:lnTo>
                  <a:lnTo>
                    <a:pt x="76956" y="307915"/>
                  </a:lnTo>
                  <a:lnTo>
                    <a:pt x="81465" y="310705"/>
                  </a:lnTo>
                  <a:lnTo>
                    <a:pt x="86061" y="313350"/>
                  </a:lnTo>
                  <a:lnTo>
                    <a:pt x="90738" y="315848"/>
                  </a:lnTo>
                  <a:lnTo>
                    <a:pt x="95492" y="318197"/>
                  </a:lnTo>
                  <a:lnTo>
                    <a:pt x="100319" y="320394"/>
                  </a:lnTo>
                  <a:lnTo>
                    <a:pt x="105212" y="322436"/>
                  </a:lnTo>
                  <a:lnTo>
                    <a:pt x="110168" y="324323"/>
                  </a:lnTo>
                  <a:lnTo>
                    <a:pt x="115181" y="326051"/>
                  </a:lnTo>
                  <a:lnTo>
                    <a:pt x="120246" y="327619"/>
                  </a:lnTo>
                  <a:lnTo>
                    <a:pt x="125359" y="329026"/>
                  </a:lnTo>
                  <a:lnTo>
                    <a:pt x="130514" y="330270"/>
                  </a:lnTo>
                  <a:lnTo>
                    <a:pt x="135705" y="331350"/>
                  </a:lnTo>
                  <a:lnTo>
                    <a:pt x="140928" y="332265"/>
                  </a:lnTo>
                  <a:lnTo>
                    <a:pt x="146178" y="333014"/>
                  </a:lnTo>
                  <a:lnTo>
                    <a:pt x="151449" y="333595"/>
                  </a:lnTo>
                  <a:lnTo>
                    <a:pt x="156735" y="334010"/>
                  </a:lnTo>
                  <a:lnTo>
                    <a:pt x="162032" y="334256"/>
                  </a:lnTo>
                  <a:lnTo>
                    <a:pt x="167334" y="334334"/>
                  </a:lnTo>
                  <a:lnTo>
                    <a:pt x="172636" y="334244"/>
                  </a:lnTo>
                  <a:lnTo>
                    <a:pt x="177933" y="333986"/>
                  </a:lnTo>
                  <a:lnTo>
                    <a:pt x="183218" y="333560"/>
                  </a:lnTo>
                  <a:lnTo>
                    <a:pt x="188488" y="332967"/>
                  </a:lnTo>
                  <a:lnTo>
                    <a:pt x="193735" y="332207"/>
                  </a:lnTo>
                  <a:lnTo>
                    <a:pt x="198957" y="331281"/>
                  </a:lnTo>
                  <a:lnTo>
                    <a:pt x="204146" y="330189"/>
                  </a:lnTo>
                  <a:lnTo>
                    <a:pt x="209298" y="328934"/>
                  </a:lnTo>
                  <a:lnTo>
                    <a:pt x="214407" y="327516"/>
                  </a:lnTo>
                  <a:lnTo>
                    <a:pt x="219469" y="325936"/>
                  </a:lnTo>
                  <a:lnTo>
                    <a:pt x="224479" y="324197"/>
                  </a:lnTo>
                  <a:lnTo>
                    <a:pt x="229430" y="322300"/>
                  </a:lnTo>
                  <a:lnTo>
                    <a:pt x="234319" y="320246"/>
                  </a:lnTo>
                  <a:lnTo>
                    <a:pt x="239141" y="318039"/>
                  </a:lnTo>
                  <a:lnTo>
                    <a:pt x="243890" y="315680"/>
                  </a:lnTo>
                  <a:lnTo>
                    <a:pt x="248561" y="313171"/>
                  </a:lnTo>
                  <a:lnTo>
                    <a:pt x="253151" y="310515"/>
                  </a:lnTo>
                  <a:lnTo>
                    <a:pt x="257654" y="307716"/>
                  </a:lnTo>
                  <a:lnTo>
                    <a:pt x="262067" y="304774"/>
                  </a:lnTo>
                  <a:lnTo>
                    <a:pt x="266383" y="301695"/>
                  </a:lnTo>
                  <a:lnTo>
                    <a:pt x="270600" y="298480"/>
                  </a:lnTo>
                  <a:lnTo>
                    <a:pt x="274713" y="295132"/>
                  </a:lnTo>
                  <a:lnTo>
                    <a:pt x="278717" y="291657"/>
                  </a:lnTo>
                  <a:lnTo>
                    <a:pt x="282610" y="288055"/>
                  </a:lnTo>
                  <a:lnTo>
                    <a:pt x="286386" y="284333"/>
                  </a:lnTo>
                  <a:lnTo>
                    <a:pt x="290042" y="280492"/>
                  </a:lnTo>
                  <a:lnTo>
                    <a:pt x="293574" y="276537"/>
                  </a:lnTo>
                  <a:lnTo>
                    <a:pt x="296980" y="272472"/>
                  </a:lnTo>
                  <a:lnTo>
                    <a:pt x="300254" y="268301"/>
                  </a:lnTo>
                  <a:lnTo>
                    <a:pt x="303395" y="264029"/>
                  </a:lnTo>
                  <a:lnTo>
                    <a:pt x="306399" y="259659"/>
                  </a:lnTo>
                  <a:lnTo>
                    <a:pt x="309262" y="255196"/>
                  </a:lnTo>
                  <a:lnTo>
                    <a:pt x="311983" y="250644"/>
                  </a:lnTo>
                  <a:lnTo>
                    <a:pt x="314557" y="246009"/>
                  </a:lnTo>
                  <a:lnTo>
                    <a:pt x="316984" y="241294"/>
                  </a:lnTo>
                  <a:lnTo>
                    <a:pt x="319260" y="236504"/>
                  </a:lnTo>
                  <a:lnTo>
                    <a:pt x="321382" y="231645"/>
                  </a:lnTo>
                  <a:lnTo>
                    <a:pt x="323350" y="226721"/>
                  </a:lnTo>
                  <a:lnTo>
                    <a:pt x="325160" y="221737"/>
                  </a:lnTo>
                  <a:lnTo>
                    <a:pt x="326811" y="216698"/>
                  </a:lnTo>
                  <a:lnTo>
                    <a:pt x="328302" y="211609"/>
                  </a:lnTo>
                  <a:lnTo>
                    <a:pt x="329630" y="206475"/>
                  </a:lnTo>
                  <a:lnTo>
                    <a:pt x="330795" y="201302"/>
                  </a:lnTo>
                  <a:lnTo>
                    <a:pt x="331796" y="196094"/>
                  </a:lnTo>
                  <a:lnTo>
                    <a:pt x="332630" y="190858"/>
                  </a:lnTo>
                  <a:lnTo>
                    <a:pt x="333298" y="185597"/>
                  </a:lnTo>
                  <a:lnTo>
                    <a:pt x="333799" y="180319"/>
                  </a:lnTo>
                  <a:lnTo>
                    <a:pt x="334133" y="175026"/>
                  </a:lnTo>
                  <a:lnTo>
                    <a:pt x="334298" y="169726"/>
                  </a:lnTo>
                  <a:lnTo>
                    <a:pt x="334295" y="164424"/>
                  </a:lnTo>
                  <a:lnTo>
                    <a:pt x="334124" y="159124"/>
                  </a:lnTo>
                  <a:lnTo>
                    <a:pt x="333785" y="153832"/>
                  </a:lnTo>
                  <a:lnTo>
                    <a:pt x="333278" y="148553"/>
                  </a:lnTo>
                  <a:lnTo>
                    <a:pt x="332604" y="143294"/>
                  </a:lnTo>
                  <a:lnTo>
                    <a:pt x="331764" y="138058"/>
                  </a:lnTo>
                  <a:lnTo>
                    <a:pt x="330758" y="132852"/>
                  </a:lnTo>
                  <a:lnTo>
                    <a:pt x="329587" y="127680"/>
                  </a:lnTo>
                  <a:lnTo>
                    <a:pt x="328253" y="122548"/>
                  </a:lnTo>
                  <a:lnTo>
                    <a:pt x="326757" y="117460"/>
                  </a:lnTo>
                  <a:lnTo>
                    <a:pt x="325100" y="112423"/>
                  </a:lnTo>
                  <a:lnTo>
                    <a:pt x="323284" y="107441"/>
                  </a:lnTo>
                  <a:lnTo>
                    <a:pt x="321311" y="102519"/>
                  </a:lnTo>
                  <a:lnTo>
                    <a:pt x="319183" y="97662"/>
                  </a:lnTo>
                  <a:lnTo>
                    <a:pt x="316902" y="92875"/>
                  </a:lnTo>
                  <a:lnTo>
                    <a:pt x="314470" y="88163"/>
                  </a:lnTo>
                  <a:lnTo>
                    <a:pt x="311891" y="83530"/>
                  </a:lnTo>
                  <a:lnTo>
                    <a:pt x="309165" y="78981"/>
                  </a:lnTo>
                  <a:lnTo>
                    <a:pt x="306297" y="74522"/>
                  </a:lnTo>
                  <a:lnTo>
                    <a:pt x="303288" y="70155"/>
                  </a:lnTo>
                  <a:lnTo>
                    <a:pt x="300143" y="65886"/>
                  </a:lnTo>
                  <a:lnTo>
                    <a:pt x="296864" y="61719"/>
                  </a:lnTo>
                  <a:lnTo>
                    <a:pt x="293454" y="57658"/>
                  </a:lnTo>
                  <a:lnTo>
                    <a:pt x="289917" y="53707"/>
                  </a:lnTo>
                  <a:lnTo>
                    <a:pt x="286257" y="49870"/>
                  </a:lnTo>
                  <a:lnTo>
                    <a:pt x="282476" y="46151"/>
                  </a:lnTo>
                  <a:lnTo>
                    <a:pt x="278580" y="42554"/>
                  </a:lnTo>
                  <a:lnTo>
                    <a:pt x="274572" y="39083"/>
                  </a:lnTo>
                  <a:lnTo>
                    <a:pt x="270455" y="35740"/>
                  </a:lnTo>
                  <a:lnTo>
                    <a:pt x="266235" y="32530"/>
                  </a:lnTo>
                  <a:lnTo>
                    <a:pt x="261915" y="29455"/>
                  </a:lnTo>
                  <a:lnTo>
                    <a:pt x="257499" y="26519"/>
                  </a:lnTo>
                  <a:lnTo>
                    <a:pt x="252993" y="23724"/>
                  </a:lnTo>
                  <a:lnTo>
                    <a:pt x="248400" y="21073"/>
                  </a:lnTo>
                  <a:lnTo>
                    <a:pt x="243726" y="18570"/>
                  </a:lnTo>
                  <a:lnTo>
                    <a:pt x="238974" y="16216"/>
                  </a:lnTo>
                  <a:lnTo>
                    <a:pt x="234150" y="14014"/>
                  </a:lnTo>
                  <a:lnTo>
                    <a:pt x="229259" y="11966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1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6" y="3018"/>
                  </a:lnTo>
                  <a:lnTo>
                    <a:pt x="193554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3168" y="5018213"/>
              <a:ext cx="47870" cy="167167"/>
            </a:xfrm>
            <a:custGeom>
              <a:avLst/>
              <a:pathLst>
                <a:path w="47870" h="167167">
                  <a:moveTo>
                    <a:pt x="47870" y="0"/>
                  </a:moveTo>
                  <a:lnTo>
                    <a:pt x="41802" y="110"/>
                  </a:lnTo>
                  <a:lnTo>
                    <a:pt x="35743" y="440"/>
                  </a:lnTo>
                  <a:lnTo>
                    <a:pt x="29700" y="990"/>
                  </a:lnTo>
                  <a:lnTo>
                    <a:pt x="23680" y="1759"/>
                  </a:lnTo>
                  <a:lnTo>
                    <a:pt x="17692" y="2746"/>
                  </a:lnTo>
                  <a:lnTo>
                    <a:pt x="11745" y="3950"/>
                  </a:lnTo>
                  <a:lnTo>
                    <a:pt x="5844" y="5368"/>
                  </a:lnTo>
                  <a:lnTo>
                    <a:pt x="0" y="7000"/>
                  </a:lnTo>
                  <a:lnTo>
                    <a:pt x="478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3168" y="5025214"/>
              <a:ext cx="47870" cy="160166"/>
            </a:xfrm>
            <a:custGeom>
              <a:avLst/>
              <a:pathLst>
                <a:path w="47870" h="160166">
                  <a:moveTo>
                    <a:pt x="0" y="0"/>
                  </a:moveTo>
                  <a:lnTo>
                    <a:pt x="47870" y="160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3168" y="5025214"/>
              <a:ext cx="47870" cy="160166"/>
            </a:xfrm>
            <a:custGeom>
              <a:avLst/>
              <a:pathLst>
                <a:path w="47870" h="160166">
                  <a:moveTo>
                    <a:pt x="0" y="0"/>
                  </a:moveTo>
                  <a:lnTo>
                    <a:pt x="47870" y="160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3168" y="5025214"/>
              <a:ext cx="47870" cy="160166"/>
            </a:xfrm>
            <a:custGeom>
              <a:avLst/>
              <a:pathLst>
                <a:path w="47870" h="160166">
                  <a:moveTo>
                    <a:pt x="0" y="0"/>
                  </a:moveTo>
                  <a:lnTo>
                    <a:pt x="47870" y="160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4" y="5025214"/>
              <a:ext cx="167164" cy="166657"/>
            </a:xfrm>
            <a:custGeom>
              <a:avLst/>
              <a:pathLst>
                <a:path w="167164" h="166657">
                  <a:moveTo>
                    <a:pt x="119294" y="0"/>
                  </a:moveTo>
                  <a:lnTo>
                    <a:pt x="114038" y="1665"/>
                  </a:lnTo>
                  <a:lnTo>
                    <a:pt x="108841" y="3503"/>
                  </a:lnTo>
                  <a:lnTo>
                    <a:pt x="103707" y="5511"/>
                  </a:lnTo>
                  <a:lnTo>
                    <a:pt x="98642" y="7688"/>
                  </a:lnTo>
                  <a:lnTo>
                    <a:pt x="93651" y="10030"/>
                  </a:lnTo>
                  <a:lnTo>
                    <a:pt x="88740" y="12536"/>
                  </a:lnTo>
                  <a:lnTo>
                    <a:pt x="83915" y="15202"/>
                  </a:lnTo>
                  <a:lnTo>
                    <a:pt x="79180" y="18026"/>
                  </a:lnTo>
                  <a:lnTo>
                    <a:pt x="74541" y="21005"/>
                  </a:lnTo>
                  <a:lnTo>
                    <a:pt x="70003" y="24134"/>
                  </a:lnTo>
                  <a:lnTo>
                    <a:pt x="65570" y="27412"/>
                  </a:lnTo>
                  <a:lnTo>
                    <a:pt x="61248" y="30834"/>
                  </a:lnTo>
                  <a:lnTo>
                    <a:pt x="57041" y="34397"/>
                  </a:lnTo>
                  <a:lnTo>
                    <a:pt x="52954" y="38097"/>
                  </a:lnTo>
                  <a:lnTo>
                    <a:pt x="48991" y="41929"/>
                  </a:lnTo>
                  <a:lnTo>
                    <a:pt x="45156" y="45890"/>
                  </a:lnTo>
                  <a:lnTo>
                    <a:pt x="41454" y="49975"/>
                  </a:lnTo>
                  <a:lnTo>
                    <a:pt x="37889" y="54181"/>
                  </a:lnTo>
                  <a:lnTo>
                    <a:pt x="34465" y="58501"/>
                  </a:lnTo>
                  <a:lnTo>
                    <a:pt x="31185" y="62932"/>
                  </a:lnTo>
                  <a:lnTo>
                    <a:pt x="28052" y="67469"/>
                  </a:lnTo>
                  <a:lnTo>
                    <a:pt x="25071" y="72106"/>
                  </a:lnTo>
                  <a:lnTo>
                    <a:pt x="22245" y="76839"/>
                  </a:lnTo>
                  <a:lnTo>
                    <a:pt x="19576" y="81663"/>
                  </a:lnTo>
                  <a:lnTo>
                    <a:pt x="17068" y="86572"/>
                  </a:lnTo>
                  <a:lnTo>
                    <a:pt x="14723" y="91562"/>
                  </a:lnTo>
                  <a:lnTo>
                    <a:pt x="12543" y="96626"/>
                  </a:lnTo>
                  <a:lnTo>
                    <a:pt x="10532" y="101759"/>
                  </a:lnTo>
                  <a:lnTo>
                    <a:pt x="8692" y="106955"/>
                  </a:lnTo>
                  <a:lnTo>
                    <a:pt x="7023" y="112210"/>
                  </a:lnTo>
                  <a:lnTo>
                    <a:pt x="5529" y="117516"/>
                  </a:lnTo>
                  <a:lnTo>
                    <a:pt x="4210" y="122869"/>
                  </a:lnTo>
                  <a:lnTo>
                    <a:pt x="3069" y="128263"/>
                  </a:lnTo>
                  <a:lnTo>
                    <a:pt x="2106" y="133691"/>
                  </a:lnTo>
                  <a:lnTo>
                    <a:pt x="1323" y="139148"/>
                  </a:lnTo>
                  <a:lnTo>
                    <a:pt x="720" y="144628"/>
                  </a:lnTo>
                  <a:lnTo>
                    <a:pt x="298" y="150125"/>
                  </a:lnTo>
                  <a:lnTo>
                    <a:pt x="58" y="155633"/>
                  </a:lnTo>
                  <a:lnTo>
                    <a:pt x="0" y="161145"/>
                  </a:lnTo>
                  <a:lnTo>
                    <a:pt x="123" y="166657"/>
                  </a:lnTo>
                  <a:lnTo>
                    <a:pt x="167164" y="160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997" y="5018213"/>
              <a:ext cx="334194" cy="334331"/>
            </a:xfrm>
            <a:custGeom>
              <a:avLst/>
              <a:pathLst>
                <a:path w="334194" h="334331">
                  <a:moveTo>
                    <a:pt x="0" y="173657"/>
                  </a:moveTo>
                  <a:lnTo>
                    <a:pt x="290" y="178964"/>
                  </a:lnTo>
                  <a:lnTo>
                    <a:pt x="749" y="184259"/>
                  </a:lnTo>
                  <a:lnTo>
                    <a:pt x="1377" y="189536"/>
                  </a:lnTo>
                  <a:lnTo>
                    <a:pt x="2172" y="194791"/>
                  </a:lnTo>
                  <a:lnTo>
                    <a:pt x="3133" y="200018"/>
                  </a:lnTo>
                  <a:lnTo>
                    <a:pt x="4260" y="205211"/>
                  </a:lnTo>
                  <a:lnTo>
                    <a:pt x="5552" y="210366"/>
                  </a:lnTo>
                  <a:lnTo>
                    <a:pt x="7006" y="215478"/>
                  </a:lnTo>
                  <a:lnTo>
                    <a:pt x="8623" y="220541"/>
                  </a:lnTo>
                  <a:lnTo>
                    <a:pt x="10400" y="225549"/>
                  </a:lnTo>
                  <a:lnTo>
                    <a:pt x="12335" y="230499"/>
                  </a:lnTo>
                  <a:lnTo>
                    <a:pt x="14426" y="235385"/>
                  </a:lnTo>
                  <a:lnTo>
                    <a:pt x="16672" y="240202"/>
                  </a:lnTo>
                  <a:lnTo>
                    <a:pt x="19069" y="244944"/>
                  </a:lnTo>
                  <a:lnTo>
                    <a:pt x="21616" y="249609"/>
                  </a:lnTo>
                  <a:lnTo>
                    <a:pt x="24310" y="254190"/>
                  </a:lnTo>
                  <a:lnTo>
                    <a:pt x="27149" y="258683"/>
                  </a:lnTo>
                  <a:lnTo>
                    <a:pt x="30129" y="263083"/>
                  </a:lnTo>
                  <a:lnTo>
                    <a:pt x="33247" y="267387"/>
                  </a:lnTo>
                  <a:lnTo>
                    <a:pt x="36500" y="271589"/>
                  </a:lnTo>
                  <a:lnTo>
                    <a:pt x="39885" y="275686"/>
                  </a:lnTo>
                  <a:lnTo>
                    <a:pt x="43399" y="279673"/>
                  </a:lnTo>
                  <a:lnTo>
                    <a:pt x="47038" y="283547"/>
                  </a:lnTo>
                  <a:lnTo>
                    <a:pt x="50798" y="287303"/>
                  </a:lnTo>
                  <a:lnTo>
                    <a:pt x="54676" y="290937"/>
                  </a:lnTo>
                  <a:lnTo>
                    <a:pt x="58667" y="294446"/>
                  </a:lnTo>
                  <a:lnTo>
                    <a:pt x="62767" y="297827"/>
                  </a:lnTo>
                  <a:lnTo>
                    <a:pt x="66973" y="301075"/>
                  </a:lnTo>
                  <a:lnTo>
                    <a:pt x="71281" y="304189"/>
                  </a:lnTo>
                  <a:lnTo>
                    <a:pt x="75685" y="307163"/>
                  </a:lnTo>
                  <a:lnTo>
                    <a:pt x="80181" y="309997"/>
                  </a:lnTo>
                  <a:lnTo>
                    <a:pt x="84765" y="312685"/>
                  </a:lnTo>
                  <a:lnTo>
                    <a:pt x="89432" y="315227"/>
                  </a:lnTo>
                  <a:lnTo>
                    <a:pt x="94178" y="317619"/>
                  </a:lnTo>
                  <a:lnTo>
                    <a:pt x="98997" y="319860"/>
                  </a:lnTo>
                  <a:lnTo>
                    <a:pt x="103885" y="321945"/>
                  </a:lnTo>
                  <a:lnTo>
                    <a:pt x="108837" y="323875"/>
                  </a:lnTo>
                  <a:lnTo>
                    <a:pt x="113848" y="325646"/>
                  </a:lnTo>
                  <a:lnTo>
                    <a:pt x="118913" y="327256"/>
                  </a:lnTo>
                  <a:lnTo>
                    <a:pt x="124026" y="328705"/>
                  </a:lnTo>
                  <a:lnTo>
                    <a:pt x="129182" y="329991"/>
                  </a:lnTo>
                  <a:lnTo>
                    <a:pt x="134377" y="331112"/>
                  </a:lnTo>
                  <a:lnTo>
                    <a:pt x="139605" y="332068"/>
                  </a:lnTo>
                  <a:lnTo>
                    <a:pt x="144861" y="332856"/>
                  </a:lnTo>
                  <a:lnTo>
                    <a:pt x="150139" y="333478"/>
                  </a:lnTo>
                  <a:lnTo>
                    <a:pt x="155434" y="333931"/>
                  </a:lnTo>
                  <a:lnTo>
                    <a:pt x="160741" y="334216"/>
                  </a:lnTo>
                  <a:lnTo>
                    <a:pt x="166054" y="334331"/>
                  </a:lnTo>
                  <a:lnTo>
                    <a:pt x="171369" y="334278"/>
                  </a:lnTo>
                  <a:lnTo>
                    <a:pt x="176678" y="334056"/>
                  </a:lnTo>
                  <a:lnTo>
                    <a:pt x="181979" y="333666"/>
                  </a:lnTo>
                  <a:lnTo>
                    <a:pt x="187264" y="333107"/>
                  </a:lnTo>
                  <a:lnTo>
                    <a:pt x="192528" y="332380"/>
                  </a:lnTo>
                  <a:lnTo>
                    <a:pt x="197767" y="331486"/>
                  </a:lnTo>
                  <a:lnTo>
                    <a:pt x="202975" y="330427"/>
                  </a:lnTo>
                  <a:lnTo>
                    <a:pt x="208146" y="329202"/>
                  </a:lnTo>
                  <a:lnTo>
                    <a:pt x="213276" y="327813"/>
                  </a:lnTo>
                  <a:lnTo>
                    <a:pt x="218359" y="326262"/>
                  </a:lnTo>
                  <a:lnTo>
                    <a:pt x="223391" y="324551"/>
                  </a:lnTo>
                  <a:lnTo>
                    <a:pt x="228365" y="322680"/>
                  </a:lnTo>
                  <a:lnTo>
                    <a:pt x="233277" y="320652"/>
                  </a:lnTo>
                  <a:lnTo>
                    <a:pt x="238123" y="318469"/>
                  </a:lnTo>
                  <a:lnTo>
                    <a:pt x="242896" y="316133"/>
                  </a:lnTo>
                  <a:lnTo>
                    <a:pt x="247593" y="313646"/>
                  </a:lnTo>
                  <a:lnTo>
                    <a:pt x="252209" y="311012"/>
                  </a:lnTo>
                  <a:lnTo>
                    <a:pt x="256738" y="308232"/>
                  </a:lnTo>
                  <a:lnTo>
                    <a:pt x="261177" y="305309"/>
                  </a:lnTo>
                  <a:lnTo>
                    <a:pt x="265521" y="302247"/>
                  </a:lnTo>
                  <a:lnTo>
                    <a:pt x="269765" y="299049"/>
                  </a:lnTo>
                  <a:lnTo>
                    <a:pt x="273905" y="295717"/>
                  </a:lnTo>
                  <a:lnTo>
                    <a:pt x="277937" y="292255"/>
                  </a:lnTo>
                  <a:lnTo>
                    <a:pt x="281858" y="288666"/>
                  </a:lnTo>
                  <a:lnTo>
                    <a:pt x="285662" y="284955"/>
                  </a:lnTo>
                  <a:lnTo>
                    <a:pt x="289346" y="281125"/>
                  </a:lnTo>
                  <a:lnTo>
                    <a:pt x="292907" y="277180"/>
                  </a:lnTo>
                  <a:lnTo>
                    <a:pt x="296340" y="273123"/>
                  </a:lnTo>
                  <a:lnTo>
                    <a:pt x="299643" y="268959"/>
                  </a:lnTo>
                  <a:lnTo>
                    <a:pt x="302811" y="264693"/>
                  </a:lnTo>
                  <a:lnTo>
                    <a:pt x="305843" y="260328"/>
                  </a:lnTo>
                  <a:lnTo>
                    <a:pt x="308734" y="255869"/>
                  </a:lnTo>
                  <a:lnTo>
                    <a:pt x="311482" y="251320"/>
                  </a:lnTo>
                  <a:lnTo>
                    <a:pt x="314084" y="246686"/>
                  </a:lnTo>
                  <a:lnTo>
                    <a:pt x="316538" y="241971"/>
                  </a:lnTo>
                  <a:lnTo>
                    <a:pt x="318840" y="237181"/>
                  </a:lnTo>
                  <a:lnTo>
                    <a:pt x="320989" y="232321"/>
                  </a:lnTo>
                  <a:lnTo>
                    <a:pt x="322982" y="227394"/>
                  </a:lnTo>
                  <a:lnTo>
                    <a:pt x="324818" y="222407"/>
                  </a:lnTo>
                  <a:lnTo>
                    <a:pt x="326494" y="217364"/>
                  </a:lnTo>
                  <a:lnTo>
                    <a:pt x="328009" y="212270"/>
                  </a:lnTo>
                  <a:lnTo>
                    <a:pt x="329361" y="207130"/>
                  </a:lnTo>
                  <a:lnTo>
                    <a:pt x="330550" y="201950"/>
                  </a:lnTo>
                  <a:lnTo>
                    <a:pt x="331573" y="196735"/>
                  </a:lnTo>
                  <a:lnTo>
                    <a:pt x="332429" y="191490"/>
                  </a:lnTo>
                  <a:lnTo>
                    <a:pt x="333119" y="186220"/>
                  </a:lnTo>
                  <a:lnTo>
                    <a:pt x="333641" y="180931"/>
                  </a:lnTo>
                  <a:lnTo>
                    <a:pt x="333994" y="175629"/>
                  </a:lnTo>
                  <a:lnTo>
                    <a:pt x="334179" y="170317"/>
                  </a:lnTo>
                  <a:lnTo>
                    <a:pt x="334194" y="165003"/>
                  </a:lnTo>
                  <a:lnTo>
                    <a:pt x="334041" y="159691"/>
                  </a:lnTo>
                  <a:lnTo>
                    <a:pt x="333719" y="154386"/>
                  </a:lnTo>
                  <a:lnTo>
                    <a:pt x="333229" y="149094"/>
                  </a:lnTo>
                  <a:lnTo>
                    <a:pt x="332570" y="143821"/>
                  </a:lnTo>
                  <a:lnTo>
                    <a:pt x="331744" y="138571"/>
                  </a:lnTo>
                  <a:lnTo>
                    <a:pt x="330752" y="133349"/>
                  </a:lnTo>
                  <a:lnTo>
                    <a:pt x="329594" y="128163"/>
                  </a:lnTo>
                  <a:lnTo>
                    <a:pt x="328272" y="123015"/>
                  </a:lnTo>
                  <a:lnTo>
                    <a:pt x="326787" y="117912"/>
                  </a:lnTo>
                  <a:lnTo>
                    <a:pt x="325141" y="112859"/>
                  </a:lnTo>
                  <a:lnTo>
                    <a:pt x="323335" y="107861"/>
                  </a:lnTo>
                  <a:lnTo>
                    <a:pt x="321371" y="102923"/>
                  </a:lnTo>
                  <a:lnTo>
                    <a:pt x="319250" y="98050"/>
                  </a:lnTo>
                  <a:lnTo>
                    <a:pt x="316976" y="93246"/>
                  </a:lnTo>
                  <a:lnTo>
                    <a:pt x="314551" y="88517"/>
                  </a:lnTo>
                  <a:lnTo>
                    <a:pt x="311976" y="83868"/>
                  </a:lnTo>
                  <a:lnTo>
                    <a:pt x="309255" y="79303"/>
                  </a:lnTo>
                  <a:lnTo>
                    <a:pt x="306390" y="74827"/>
                  </a:lnTo>
                  <a:lnTo>
                    <a:pt x="303385" y="70444"/>
                  </a:lnTo>
                  <a:lnTo>
                    <a:pt x="300241" y="66159"/>
                  </a:lnTo>
                  <a:lnTo>
                    <a:pt x="296963" y="61976"/>
                  </a:lnTo>
                  <a:lnTo>
                    <a:pt x="293554" y="57899"/>
                  </a:lnTo>
                  <a:lnTo>
                    <a:pt x="290016" y="53933"/>
                  </a:lnTo>
                  <a:lnTo>
                    <a:pt x="286355" y="50081"/>
                  </a:lnTo>
                  <a:lnTo>
                    <a:pt x="282573" y="46347"/>
                  </a:lnTo>
                  <a:lnTo>
                    <a:pt x="278674" y="42736"/>
                  </a:lnTo>
                  <a:lnTo>
                    <a:pt x="274662" y="39250"/>
                  </a:lnTo>
                  <a:lnTo>
                    <a:pt x="270541" y="35894"/>
                  </a:lnTo>
                  <a:lnTo>
                    <a:pt x="266316" y="32670"/>
                  </a:lnTo>
                  <a:lnTo>
                    <a:pt x="261991" y="29582"/>
                  </a:lnTo>
                  <a:lnTo>
                    <a:pt x="257569" y="26634"/>
                  </a:lnTo>
                  <a:lnTo>
                    <a:pt x="253056" y="23827"/>
                  </a:lnTo>
                  <a:lnTo>
                    <a:pt x="248456" y="21165"/>
                  </a:lnTo>
                  <a:lnTo>
                    <a:pt x="243774" y="18651"/>
                  </a:lnTo>
                  <a:lnTo>
                    <a:pt x="239015" y="16287"/>
                  </a:lnTo>
                  <a:lnTo>
                    <a:pt x="234182" y="14075"/>
                  </a:lnTo>
                  <a:lnTo>
                    <a:pt x="229282" y="12019"/>
                  </a:lnTo>
                  <a:lnTo>
                    <a:pt x="224319" y="10118"/>
                  </a:lnTo>
                  <a:lnTo>
                    <a:pt x="219297" y="8377"/>
                  </a:lnTo>
                  <a:lnTo>
                    <a:pt x="214223" y="6796"/>
                  </a:lnTo>
                  <a:lnTo>
                    <a:pt x="209102" y="5377"/>
                  </a:lnTo>
                  <a:lnTo>
                    <a:pt x="203938" y="4122"/>
                  </a:lnTo>
                  <a:lnTo>
                    <a:pt x="198736" y="3032"/>
                  </a:lnTo>
                  <a:lnTo>
                    <a:pt x="193503" y="2107"/>
                  </a:lnTo>
                  <a:lnTo>
                    <a:pt x="188243" y="1349"/>
                  </a:lnTo>
                  <a:lnTo>
                    <a:pt x="182961" y="759"/>
                  </a:lnTo>
                  <a:lnTo>
                    <a:pt x="177663" y="337"/>
                  </a:lnTo>
                  <a:lnTo>
                    <a:pt x="172355" y="84"/>
                  </a:lnTo>
                  <a:lnTo>
                    <a:pt x="167041" y="0"/>
                  </a:lnTo>
                  <a:lnTo>
                    <a:pt x="1670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22854" y="4659281"/>
              <a:ext cx="100380" cy="167167"/>
            </a:xfrm>
            <a:custGeom>
              <a:avLst/>
              <a:pathLst>
                <a:path w="100380" h="167167">
                  <a:moveTo>
                    <a:pt x="100380" y="0"/>
                  </a:moveTo>
                  <a:lnTo>
                    <a:pt x="94714" y="96"/>
                  </a:lnTo>
                  <a:lnTo>
                    <a:pt x="89055" y="384"/>
                  </a:lnTo>
                  <a:lnTo>
                    <a:pt x="83408" y="863"/>
                  </a:lnTo>
                  <a:lnTo>
                    <a:pt x="77781" y="1534"/>
                  </a:lnTo>
                  <a:lnTo>
                    <a:pt x="72181" y="2395"/>
                  </a:lnTo>
                  <a:lnTo>
                    <a:pt x="66612" y="3446"/>
                  </a:lnTo>
                  <a:lnTo>
                    <a:pt x="61082" y="4684"/>
                  </a:lnTo>
                  <a:lnTo>
                    <a:pt x="55598" y="6109"/>
                  </a:lnTo>
                  <a:lnTo>
                    <a:pt x="50165" y="7720"/>
                  </a:lnTo>
                  <a:lnTo>
                    <a:pt x="44789" y="9513"/>
                  </a:lnTo>
                  <a:lnTo>
                    <a:pt x="39478" y="11488"/>
                  </a:lnTo>
                  <a:lnTo>
                    <a:pt x="34236" y="13642"/>
                  </a:lnTo>
                  <a:lnTo>
                    <a:pt x="29071" y="15972"/>
                  </a:lnTo>
                  <a:lnTo>
                    <a:pt x="23987" y="18476"/>
                  </a:lnTo>
                  <a:lnTo>
                    <a:pt x="18992" y="21150"/>
                  </a:lnTo>
                  <a:lnTo>
                    <a:pt x="14089" y="23993"/>
                  </a:lnTo>
                  <a:lnTo>
                    <a:pt x="9286" y="27000"/>
                  </a:lnTo>
                  <a:lnTo>
                    <a:pt x="4588" y="30168"/>
                  </a:lnTo>
                  <a:lnTo>
                    <a:pt x="0" y="33493"/>
                  </a:lnTo>
                  <a:lnTo>
                    <a:pt x="10038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2854" y="4692775"/>
              <a:ext cx="100380" cy="133673"/>
            </a:xfrm>
            <a:custGeom>
              <a:avLst/>
              <a:pathLst>
                <a:path w="100380" h="133673">
                  <a:moveTo>
                    <a:pt x="0" y="0"/>
                  </a:moveTo>
                  <a:lnTo>
                    <a:pt x="100380" y="1336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2854" y="4692775"/>
              <a:ext cx="100380" cy="133673"/>
            </a:xfrm>
            <a:custGeom>
              <a:avLst/>
              <a:pathLst>
                <a:path w="100380" h="133673">
                  <a:moveTo>
                    <a:pt x="0" y="0"/>
                  </a:moveTo>
                  <a:lnTo>
                    <a:pt x="100380" y="1336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0" y="4692775"/>
              <a:ext cx="259239" cy="300830"/>
            </a:xfrm>
            <a:custGeom>
              <a:avLst/>
              <a:pathLst>
                <a:path w="259239" h="300830">
                  <a:moveTo>
                    <a:pt x="66784" y="0"/>
                  </a:moveTo>
                  <a:lnTo>
                    <a:pt x="62590" y="3255"/>
                  </a:lnTo>
                  <a:lnTo>
                    <a:pt x="58501" y="6641"/>
                  </a:lnTo>
                  <a:lnTo>
                    <a:pt x="54522" y="10156"/>
                  </a:lnTo>
                  <a:lnTo>
                    <a:pt x="50656" y="13795"/>
                  </a:lnTo>
                  <a:lnTo>
                    <a:pt x="46908" y="17555"/>
                  </a:lnTo>
                  <a:lnTo>
                    <a:pt x="43281" y="21433"/>
                  </a:lnTo>
                  <a:lnTo>
                    <a:pt x="39780" y="25423"/>
                  </a:lnTo>
                  <a:lnTo>
                    <a:pt x="36406" y="29523"/>
                  </a:lnTo>
                  <a:lnTo>
                    <a:pt x="33165" y="33728"/>
                  </a:lnTo>
                  <a:lnTo>
                    <a:pt x="30059" y="38034"/>
                  </a:lnTo>
                  <a:lnTo>
                    <a:pt x="27091" y="42436"/>
                  </a:lnTo>
                  <a:lnTo>
                    <a:pt x="24264" y="46930"/>
                  </a:lnTo>
                  <a:lnTo>
                    <a:pt x="21581" y="51511"/>
                  </a:lnTo>
                  <a:lnTo>
                    <a:pt x="19046" y="56176"/>
                  </a:lnTo>
                  <a:lnTo>
                    <a:pt x="16660" y="60919"/>
                  </a:lnTo>
                  <a:lnTo>
                    <a:pt x="14425" y="65735"/>
                  </a:lnTo>
                  <a:lnTo>
                    <a:pt x="12345" y="70619"/>
                  </a:lnTo>
                  <a:lnTo>
                    <a:pt x="10420" y="75567"/>
                  </a:lnTo>
                  <a:lnTo>
                    <a:pt x="8654" y="80574"/>
                  </a:lnTo>
                  <a:lnTo>
                    <a:pt x="7048" y="85635"/>
                  </a:lnTo>
                  <a:lnTo>
                    <a:pt x="5603" y="90743"/>
                  </a:lnTo>
                  <a:lnTo>
                    <a:pt x="4321" y="95895"/>
                  </a:lnTo>
                  <a:lnTo>
                    <a:pt x="3204" y="101086"/>
                  </a:lnTo>
                  <a:lnTo>
                    <a:pt x="2252" y="106309"/>
                  </a:lnTo>
                  <a:lnTo>
                    <a:pt x="1466" y="111559"/>
                  </a:lnTo>
                  <a:lnTo>
                    <a:pt x="847" y="116832"/>
                  </a:lnTo>
                  <a:lnTo>
                    <a:pt x="396" y="122122"/>
                  </a:lnTo>
                  <a:lnTo>
                    <a:pt x="114" y="127424"/>
                  </a:lnTo>
                  <a:lnTo>
                    <a:pt x="0" y="132732"/>
                  </a:lnTo>
                  <a:lnTo>
                    <a:pt x="54" y="138041"/>
                  </a:lnTo>
                  <a:lnTo>
                    <a:pt x="277" y="143345"/>
                  </a:lnTo>
                  <a:lnTo>
                    <a:pt x="668" y="148640"/>
                  </a:lnTo>
                  <a:lnTo>
                    <a:pt x="1227" y="153920"/>
                  </a:lnTo>
                  <a:lnTo>
                    <a:pt x="1954" y="159179"/>
                  </a:lnTo>
                  <a:lnTo>
                    <a:pt x="2847" y="164412"/>
                  </a:lnTo>
                  <a:lnTo>
                    <a:pt x="3906" y="169615"/>
                  </a:lnTo>
                  <a:lnTo>
                    <a:pt x="5130" y="174781"/>
                  </a:lnTo>
                  <a:lnTo>
                    <a:pt x="6517" y="179906"/>
                  </a:lnTo>
                  <a:lnTo>
                    <a:pt x="8066" y="184984"/>
                  </a:lnTo>
                  <a:lnTo>
                    <a:pt x="9776" y="190010"/>
                  </a:lnTo>
                  <a:lnTo>
                    <a:pt x="11644" y="194980"/>
                  </a:lnTo>
                  <a:lnTo>
                    <a:pt x="13670" y="199888"/>
                  </a:lnTo>
                  <a:lnTo>
                    <a:pt x="15850" y="204728"/>
                  </a:lnTo>
                  <a:lnTo>
                    <a:pt x="18182" y="209498"/>
                  </a:lnTo>
                  <a:lnTo>
                    <a:pt x="20665" y="214190"/>
                  </a:lnTo>
                  <a:lnTo>
                    <a:pt x="23296" y="218802"/>
                  </a:lnTo>
                  <a:lnTo>
                    <a:pt x="26072" y="223328"/>
                  </a:lnTo>
                  <a:lnTo>
                    <a:pt x="28990" y="227763"/>
                  </a:lnTo>
                  <a:lnTo>
                    <a:pt x="32048" y="232103"/>
                  </a:lnTo>
                  <a:lnTo>
                    <a:pt x="35241" y="236344"/>
                  </a:lnTo>
                  <a:lnTo>
                    <a:pt x="38568" y="240482"/>
                  </a:lnTo>
                  <a:lnTo>
                    <a:pt x="42025" y="244512"/>
                  </a:lnTo>
                  <a:lnTo>
                    <a:pt x="45608" y="248430"/>
                  </a:lnTo>
                  <a:lnTo>
                    <a:pt x="49313" y="252232"/>
                  </a:lnTo>
                  <a:lnTo>
                    <a:pt x="53138" y="255914"/>
                  </a:lnTo>
                  <a:lnTo>
                    <a:pt x="57077" y="259474"/>
                  </a:lnTo>
                  <a:lnTo>
                    <a:pt x="61127" y="262906"/>
                  </a:lnTo>
                  <a:lnTo>
                    <a:pt x="65285" y="266208"/>
                  </a:lnTo>
                  <a:lnTo>
                    <a:pt x="69545" y="269377"/>
                  </a:lnTo>
                  <a:lnTo>
                    <a:pt x="73903" y="272408"/>
                  </a:lnTo>
                  <a:lnTo>
                    <a:pt x="78356" y="275300"/>
                  </a:lnTo>
                  <a:lnTo>
                    <a:pt x="82898" y="278049"/>
                  </a:lnTo>
                  <a:lnTo>
                    <a:pt x="87525" y="280652"/>
                  </a:lnTo>
                  <a:lnTo>
                    <a:pt x="92233" y="283107"/>
                  </a:lnTo>
                  <a:lnTo>
                    <a:pt x="97016" y="285411"/>
                  </a:lnTo>
                  <a:lnTo>
                    <a:pt x="101870" y="287562"/>
                  </a:lnTo>
                  <a:lnTo>
                    <a:pt x="106790" y="289558"/>
                  </a:lnTo>
                  <a:lnTo>
                    <a:pt x="111770" y="291396"/>
                  </a:lnTo>
                  <a:lnTo>
                    <a:pt x="116807" y="293076"/>
                  </a:lnTo>
                  <a:lnTo>
                    <a:pt x="121894" y="294594"/>
                  </a:lnTo>
                  <a:lnTo>
                    <a:pt x="127027" y="295951"/>
                  </a:lnTo>
                  <a:lnTo>
                    <a:pt x="132200" y="297144"/>
                  </a:lnTo>
                  <a:lnTo>
                    <a:pt x="137409" y="298171"/>
                  </a:lnTo>
                  <a:lnTo>
                    <a:pt x="142648" y="299033"/>
                  </a:lnTo>
                  <a:lnTo>
                    <a:pt x="147911" y="299729"/>
                  </a:lnTo>
                  <a:lnTo>
                    <a:pt x="153194" y="300256"/>
                  </a:lnTo>
                  <a:lnTo>
                    <a:pt x="158491" y="300616"/>
                  </a:lnTo>
                  <a:lnTo>
                    <a:pt x="163797" y="300807"/>
                  </a:lnTo>
                  <a:lnTo>
                    <a:pt x="169106" y="300830"/>
                  </a:lnTo>
                  <a:lnTo>
                    <a:pt x="174413" y="300684"/>
                  </a:lnTo>
                  <a:lnTo>
                    <a:pt x="179713" y="300369"/>
                  </a:lnTo>
                  <a:lnTo>
                    <a:pt x="185000" y="299887"/>
                  </a:lnTo>
                  <a:lnTo>
                    <a:pt x="190269" y="299237"/>
                  </a:lnTo>
                  <a:lnTo>
                    <a:pt x="195515" y="298419"/>
                  </a:lnTo>
                  <a:lnTo>
                    <a:pt x="200733" y="297436"/>
                  </a:lnTo>
                  <a:lnTo>
                    <a:pt x="205916" y="296287"/>
                  </a:lnTo>
                  <a:lnTo>
                    <a:pt x="211060" y="294975"/>
                  </a:lnTo>
                  <a:lnTo>
                    <a:pt x="216160" y="293499"/>
                  </a:lnTo>
                  <a:lnTo>
                    <a:pt x="221211" y="291863"/>
                  </a:lnTo>
                  <a:lnTo>
                    <a:pt x="226207" y="290067"/>
                  </a:lnTo>
                  <a:lnTo>
                    <a:pt x="231144" y="288113"/>
                  </a:lnTo>
                  <a:lnTo>
                    <a:pt x="236016" y="286003"/>
                  </a:lnTo>
                  <a:lnTo>
                    <a:pt x="240818" y="283740"/>
                  </a:lnTo>
                  <a:lnTo>
                    <a:pt x="245547" y="281326"/>
                  </a:lnTo>
                  <a:lnTo>
                    <a:pt x="250196" y="278762"/>
                  </a:lnTo>
                  <a:lnTo>
                    <a:pt x="254761" y="276052"/>
                  </a:lnTo>
                  <a:lnTo>
                    <a:pt x="259239" y="273199"/>
                  </a:lnTo>
                  <a:lnTo>
                    <a:pt x="167164" y="133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6" cy="306692"/>
            </a:xfrm>
            <a:custGeom>
              <a:avLst/>
              <a:pathLst>
                <a:path w="167166" h="306692">
                  <a:moveTo>
                    <a:pt x="92074" y="306692"/>
                  </a:moveTo>
                  <a:lnTo>
                    <a:pt x="96488" y="303677"/>
                  </a:lnTo>
                  <a:lnTo>
                    <a:pt x="100803" y="300522"/>
                  </a:lnTo>
                  <a:lnTo>
                    <a:pt x="105015" y="297231"/>
                  </a:lnTo>
                  <a:lnTo>
                    <a:pt x="109120" y="293807"/>
                  </a:lnTo>
                  <a:lnTo>
                    <a:pt x="113113" y="290253"/>
                  </a:lnTo>
                  <a:lnTo>
                    <a:pt x="116991" y="286574"/>
                  </a:lnTo>
                  <a:lnTo>
                    <a:pt x="120749" y="282772"/>
                  </a:lnTo>
                  <a:lnTo>
                    <a:pt x="124384" y="278852"/>
                  </a:lnTo>
                  <a:lnTo>
                    <a:pt x="127891" y="274818"/>
                  </a:lnTo>
                  <a:lnTo>
                    <a:pt x="131267" y="270674"/>
                  </a:lnTo>
                  <a:lnTo>
                    <a:pt x="134510" y="266424"/>
                  </a:lnTo>
                  <a:lnTo>
                    <a:pt x="137615" y="262072"/>
                  </a:lnTo>
                  <a:lnTo>
                    <a:pt x="140579" y="257624"/>
                  </a:lnTo>
                  <a:lnTo>
                    <a:pt x="143399" y="253083"/>
                  </a:lnTo>
                  <a:lnTo>
                    <a:pt x="146073" y="248454"/>
                  </a:lnTo>
                  <a:lnTo>
                    <a:pt x="148597" y="243742"/>
                  </a:lnTo>
                  <a:lnTo>
                    <a:pt x="150969" y="238952"/>
                  </a:lnTo>
                  <a:lnTo>
                    <a:pt x="153187" y="234088"/>
                  </a:lnTo>
                  <a:lnTo>
                    <a:pt x="155249" y="229156"/>
                  </a:lnTo>
                  <a:lnTo>
                    <a:pt x="157151" y="224161"/>
                  </a:lnTo>
                  <a:lnTo>
                    <a:pt x="158893" y="219107"/>
                  </a:lnTo>
                  <a:lnTo>
                    <a:pt x="160473" y="214000"/>
                  </a:lnTo>
                  <a:lnTo>
                    <a:pt x="161888" y="208845"/>
                  </a:lnTo>
                  <a:lnTo>
                    <a:pt x="163138" y="203648"/>
                  </a:lnTo>
                  <a:lnTo>
                    <a:pt x="164221" y="198413"/>
                  </a:lnTo>
                  <a:lnTo>
                    <a:pt x="165136" y="193147"/>
                  </a:lnTo>
                  <a:lnTo>
                    <a:pt x="165882" y="187853"/>
                  </a:lnTo>
                  <a:lnTo>
                    <a:pt x="166459" y="182539"/>
                  </a:lnTo>
                  <a:lnTo>
                    <a:pt x="166865" y="177209"/>
                  </a:lnTo>
                  <a:lnTo>
                    <a:pt x="167101" y="171869"/>
                  </a:lnTo>
                  <a:lnTo>
                    <a:pt x="167166" y="166524"/>
                  </a:lnTo>
                  <a:lnTo>
                    <a:pt x="167060" y="161179"/>
                  </a:lnTo>
                  <a:lnTo>
                    <a:pt x="166783" y="155841"/>
                  </a:lnTo>
                  <a:lnTo>
                    <a:pt x="166335" y="150514"/>
                  </a:lnTo>
                  <a:lnTo>
                    <a:pt x="165718" y="145204"/>
                  </a:lnTo>
                  <a:lnTo>
                    <a:pt x="164931" y="139917"/>
                  </a:lnTo>
                  <a:lnTo>
                    <a:pt x="163975" y="134657"/>
                  </a:lnTo>
                  <a:lnTo>
                    <a:pt x="162852" y="129431"/>
                  </a:lnTo>
                  <a:lnTo>
                    <a:pt x="161562" y="124244"/>
                  </a:lnTo>
                  <a:lnTo>
                    <a:pt x="160107" y="119100"/>
                  </a:lnTo>
                  <a:lnTo>
                    <a:pt x="158489" y="114005"/>
                  </a:lnTo>
                  <a:lnTo>
                    <a:pt x="156708" y="108965"/>
                  </a:lnTo>
                  <a:lnTo>
                    <a:pt x="154767" y="103984"/>
                  </a:lnTo>
                  <a:lnTo>
                    <a:pt x="152668" y="99068"/>
                  </a:lnTo>
                  <a:lnTo>
                    <a:pt x="150412" y="94222"/>
                  </a:lnTo>
                  <a:lnTo>
                    <a:pt x="148003" y="89450"/>
                  </a:lnTo>
                  <a:lnTo>
                    <a:pt x="145442" y="84758"/>
                  </a:lnTo>
                  <a:lnTo>
                    <a:pt x="142733" y="80150"/>
                  </a:lnTo>
                  <a:lnTo>
                    <a:pt x="139878" y="75630"/>
                  </a:lnTo>
                  <a:lnTo>
                    <a:pt x="136880" y="71205"/>
                  </a:lnTo>
                  <a:lnTo>
                    <a:pt x="133742" y="66877"/>
                  </a:lnTo>
                  <a:lnTo>
                    <a:pt x="130467" y="62653"/>
                  </a:lnTo>
                  <a:lnTo>
                    <a:pt x="127058" y="58535"/>
                  </a:lnTo>
                  <a:lnTo>
                    <a:pt x="123520" y="54528"/>
                  </a:lnTo>
                  <a:lnTo>
                    <a:pt x="119856" y="50636"/>
                  </a:lnTo>
                  <a:lnTo>
                    <a:pt x="116068" y="46863"/>
                  </a:lnTo>
                  <a:lnTo>
                    <a:pt x="112163" y="43214"/>
                  </a:lnTo>
                  <a:lnTo>
                    <a:pt x="108142" y="39691"/>
                  </a:lnTo>
                  <a:lnTo>
                    <a:pt x="104011" y="36298"/>
                  </a:lnTo>
                  <a:lnTo>
                    <a:pt x="99774" y="33040"/>
                  </a:lnTo>
                  <a:lnTo>
                    <a:pt x="95434" y="29918"/>
                  </a:lnTo>
                  <a:lnTo>
                    <a:pt x="90997" y="26937"/>
                  </a:lnTo>
                  <a:lnTo>
                    <a:pt x="86467" y="24099"/>
                  </a:lnTo>
                  <a:lnTo>
                    <a:pt x="81848" y="21408"/>
                  </a:lnTo>
                  <a:lnTo>
                    <a:pt x="77146" y="18865"/>
                  </a:lnTo>
                  <a:lnTo>
                    <a:pt x="72365" y="16475"/>
                  </a:lnTo>
                  <a:lnTo>
                    <a:pt x="67510" y="14238"/>
                  </a:lnTo>
                  <a:lnTo>
                    <a:pt x="62586" y="12158"/>
                  </a:lnTo>
                  <a:lnTo>
                    <a:pt x="57598" y="10236"/>
                  </a:lnTo>
                  <a:lnTo>
                    <a:pt x="52551" y="8474"/>
                  </a:lnTo>
                  <a:lnTo>
                    <a:pt x="47450" y="6875"/>
                  </a:lnTo>
                  <a:lnTo>
                    <a:pt x="42301" y="5440"/>
                  </a:lnTo>
                  <a:lnTo>
                    <a:pt x="37108" y="4170"/>
                  </a:lnTo>
                  <a:lnTo>
                    <a:pt x="31878" y="3067"/>
                  </a:lnTo>
                  <a:lnTo>
                    <a:pt x="26615" y="2132"/>
                  </a:lnTo>
                  <a:lnTo>
                    <a:pt x="21324" y="1365"/>
                  </a:lnTo>
                  <a:lnTo>
                    <a:pt x="16012" y="768"/>
                  </a:lnTo>
                  <a:lnTo>
                    <a:pt x="10684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7990" y="4213821"/>
              <a:ext cx="130481" cy="167167"/>
            </a:xfrm>
            <a:custGeom>
              <a:avLst/>
              <a:pathLst>
                <a:path w="130481" h="167167">
                  <a:moveTo>
                    <a:pt x="130481" y="0"/>
                  </a:moveTo>
                  <a:lnTo>
                    <a:pt x="124938" y="91"/>
                  </a:lnTo>
                  <a:lnTo>
                    <a:pt x="119400" y="367"/>
                  </a:lnTo>
                  <a:lnTo>
                    <a:pt x="113875" y="826"/>
                  </a:lnTo>
                  <a:lnTo>
                    <a:pt x="108368" y="1469"/>
                  </a:lnTo>
                  <a:lnTo>
                    <a:pt x="102885" y="2293"/>
                  </a:lnTo>
                  <a:lnTo>
                    <a:pt x="97433" y="3299"/>
                  </a:lnTo>
                  <a:lnTo>
                    <a:pt x="92017" y="4485"/>
                  </a:lnTo>
                  <a:lnTo>
                    <a:pt x="86643" y="5850"/>
                  </a:lnTo>
                  <a:lnTo>
                    <a:pt x="81317" y="7392"/>
                  </a:lnTo>
                  <a:lnTo>
                    <a:pt x="76046" y="9111"/>
                  </a:lnTo>
                  <a:lnTo>
                    <a:pt x="70835" y="11003"/>
                  </a:lnTo>
                  <a:lnTo>
                    <a:pt x="65689" y="13067"/>
                  </a:lnTo>
                  <a:lnTo>
                    <a:pt x="60614" y="15300"/>
                  </a:lnTo>
                  <a:lnTo>
                    <a:pt x="55616" y="17701"/>
                  </a:lnTo>
                  <a:lnTo>
                    <a:pt x="50701" y="20265"/>
                  </a:lnTo>
                  <a:lnTo>
                    <a:pt x="45873" y="22992"/>
                  </a:lnTo>
                  <a:lnTo>
                    <a:pt x="41139" y="25877"/>
                  </a:lnTo>
                  <a:lnTo>
                    <a:pt x="36502" y="28917"/>
                  </a:lnTo>
                  <a:lnTo>
                    <a:pt x="31969" y="32110"/>
                  </a:lnTo>
                  <a:lnTo>
                    <a:pt x="27545" y="35451"/>
                  </a:lnTo>
                  <a:lnTo>
                    <a:pt x="23233" y="38937"/>
                  </a:lnTo>
                  <a:lnTo>
                    <a:pt x="19040" y="42564"/>
                  </a:lnTo>
                  <a:lnTo>
                    <a:pt x="14969" y="46328"/>
                  </a:lnTo>
                  <a:lnTo>
                    <a:pt x="11026" y="50225"/>
                  </a:lnTo>
                  <a:lnTo>
                    <a:pt x="7213" y="54251"/>
                  </a:lnTo>
                  <a:lnTo>
                    <a:pt x="3537" y="58401"/>
                  </a:lnTo>
                  <a:lnTo>
                    <a:pt x="0" y="62671"/>
                  </a:lnTo>
                  <a:lnTo>
                    <a:pt x="13048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7990" y="4276492"/>
              <a:ext cx="130481" cy="104496"/>
            </a:xfrm>
            <a:custGeom>
              <a:avLst/>
              <a:pathLst>
                <a:path w="130481" h="104496">
                  <a:moveTo>
                    <a:pt x="0" y="0"/>
                  </a:moveTo>
                  <a:lnTo>
                    <a:pt x="130481" y="10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8" y="4276492"/>
              <a:ext cx="334328" cy="271642"/>
            </a:xfrm>
            <a:custGeom>
              <a:avLst/>
              <a:pathLst>
                <a:path w="334328" h="271642">
                  <a:moveTo>
                    <a:pt x="36682" y="0"/>
                  </a:moveTo>
                  <a:lnTo>
                    <a:pt x="33420" y="4209"/>
                  </a:lnTo>
                  <a:lnTo>
                    <a:pt x="30293" y="8520"/>
                  </a:lnTo>
                  <a:lnTo>
                    <a:pt x="27305" y="12929"/>
                  </a:lnTo>
                  <a:lnTo>
                    <a:pt x="24459" y="17430"/>
                  </a:lnTo>
                  <a:lnTo>
                    <a:pt x="21758" y="22020"/>
                  </a:lnTo>
                  <a:lnTo>
                    <a:pt x="19205" y="26694"/>
                  </a:lnTo>
                  <a:lnTo>
                    <a:pt x="16802" y="31447"/>
                  </a:lnTo>
                  <a:lnTo>
                    <a:pt x="14551" y="36273"/>
                  </a:lnTo>
                  <a:lnTo>
                    <a:pt x="12455" y="41169"/>
                  </a:lnTo>
                  <a:lnTo>
                    <a:pt x="10517" y="46130"/>
                  </a:lnTo>
                  <a:lnTo>
                    <a:pt x="8737" y="51149"/>
                  </a:lnTo>
                  <a:lnTo>
                    <a:pt x="7118" y="56223"/>
                  </a:lnTo>
                  <a:lnTo>
                    <a:pt x="5661" y="61346"/>
                  </a:lnTo>
                  <a:lnTo>
                    <a:pt x="4369" y="66512"/>
                  </a:lnTo>
                  <a:lnTo>
                    <a:pt x="3241" y="71717"/>
                  </a:lnTo>
                  <a:lnTo>
                    <a:pt x="2280" y="76955"/>
                  </a:lnTo>
                  <a:lnTo>
                    <a:pt x="1487" y="82222"/>
                  </a:lnTo>
                  <a:lnTo>
                    <a:pt x="861" y="87511"/>
                  </a:lnTo>
                  <a:lnTo>
                    <a:pt x="405" y="92817"/>
                  </a:lnTo>
                  <a:lnTo>
                    <a:pt x="117" y="98135"/>
                  </a:lnTo>
                  <a:lnTo>
                    <a:pt x="0" y="103459"/>
                  </a:lnTo>
                  <a:lnTo>
                    <a:pt x="51" y="108784"/>
                  </a:lnTo>
                  <a:lnTo>
                    <a:pt x="273" y="114106"/>
                  </a:lnTo>
                  <a:lnTo>
                    <a:pt x="664" y="119417"/>
                  </a:lnTo>
                  <a:lnTo>
                    <a:pt x="1223" y="124713"/>
                  </a:lnTo>
                  <a:lnTo>
                    <a:pt x="1952" y="129989"/>
                  </a:lnTo>
                  <a:lnTo>
                    <a:pt x="2847" y="135239"/>
                  </a:lnTo>
                  <a:lnTo>
                    <a:pt x="3910" y="140457"/>
                  </a:lnTo>
                  <a:lnTo>
                    <a:pt x="5139" y="145639"/>
                  </a:lnTo>
                  <a:lnTo>
                    <a:pt x="6531" y="150780"/>
                  </a:lnTo>
                  <a:lnTo>
                    <a:pt x="8087" y="155873"/>
                  </a:lnTo>
                  <a:lnTo>
                    <a:pt x="9805" y="160914"/>
                  </a:lnTo>
                  <a:lnTo>
                    <a:pt x="11682" y="165898"/>
                  </a:lnTo>
                  <a:lnTo>
                    <a:pt x="13716" y="170820"/>
                  </a:lnTo>
                  <a:lnTo>
                    <a:pt x="15907" y="175674"/>
                  </a:lnTo>
                  <a:lnTo>
                    <a:pt x="18251" y="180456"/>
                  </a:lnTo>
                  <a:lnTo>
                    <a:pt x="20746" y="185161"/>
                  </a:lnTo>
                  <a:lnTo>
                    <a:pt x="23390" y="189784"/>
                  </a:lnTo>
                  <a:lnTo>
                    <a:pt x="26180" y="194321"/>
                  </a:lnTo>
                  <a:lnTo>
                    <a:pt x="29113" y="198766"/>
                  </a:lnTo>
                  <a:lnTo>
                    <a:pt x="32186" y="203116"/>
                  </a:lnTo>
                  <a:lnTo>
                    <a:pt x="35396" y="207366"/>
                  </a:lnTo>
                  <a:lnTo>
                    <a:pt x="38740" y="211511"/>
                  </a:lnTo>
                  <a:lnTo>
                    <a:pt x="42214" y="215547"/>
                  </a:lnTo>
                  <a:lnTo>
                    <a:pt x="45815" y="219471"/>
                  </a:lnTo>
                  <a:lnTo>
                    <a:pt x="49539" y="223278"/>
                  </a:lnTo>
                  <a:lnTo>
                    <a:pt x="53382" y="226965"/>
                  </a:lnTo>
                  <a:lnTo>
                    <a:pt x="57341" y="230527"/>
                  </a:lnTo>
                  <a:lnTo>
                    <a:pt x="61411" y="233962"/>
                  </a:lnTo>
                  <a:lnTo>
                    <a:pt x="65589" y="237265"/>
                  </a:lnTo>
                  <a:lnTo>
                    <a:pt x="69870" y="240433"/>
                  </a:lnTo>
                  <a:lnTo>
                    <a:pt x="74249" y="243463"/>
                  </a:lnTo>
                  <a:lnTo>
                    <a:pt x="78723" y="246352"/>
                  </a:lnTo>
                  <a:lnTo>
                    <a:pt x="83287" y="249098"/>
                  </a:lnTo>
                  <a:lnTo>
                    <a:pt x="87936" y="251696"/>
                  </a:lnTo>
                  <a:lnTo>
                    <a:pt x="92665" y="254145"/>
                  </a:lnTo>
                  <a:lnTo>
                    <a:pt x="97470" y="256442"/>
                  </a:lnTo>
                  <a:lnTo>
                    <a:pt x="102345" y="258585"/>
                  </a:lnTo>
                  <a:lnTo>
                    <a:pt x="107287" y="260572"/>
                  </a:lnTo>
                  <a:lnTo>
                    <a:pt x="112289" y="262400"/>
                  </a:lnTo>
                  <a:lnTo>
                    <a:pt x="117347" y="264068"/>
                  </a:lnTo>
                  <a:lnTo>
                    <a:pt x="122455" y="265574"/>
                  </a:lnTo>
                  <a:lnTo>
                    <a:pt x="127609" y="266916"/>
                  </a:lnTo>
                  <a:lnTo>
                    <a:pt x="132803" y="268094"/>
                  </a:lnTo>
                  <a:lnTo>
                    <a:pt x="138031" y="269105"/>
                  </a:lnTo>
                  <a:lnTo>
                    <a:pt x="143290" y="269950"/>
                  </a:lnTo>
                  <a:lnTo>
                    <a:pt x="148572" y="270626"/>
                  </a:lnTo>
                  <a:lnTo>
                    <a:pt x="153874" y="271134"/>
                  </a:lnTo>
                  <a:lnTo>
                    <a:pt x="159189" y="271473"/>
                  </a:lnTo>
                  <a:lnTo>
                    <a:pt x="164512" y="271642"/>
                  </a:lnTo>
                  <a:lnTo>
                    <a:pt x="169837" y="271642"/>
                  </a:lnTo>
                  <a:lnTo>
                    <a:pt x="175160" y="271472"/>
                  </a:lnTo>
                  <a:lnTo>
                    <a:pt x="180475" y="271132"/>
                  </a:lnTo>
                  <a:lnTo>
                    <a:pt x="185776" y="270624"/>
                  </a:lnTo>
                  <a:lnTo>
                    <a:pt x="191059" y="269947"/>
                  </a:lnTo>
                  <a:lnTo>
                    <a:pt x="196317" y="269102"/>
                  </a:lnTo>
                  <a:lnTo>
                    <a:pt x="201546" y="268089"/>
                  </a:lnTo>
                  <a:lnTo>
                    <a:pt x="206740" y="266911"/>
                  </a:lnTo>
                  <a:lnTo>
                    <a:pt x="211893" y="265568"/>
                  </a:lnTo>
                  <a:lnTo>
                    <a:pt x="217001" y="264061"/>
                  </a:lnTo>
                  <a:lnTo>
                    <a:pt x="222059" y="262393"/>
                  </a:lnTo>
                  <a:lnTo>
                    <a:pt x="227061" y="260564"/>
                  </a:lnTo>
                  <a:lnTo>
                    <a:pt x="232002" y="258577"/>
                  </a:lnTo>
                  <a:lnTo>
                    <a:pt x="236877" y="256433"/>
                  </a:lnTo>
                  <a:lnTo>
                    <a:pt x="241682" y="254136"/>
                  </a:lnTo>
                  <a:lnTo>
                    <a:pt x="246410" y="251686"/>
                  </a:lnTo>
                  <a:lnTo>
                    <a:pt x="251059" y="249087"/>
                  </a:lnTo>
                  <a:lnTo>
                    <a:pt x="255622" y="246341"/>
                  </a:lnTo>
                  <a:lnTo>
                    <a:pt x="260096" y="243451"/>
                  </a:lnTo>
                  <a:lnTo>
                    <a:pt x="264475" y="240420"/>
                  </a:lnTo>
                  <a:lnTo>
                    <a:pt x="268755" y="237252"/>
                  </a:lnTo>
                  <a:lnTo>
                    <a:pt x="272933" y="233948"/>
                  </a:lnTo>
                  <a:lnTo>
                    <a:pt x="277003" y="230513"/>
                  </a:lnTo>
                  <a:lnTo>
                    <a:pt x="280961" y="226950"/>
                  </a:lnTo>
                  <a:lnTo>
                    <a:pt x="284804" y="223263"/>
                  </a:lnTo>
                  <a:lnTo>
                    <a:pt x="288528" y="219456"/>
                  </a:lnTo>
                  <a:lnTo>
                    <a:pt x="292128" y="215531"/>
                  </a:lnTo>
                  <a:lnTo>
                    <a:pt x="295602" y="211494"/>
                  </a:lnTo>
                  <a:lnTo>
                    <a:pt x="298945" y="207349"/>
                  </a:lnTo>
                  <a:lnTo>
                    <a:pt x="302154" y="203099"/>
                  </a:lnTo>
                  <a:lnTo>
                    <a:pt x="305227" y="198749"/>
                  </a:lnTo>
                  <a:lnTo>
                    <a:pt x="308159" y="194303"/>
                  </a:lnTo>
                  <a:lnTo>
                    <a:pt x="310948" y="189766"/>
                  </a:lnTo>
                  <a:lnTo>
                    <a:pt x="313591" y="185143"/>
                  </a:lnTo>
                  <a:lnTo>
                    <a:pt x="316086" y="180437"/>
                  </a:lnTo>
                  <a:lnTo>
                    <a:pt x="318430" y="175655"/>
                  </a:lnTo>
                  <a:lnTo>
                    <a:pt x="320620" y="170800"/>
                  </a:lnTo>
                  <a:lnTo>
                    <a:pt x="322654" y="165878"/>
                  </a:lnTo>
                  <a:lnTo>
                    <a:pt x="324530" y="160894"/>
                  </a:lnTo>
                  <a:lnTo>
                    <a:pt x="326247" y="155853"/>
                  </a:lnTo>
                  <a:lnTo>
                    <a:pt x="327802" y="150759"/>
                  </a:lnTo>
                  <a:lnTo>
                    <a:pt x="329194" y="145619"/>
                  </a:lnTo>
                  <a:lnTo>
                    <a:pt x="330422" y="140436"/>
                  </a:lnTo>
                  <a:lnTo>
                    <a:pt x="331484" y="135218"/>
                  </a:lnTo>
                  <a:lnTo>
                    <a:pt x="332379" y="129968"/>
                  </a:lnTo>
                  <a:lnTo>
                    <a:pt x="333107" y="124692"/>
                  </a:lnTo>
                  <a:lnTo>
                    <a:pt x="333666" y="119396"/>
                  </a:lnTo>
                  <a:lnTo>
                    <a:pt x="334056" y="114084"/>
                  </a:lnTo>
                  <a:lnTo>
                    <a:pt x="334277" y="108763"/>
                  </a:lnTo>
                  <a:lnTo>
                    <a:pt x="334328" y="103438"/>
                  </a:lnTo>
                  <a:lnTo>
                    <a:pt x="334209" y="98113"/>
                  </a:lnTo>
                  <a:lnTo>
                    <a:pt x="333921" y="92795"/>
                  </a:lnTo>
                  <a:lnTo>
                    <a:pt x="333464" y="87489"/>
                  </a:lnTo>
                  <a:lnTo>
                    <a:pt x="332838" y="82201"/>
                  </a:lnTo>
                  <a:lnTo>
                    <a:pt x="332043" y="76934"/>
                  </a:lnTo>
                  <a:lnTo>
                    <a:pt x="167164" y="1044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4879" cy="167167"/>
            </a:xfrm>
            <a:custGeom>
              <a:avLst/>
              <a:pathLst>
                <a:path w="164879" h="167167">
                  <a:moveTo>
                    <a:pt x="164879" y="139605"/>
                  </a:moveTo>
                  <a:lnTo>
                    <a:pt x="163891" y="134233"/>
                  </a:lnTo>
                  <a:lnTo>
                    <a:pt x="162727" y="128896"/>
                  </a:lnTo>
                  <a:lnTo>
                    <a:pt x="161390" y="123600"/>
                  </a:lnTo>
                  <a:lnTo>
                    <a:pt x="159880" y="118350"/>
                  </a:lnTo>
                  <a:lnTo>
                    <a:pt x="158200" y="113152"/>
                  </a:lnTo>
                  <a:lnTo>
                    <a:pt x="156351" y="108012"/>
                  </a:lnTo>
                  <a:lnTo>
                    <a:pt x="154334" y="102936"/>
                  </a:lnTo>
                  <a:lnTo>
                    <a:pt x="152153" y="97927"/>
                  </a:lnTo>
                  <a:lnTo>
                    <a:pt x="149810" y="92993"/>
                  </a:lnTo>
                  <a:lnTo>
                    <a:pt x="147307" y="88138"/>
                  </a:lnTo>
                  <a:lnTo>
                    <a:pt x="144646" y="83367"/>
                  </a:lnTo>
                  <a:lnTo>
                    <a:pt x="141831" y="78686"/>
                  </a:lnTo>
                  <a:lnTo>
                    <a:pt x="138864" y="74099"/>
                  </a:lnTo>
                  <a:lnTo>
                    <a:pt x="135749" y="69612"/>
                  </a:lnTo>
                  <a:lnTo>
                    <a:pt x="132489" y="65229"/>
                  </a:lnTo>
                  <a:lnTo>
                    <a:pt x="129088" y="60954"/>
                  </a:lnTo>
                  <a:lnTo>
                    <a:pt x="125549" y="56793"/>
                  </a:lnTo>
                  <a:lnTo>
                    <a:pt x="121876" y="52750"/>
                  </a:lnTo>
                  <a:lnTo>
                    <a:pt x="118072" y="48829"/>
                  </a:lnTo>
                  <a:lnTo>
                    <a:pt x="114143" y="45035"/>
                  </a:lnTo>
                  <a:lnTo>
                    <a:pt x="110092" y="41371"/>
                  </a:lnTo>
                  <a:lnTo>
                    <a:pt x="105923" y="37841"/>
                  </a:lnTo>
                  <a:lnTo>
                    <a:pt x="101641" y="34449"/>
                  </a:lnTo>
                  <a:lnTo>
                    <a:pt x="97250" y="31199"/>
                  </a:lnTo>
                  <a:lnTo>
                    <a:pt x="92756" y="28094"/>
                  </a:lnTo>
                  <a:lnTo>
                    <a:pt x="88163" y="25138"/>
                  </a:lnTo>
                  <a:lnTo>
                    <a:pt x="83475" y="22333"/>
                  </a:lnTo>
                  <a:lnTo>
                    <a:pt x="78699" y="19683"/>
                  </a:lnTo>
                  <a:lnTo>
                    <a:pt x="73838" y="17191"/>
                  </a:lnTo>
                  <a:lnTo>
                    <a:pt x="68898" y="14858"/>
                  </a:lnTo>
                  <a:lnTo>
                    <a:pt x="63885" y="12689"/>
                  </a:lnTo>
                  <a:lnTo>
                    <a:pt x="58804" y="10684"/>
                  </a:lnTo>
                  <a:lnTo>
                    <a:pt x="53660" y="8846"/>
                  </a:lnTo>
                  <a:lnTo>
                    <a:pt x="48459" y="7177"/>
                  </a:lnTo>
                  <a:lnTo>
                    <a:pt x="43205" y="5679"/>
                  </a:lnTo>
                  <a:lnTo>
                    <a:pt x="37906" y="4354"/>
                  </a:lnTo>
                  <a:lnTo>
                    <a:pt x="32566" y="3202"/>
                  </a:lnTo>
                  <a:lnTo>
                    <a:pt x="27192" y="2226"/>
                  </a:lnTo>
                  <a:lnTo>
                    <a:pt x="21788" y="1426"/>
                  </a:lnTo>
                  <a:lnTo>
                    <a:pt x="16362" y="802"/>
                  </a:lnTo>
                  <a:lnTo>
                    <a:pt x="10917" y="356"/>
                  </a:lnTo>
                  <a:lnTo>
                    <a:pt x="546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3526" y="3707720"/>
              <a:ext cx="165485" cy="167167"/>
            </a:xfrm>
            <a:custGeom>
              <a:avLst/>
              <a:pathLst>
                <a:path w="165485" h="167167">
                  <a:moveTo>
                    <a:pt x="165485" y="0"/>
                  </a:moveTo>
                  <a:lnTo>
                    <a:pt x="160057" y="88"/>
                  </a:lnTo>
                  <a:lnTo>
                    <a:pt x="154635" y="352"/>
                  </a:lnTo>
                  <a:lnTo>
                    <a:pt x="149225" y="792"/>
                  </a:lnTo>
                  <a:lnTo>
                    <a:pt x="143832" y="1408"/>
                  </a:lnTo>
                  <a:lnTo>
                    <a:pt x="138462" y="2198"/>
                  </a:lnTo>
                  <a:lnTo>
                    <a:pt x="133120" y="3162"/>
                  </a:lnTo>
                  <a:lnTo>
                    <a:pt x="127812" y="4300"/>
                  </a:lnTo>
                  <a:lnTo>
                    <a:pt x="122544" y="5609"/>
                  </a:lnTo>
                  <a:lnTo>
                    <a:pt x="117321" y="7088"/>
                  </a:lnTo>
                  <a:lnTo>
                    <a:pt x="112150" y="8736"/>
                  </a:lnTo>
                  <a:lnTo>
                    <a:pt x="107034" y="10551"/>
                  </a:lnTo>
                  <a:lnTo>
                    <a:pt x="101980" y="12532"/>
                  </a:lnTo>
                  <a:lnTo>
                    <a:pt x="96993" y="14675"/>
                  </a:lnTo>
                  <a:lnTo>
                    <a:pt x="92078" y="16979"/>
                  </a:lnTo>
                  <a:lnTo>
                    <a:pt x="87240" y="19442"/>
                  </a:lnTo>
                  <a:lnTo>
                    <a:pt x="82485" y="22060"/>
                  </a:lnTo>
                  <a:lnTo>
                    <a:pt x="77818" y="24831"/>
                  </a:lnTo>
                  <a:lnTo>
                    <a:pt x="73243" y="27752"/>
                  </a:lnTo>
                  <a:lnTo>
                    <a:pt x="68765" y="30821"/>
                  </a:lnTo>
                  <a:lnTo>
                    <a:pt x="64389" y="34033"/>
                  </a:lnTo>
                  <a:lnTo>
                    <a:pt x="60120" y="37385"/>
                  </a:lnTo>
                  <a:lnTo>
                    <a:pt x="55962" y="40875"/>
                  </a:lnTo>
                  <a:lnTo>
                    <a:pt x="51919" y="44497"/>
                  </a:lnTo>
                  <a:lnTo>
                    <a:pt x="47997" y="48249"/>
                  </a:lnTo>
                  <a:lnTo>
                    <a:pt x="44198" y="52126"/>
                  </a:lnTo>
                  <a:lnTo>
                    <a:pt x="40527" y="56124"/>
                  </a:lnTo>
                  <a:lnTo>
                    <a:pt x="36987" y="60240"/>
                  </a:lnTo>
                  <a:lnTo>
                    <a:pt x="33583" y="64468"/>
                  </a:lnTo>
                  <a:lnTo>
                    <a:pt x="30318" y="68805"/>
                  </a:lnTo>
                  <a:lnTo>
                    <a:pt x="27196" y="73245"/>
                  </a:lnTo>
                  <a:lnTo>
                    <a:pt x="24220" y="77785"/>
                  </a:lnTo>
                  <a:lnTo>
                    <a:pt x="21392" y="82418"/>
                  </a:lnTo>
                  <a:lnTo>
                    <a:pt x="18717" y="87141"/>
                  </a:lnTo>
                  <a:lnTo>
                    <a:pt x="16196" y="91949"/>
                  </a:lnTo>
                  <a:lnTo>
                    <a:pt x="13832" y="96835"/>
                  </a:lnTo>
                  <a:lnTo>
                    <a:pt x="11629" y="101796"/>
                  </a:lnTo>
                  <a:lnTo>
                    <a:pt x="9588" y="106826"/>
                  </a:lnTo>
                  <a:lnTo>
                    <a:pt x="7711" y="111919"/>
                  </a:lnTo>
                  <a:lnTo>
                    <a:pt x="6000" y="117071"/>
                  </a:lnTo>
                  <a:lnTo>
                    <a:pt x="4458" y="122275"/>
                  </a:lnTo>
                  <a:lnTo>
                    <a:pt x="3085" y="127527"/>
                  </a:lnTo>
                  <a:lnTo>
                    <a:pt x="1884" y="132820"/>
                  </a:lnTo>
                  <a:lnTo>
                    <a:pt x="855" y="138150"/>
                  </a:lnTo>
                  <a:lnTo>
                    <a:pt x="0" y="143510"/>
                  </a:lnTo>
                  <a:lnTo>
                    <a:pt x="16548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63" y="3708673"/>
              <a:ext cx="334309" cy="333380"/>
            </a:xfrm>
            <a:custGeom>
              <a:avLst/>
              <a:pathLst>
                <a:path w="334309" h="333380">
                  <a:moveTo>
                    <a:pt x="1662" y="142557"/>
                  </a:moveTo>
                  <a:lnTo>
                    <a:pt x="996" y="147806"/>
                  </a:lnTo>
                  <a:lnTo>
                    <a:pt x="497" y="153073"/>
                  </a:lnTo>
                  <a:lnTo>
                    <a:pt x="165" y="158353"/>
                  </a:lnTo>
                  <a:lnTo>
                    <a:pt x="0" y="163641"/>
                  </a:lnTo>
                  <a:lnTo>
                    <a:pt x="2" y="168932"/>
                  </a:lnTo>
                  <a:lnTo>
                    <a:pt x="172" y="174220"/>
                  </a:lnTo>
                  <a:lnTo>
                    <a:pt x="509" y="179500"/>
                  </a:lnTo>
                  <a:lnTo>
                    <a:pt x="1012" y="184767"/>
                  </a:lnTo>
                  <a:lnTo>
                    <a:pt x="1683" y="190015"/>
                  </a:lnTo>
                  <a:lnTo>
                    <a:pt x="2519" y="195239"/>
                  </a:lnTo>
                  <a:lnTo>
                    <a:pt x="3520" y="200434"/>
                  </a:lnTo>
                  <a:lnTo>
                    <a:pt x="4685" y="205595"/>
                  </a:lnTo>
                  <a:lnTo>
                    <a:pt x="6012" y="210716"/>
                  </a:lnTo>
                  <a:lnTo>
                    <a:pt x="7501" y="215793"/>
                  </a:lnTo>
                  <a:lnTo>
                    <a:pt x="9150" y="220820"/>
                  </a:lnTo>
                  <a:lnTo>
                    <a:pt x="10957" y="225793"/>
                  </a:lnTo>
                  <a:lnTo>
                    <a:pt x="12921" y="230705"/>
                  </a:lnTo>
                  <a:lnTo>
                    <a:pt x="15039" y="235554"/>
                  </a:lnTo>
                  <a:lnTo>
                    <a:pt x="17309" y="240332"/>
                  </a:lnTo>
                  <a:lnTo>
                    <a:pt x="19730" y="245037"/>
                  </a:lnTo>
                  <a:lnTo>
                    <a:pt x="22298" y="249662"/>
                  </a:lnTo>
                  <a:lnTo>
                    <a:pt x="25011" y="254204"/>
                  </a:lnTo>
                  <a:lnTo>
                    <a:pt x="27867" y="258658"/>
                  </a:lnTo>
                  <a:lnTo>
                    <a:pt x="30862" y="263019"/>
                  </a:lnTo>
                  <a:lnTo>
                    <a:pt x="33994" y="267284"/>
                  </a:lnTo>
                  <a:lnTo>
                    <a:pt x="37259" y="271447"/>
                  </a:lnTo>
                  <a:lnTo>
                    <a:pt x="40654" y="275504"/>
                  </a:lnTo>
                  <a:lnTo>
                    <a:pt x="44176" y="279452"/>
                  </a:lnTo>
                  <a:lnTo>
                    <a:pt x="47821" y="283287"/>
                  </a:lnTo>
                  <a:lnTo>
                    <a:pt x="51585" y="287005"/>
                  </a:lnTo>
                  <a:lnTo>
                    <a:pt x="55466" y="290601"/>
                  </a:lnTo>
                  <a:lnTo>
                    <a:pt x="59458" y="294073"/>
                  </a:lnTo>
                  <a:lnTo>
                    <a:pt x="63558" y="297417"/>
                  </a:lnTo>
                  <a:lnTo>
                    <a:pt x="67762" y="300629"/>
                  </a:lnTo>
                  <a:lnTo>
                    <a:pt x="72065" y="303707"/>
                  </a:lnTo>
                  <a:lnTo>
                    <a:pt x="76464" y="306647"/>
                  </a:lnTo>
                  <a:lnTo>
                    <a:pt x="80953" y="309446"/>
                  </a:lnTo>
                  <a:lnTo>
                    <a:pt x="85529" y="312102"/>
                  </a:lnTo>
                  <a:lnTo>
                    <a:pt x="90186" y="314612"/>
                  </a:lnTo>
                  <a:lnTo>
                    <a:pt x="94921" y="316973"/>
                  </a:lnTo>
                  <a:lnTo>
                    <a:pt x="99728" y="319183"/>
                  </a:lnTo>
                  <a:lnTo>
                    <a:pt x="104602" y="321240"/>
                  </a:lnTo>
                  <a:lnTo>
                    <a:pt x="109539" y="323141"/>
                  </a:lnTo>
                  <a:lnTo>
                    <a:pt x="114534" y="324886"/>
                  </a:lnTo>
                  <a:lnTo>
                    <a:pt x="119582" y="326471"/>
                  </a:lnTo>
                  <a:lnTo>
                    <a:pt x="124677" y="327896"/>
                  </a:lnTo>
                  <a:lnTo>
                    <a:pt x="129815" y="329159"/>
                  </a:lnTo>
                  <a:lnTo>
                    <a:pt x="134990" y="330259"/>
                  </a:lnTo>
                  <a:lnTo>
                    <a:pt x="140197" y="331195"/>
                  </a:lnTo>
                  <a:lnTo>
                    <a:pt x="145431" y="331965"/>
                  </a:lnTo>
                  <a:lnTo>
                    <a:pt x="150687" y="332569"/>
                  </a:lnTo>
                  <a:lnTo>
                    <a:pt x="155960" y="333006"/>
                  </a:lnTo>
                  <a:lnTo>
                    <a:pt x="161244" y="333277"/>
                  </a:lnTo>
                  <a:lnTo>
                    <a:pt x="166533" y="333380"/>
                  </a:lnTo>
                  <a:lnTo>
                    <a:pt x="171824" y="333316"/>
                  </a:lnTo>
                  <a:lnTo>
                    <a:pt x="177109" y="333084"/>
                  </a:lnTo>
                  <a:lnTo>
                    <a:pt x="182385" y="332685"/>
                  </a:lnTo>
                  <a:lnTo>
                    <a:pt x="187645" y="332120"/>
                  </a:lnTo>
                  <a:lnTo>
                    <a:pt x="192885" y="331388"/>
                  </a:lnTo>
                  <a:lnTo>
                    <a:pt x="198099" y="330491"/>
                  </a:lnTo>
                  <a:lnTo>
                    <a:pt x="203282" y="329429"/>
                  </a:lnTo>
                  <a:lnTo>
                    <a:pt x="208429" y="328204"/>
                  </a:lnTo>
                  <a:lnTo>
                    <a:pt x="213534" y="326816"/>
                  </a:lnTo>
                  <a:lnTo>
                    <a:pt x="218593" y="325268"/>
                  </a:lnTo>
                  <a:lnTo>
                    <a:pt x="223601" y="323560"/>
                  </a:lnTo>
                  <a:lnTo>
                    <a:pt x="228552" y="321695"/>
                  </a:lnTo>
                  <a:lnTo>
                    <a:pt x="233441" y="319674"/>
                  </a:lnTo>
                  <a:lnTo>
                    <a:pt x="238264" y="317499"/>
                  </a:lnTo>
                  <a:lnTo>
                    <a:pt x="243016" y="315173"/>
                  </a:lnTo>
                  <a:lnTo>
                    <a:pt x="247692" y="312697"/>
                  </a:lnTo>
                  <a:lnTo>
                    <a:pt x="252287" y="310075"/>
                  </a:lnTo>
                  <a:lnTo>
                    <a:pt x="256797" y="307309"/>
                  </a:lnTo>
                  <a:lnTo>
                    <a:pt x="261217" y="304401"/>
                  </a:lnTo>
                  <a:lnTo>
                    <a:pt x="265543" y="301355"/>
                  </a:lnTo>
                  <a:lnTo>
                    <a:pt x="269770" y="298174"/>
                  </a:lnTo>
                  <a:lnTo>
                    <a:pt x="273895" y="294860"/>
                  </a:lnTo>
                  <a:lnTo>
                    <a:pt x="277912" y="291418"/>
                  </a:lnTo>
                  <a:lnTo>
                    <a:pt x="281819" y="287850"/>
                  </a:lnTo>
                  <a:lnTo>
                    <a:pt x="285611" y="284160"/>
                  </a:lnTo>
                  <a:lnTo>
                    <a:pt x="289284" y="280352"/>
                  </a:lnTo>
                  <a:lnTo>
                    <a:pt x="292834" y="276430"/>
                  </a:lnTo>
                  <a:lnTo>
                    <a:pt x="296259" y="272398"/>
                  </a:lnTo>
                  <a:lnTo>
                    <a:pt x="299555" y="268259"/>
                  </a:lnTo>
                  <a:lnTo>
                    <a:pt x="302718" y="264018"/>
                  </a:lnTo>
                  <a:lnTo>
                    <a:pt x="305745" y="259678"/>
                  </a:lnTo>
                  <a:lnTo>
                    <a:pt x="308633" y="255246"/>
                  </a:lnTo>
                  <a:lnTo>
                    <a:pt x="311380" y="250724"/>
                  </a:lnTo>
                  <a:lnTo>
                    <a:pt x="313982" y="246117"/>
                  </a:lnTo>
                  <a:lnTo>
                    <a:pt x="316437" y="241431"/>
                  </a:lnTo>
                  <a:lnTo>
                    <a:pt x="318742" y="236669"/>
                  </a:lnTo>
                  <a:lnTo>
                    <a:pt x="320896" y="231836"/>
                  </a:lnTo>
                  <a:lnTo>
                    <a:pt x="322895" y="226938"/>
                  </a:lnTo>
                  <a:lnTo>
                    <a:pt x="324739" y="221979"/>
                  </a:lnTo>
                  <a:lnTo>
                    <a:pt x="326425" y="216964"/>
                  </a:lnTo>
                  <a:lnTo>
                    <a:pt x="327951" y="211898"/>
                  </a:lnTo>
                  <a:lnTo>
                    <a:pt x="329316" y="206787"/>
                  </a:lnTo>
                  <a:lnTo>
                    <a:pt x="330519" y="201635"/>
                  </a:lnTo>
                  <a:lnTo>
                    <a:pt x="331558" y="196447"/>
                  </a:lnTo>
                  <a:lnTo>
                    <a:pt x="332432" y="191229"/>
                  </a:lnTo>
                  <a:lnTo>
                    <a:pt x="333141" y="185986"/>
                  </a:lnTo>
                  <a:lnTo>
                    <a:pt x="333684" y="180723"/>
                  </a:lnTo>
                  <a:lnTo>
                    <a:pt x="334059" y="175446"/>
                  </a:lnTo>
                  <a:lnTo>
                    <a:pt x="334268" y="170159"/>
                  </a:lnTo>
                  <a:lnTo>
                    <a:pt x="334309" y="164869"/>
                  </a:lnTo>
                  <a:lnTo>
                    <a:pt x="334183" y="159580"/>
                  </a:lnTo>
                  <a:lnTo>
                    <a:pt x="333889" y="154297"/>
                  </a:lnTo>
                  <a:lnTo>
                    <a:pt x="333429" y="149027"/>
                  </a:lnTo>
                  <a:lnTo>
                    <a:pt x="332802" y="143773"/>
                  </a:lnTo>
                  <a:lnTo>
                    <a:pt x="332008" y="138542"/>
                  </a:lnTo>
                  <a:lnTo>
                    <a:pt x="331050" y="133339"/>
                  </a:lnTo>
                  <a:lnTo>
                    <a:pt x="329928" y="128169"/>
                  </a:lnTo>
                  <a:lnTo>
                    <a:pt x="328642" y="123037"/>
                  </a:lnTo>
                  <a:lnTo>
                    <a:pt x="327195" y="117948"/>
                  </a:lnTo>
                  <a:lnTo>
                    <a:pt x="325588" y="112907"/>
                  </a:lnTo>
                  <a:lnTo>
                    <a:pt x="323821" y="107920"/>
                  </a:lnTo>
                  <a:lnTo>
                    <a:pt x="321898" y="102991"/>
                  </a:lnTo>
                  <a:lnTo>
                    <a:pt x="319820" y="98126"/>
                  </a:lnTo>
                  <a:lnTo>
                    <a:pt x="317589" y="93329"/>
                  </a:lnTo>
                  <a:lnTo>
                    <a:pt x="315207" y="88605"/>
                  </a:lnTo>
                  <a:lnTo>
                    <a:pt x="312677" y="83958"/>
                  </a:lnTo>
                  <a:lnTo>
                    <a:pt x="310001" y="79394"/>
                  </a:lnTo>
                  <a:lnTo>
                    <a:pt x="307182" y="74917"/>
                  </a:lnTo>
                  <a:lnTo>
                    <a:pt x="304223" y="70531"/>
                  </a:lnTo>
                  <a:lnTo>
                    <a:pt x="301126" y="66241"/>
                  </a:lnTo>
                  <a:lnTo>
                    <a:pt x="297896" y="62052"/>
                  </a:lnTo>
                  <a:lnTo>
                    <a:pt x="294534" y="57966"/>
                  </a:lnTo>
                  <a:lnTo>
                    <a:pt x="291045" y="53989"/>
                  </a:lnTo>
                  <a:lnTo>
                    <a:pt x="287431" y="50125"/>
                  </a:lnTo>
                  <a:lnTo>
                    <a:pt x="283697" y="46376"/>
                  </a:lnTo>
                  <a:lnTo>
                    <a:pt x="279847" y="42748"/>
                  </a:lnTo>
                  <a:lnTo>
                    <a:pt x="275883" y="39244"/>
                  </a:lnTo>
                  <a:lnTo>
                    <a:pt x="271811" y="35866"/>
                  </a:lnTo>
                  <a:lnTo>
                    <a:pt x="267634" y="32620"/>
                  </a:lnTo>
                  <a:lnTo>
                    <a:pt x="263356" y="29507"/>
                  </a:lnTo>
                  <a:lnTo>
                    <a:pt x="258981" y="26531"/>
                  </a:lnTo>
                  <a:lnTo>
                    <a:pt x="254515" y="23694"/>
                  </a:lnTo>
                  <a:lnTo>
                    <a:pt x="249961" y="21001"/>
                  </a:lnTo>
                  <a:lnTo>
                    <a:pt x="245325" y="18453"/>
                  </a:lnTo>
                  <a:lnTo>
                    <a:pt x="240610" y="16053"/>
                  </a:lnTo>
                  <a:lnTo>
                    <a:pt x="235821" y="13804"/>
                  </a:lnTo>
                  <a:lnTo>
                    <a:pt x="230964" y="11707"/>
                  </a:lnTo>
                  <a:lnTo>
                    <a:pt x="226042" y="9765"/>
                  </a:lnTo>
                  <a:lnTo>
                    <a:pt x="221062" y="7979"/>
                  </a:lnTo>
                  <a:lnTo>
                    <a:pt x="216028" y="6352"/>
                  </a:lnTo>
                  <a:lnTo>
                    <a:pt x="210944" y="4886"/>
                  </a:lnTo>
                  <a:lnTo>
                    <a:pt x="205817" y="3581"/>
                  </a:lnTo>
                  <a:lnTo>
                    <a:pt x="200651" y="2438"/>
                  </a:lnTo>
                  <a:lnTo>
                    <a:pt x="195452" y="1460"/>
                  </a:lnTo>
                  <a:lnTo>
                    <a:pt x="190224" y="647"/>
                  </a:lnTo>
                  <a:lnTo>
                    <a:pt x="184973" y="0"/>
                  </a:lnTo>
                  <a:lnTo>
                    <a:pt x="167147" y="1662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7825" cy="167167"/>
            </a:xfrm>
            <a:custGeom>
              <a:avLst/>
              <a:pathLst>
                <a:path w="17825" h="167167">
                  <a:moveTo>
                    <a:pt x="17825" y="953"/>
                  </a:moveTo>
                  <a:lnTo>
                    <a:pt x="8925" y="2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2025-06-05T19:39:32Z</dcterms:modified>
  <cp:category/>
</cp:coreProperties>
</file>