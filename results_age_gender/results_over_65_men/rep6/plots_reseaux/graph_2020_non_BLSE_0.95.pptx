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02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96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8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11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54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7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3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20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7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5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34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7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7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2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2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3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14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4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518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4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76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339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70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7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6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5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79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28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551" y="3170392"/>
              <a:ext cx="2227" cy="167167"/>
            </a:xfrm>
            <a:custGeom>
              <a:avLst/>
              <a:pathLst>
                <a:path w="2227" h="167167">
                  <a:moveTo>
                    <a:pt x="2227" y="0"/>
                  </a:moveTo>
                  <a:lnTo>
                    <a:pt x="0" y="14"/>
                  </a:lnTo>
                  <a:lnTo>
                    <a:pt x="222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8" y="3170407"/>
              <a:ext cx="334320" cy="334320"/>
            </a:xfrm>
            <a:custGeom>
              <a:avLst/>
              <a:pathLst>
                <a:path w="334320" h="334320">
                  <a:moveTo>
                    <a:pt x="164933" y="0"/>
                  </a:moveTo>
                  <a:lnTo>
                    <a:pt x="159652" y="153"/>
                  </a:lnTo>
                  <a:lnTo>
                    <a:pt x="154380" y="474"/>
                  </a:lnTo>
                  <a:lnTo>
                    <a:pt x="149120" y="961"/>
                  </a:lnTo>
                  <a:lnTo>
                    <a:pt x="143878" y="1614"/>
                  </a:lnTo>
                  <a:lnTo>
                    <a:pt x="138659" y="2432"/>
                  </a:lnTo>
                  <a:lnTo>
                    <a:pt x="133468" y="3415"/>
                  </a:lnTo>
                  <a:lnTo>
                    <a:pt x="128312" y="4561"/>
                  </a:lnTo>
                  <a:lnTo>
                    <a:pt x="123194" y="5870"/>
                  </a:lnTo>
                  <a:lnTo>
                    <a:pt x="118120" y="7340"/>
                  </a:lnTo>
                  <a:lnTo>
                    <a:pt x="113095" y="8969"/>
                  </a:lnTo>
                  <a:lnTo>
                    <a:pt x="108124" y="10756"/>
                  </a:lnTo>
                  <a:lnTo>
                    <a:pt x="103212" y="12700"/>
                  </a:lnTo>
                  <a:lnTo>
                    <a:pt x="98364" y="14797"/>
                  </a:lnTo>
                  <a:lnTo>
                    <a:pt x="93584" y="17047"/>
                  </a:lnTo>
                  <a:lnTo>
                    <a:pt x="88878" y="19447"/>
                  </a:lnTo>
                  <a:lnTo>
                    <a:pt x="84250" y="21994"/>
                  </a:lnTo>
                  <a:lnTo>
                    <a:pt x="79705" y="24686"/>
                  </a:lnTo>
                  <a:lnTo>
                    <a:pt x="75247" y="27520"/>
                  </a:lnTo>
                  <a:lnTo>
                    <a:pt x="70881" y="30494"/>
                  </a:lnTo>
                  <a:lnTo>
                    <a:pt x="66612" y="33605"/>
                  </a:lnTo>
                  <a:lnTo>
                    <a:pt x="62442" y="36848"/>
                  </a:lnTo>
                  <a:lnTo>
                    <a:pt x="58377" y="40222"/>
                  </a:lnTo>
                  <a:lnTo>
                    <a:pt x="54421" y="43723"/>
                  </a:lnTo>
                  <a:lnTo>
                    <a:pt x="50577" y="47346"/>
                  </a:lnTo>
                  <a:lnTo>
                    <a:pt x="46850" y="51090"/>
                  </a:lnTo>
                  <a:lnTo>
                    <a:pt x="43243" y="54949"/>
                  </a:lnTo>
                  <a:lnTo>
                    <a:pt x="39760" y="58920"/>
                  </a:lnTo>
                  <a:lnTo>
                    <a:pt x="36404" y="63000"/>
                  </a:lnTo>
                  <a:lnTo>
                    <a:pt x="33178" y="67183"/>
                  </a:lnTo>
                  <a:lnTo>
                    <a:pt x="30086" y="71467"/>
                  </a:lnTo>
                  <a:lnTo>
                    <a:pt x="27132" y="75845"/>
                  </a:lnTo>
                  <a:lnTo>
                    <a:pt x="24316" y="80315"/>
                  </a:lnTo>
                  <a:lnTo>
                    <a:pt x="21644" y="84872"/>
                  </a:lnTo>
                  <a:lnTo>
                    <a:pt x="19117" y="89511"/>
                  </a:lnTo>
                  <a:lnTo>
                    <a:pt x="16738" y="94227"/>
                  </a:lnTo>
                  <a:lnTo>
                    <a:pt x="14509" y="99017"/>
                  </a:lnTo>
                  <a:lnTo>
                    <a:pt x="12432" y="103874"/>
                  </a:lnTo>
                  <a:lnTo>
                    <a:pt x="10510" y="108794"/>
                  </a:lnTo>
                  <a:lnTo>
                    <a:pt x="8744" y="113773"/>
                  </a:lnTo>
                  <a:lnTo>
                    <a:pt x="7137" y="118805"/>
                  </a:lnTo>
                  <a:lnTo>
                    <a:pt x="5689" y="123885"/>
                  </a:lnTo>
                  <a:lnTo>
                    <a:pt x="4403" y="129009"/>
                  </a:lnTo>
                  <a:lnTo>
                    <a:pt x="3279" y="134170"/>
                  </a:lnTo>
                  <a:lnTo>
                    <a:pt x="2318" y="139365"/>
                  </a:lnTo>
                  <a:lnTo>
                    <a:pt x="1523" y="144587"/>
                  </a:lnTo>
                  <a:lnTo>
                    <a:pt x="892" y="149832"/>
                  </a:lnTo>
                  <a:lnTo>
                    <a:pt x="428" y="155094"/>
                  </a:lnTo>
                  <a:lnTo>
                    <a:pt x="130" y="160368"/>
                  </a:lnTo>
                  <a:lnTo>
                    <a:pt x="0" y="165649"/>
                  </a:lnTo>
                  <a:lnTo>
                    <a:pt x="35" y="170932"/>
                  </a:lnTo>
                  <a:lnTo>
                    <a:pt x="238" y="176210"/>
                  </a:lnTo>
                  <a:lnTo>
                    <a:pt x="608" y="181480"/>
                  </a:lnTo>
                  <a:lnTo>
                    <a:pt x="1144" y="186735"/>
                  </a:lnTo>
                  <a:lnTo>
                    <a:pt x="1845" y="191971"/>
                  </a:lnTo>
                  <a:lnTo>
                    <a:pt x="2712" y="197182"/>
                  </a:lnTo>
                  <a:lnTo>
                    <a:pt x="3743" y="202363"/>
                  </a:lnTo>
                  <a:lnTo>
                    <a:pt x="4937" y="207509"/>
                  </a:lnTo>
                  <a:lnTo>
                    <a:pt x="6293" y="212614"/>
                  </a:lnTo>
                  <a:lnTo>
                    <a:pt x="7810" y="217674"/>
                  </a:lnTo>
                  <a:lnTo>
                    <a:pt x="9486" y="222684"/>
                  </a:lnTo>
                  <a:lnTo>
                    <a:pt x="11319" y="227638"/>
                  </a:lnTo>
                  <a:lnTo>
                    <a:pt x="13308" y="232532"/>
                  </a:lnTo>
                  <a:lnTo>
                    <a:pt x="15451" y="237360"/>
                  </a:lnTo>
                  <a:lnTo>
                    <a:pt x="17745" y="242119"/>
                  </a:lnTo>
                  <a:lnTo>
                    <a:pt x="20188" y="246802"/>
                  </a:lnTo>
                  <a:lnTo>
                    <a:pt x="22778" y="251406"/>
                  </a:lnTo>
                  <a:lnTo>
                    <a:pt x="25512" y="255926"/>
                  </a:lnTo>
                  <a:lnTo>
                    <a:pt x="28388" y="260358"/>
                  </a:lnTo>
                  <a:lnTo>
                    <a:pt x="31402" y="264696"/>
                  </a:lnTo>
                  <a:lnTo>
                    <a:pt x="34552" y="268937"/>
                  </a:lnTo>
                  <a:lnTo>
                    <a:pt x="37834" y="273076"/>
                  </a:lnTo>
                  <a:lnTo>
                    <a:pt x="41246" y="277109"/>
                  </a:lnTo>
                  <a:lnTo>
                    <a:pt x="44783" y="281033"/>
                  </a:lnTo>
                  <a:lnTo>
                    <a:pt x="48442" y="284842"/>
                  </a:lnTo>
                  <a:lnTo>
                    <a:pt x="52220" y="288535"/>
                  </a:lnTo>
                  <a:lnTo>
                    <a:pt x="56113" y="292106"/>
                  </a:lnTo>
                  <a:lnTo>
                    <a:pt x="60116" y="295552"/>
                  </a:lnTo>
                  <a:lnTo>
                    <a:pt x="64227" y="298870"/>
                  </a:lnTo>
                  <a:lnTo>
                    <a:pt x="68440" y="302057"/>
                  </a:lnTo>
                  <a:lnTo>
                    <a:pt x="72752" y="305109"/>
                  </a:lnTo>
                  <a:lnTo>
                    <a:pt x="77158" y="308023"/>
                  </a:lnTo>
                  <a:lnTo>
                    <a:pt x="81654" y="310796"/>
                  </a:lnTo>
                  <a:lnTo>
                    <a:pt x="86235" y="313426"/>
                  </a:lnTo>
                  <a:lnTo>
                    <a:pt x="90897" y="315910"/>
                  </a:lnTo>
                  <a:lnTo>
                    <a:pt x="95635" y="318245"/>
                  </a:lnTo>
                  <a:lnTo>
                    <a:pt x="100445" y="320430"/>
                  </a:lnTo>
                  <a:lnTo>
                    <a:pt x="105321" y="322461"/>
                  </a:lnTo>
                  <a:lnTo>
                    <a:pt x="110260" y="324338"/>
                  </a:lnTo>
                  <a:lnTo>
                    <a:pt x="115254" y="326057"/>
                  </a:lnTo>
                  <a:lnTo>
                    <a:pt x="120301" y="327618"/>
                  </a:lnTo>
                  <a:lnTo>
                    <a:pt x="125395" y="329018"/>
                  </a:lnTo>
                  <a:lnTo>
                    <a:pt x="130530" y="330257"/>
                  </a:lnTo>
                  <a:lnTo>
                    <a:pt x="135702" y="331333"/>
                  </a:lnTo>
                  <a:lnTo>
                    <a:pt x="140905" y="332245"/>
                  </a:lnTo>
                  <a:lnTo>
                    <a:pt x="146134" y="332992"/>
                  </a:lnTo>
                  <a:lnTo>
                    <a:pt x="151385" y="333574"/>
                  </a:lnTo>
                  <a:lnTo>
                    <a:pt x="156651" y="333989"/>
                  </a:lnTo>
                  <a:lnTo>
                    <a:pt x="161928" y="334238"/>
                  </a:lnTo>
                  <a:lnTo>
                    <a:pt x="167210" y="334320"/>
                  </a:lnTo>
                  <a:lnTo>
                    <a:pt x="172491" y="334235"/>
                  </a:lnTo>
                  <a:lnTo>
                    <a:pt x="177768" y="333983"/>
                  </a:lnTo>
                  <a:lnTo>
                    <a:pt x="183034" y="333564"/>
                  </a:lnTo>
                  <a:lnTo>
                    <a:pt x="188284" y="332980"/>
                  </a:lnTo>
                  <a:lnTo>
                    <a:pt x="193513" y="332229"/>
                  </a:lnTo>
                  <a:lnTo>
                    <a:pt x="198716" y="331314"/>
                  </a:lnTo>
                  <a:lnTo>
                    <a:pt x="203887" y="330235"/>
                  </a:lnTo>
                  <a:lnTo>
                    <a:pt x="209021" y="328993"/>
                  </a:lnTo>
                  <a:lnTo>
                    <a:pt x="214114" y="327590"/>
                  </a:lnTo>
                  <a:lnTo>
                    <a:pt x="219160" y="326026"/>
                  </a:lnTo>
                  <a:lnTo>
                    <a:pt x="224154" y="324304"/>
                  </a:lnTo>
                  <a:lnTo>
                    <a:pt x="229091" y="322425"/>
                  </a:lnTo>
                  <a:lnTo>
                    <a:pt x="233966" y="320390"/>
                  </a:lnTo>
                  <a:lnTo>
                    <a:pt x="238774" y="318203"/>
                  </a:lnTo>
                  <a:lnTo>
                    <a:pt x="243511" y="315865"/>
                  </a:lnTo>
                  <a:lnTo>
                    <a:pt x="248172" y="313378"/>
                  </a:lnTo>
                  <a:lnTo>
                    <a:pt x="252752" y="310745"/>
                  </a:lnTo>
                  <a:lnTo>
                    <a:pt x="257246" y="307969"/>
                  </a:lnTo>
                  <a:lnTo>
                    <a:pt x="261650" y="305053"/>
                  </a:lnTo>
                  <a:lnTo>
                    <a:pt x="265960" y="301998"/>
                  </a:lnTo>
                  <a:lnTo>
                    <a:pt x="270172" y="298809"/>
                  </a:lnTo>
                  <a:lnTo>
                    <a:pt x="274280" y="295489"/>
                  </a:lnTo>
                  <a:lnTo>
                    <a:pt x="278282" y="292040"/>
                  </a:lnTo>
                  <a:lnTo>
                    <a:pt x="282172" y="288467"/>
                  </a:lnTo>
                  <a:lnTo>
                    <a:pt x="285948" y="284772"/>
                  </a:lnTo>
                  <a:lnTo>
                    <a:pt x="289605" y="280960"/>
                  </a:lnTo>
                  <a:lnTo>
                    <a:pt x="293140" y="277034"/>
                  </a:lnTo>
                  <a:lnTo>
                    <a:pt x="296549" y="272999"/>
                  </a:lnTo>
                  <a:lnTo>
                    <a:pt x="299828" y="268858"/>
                  </a:lnTo>
                  <a:lnTo>
                    <a:pt x="302976" y="264615"/>
                  </a:lnTo>
                  <a:lnTo>
                    <a:pt x="305987" y="260275"/>
                  </a:lnTo>
                  <a:lnTo>
                    <a:pt x="308860" y="255843"/>
                  </a:lnTo>
                  <a:lnTo>
                    <a:pt x="311592" y="251321"/>
                  </a:lnTo>
                  <a:lnTo>
                    <a:pt x="314179" y="246716"/>
                  </a:lnTo>
                  <a:lnTo>
                    <a:pt x="316620" y="242031"/>
                  </a:lnTo>
                  <a:lnTo>
                    <a:pt x="318911" y="237271"/>
                  </a:lnTo>
                  <a:lnTo>
                    <a:pt x="321051" y="232441"/>
                  </a:lnTo>
                  <a:lnTo>
                    <a:pt x="323037" y="227546"/>
                  </a:lnTo>
                  <a:lnTo>
                    <a:pt x="324867" y="222591"/>
                  </a:lnTo>
                  <a:lnTo>
                    <a:pt x="326540" y="217580"/>
                  </a:lnTo>
                  <a:lnTo>
                    <a:pt x="328054" y="212519"/>
                  </a:lnTo>
                  <a:lnTo>
                    <a:pt x="329407" y="207413"/>
                  </a:lnTo>
                  <a:lnTo>
                    <a:pt x="330598" y="202266"/>
                  </a:lnTo>
                  <a:lnTo>
                    <a:pt x="331626" y="197085"/>
                  </a:lnTo>
                  <a:lnTo>
                    <a:pt x="332490" y="191873"/>
                  </a:lnTo>
                  <a:lnTo>
                    <a:pt x="333188" y="186637"/>
                  </a:lnTo>
                  <a:lnTo>
                    <a:pt x="333721" y="181381"/>
                  </a:lnTo>
                  <a:lnTo>
                    <a:pt x="334087" y="176112"/>
                  </a:lnTo>
                  <a:lnTo>
                    <a:pt x="334287" y="170833"/>
                  </a:lnTo>
                  <a:lnTo>
                    <a:pt x="334320" y="165550"/>
                  </a:lnTo>
                  <a:lnTo>
                    <a:pt x="334186" y="160269"/>
                  </a:lnTo>
                  <a:lnTo>
                    <a:pt x="333885" y="154995"/>
                  </a:lnTo>
                  <a:lnTo>
                    <a:pt x="333418" y="149734"/>
                  </a:lnTo>
                  <a:lnTo>
                    <a:pt x="332784" y="144489"/>
                  </a:lnTo>
                  <a:lnTo>
                    <a:pt x="331986" y="139267"/>
                  </a:lnTo>
                  <a:lnTo>
                    <a:pt x="331022" y="134073"/>
                  </a:lnTo>
                  <a:lnTo>
                    <a:pt x="329895" y="128913"/>
                  </a:lnTo>
                  <a:lnTo>
                    <a:pt x="328606" y="123790"/>
                  </a:lnTo>
                  <a:lnTo>
                    <a:pt x="327155" y="118710"/>
                  </a:lnTo>
                  <a:lnTo>
                    <a:pt x="325545" y="113679"/>
                  </a:lnTo>
                  <a:lnTo>
                    <a:pt x="323776" y="108702"/>
                  </a:lnTo>
                  <a:lnTo>
                    <a:pt x="321851" y="103782"/>
                  </a:lnTo>
                  <a:lnTo>
                    <a:pt x="319771" y="98926"/>
                  </a:lnTo>
                  <a:lnTo>
                    <a:pt x="317540" y="94138"/>
                  </a:lnTo>
                  <a:lnTo>
                    <a:pt x="315157" y="89423"/>
                  </a:lnTo>
                  <a:lnTo>
                    <a:pt x="312628" y="84786"/>
                  </a:lnTo>
                  <a:lnTo>
                    <a:pt x="309953" y="80231"/>
                  </a:lnTo>
                  <a:lnTo>
                    <a:pt x="307135" y="75763"/>
                  </a:lnTo>
                  <a:lnTo>
                    <a:pt x="304177" y="71385"/>
                  </a:lnTo>
                  <a:lnTo>
                    <a:pt x="301083" y="67104"/>
                  </a:lnTo>
                  <a:lnTo>
                    <a:pt x="297855" y="62922"/>
                  </a:lnTo>
                  <a:lnTo>
                    <a:pt x="294496" y="58845"/>
                  </a:lnTo>
                  <a:lnTo>
                    <a:pt x="291011" y="54876"/>
                  </a:lnTo>
                  <a:lnTo>
                    <a:pt x="287401" y="51019"/>
                  </a:lnTo>
                  <a:lnTo>
                    <a:pt x="283672" y="47277"/>
                  </a:lnTo>
                  <a:lnTo>
                    <a:pt x="279826" y="43656"/>
                  </a:lnTo>
                  <a:lnTo>
                    <a:pt x="275868" y="40158"/>
                  </a:lnTo>
                  <a:lnTo>
                    <a:pt x="271801" y="36786"/>
                  </a:lnTo>
                  <a:lnTo>
                    <a:pt x="267630" y="33545"/>
                  </a:lnTo>
                  <a:lnTo>
                    <a:pt x="263358" y="30437"/>
                  </a:lnTo>
                  <a:lnTo>
                    <a:pt x="258990" y="27466"/>
                  </a:lnTo>
                  <a:lnTo>
                    <a:pt x="254531" y="24634"/>
                  </a:lnTo>
                  <a:lnTo>
                    <a:pt x="249984" y="21945"/>
                  </a:lnTo>
                  <a:lnTo>
                    <a:pt x="245355" y="19400"/>
                  </a:lnTo>
                  <a:lnTo>
                    <a:pt x="240647" y="17004"/>
                  </a:lnTo>
                  <a:lnTo>
                    <a:pt x="235867" y="14757"/>
                  </a:lnTo>
                  <a:lnTo>
                    <a:pt x="231017" y="12662"/>
                  </a:lnTo>
                  <a:lnTo>
                    <a:pt x="226104" y="10721"/>
                  </a:lnTo>
                  <a:lnTo>
                    <a:pt x="221132" y="8937"/>
                  </a:lnTo>
                  <a:lnTo>
                    <a:pt x="216106" y="7311"/>
                  </a:lnTo>
                  <a:lnTo>
                    <a:pt x="211031" y="5844"/>
                  </a:lnTo>
                  <a:lnTo>
                    <a:pt x="205912" y="4538"/>
                  </a:lnTo>
                  <a:lnTo>
                    <a:pt x="200755" y="3395"/>
                  </a:lnTo>
                  <a:lnTo>
                    <a:pt x="195564" y="2415"/>
                  </a:lnTo>
                  <a:lnTo>
                    <a:pt x="190345" y="1600"/>
                  </a:lnTo>
                  <a:lnTo>
                    <a:pt x="185102" y="950"/>
                  </a:lnTo>
                  <a:lnTo>
                    <a:pt x="179842" y="466"/>
                  </a:lnTo>
                  <a:lnTo>
                    <a:pt x="174569" y="149"/>
                  </a:lnTo>
                  <a:lnTo>
                    <a:pt x="167160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408" cy="167167"/>
            </a:xfrm>
            <a:custGeom>
              <a:avLst/>
              <a:pathLst>
                <a:path w="7408" h="167167">
                  <a:moveTo>
                    <a:pt x="7408" y="1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901" y="2633064"/>
              <a:ext cx="33110" cy="167167"/>
            </a:xfrm>
            <a:custGeom>
              <a:avLst/>
              <a:pathLst>
                <a:path w="33110" h="167167">
                  <a:moveTo>
                    <a:pt x="33110" y="0"/>
                  </a:moveTo>
                  <a:lnTo>
                    <a:pt x="26445" y="132"/>
                  </a:lnTo>
                  <a:lnTo>
                    <a:pt x="19792" y="531"/>
                  </a:lnTo>
                  <a:lnTo>
                    <a:pt x="13159" y="1194"/>
                  </a:lnTo>
                  <a:lnTo>
                    <a:pt x="6558" y="2122"/>
                  </a:lnTo>
                  <a:lnTo>
                    <a:pt x="0" y="3311"/>
                  </a:lnTo>
                  <a:lnTo>
                    <a:pt x="3311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5901" y="2636376"/>
              <a:ext cx="33110" cy="163855"/>
            </a:xfrm>
            <a:custGeom>
              <a:avLst/>
              <a:pathLst>
                <a:path w="33110" h="163855">
                  <a:moveTo>
                    <a:pt x="0" y="0"/>
                  </a:moveTo>
                  <a:lnTo>
                    <a:pt x="33110" y="1638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4" y="2636376"/>
              <a:ext cx="334316" cy="331022"/>
            </a:xfrm>
            <a:custGeom>
              <a:avLst/>
              <a:pathLst>
                <a:path w="334316" h="331022">
                  <a:moveTo>
                    <a:pt x="134046" y="0"/>
                  </a:moveTo>
                  <a:lnTo>
                    <a:pt x="128881" y="1128"/>
                  </a:lnTo>
                  <a:lnTo>
                    <a:pt x="123754" y="2420"/>
                  </a:lnTo>
                  <a:lnTo>
                    <a:pt x="118671" y="3873"/>
                  </a:lnTo>
                  <a:lnTo>
                    <a:pt x="113636" y="5487"/>
                  </a:lnTo>
                  <a:lnTo>
                    <a:pt x="108655" y="7258"/>
                  </a:lnTo>
                  <a:lnTo>
                    <a:pt x="103733" y="9186"/>
                  </a:lnTo>
                  <a:lnTo>
                    <a:pt x="98873" y="11269"/>
                  </a:lnTo>
                  <a:lnTo>
                    <a:pt x="94083" y="13505"/>
                  </a:lnTo>
                  <a:lnTo>
                    <a:pt x="89365" y="15891"/>
                  </a:lnTo>
                  <a:lnTo>
                    <a:pt x="84725" y="18425"/>
                  </a:lnTo>
                  <a:lnTo>
                    <a:pt x="80167" y="21104"/>
                  </a:lnTo>
                  <a:lnTo>
                    <a:pt x="75697" y="23926"/>
                  </a:lnTo>
                  <a:lnTo>
                    <a:pt x="71318" y="26888"/>
                  </a:lnTo>
                  <a:lnTo>
                    <a:pt x="67034" y="29987"/>
                  </a:lnTo>
                  <a:lnTo>
                    <a:pt x="62851" y="33220"/>
                  </a:lnTo>
                  <a:lnTo>
                    <a:pt x="58773" y="36584"/>
                  </a:lnTo>
                  <a:lnTo>
                    <a:pt x="54802" y="40075"/>
                  </a:lnTo>
                  <a:lnTo>
                    <a:pt x="50944" y="43689"/>
                  </a:lnTo>
                  <a:lnTo>
                    <a:pt x="47203" y="47424"/>
                  </a:lnTo>
                  <a:lnTo>
                    <a:pt x="43581" y="51276"/>
                  </a:lnTo>
                  <a:lnTo>
                    <a:pt x="40083" y="55240"/>
                  </a:lnTo>
                  <a:lnTo>
                    <a:pt x="36712" y="59312"/>
                  </a:lnTo>
                  <a:lnTo>
                    <a:pt x="33471" y="63489"/>
                  </a:lnTo>
                  <a:lnTo>
                    <a:pt x="30364" y="67767"/>
                  </a:lnTo>
                  <a:lnTo>
                    <a:pt x="27394" y="72141"/>
                  </a:lnTo>
                  <a:lnTo>
                    <a:pt x="24564" y="76606"/>
                  </a:lnTo>
                  <a:lnTo>
                    <a:pt x="21876" y="81159"/>
                  </a:lnTo>
                  <a:lnTo>
                    <a:pt x="19334" y="85794"/>
                  </a:lnTo>
                  <a:lnTo>
                    <a:pt x="16939" y="90508"/>
                  </a:lnTo>
                  <a:lnTo>
                    <a:pt x="14695" y="95294"/>
                  </a:lnTo>
                  <a:lnTo>
                    <a:pt x="12603" y="100150"/>
                  </a:lnTo>
                  <a:lnTo>
                    <a:pt x="10666" y="105069"/>
                  </a:lnTo>
                  <a:lnTo>
                    <a:pt x="8885" y="110047"/>
                  </a:lnTo>
                  <a:lnTo>
                    <a:pt x="7263" y="115078"/>
                  </a:lnTo>
                  <a:lnTo>
                    <a:pt x="5800" y="120159"/>
                  </a:lnTo>
                  <a:lnTo>
                    <a:pt x="4499" y="125283"/>
                  </a:lnTo>
                  <a:lnTo>
                    <a:pt x="3361" y="130446"/>
                  </a:lnTo>
                  <a:lnTo>
                    <a:pt x="2387" y="135642"/>
                  </a:lnTo>
                  <a:lnTo>
                    <a:pt x="1577" y="140867"/>
                  </a:lnTo>
                  <a:lnTo>
                    <a:pt x="933" y="146114"/>
                  </a:lnTo>
                  <a:lnTo>
                    <a:pt x="455" y="151379"/>
                  </a:lnTo>
                  <a:lnTo>
                    <a:pt x="144" y="156657"/>
                  </a:lnTo>
                  <a:lnTo>
                    <a:pt x="0" y="161942"/>
                  </a:lnTo>
                  <a:lnTo>
                    <a:pt x="23" y="167228"/>
                  </a:lnTo>
                  <a:lnTo>
                    <a:pt x="213" y="172512"/>
                  </a:lnTo>
                  <a:lnTo>
                    <a:pt x="570" y="177786"/>
                  </a:lnTo>
                  <a:lnTo>
                    <a:pt x="1094" y="183047"/>
                  </a:lnTo>
                  <a:lnTo>
                    <a:pt x="1784" y="188289"/>
                  </a:lnTo>
                  <a:lnTo>
                    <a:pt x="2639" y="193506"/>
                  </a:lnTo>
                  <a:lnTo>
                    <a:pt x="3659" y="198693"/>
                  </a:lnTo>
                  <a:lnTo>
                    <a:pt x="4842" y="203846"/>
                  </a:lnTo>
                  <a:lnTo>
                    <a:pt x="6188" y="208959"/>
                  </a:lnTo>
                  <a:lnTo>
                    <a:pt x="7695" y="214026"/>
                  </a:lnTo>
                  <a:lnTo>
                    <a:pt x="9361" y="219044"/>
                  </a:lnTo>
                  <a:lnTo>
                    <a:pt x="11185" y="224006"/>
                  </a:lnTo>
                  <a:lnTo>
                    <a:pt x="13165" y="228908"/>
                  </a:lnTo>
                  <a:lnTo>
                    <a:pt x="15299" y="233745"/>
                  </a:lnTo>
                  <a:lnTo>
                    <a:pt x="17585" y="238512"/>
                  </a:lnTo>
                  <a:lnTo>
                    <a:pt x="20021" y="243204"/>
                  </a:lnTo>
                  <a:lnTo>
                    <a:pt x="22604" y="247817"/>
                  </a:lnTo>
                  <a:lnTo>
                    <a:pt x="25331" y="252346"/>
                  </a:lnTo>
                  <a:lnTo>
                    <a:pt x="28200" y="256787"/>
                  </a:lnTo>
                  <a:lnTo>
                    <a:pt x="31208" y="261134"/>
                  </a:lnTo>
                  <a:lnTo>
                    <a:pt x="34352" y="265384"/>
                  </a:lnTo>
                  <a:lnTo>
                    <a:pt x="37629" y="269533"/>
                  </a:lnTo>
                  <a:lnTo>
                    <a:pt x="41036" y="273576"/>
                  </a:lnTo>
                  <a:lnTo>
                    <a:pt x="44569" y="277509"/>
                  </a:lnTo>
                  <a:lnTo>
                    <a:pt x="48224" y="281329"/>
                  </a:lnTo>
                  <a:lnTo>
                    <a:pt x="51998" y="285031"/>
                  </a:lnTo>
                  <a:lnTo>
                    <a:pt x="55887" y="288612"/>
                  </a:lnTo>
                  <a:lnTo>
                    <a:pt x="59888" y="292068"/>
                  </a:lnTo>
                  <a:lnTo>
                    <a:pt x="63996" y="295396"/>
                  </a:lnTo>
                  <a:lnTo>
                    <a:pt x="68207" y="298592"/>
                  </a:lnTo>
                  <a:lnTo>
                    <a:pt x="72517" y="301654"/>
                  </a:lnTo>
                  <a:lnTo>
                    <a:pt x="76922" y="304578"/>
                  </a:lnTo>
                  <a:lnTo>
                    <a:pt x="81417" y="307361"/>
                  </a:lnTo>
                  <a:lnTo>
                    <a:pt x="85998" y="310000"/>
                  </a:lnTo>
                  <a:lnTo>
                    <a:pt x="90660" y="312493"/>
                  </a:lnTo>
                  <a:lnTo>
                    <a:pt x="95398" y="314838"/>
                  </a:lnTo>
                  <a:lnTo>
                    <a:pt x="100209" y="317031"/>
                  </a:lnTo>
                  <a:lnTo>
                    <a:pt x="105086" y="319072"/>
                  </a:lnTo>
                  <a:lnTo>
                    <a:pt x="110025" y="320957"/>
                  </a:lnTo>
                  <a:lnTo>
                    <a:pt x="115021" y="322685"/>
                  </a:lnTo>
                  <a:lnTo>
                    <a:pt x="120070" y="324254"/>
                  </a:lnTo>
                  <a:lnTo>
                    <a:pt x="125166" y="325663"/>
                  </a:lnTo>
                  <a:lnTo>
                    <a:pt x="130303" y="326910"/>
                  </a:lnTo>
                  <a:lnTo>
                    <a:pt x="135478" y="327994"/>
                  </a:lnTo>
                  <a:lnTo>
                    <a:pt x="140684" y="328913"/>
                  </a:lnTo>
                  <a:lnTo>
                    <a:pt x="145917" y="329668"/>
                  </a:lnTo>
                  <a:lnTo>
                    <a:pt x="151171" y="330256"/>
                  </a:lnTo>
                  <a:lnTo>
                    <a:pt x="156440" y="330679"/>
                  </a:lnTo>
                  <a:lnTo>
                    <a:pt x="161721" y="330934"/>
                  </a:lnTo>
                  <a:lnTo>
                    <a:pt x="167007" y="331022"/>
                  </a:lnTo>
                  <a:lnTo>
                    <a:pt x="172293" y="330944"/>
                  </a:lnTo>
                  <a:lnTo>
                    <a:pt x="177574" y="330698"/>
                  </a:lnTo>
                  <a:lnTo>
                    <a:pt x="182845" y="330285"/>
                  </a:lnTo>
                  <a:lnTo>
                    <a:pt x="188100" y="329705"/>
                  </a:lnTo>
                  <a:lnTo>
                    <a:pt x="193334" y="328960"/>
                  </a:lnTo>
                  <a:lnTo>
                    <a:pt x="198542" y="328050"/>
                  </a:lnTo>
                  <a:lnTo>
                    <a:pt x="203718" y="326975"/>
                  </a:lnTo>
                  <a:lnTo>
                    <a:pt x="208858" y="325737"/>
                  </a:lnTo>
                  <a:lnTo>
                    <a:pt x="213956" y="324338"/>
                  </a:lnTo>
                  <a:lnTo>
                    <a:pt x="219008" y="322778"/>
                  </a:lnTo>
                  <a:lnTo>
                    <a:pt x="224007" y="321058"/>
                  </a:lnTo>
                  <a:lnTo>
                    <a:pt x="228950" y="319182"/>
                  </a:lnTo>
                  <a:lnTo>
                    <a:pt x="233831" y="317150"/>
                  </a:lnTo>
                  <a:lnTo>
                    <a:pt x="238645" y="314965"/>
                  </a:lnTo>
                  <a:lnTo>
                    <a:pt x="243387" y="312629"/>
                  </a:lnTo>
                  <a:lnTo>
                    <a:pt x="248054" y="310144"/>
                  </a:lnTo>
                  <a:lnTo>
                    <a:pt x="252639" y="307513"/>
                  </a:lnTo>
                  <a:lnTo>
                    <a:pt x="257139" y="304738"/>
                  </a:lnTo>
                  <a:lnTo>
                    <a:pt x="261549" y="301822"/>
                  </a:lnTo>
                  <a:lnTo>
                    <a:pt x="265865" y="298768"/>
                  </a:lnTo>
                  <a:lnTo>
                    <a:pt x="270082" y="295579"/>
                  </a:lnTo>
                  <a:lnTo>
                    <a:pt x="274195" y="292259"/>
                  </a:lnTo>
                  <a:lnTo>
                    <a:pt x="278202" y="288810"/>
                  </a:lnTo>
                  <a:lnTo>
                    <a:pt x="282098" y="285236"/>
                  </a:lnTo>
                  <a:lnTo>
                    <a:pt x="285879" y="281540"/>
                  </a:lnTo>
                  <a:lnTo>
                    <a:pt x="289541" y="277727"/>
                  </a:lnTo>
                  <a:lnTo>
                    <a:pt x="293080" y="273800"/>
                  </a:lnTo>
                  <a:lnTo>
                    <a:pt x="296494" y="269763"/>
                  </a:lnTo>
                  <a:lnTo>
                    <a:pt x="299779" y="265621"/>
                  </a:lnTo>
                  <a:lnTo>
                    <a:pt x="302930" y="261376"/>
                  </a:lnTo>
                  <a:lnTo>
                    <a:pt x="305946" y="257034"/>
                  </a:lnTo>
                  <a:lnTo>
                    <a:pt x="308823" y="252598"/>
                  </a:lnTo>
                  <a:lnTo>
                    <a:pt x="311559" y="248074"/>
                  </a:lnTo>
                  <a:lnTo>
                    <a:pt x="314149" y="243466"/>
                  </a:lnTo>
                  <a:lnTo>
                    <a:pt x="316593" y="238778"/>
                  </a:lnTo>
                  <a:lnTo>
                    <a:pt x="318888" y="234015"/>
                  </a:lnTo>
                  <a:lnTo>
                    <a:pt x="321031" y="229182"/>
                  </a:lnTo>
                  <a:lnTo>
                    <a:pt x="323019" y="224283"/>
                  </a:lnTo>
                  <a:lnTo>
                    <a:pt x="324852" y="219324"/>
                  </a:lnTo>
                  <a:lnTo>
                    <a:pt x="326527" y="214310"/>
                  </a:lnTo>
                  <a:lnTo>
                    <a:pt x="328043" y="209245"/>
                  </a:lnTo>
                  <a:lnTo>
                    <a:pt x="329398" y="204135"/>
                  </a:lnTo>
                  <a:lnTo>
                    <a:pt x="330591" y="198984"/>
                  </a:lnTo>
                  <a:lnTo>
                    <a:pt x="331620" y="193799"/>
                  </a:lnTo>
                  <a:lnTo>
                    <a:pt x="332484" y="188583"/>
                  </a:lnTo>
                  <a:lnTo>
                    <a:pt x="333184" y="183343"/>
                  </a:lnTo>
                  <a:lnTo>
                    <a:pt x="333717" y="178083"/>
                  </a:lnTo>
                  <a:lnTo>
                    <a:pt x="334083" y="172809"/>
                  </a:lnTo>
                  <a:lnTo>
                    <a:pt x="334283" y="167526"/>
                  </a:lnTo>
                  <a:lnTo>
                    <a:pt x="334316" y="162239"/>
                  </a:lnTo>
                  <a:lnTo>
                    <a:pt x="334181" y="156954"/>
                  </a:lnTo>
                  <a:lnTo>
                    <a:pt x="333879" y="151676"/>
                  </a:lnTo>
                  <a:lnTo>
                    <a:pt x="333411" y="146410"/>
                  </a:lnTo>
                  <a:lnTo>
                    <a:pt x="332776" y="141161"/>
                  </a:lnTo>
                  <a:lnTo>
                    <a:pt x="331975" y="135936"/>
                  </a:lnTo>
                  <a:lnTo>
                    <a:pt x="331010" y="130738"/>
                  </a:lnTo>
                  <a:lnTo>
                    <a:pt x="329881" y="125573"/>
                  </a:lnTo>
                  <a:lnTo>
                    <a:pt x="328589" y="120446"/>
                  </a:lnTo>
                  <a:lnTo>
                    <a:pt x="327136" y="115363"/>
                  </a:lnTo>
                  <a:lnTo>
                    <a:pt x="325522" y="110329"/>
                  </a:lnTo>
                  <a:lnTo>
                    <a:pt x="323750" y="105348"/>
                  </a:lnTo>
                  <a:lnTo>
                    <a:pt x="321822" y="100425"/>
                  </a:lnTo>
                  <a:lnTo>
                    <a:pt x="319739" y="95566"/>
                  </a:lnTo>
                  <a:lnTo>
                    <a:pt x="317503" y="90775"/>
                  </a:lnTo>
                  <a:lnTo>
                    <a:pt x="315117" y="86057"/>
                  </a:lnTo>
                  <a:lnTo>
                    <a:pt x="312583" y="81418"/>
                  </a:lnTo>
                  <a:lnTo>
                    <a:pt x="309903" y="76860"/>
                  </a:lnTo>
                  <a:lnTo>
                    <a:pt x="307081" y="72390"/>
                  </a:lnTo>
                  <a:lnTo>
                    <a:pt x="304119" y="68011"/>
                  </a:lnTo>
                  <a:lnTo>
                    <a:pt x="301020" y="63728"/>
                  </a:lnTo>
                  <a:lnTo>
                    <a:pt x="297786" y="59545"/>
                  </a:lnTo>
                  <a:lnTo>
                    <a:pt x="294423" y="55466"/>
                  </a:lnTo>
                  <a:lnTo>
                    <a:pt x="290931" y="51496"/>
                  </a:lnTo>
                  <a:lnTo>
                    <a:pt x="287317" y="47638"/>
                  </a:lnTo>
                  <a:lnTo>
                    <a:pt x="283581" y="43897"/>
                  </a:lnTo>
                  <a:lnTo>
                    <a:pt x="279730" y="40275"/>
                  </a:lnTo>
                  <a:lnTo>
                    <a:pt x="275766" y="36777"/>
                  </a:lnTo>
                  <a:lnTo>
                    <a:pt x="271693" y="33406"/>
                  </a:lnTo>
                  <a:lnTo>
                    <a:pt x="267516" y="30166"/>
                  </a:lnTo>
                  <a:lnTo>
                    <a:pt x="167156" y="1638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0359" cy="167167"/>
            </a:xfrm>
            <a:custGeom>
              <a:avLst/>
              <a:pathLst>
                <a:path w="100359" h="167167">
                  <a:moveTo>
                    <a:pt x="100359" y="33477"/>
                  </a:moveTo>
                  <a:lnTo>
                    <a:pt x="95772" y="30154"/>
                  </a:lnTo>
                  <a:lnTo>
                    <a:pt x="91074" y="26987"/>
                  </a:lnTo>
                  <a:lnTo>
                    <a:pt x="86271" y="23981"/>
                  </a:lnTo>
                  <a:lnTo>
                    <a:pt x="81370" y="21140"/>
                  </a:lnTo>
                  <a:lnTo>
                    <a:pt x="76375" y="18467"/>
                  </a:lnTo>
                  <a:lnTo>
                    <a:pt x="71293" y="15964"/>
                  </a:lnTo>
                  <a:lnTo>
                    <a:pt x="66128" y="13635"/>
                  </a:lnTo>
                  <a:lnTo>
                    <a:pt x="60888" y="11483"/>
                  </a:lnTo>
                  <a:lnTo>
                    <a:pt x="55577" y="9509"/>
                  </a:lnTo>
                  <a:lnTo>
                    <a:pt x="50203" y="7716"/>
                  </a:lnTo>
                  <a:lnTo>
                    <a:pt x="44771" y="6107"/>
                  </a:lnTo>
                  <a:lnTo>
                    <a:pt x="39288" y="4682"/>
                  </a:lnTo>
                  <a:lnTo>
                    <a:pt x="33759" y="3444"/>
                  </a:lnTo>
                  <a:lnTo>
                    <a:pt x="28192" y="2394"/>
                  </a:lnTo>
                  <a:lnTo>
                    <a:pt x="22593" y="1533"/>
                  </a:lnTo>
                  <a:lnTo>
                    <a:pt x="16967" y="863"/>
                  </a:lnTo>
                  <a:lnTo>
                    <a:pt x="11322" y="383"/>
                  </a:lnTo>
                  <a:lnTo>
                    <a:pt x="566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699" y="2126963"/>
              <a:ext cx="7773" cy="167167"/>
            </a:xfrm>
            <a:custGeom>
              <a:avLst/>
              <a:pathLst>
                <a:path w="7773" h="167167">
                  <a:moveTo>
                    <a:pt x="7773" y="0"/>
                  </a:moveTo>
                  <a:lnTo>
                    <a:pt x="0" y="180"/>
                  </a:lnTo>
                  <a:lnTo>
                    <a:pt x="77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4" y="2127144"/>
              <a:ext cx="313276" cy="334133"/>
            </a:xfrm>
            <a:custGeom>
              <a:avLst/>
              <a:pathLst>
                <a:path w="313276" h="334133">
                  <a:moveTo>
                    <a:pt x="159394" y="0"/>
                  </a:moveTo>
                  <a:lnTo>
                    <a:pt x="154098" y="330"/>
                  </a:lnTo>
                  <a:lnTo>
                    <a:pt x="148815" y="829"/>
                  </a:lnTo>
                  <a:lnTo>
                    <a:pt x="143551" y="1495"/>
                  </a:lnTo>
                  <a:lnTo>
                    <a:pt x="138310" y="2328"/>
                  </a:lnTo>
                  <a:lnTo>
                    <a:pt x="133098" y="3327"/>
                  </a:lnTo>
                  <a:lnTo>
                    <a:pt x="127921" y="4491"/>
                  </a:lnTo>
                  <a:lnTo>
                    <a:pt x="122783" y="5818"/>
                  </a:lnTo>
                  <a:lnTo>
                    <a:pt x="117691" y="7308"/>
                  </a:lnTo>
                  <a:lnTo>
                    <a:pt x="112647" y="8959"/>
                  </a:lnTo>
                  <a:lnTo>
                    <a:pt x="107659" y="10769"/>
                  </a:lnTo>
                  <a:lnTo>
                    <a:pt x="102731" y="12736"/>
                  </a:lnTo>
                  <a:lnTo>
                    <a:pt x="97868" y="14859"/>
                  </a:lnTo>
                  <a:lnTo>
                    <a:pt x="93074" y="17135"/>
                  </a:lnTo>
                  <a:lnTo>
                    <a:pt x="88356" y="19562"/>
                  </a:lnTo>
                  <a:lnTo>
                    <a:pt x="83716" y="22138"/>
                  </a:lnTo>
                  <a:lnTo>
                    <a:pt x="79161" y="24860"/>
                  </a:lnTo>
                  <a:lnTo>
                    <a:pt x="74694" y="27725"/>
                  </a:lnTo>
                  <a:lnTo>
                    <a:pt x="70321" y="30730"/>
                  </a:lnTo>
                  <a:lnTo>
                    <a:pt x="66045" y="33872"/>
                  </a:lnTo>
                  <a:lnTo>
                    <a:pt x="61871" y="37149"/>
                  </a:lnTo>
                  <a:lnTo>
                    <a:pt x="57803" y="40556"/>
                  </a:lnTo>
                  <a:lnTo>
                    <a:pt x="53846" y="44091"/>
                  </a:lnTo>
                  <a:lnTo>
                    <a:pt x="50002" y="47750"/>
                  </a:lnTo>
                  <a:lnTo>
                    <a:pt x="46277" y="51528"/>
                  </a:lnTo>
                  <a:lnTo>
                    <a:pt x="42673" y="55423"/>
                  </a:lnTo>
                  <a:lnTo>
                    <a:pt x="39195" y="59431"/>
                  </a:lnTo>
                  <a:lnTo>
                    <a:pt x="35846" y="63547"/>
                  </a:lnTo>
                  <a:lnTo>
                    <a:pt x="32629" y="67767"/>
                  </a:lnTo>
                  <a:lnTo>
                    <a:pt x="29547" y="72087"/>
                  </a:lnTo>
                  <a:lnTo>
                    <a:pt x="26605" y="76503"/>
                  </a:lnTo>
                  <a:lnTo>
                    <a:pt x="23804" y="81010"/>
                  </a:lnTo>
                  <a:lnTo>
                    <a:pt x="21147" y="85603"/>
                  </a:lnTo>
                  <a:lnTo>
                    <a:pt x="18638" y="90279"/>
                  </a:lnTo>
                  <a:lnTo>
                    <a:pt x="16278" y="95032"/>
                  </a:lnTo>
                  <a:lnTo>
                    <a:pt x="14070" y="99857"/>
                  </a:lnTo>
                  <a:lnTo>
                    <a:pt x="12017" y="104750"/>
                  </a:lnTo>
                  <a:lnTo>
                    <a:pt x="10120" y="109705"/>
                  </a:lnTo>
                  <a:lnTo>
                    <a:pt x="8381" y="114719"/>
                  </a:lnTo>
                  <a:lnTo>
                    <a:pt x="6802" y="119785"/>
                  </a:lnTo>
                  <a:lnTo>
                    <a:pt x="5384" y="124898"/>
                  </a:lnTo>
                  <a:lnTo>
                    <a:pt x="4130" y="130055"/>
                  </a:lnTo>
                  <a:lnTo>
                    <a:pt x="3040" y="135248"/>
                  </a:lnTo>
                  <a:lnTo>
                    <a:pt x="2115" y="140473"/>
                  </a:lnTo>
                  <a:lnTo>
                    <a:pt x="1357" y="145725"/>
                  </a:lnTo>
                  <a:lnTo>
                    <a:pt x="766" y="150998"/>
                  </a:lnTo>
                  <a:lnTo>
                    <a:pt x="342" y="156288"/>
                  </a:lnTo>
                  <a:lnTo>
                    <a:pt x="87" y="161588"/>
                  </a:lnTo>
                  <a:lnTo>
                    <a:pt x="0" y="166894"/>
                  </a:lnTo>
                  <a:lnTo>
                    <a:pt x="81" y="172199"/>
                  </a:lnTo>
                  <a:lnTo>
                    <a:pt x="330" y="177500"/>
                  </a:lnTo>
                  <a:lnTo>
                    <a:pt x="748" y="182790"/>
                  </a:lnTo>
                  <a:lnTo>
                    <a:pt x="1334" y="188064"/>
                  </a:lnTo>
                  <a:lnTo>
                    <a:pt x="2086" y="193317"/>
                  </a:lnTo>
                  <a:lnTo>
                    <a:pt x="3005" y="198543"/>
                  </a:lnTo>
                  <a:lnTo>
                    <a:pt x="4089" y="203737"/>
                  </a:lnTo>
                  <a:lnTo>
                    <a:pt x="5338" y="208895"/>
                  </a:lnTo>
                  <a:lnTo>
                    <a:pt x="6750" y="214010"/>
                  </a:lnTo>
                  <a:lnTo>
                    <a:pt x="8323" y="219078"/>
                  </a:lnTo>
                  <a:lnTo>
                    <a:pt x="10056" y="224093"/>
                  </a:lnTo>
                  <a:lnTo>
                    <a:pt x="11948" y="229051"/>
                  </a:lnTo>
                  <a:lnTo>
                    <a:pt x="13996" y="233946"/>
                  </a:lnTo>
                  <a:lnTo>
                    <a:pt x="16198" y="238774"/>
                  </a:lnTo>
                  <a:lnTo>
                    <a:pt x="18553" y="243529"/>
                  </a:lnTo>
                  <a:lnTo>
                    <a:pt x="21057" y="248207"/>
                  </a:lnTo>
                  <a:lnTo>
                    <a:pt x="23709" y="252804"/>
                  </a:lnTo>
                  <a:lnTo>
                    <a:pt x="26505" y="257314"/>
                  </a:lnTo>
                  <a:lnTo>
                    <a:pt x="29442" y="261733"/>
                  </a:lnTo>
                  <a:lnTo>
                    <a:pt x="32519" y="266056"/>
                  </a:lnTo>
                  <a:lnTo>
                    <a:pt x="35731" y="270280"/>
                  </a:lnTo>
                  <a:lnTo>
                    <a:pt x="39076" y="274400"/>
                  </a:lnTo>
                  <a:lnTo>
                    <a:pt x="42550" y="278411"/>
                  </a:lnTo>
                  <a:lnTo>
                    <a:pt x="46149" y="282310"/>
                  </a:lnTo>
                  <a:lnTo>
                    <a:pt x="49870" y="286093"/>
                  </a:lnTo>
                  <a:lnTo>
                    <a:pt x="53710" y="289756"/>
                  </a:lnTo>
                  <a:lnTo>
                    <a:pt x="57663" y="293295"/>
                  </a:lnTo>
                  <a:lnTo>
                    <a:pt x="61727" y="296707"/>
                  </a:lnTo>
                  <a:lnTo>
                    <a:pt x="65898" y="299988"/>
                  </a:lnTo>
                  <a:lnTo>
                    <a:pt x="70170" y="303135"/>
                  </a:lnTo>
                  <a:lnTo>
                    <a:pt x="74540" y="306145"/>
                  </a:lnTo>
                  <a:lnTo>
                    <a:pt x="79004" y="309015"/>
                  </a:lnTo>
                  <a:lnTo>
                    <a:pt x="83556" y="311742"/>
                  </a:lnTo>
                  <a:lnTo>
                    <a:pt x="88192" y="314322"/>
                  </a:lnTo>
                  <a:lnTo>
                    <a:pt x="92909" y="316755"/>
                  </a:lnTo>
                  <a:lnTo>
                    <a:pt x="97699" y="319036"/>
                  </a:lnTo>
                  <a:lnTo>
                    <a:pt x="102560" y="321164"/>
                  </a:lnTo>
                  <a:lnTo>
                    <a:pt x="107486" y="323137"/>
                  </a:lnTo>
                  <a:lnTo>
                    <a:pt x="112473" y="324953"/>
                  </a:lnTo>
                  <a:lnTo>
                    <a:pt x="117514" y="326609"/>
                  </a:lnTo>
                  <a:lnTo>
                    <a:pt x="122605" y="328105"/>
                  </a:lnTo>
                  <a:lnTo>
                    <a:pt x="127741" y="329438"/>
                  </a:lnTo>
                  <a:lnTo>
                    <a:pt x="132917" y="330607"/>
                  </a:lnTo>
                  <a:lnTo>
                    <a:pt x="138128" y="331612"/>
                  </a:lnTo>
                  <a:lnTo>
                    <a:pt x="143367" y="332451"/>
                  </a:lnTo>
                  <a:lnTo>
                    <a:pt x="148631" y="333123"/>
                  </a:lnTo>
                  <a:lnTo>
                    <a:pt x="153913" y="333627"/>
                  </a:lnTo>
                  <a:lnTo>
                    <a:pt x="159209" y="333964"/>
                  </a:lnTo>
                  <a:lnTo>
                    <a:pt x="164513" y="334132"/>
                  </a:lnTo>
                  <a:lnTo>
                    <a:pt x="169819" y="334133"/>
                  </a:lnTo>
                  <a:lnTo>
                    <a:pt x="175123" y="333964"/>
                  </a:lnTo>
                  <a:lnTo>
                    <a:pt x="180419" y="333627"/>
                  </a:lnTo>
                  <a:lnTo>
                    <a:pt x="185701" y="333123"/>
                  </a:lnTo>
                  <a:lnTo>
                    <a:pt x="190965" y="332451"/>
                  </a:lnTo>
                  <a:lnTo>
                    <a:pt x="196204" y="331612"/>
                  </a:lnTo>
                  <a:lnTo>
                    <a:pt x="201415" y="330608"/>
                  </a:lnTo>
                  <a:lnTo>
                    <a:pt x="206591" y="329438"/>
                  </a:lnTo>
                  <a:lnTo>
                    <a:pt x="211727" y="328105"/>
                  </a:lnTo>
                  <a:lnTo>
                    <a:pt x="216818" y="326610"/>
                  </a:lnTo>
                  <a:lnTo>
                    <a:pt x="221860" y="324953"/>
                  </a:lnTo>
                  <a:lnTo>
                    <a:pt x="226846" y="323138"/>
                  </a:lnTo>
                  <a:lnTo>
                    <a:pt x="231772" y="321165"/>
                  </a:lnTo>
                  <a:lnTo>
                    <a:pt x="236633" y="319037"/>
                  </a:lnTo>
                  <a:lnTo>
                    <a:pt x="241424" y="316756"/>
                  </a:lnTo>
                  <a:lnTo>
                    <a:pt x="246140" y="314323"/>
                  </a:lnTo>
                  <a:lnTo>
                    <a:pt x="250776" y="311743"/>
                  </a:lnTo>
                  <a:lnTo>
                    <a:pt x="255329" y="309016"/>
                  </a:lnTo>
                  <a:lnTo>
                    <a:pt x="259792" y="306146"/>
                  </a:lnTo>
                  <a:lnTo>
                    <a:pt x="264162" y="303136"/>
                  </a:lnTo>
                  <a:lnTo>
                    <a:pt x="268435" y="299989"/>
                  </a:lnTo>
                  <a:lnTo>
                    <a:pt x="272605" y="296708"/>
                  </a:lnTo>
                  <a:lnTo>
                    <a:pt x="276669" y="293296"/>
                  </a:lnTo>
                  <a:lnTo>
                    <a:pt x="280623" y="289757"/>
                  </a:lnTo>
                  <a:lnTo>
                    <a:pt x="284462" y="286094"/>
                  </a:lnTo>
                  <a:lnTo>
                    <a:pt x="288184" y="282311"/>
                  </a:lnTo>
                  <a:lnTo>
                    <a:pt x="291783" y="278412"/>
                  </a:lnTo>
                  <a:lnTo>
                    <a:pt x="295257" y="274401"/>
                  </a:lnTo>
                  <a:lnTo>
                    <a:pt x="298601" y="270281"/>
                  </a:lnTo>
                  <a:lnTo>
                    <a:pt x="301814" y="266058"/>
                  </a:lnTo>
                  <a:lnTo>
                    <a:pt x="304890" y="261734"/>
                  </a:lnTo>
                  <a:lnTo>
                    <a:pt x="307828" y="257315"/>
                  </a:lnTo>
                  <a:lnTo>
                    <a:pt x="310624" y="252805"/>
                  </a:lnTo>
                  <a:lnTo>
                    <a:pt x="313276" y="248209"/>
                  </a:lnTo>
                  <a:lnTo>
                    <a:pt x="167167" y="1669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5" cy="248390"/>
            </a:xfrm>
            <a:custGeom>
              <a:avLst/>
              <a:pathLst>
                <a:path w="167165" h="248390">
                  <a:moveTo>
                    <a:pt x="146108" y="248390"/>
                  </a:moveTo>
                  <a:lnTo>
                    <a:pt x="148630" y="243678"/>
                  </a:lnTo>
                  <a:lnTo>
                    <a:pt x="151000" y="238888"/>
                  </a:lnTo>
                  <a:lnTo>
                    <a:pt x="153215" y="234024"/>
                  </a:lnTo>
                  <a:lnTo>
                    <a:pt x="155274" y="229092"/>
                  </a:lnTo>
                  <a:lnTo>
                    <a:pt x="157174" y="224097"/>
                  </a:lnTo>
                  <a:lnTo>
                    <a:pt x="158914" y="219043"/>
                  </a:lnTo>
                  <a:lnTo>
                    <a:pt x="160491" y="213937"/>
                  </a:lnTo>
                  <a:lnTo>
                    <a:pt x="161904" y="208783"/>
                  </a:lnTo>
                  <a:lnTo>
                    <a:pt x="163152" y="203586"/>
                  </a:lnTo>
                  <a:lnTo>
                    <a:pt x="164232" y="198352"/>
                  </a:lnTo>
                  <a:lnTo>
                    <a:pt x="165145" y="193086"/>
                  </a:lnTo>
                  <a:lnTo>
                    <a:pt x="165889" y="187794"/>
                  </a:lnTo>
                  <a:lnTo>
                    <a:pt x="166464" y="182480"/>
                  </a:lnTo>
                  <a:lnTo>
                    <a:pt x="166869" y="177151"/>
                  </a:lnTo>
                  <a:lnTo>
                    <a:pt x="167102" y="171812"/>
                  </a:lnTo>
                  <a:lnTo>
                    <a:pt x="167165" y="166468"/>
                  </a:lnTo>
                  <a:lnTo>
                    <a:pt x="167058" y="161125"/>
                  </a:lnTo>
                  <a:lnTo>
                    <a:pt x="166779" y="155788"/>
                  </a:lnTo>
                  <a:lnTo>
                    <a:pt x="166330" y="150462"/>
                  </a:lnTo>
                  <a:lnTo>
                    <a:pt x="165711" y="145154"/>
                  </a:lnTo>
                  <a:lnTo>
                    <a:pt x="164923" y="139868"/>
                  </a:lnTo>
                  <a:lnTo>
                    <a:pt x="163966" y="134610"/>
                  </a:lnTo>
                  <a:lnTo>
                    <a:pt x="162841" y="129385"/>
                  </a:lnTo>
                  <a:lnTo>
                    <a:pt x="161550" y="124199"/>
                  </a:lnTo>
                  <a:lnTo>
                    <a:pt x="160094" y="119057"/>
                  </a:lnTo>
                  <a:lnTo>
                    <a:pt x="158475" y="113963"/>
                  </a:lnTo>
                  <a:lnTo>
                    <a:pt x="156693" y="108925"/>
                  </a:lnTo>
                  <a:lnTo>
                    <a:pt x="154751" y="103946"/>
                  </a:lnTo>
                  <a:lnTo>
                    <a:pt x="152651" y="99031"/>
                  </a:lnTo>
                  <a:lnTo>
                    <a:pt x="150395" y="94186"/>
                  </a:lnTo>
                  <a:lnTo>
                    <a:pt x="147985" y="89416"/>
                  </a:lnTo>
                  <a:lnTo>
                    <a:pt x="145424" y="84725"/>
                  </a:lnTo>
                  <a:lnTo>
                    <a:pt x="142714" y="80119"/>
                  </a:lnTo>
                  <a:lnTo>
                    <a:pt x="139859" y="75601"/>
                  </a:lnTo>
                  <a:lnTo>
                    <a:pt x="136860" y="71177"/>
                  </a:lnTo>
                  <a:lnTo>
                    <a:pt x="133722" y="66851"/>
                  </a:lnTo>
                  <a:lnTo>
                    <a:pt x="130447" y="62628"/>
                  </a:lnTo>
                  <a:lnTo>
                    <a:pt x="127038" y="58511"/>
                  </a:lnTo>
                  <a:lnTo>
                    <a:pt x="123500" y="54506"/>
                  </a:lnTo>
                  <a:lnTo>
                    <a:pt x="119836" y="50616"/>
                  </a:lnTo>
                  <a:lnTo>
                    <a:pt x="116049" y="46844"/>
                  </a:lnTo>
                  <a:lnTo>
                    <a:pt x="112143" y="43196"/>
                  </a:lnTo>
                  <a:lnTo>
                    <a:pt x="108123" y="39675"/>
                  </a:lnTo>
                  <a:lnTo>
                    <a:pt x="103992" y="36284"/>
                  </a:lnTo>
                  <a:lnTo>
                    <a:pt x="99755" y="33026"/>
                  </a:lnTo>
                  <a:lnTo>
                    <a:pt x="95416" y="29906"/>
                  </a:lnTo>
                  <a:lnTo>
                    <a:pt x="90980" y="26926"/>
                  </a:lnTo>
                  <a:lnTo>
                    <a:pt x="86450" y="24089"/>
                  </a:lnTo>
                  <a:lnTo>
                    <a:pt x="81833" y="21399"/>
                  </a:lnTo>
                  <a:lnTo>
                    <a:pt x="77131" y="18858"/>
                  </a:lnTo>
                  <a:lnTo>
                    <a:pt x="72351" y="16468"/>
                  </a:lnTo>
                  <a:lnTo>
                    <a:pt x="67496" y="14232"/>
                  </a:lnTo>
                  <a:lnTo>
                    <a:pt x="62573" y="12152"/>
                  </a:lnTo>
                  <a:lnTo>
                    <a:pt x="57586" y="10231"/>
                  </a:lnTo>
                  <a:lnTo>
                    <a:pt x="52540" y="8471"/>
                  </a:lnTo>
                  <a:lnTo>
                    <a:pt x="47440" y="6872"/>
                  </a:lnTo>
                  <a:lnTo>
                    <a:pt x="42292" y="5438"/>
                  </a:lnTo>
                  <a:lnTo>
                    <a:pt x="37100" y="4169"/>
                  </a:lnTo>
                  <a:lnTo>
                    <a:pt x="31871" y="3066"/>
                  </a:lnTo>
                  <a:lnTo>
                    <a:pt x="26609" y="2131"/>
                  </a:lnTo>
                  <a:lnTo>
                    <a:pt x="21320" y="1365"/>
                  </a:lnTo>
                  <a:lnTo>
                    <a:pt x="16009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270" y="1681503"/>
              <a:ext cx="14964" cy="167167"/>
            </a:xfrm>
            <a:custGeom>
              <a:avLst/>
              <a:pathLst>
                <a:path w="14964" h="167167">
                  <a:moveTo>
                    <a:pt x="14964" y="0"/>
                  </a:moveTo>
                  <a:lnTo>
                    <a:pt x="0" y="671"/>
                  </a:lnTo>
                  <a:lnTo>
                    <a:pt x="1496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8270" y="1682174"/>
              <a:ext cx="14964" cy="166496"/>
            </a:xfrm>
            <a:custGeom>
              <a:avLst/>
              <a:pathLst>
                <a:path w="14964" h="166496">
                  <a:moveTo>
                    <a:pt x="0" y="0"/>
                  </a:moveTo>
                  <a:lnTo>
                    <a:pt x="14964" y="166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8" y="1682174"/>
              <a:ext cx="334325" cy="333649"/>
            </a:xfrm>
            <a:custGeom>
              <a:avLst/>
              <a:pathLst>
                <a:path w="334325" h="333649">
                  <a:moveTo>
                    <a:pt x="152201" y="0"/>
                  </a:moveTo>
                  <a:lnTo>
                    <a:pt x="146949" y="555"/>
                  </a:lnTo>
                  <a:lnTo>
                    <a:pt x="141717" y="1277"/>
                  </a:lnTo>
                  <a:lnTo>
                    <a:pt x="136510" y="2163"/>
                  </a:lnTo>
                  <a:lnTo>
                    <a:pt x="131334" y="3214"/>
                  </a:lnTo>
                  <a:lnTo>
                    <a:pt x="126194" y="4427"/>
                  </a:lnTo>
                  <a:lnTo>
                    <a:pt x="121094" y="5802"/>
                  </a:lnTo>
                  <a:lnTo>
                    <a:pt x="116041" y="7338"/>
                  </a:lnTo>
                  <a:lnTo>
                    <a:pt x="111038" y="9033"/>
                  </a:lnTo>
                  <a:lnTo>
                    <a:pt x="106092" y="10884"/>
                  </a:lnTo>
                  <a:lnTo>
                    <a:pt x="101206" y="12891"/>
                  </a:lnTo>
                  <a:lnTo>
                    <a:pt x="96387" y="15052"/>
                  </a:lnTo>
                  <a:lnTo>
                    <a:pt x="91638" y="17363"/>
                  </a:lnTo>
                  <a:lnTo>
                    <a:pt x="86964" y="19824"/>
                  </a:lnTo>
                  <a:lnTo>
                    <a:pt x="82371" y="22431"/>
                  </a:lnTo>
                  <a:lnTo>
                    <a:pt x="77862" y="25181"/>
                  </a:lnTo>
                  <a:lnTo>
                    <a:pt x="73442" y="28073"/>
                  </a:lnTo>
                  <a:lnTo>
                    <a:pt x="69116" y="31103"/>
                  </a:lnTo>
                  <a:lnTo>
                    <a:pt x="64888" y="34268"/>
                  </a:lnTo>
                  <a:lnTo>
                    <a:pt x="60762" y="37565"/>
                  </a:lnTo>
                  <a:lnTo>
                    <a:pt x="56742" y="40991"/>
                  </a:lnTo>
                  <a:lnTo>
                    <a:pt x="52832" y="44542"/>
                  </a:lnTo>
                  <a:lnTo>
                    <a:pt x="49037" y="48214"/>
                  </a:lnTo>
                  <a:lnTo>
                    <a:pt x="45359" y="52005"/>
                  </a:lnTo>
                  <a:lnTo>
                    <a:pt x="41803" y="55910"/>
                  </a:lnTo>
                  <a:lnTo>
                    <a:pt x="38372" y="59926"/>
                  </a:lnTo>
                  <a:lnTo>
                    <a:pt x="35070" y="64048"/>
                  </a:lnTo>
                  <a:lnTo>
                    <a:pt x="31899" y="68272"/>
                  </a:lnTo>
                  <a:lnTo>
                    <a:pt x="28864" y="72594"/>
                  </a:lnTo>
                  <a:lnTo>
                    <a:pt x="25966" y="77010"/>
                  </a:lnTo>
                  <a:lnTo>
                    <a:pt x="23210" y="81515"/>
                  </a:lnTo>
                  <a:lnTo>
                    <a:pt x="20597" y="86105"/>
                  </a:lnTo>
                  <a:lnTo>
                    <a:pt x="18131" y="90776"/>
                  </a:lnTo>
                  <a:lnTo>
                    <a:pt x="15813" y="95522"/>
                  </a:lnTo>
                  <a:lnTo>
                    <a:pt x="13646" y="100339"/>
                  </a:lnTo>
                  <a:lnTo>
                    <a:pt x="11633" y="105221"/>
                  </a:lnTo>
                  <a:lnTo>
                    <a:pt x="9775" y="110165"/>
                  </a:lnTo>
                  <a:lnTo>
                    <a:pt x="8074" y="115166"/>
                  </a:lnTo>
                  <a:lnTo>
                    <a:pt x="6532" y="120217"/>
                  </a:lnTo>
                  <a:lnTo>
                    <a:pt x="5150" y="125315"/>
                  </a:lnTo>
                  <a:lnTo>
                    <a:pt x="3930" y="130454"/>
                  </a:lnTo>
                  <a:lnTo>
                    <a:pt x="2873" y="135628"/>
                  </a:lnTo>
                  <a:lnTo>
                    <a:pt x="1980" y="140834"/>
                  </a:lnTo>
                  <a:lnTo>
                    <a:pt x="1251" y="146065"/>
                  </a:lnTo>
                  <a:lnTo>
                    <a:pt x="689" y="151317"/>
                  </a:lnTo>
                  <a:lnTo>
                    <a:pt x="292" y="156583"/>
                  </a:lnTo>
                  <a:lnTo>
                    <a:pt x="63" y="161860"/>
                  </a:lnTo>
                  <a:lnTo>
                    <a:pt x="0" y="167141"/>
                  </a:lnTo>
                  <a:lnTo>
                    <a:pt x="103" y="172422"/>
                  </a:lnTo>
                  <a:lnTo>
                    <a:pt x="374" y="177696"/>
                  </a:lnTo>
                  <a:lnTo>
                    <a:pt x="811" y="182960"/>
                  </a:lnTo>
                  <a:lnTo>
                    <a:pt x="1414" y="188207"/>
                  </a:lnTo>
                  <a:lnTo>
                    <a:pt x="2183" y="193432"/>
                  </a:lnTo>
                  <a:lnTo>
                    <a:pt x="3116" y="198631"/>
                  </a:lnTo>
                  <a:lnTo>
                    <a:pt x="4213" y="203797"/>
                  </a:lnTo>
                  <a:lnTo>
                    <a:pt x="5473" y="208927"/>
                  </a:lnTo>
                  <a:lnTo>
                    <a:pt x="6894" y="214013"/>
                  </a:lnTo>
                  <a:lnTo>
                    <a:pt x="8475" y="219053"/>
                  </a:lnTo>
                  <a:lnTo>
                    <a:pt x="10215" y="224040"/>
                  </a:lnTo>
                  <a:lnTo>
                    <a:pt x="12111" y="228969"/>
                  </a:lnTo>
                  <a:lnTo>
                    <a:pt x="14162" y="233836"/>
                  </a:lnTo>
                  <a:lnTo>
                    <a:pt x="16366" y="238636"/>
                  </a:lnTo>
                  <a:lnTo>
                    <a:pt x="18720" y="243364"/>
                  </a:lnTo>
                  <a:lnTo>
                    <a:pt x="21222" y="248015"/>
                  </a:lnTo>
                  <a:lnTo>
                    <a:pt x="23870" y="252585"/>
                  </a:lnTo>
                  <a:lnTo>
                    <a:pt x="26661" y="257069"/>
                  </a:lnTo>
                  <a:lnTo>
                    <a:pt x="29593" y="261463"/>
                  </a:lnTo>
                  <a:lnTo>
                    <a:pt x="32662" y="265761"/>
                  </a:lnTo>
                  <a:lnTo>
                    <a:pt x="35865" y="269961"/>
                  </a:lnTo>
                  <a:lnTo>
                    <a:pt x="39199" y="274057"/>
                  </a:lnTo>
                  <a:lnTo>
                    <a:pt x="42661" y="278046"/>
                  </a:lnTo>
                  <a:lnTo>
                    <a:pt x="46247" y="281923"/>
                  </a:lnTo>
                  <a:lnTo>
                    <a:pt x="49953" y="285686"/>
                  </a:lnTo>
                  <a:lnTo>
                    <a:pt x="53777" y="289329"/>
                  </a:lnTo>
                  <a:lnTo>
                    <a:pt x="57714" y="292850"/>
                  </a:lnTo>
                  <a:lnTo>
                    <a:pt x="61761" y="296244"/>
                  </a:lnTo>
                  <a:lnTo>
                    <a:pt x="65912" y="299510"/>
                  </a:lnTo>
                  <a:lnTo>
                    <a:pt x="70165" y="302642"/>
                  </a:lnTo>
                  <a:lnTo>
                    <a:pt x="74514" y="305638"/>
                  </a:lnTo>
                  <a:lnTo>
                    <a:pt x="78956" y="308496"/>
                  </a:lnTo>
                  <a:lnTo>
                    <a:pt x="83486" y="311211"/>
                  </a:lnTo>
                  <a:lnTo>
                    <a:pt x="88099" y="313783"/>
                  </a:lnTo>
                  <a:lnTo>
                    <a:pt x="92792" y="316207"/>
                  </a:lnTo>
                  <a:lnTo>
                    <a:pt x="97558" y="318482"/>
                  </a:lnTo>
                  <a:lnTo>
                    <a:pt x="102394" y="320605"/>
                  </a:lnTo>
                  <a:lnTo>
                    <a:pt x="107295" y="322574"/>
                  </a:lnTo>
                  <a:lnTo>
                    <a:pt x="112256" y="324388"/>
                  </a:lnTo>
                  <a:lnTo>
                    <a:pt x="117271" y="326044"/>
                  </a:lnTo>
                  <a:lnTo>
                    <a:pt x="122336" y="327540"/>
                  </a:lnTo>
                  <a:lnTo>
                    <a:pt x="127446" y="328876"/>
                  </a:lnTo>
                  <a:lnTo>
                    <a:pt x="132596" y="330050"/>
                  </a:lnTo>
                  <a:lnTo>
                    <a:pt x="137780" y="331060"/>
                  </a:lnTo>
                  <a:lnTo>
                    <a:pt x="142993" y="331906"/>
                  </a:lnTo>
                  <a:lnTo>
                    <a:pt x="148231" y="332587"/>
                  </a:lnTo>
                  <a:lnTo>
                    <a:pt x="153487" y="333103"/>
                  </a:lnTo>
                  <a:lnTo>
                    <a:pt x="158757" y="333452"/>
                  </a:lnTo>
                  <a:lnTo>
                    <a:pt x="164036" y="333634"/>
                  </a:lnTo>
                  <a:lnTo>
                    <a:pt x="169317" y="333649"/>
                  </a:lnTo>
                  <a:lnTo>
                    <a:pt x="174597" y="333498"/>
                  </a:lnTo>
                  <a:lnTo>
                    <a:pt x="179869" y="333180"/>
                  </a:lnTo>
                  <a:lnTo>
                    <a:pt x="185128" y="332695"/>
                  </a:lnTo>
                  <a:lnTo>
                    <a:pt x="190370" y="332045"/>
                  </a:lnTo>
                  <a:lnTo>
                    <a:pt x="195588" y="331229"/>
                  </a:lnTo>
                  <a:lnTo>
                    <a:pt x="200778" y="330249"/>
                  </a:lnTo>
                  <a:lnTo>
                    <a:pt x="205934" y="329106"/>
                  </a:lnTo>
                  <a:lnTo>
                    <a:pt x="211052" y="327800"/>
                  </a:lnTo>
                  <a:lnTo>
                    <a:pt x="216126" y="326333"/>
                  </a:lnTo>
                  <a:lnTo>
                    <a:pt x="221150" y="324706"/>
                  </a:lnTo>
                  <a:lnTo>
                    <a:pt x="226122" y="322922"/>
                  </a:lnTo>
                  <a:lnTo>
                    <a:pt x="231034" y="320981"/>
                  </a:lnTo>
                  <a:lnTo>
                    <a:pt x="235882" y="318887"/>
                  </a:lnTo>
                  <a:lnTo>
                    <a:pt x="240662" y="316640"/>
                  </a:lnTo>
                  <a:lnTo>
                    <a:pt x="245369" y="314243"/>
                  </a:lnTo>
                  <a:lnTo>
                    <a:pt x="249997" y="311699"/>
                  </a:lnTo>
                  <a:lnTo>
                    <a:pt x="254543" y="309010"/>
                  </a:lnTo>
                  <a:lnTo>
                    <a:pt x="259001" y="306178"/>
                  </a:lnTo>
                  <a:lnTo>
                    <a:pt x="263368" y="303207"/>
                  </a:lnTo>
                  <a:lnTo>
                    <a:pt x="267639" y="300100"/>
                  </a:lnTo>
                  <a:lnTo>
                    <a:pt x="271809" y="296859"/>
                  </a:lnTo>
                  <a:lnTo>
                    <a:pt x="275876" y="293488"/>
                  </a:lnTo>
                  <a:lnTo>
                    <a:pt x="279833" y="289991"/>
                  </a:lnTo>
                  <a:lnTo>
                    <a:pt x="283678" y="286370"/>
                  </a:lnTo>
                  <a:lnTo>
                    <a:pt x="287407" y="282629"/>
                  </a:lnTo>
                  <a:lnTo>
                    <a:pt x="291016" y="278773"/>
                  </a:lnTo>
                  <a:lnTo>
                    <a:pt x="294501" y="274804"/>
                  </a:lnTo>
                  <a:lnTo>
                    <a:pt x="297859" y="270728"/>
                  </a:lnTo>
                  <a:lnTo>
                    <a:pt x="301086" y="266547"/>
                  </a:lnTo>
                  <a:lnTo>
                    <a:pt x="304180" y="262266"/>
                  </a:lnTo>
                  <a:lnTo>
                    <a:pt x="307137" y="257890"/>
                  </a:lnTo>
                  <a:lnTo>
                    <a:pt x="309955" y="253423"/>
                  </a:lnTo>
                  <a:lnTo>
                    <a:pt x="312629" y="248868"/>
                  </a:lnTo>
                  <a:lnTo>
                    <a:pt x="315159" y="244232"/>
                  </a:lnTo>
                  <a:lnTo>
                    <a:pt x="317541" y="239518"/>
                  </a:lnTo>
                  <a:lnTo>
                    <a:pt x="319773" y="234731"/>
                  </a:lnTo>
                  <a:lnTo>
                    <a:pt x="321852" y="229876"/>
                  </a:lnTo>
                  <a:lnTo>
                    <a:pt x="323777" y="224958"/>
                  </a:lnTo>
                  <a:lnTo>
                    <a:pt x="325546" y="219981"/>
                  </a:lnTo>
                  <a:lnTo>
                    <a:pt x="327157" y="214951"/>
                  </a:lnTo>
                  <a:lnTo>
                    <a:pt x="328607" y="209872"/>
                  </a:lnTo>
                  <a:lnTo>
                    <a:pt x="329897" y="204751"/>
                  </a:lnTo>
                  <a:lnTo>
                    <a:pt x="331024" y="199591"/>
                  </a:lnTo>
                  <a:lnTo>
                    <a:pt x="331988" y="194398"/>
                  </a:lnTo>
                  <a:lnTo>
                    <a:pt x="332787" y="189177"/>
                  </a:lnTo>
                  <a:lnTo>
                    <a:pt x="333421" y="183933"/>
                  </a:lnTo>
                  <a:lnTo>
                    <a:pt x="333889" y="178673"/>
                  </a:lnTo>
                  <a:lnTo>
                    <a:pt x="334191" y="173400"/>
                  </a:lnTo>
                  <a:lnTo>
                    <a:pt x="334325" y="168120"/>
                  </a:lnTo>
                  <a:lnTo>
                    <a:pt x="334293" y="162838"/>
                  </a:lnTo>
                  <a:lnTo>
                    <a:pt x="334094" y="157560"/>
                  </a:lnTo>
                  <a:lnTo>
                    <a:pt x="333729" y="152291"/>
                  </a:lnTo>
                  <a:lnTo>
                    <a:pt x="333197" y="147037"/>
                  </a:lnTo>
                  <a:lnTo>
                    <a:pt x="332499" y="141801"/>
                  </a:lnTo>
                  <a:lnTo>
                    <a:pt x="331636" y="136591"/>
                  </a:lnTo>
                  <a:lnTo>
                    <a:pt x="330610" y="131410"/>
                  </a:lnTo>
                  <a:lnTo>
                    <a:pt x="329420" y="126264"/>
                  </a:lnTo>
                  <a:lnTo>
                    <a:pt x="328068" y="121158"/>
                  </a:lnTo>
                  <a:lnTo>
                    <a:pt x="326555" y="116098"/>
                  </a:lnTo>
                  <a:lnTo>
                    <a:pt x="324883" y="111088"/>
                  </a:lnTo>
                  <a:lnTo>
                    <a:pt x="323054" y="106133"/>
                  </a:lnTo>
                  <a:lnTo>
                    <a:pt x="321070" y="101238"/>
                  </a:lnTo>
                  <a:lnTo>
                    <a:pt x="318931" y="96409"/>
                  </a:lnTo>
                  <a:lnTo>
                    <a:pt x="316641" y="91650"/>
                  </a:lnTo>
                  <a:lnTo>
                    <a:pt x="314202" y="86965"/>
                  </a:lnTo>
                  <a:lnTo>
                    <a:pt x="311617" y="82359"/>
                  </a:lnTo>
                  <a:lnTo>
                    <a:pt x="308886" y="77838"/>
                  </a:lnTo>
                  <a:lnTo>
                    <a:pt x="306015" y="73405"/>
                  </a:lnTo>
                  <a:lnTo>
                    <a:pt x="303005" y="69065"/>
                  </a:lnTo>
                  <a:lnTo>
                    <a:pt x="299859" y="64823"/>
                  </a:lnTo>
                  <a:lnTo>
                    <a:pt x="296581" y="60682"/>
                  </a:lnTo>
                  <a:lnTo>
                    <a:pt x="293174" y="56646"/>
                  </a:lnTo>
                  <a:lnTo>
                    <a:pt x="289640" y="52720"/>
                  </a:lnTo>
                  <a:lnTo>
                    <a:pt x="285985" y="48908"/>
                  </a:lnTo>
                  <a:lnTo>
                    <a:pt x="282211" y="45213"/>
                  </a:lnTo>
                  <a:lnTo>
                    <a:pt x="278322" y="41639"/>
                  </a:lnTo>
                  <a:lnTo>
                    <a:pt x="274322" y="38190"/>
                  </a:lnTo>
                  <a:lnTo>
                    <a:pt x="270216" y="34869"/>
                  </a:lnTo>
                  <a:lnTo>
                    <a:pt x="266006" y="31679"/>
                  </a:lnTo>
                  <a:lnTo>
                    <a:pt x="261698" y="28624"/>
                  </a:lnTo>
                  <a:lnTo>
                    <a:pt x="257295" y="25706"/>
                  </a:lnTo>
                  <a:lnTo>
                    <a:pt x="252802" y="22929"/>
                  </a:lnTo>
                  <a:lnTo>
                    <a:pt x="248224" y="20296"/>
                  </a:lnTo>
                  <a:lnTo>
                    <a:pt x="243565" y="17808"/>
                  </a:lnTo>
                  <a:lnTo>
                    <a:pt x="238830" y="15469"/>
                  </a:lnTo>
                  <a:lnTo>
                    <a:pt x="234023" y="13280"/>
                  </a:lnTo>
                  <a:lnTo>
                    <a:pt x="229149" y="11244"/>
                  </a:lnTo>
                  <a:lnTo>
                    <a:pt x="224214" y="9364"/>
                  </a:lnTo>
                  <a:lnTo>
                    <a:pt x="219222" y="7640"/>
                  </a:lnTo>
                  <a:lnTo>
                    <a:pt x="214177" y="6075"/>
                  </a:lnTo>
                  <a:lnTo>
                    <a:pt x="209086" y="4670"/>
                  </a:lnTo>
                  <a:lnTo>
                    <a:pt x="203953" y="3426"/>
                  </a:lnTo>
                  <a:lnTo>
                    <a:pt x="198783" y="2346"/>
                  </a:lnTo>
                  <a:lnTo>
                    <a:pt x="193581" y="1429"/>
                  </a:lnTo>
                  <a:lnTo>
                    <a:pt x="167166" y="1664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6415" cy="167167"/>
            </a:xfrm>
            <a:custGeom>
              <a:avLst/>
              <a:pathLst>
                <a:path w="26415" h="167167">
                  <a:moveTo>
                    <a:pt x="26415" y="2100"/>
                  </a:moveTo>
                  <a:lnTo>
                    <a:pt x="19848" y="1182"/>
                  </a:lnTo>
                  <a:lnTo>
                    <a:pt x="13249" y="525"/>
                  </a:lnTo>
                  <a:lnTo>
                    <a:pt x="6629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1" y="1322571"/>
              <a:ext cx="167167" cy="325712"/>
            </a:xfrm>
            <a:custGeom>
              <a:avLst/>
              <a:pathLst>
                <a:path w="167167" h="325712">
                  <a:moveTo>
                    <a:pt x="167167" y="0"/>
                  </a:moveTo>
                  <a:lnTo>
                    <a:pt x="161813" y="85"/>
                  </a:lnTo>
                  <a:lnTo>
                    <a:pt x="156464" y="342"/>
                  </a:lnTo>
                  <a:lnTo>
                    <a:pt x="151126" y="771"/>
                  </a:lnTo>
                  <a:lnTo>
                    <a:pt x="145805" y="1370"/>
                  </a:lnTo>
                  <a:lnTo>
                    <a:pt x="140506" y="2139"/>
                  </a:lnTo>
                  <a:lnTo>
                    <a:pt x="135234" y="3078"/>
                  </a:lnTo>
                  <a:lnTo>
                    <a:pt x="129995" y="4185"/>
                  </a:lnTo>
                  <a:lnTo>
                    <a:pt x="124794" y="5459"/>
                  </a:lnTo>
                  <a:lnTo>
                    <a:pt x="119636" y="6899"/>
                  </a:lnTo>
                  <a:lnTo>
                    <a:pt x="114527" y="8504"/>
                  </a:lnTo>
                  <a:lnTo>
                    <a:pt x="109472" y="10271"/>
                  </a:lnTo>
                  <a:lnTo>
                    <a:pt x="104477" y="12199"/>
                  </a:lnTo>
                  <a:lnTo>
                    <a:pt x="99546" y="14287"/>
                  </a:lnTo>
                  <a:lnTo>
                    <a:pt x="94684" y="16531"/>
                  </a:lnTo>
                  <a:lnTo>
                    <a:pt x="89896" y="18930"/>
                  </a:lnTo>
                  <a:lnTo>
                    <a:pt x="85188" y="21481"/>
                  </a:lnTo>
                  <a:lnTo>
                    <a:pt x="80564" y="24181"/>
                  </a:lnTo>
                  <a:lnTo>
                    <a:pt x="76029" y="27028"/>
                  </a:lnTo>
                  <a:lnTo>
                    <a:pt x="71587" y="30019"/>
                  </a:lnTo>
                  <a:lnTo>
                    <a:pt x="67243" y="33151"/>
                  </a:lnTo>
                  <a:lnTo>
                    <a:pt x="63002" y="36420"/>
                  </a:lnTo>
                  <a:lnTo>
                    <a:pt x="58868" y="39824"/>
                  </a:lnTo>
                  <a:lnTo>
                    <a:pt x="54845" y="43358"/>
                  </a:lnTo>
                  <a:lnTo>
                    <a:pt x="50937" y="47019"/>
                  </a:lnTo>
                  <a:lnTo>
                    <a:pt x="47149" y="50803"/>
                  </a:lnTo>
                  <a:lnTo>
                    <a:pt x="43483" y="54707"/>
                  </a:lnTo>
                  <a:lnTo>
                    <a:pt x="39945" y="58726"/>
                  </a:lnTo>
                  <a:lnTo>
                    <a:pt x="36537" y="62856"/>
                  </a:lnTo>
                  <a:lnTo>
                    <a:pt x="33263" y="67094"/>
                  </a:lnTo>
                  <a:lnTo>
                    <a:pt x="30126" y="71434"/>
                  </a:lnTo>
                  <a:lnTo>
                    <a:pt x="27130" y="75872"/>
                  </a:lnTo>
                  <a:lnTo>
                    <a:pt x="24278" y="80404"/>
                  </a:lnTo>
                  <a:lnTo>
                    <a:pt x="21573" y="85025"/>
                  </a:lnTo>
                  <a:lnTo>
                    <a:pt x="19016" y="89731"/>
                  </a:lnTo>
                  <a:lnTo>
                    <a:pt x="16612" y="94515"/>
                  </a:lnTo>
                  <a:lnTo>
                    <a:pt x="14362" y="99375"/>
                  </a:lnTo>
                  <a:lnTo>
                    <a:pt x="12270" y="104304"/>
                  </a:lnTo>
                  <a:lnTo>
                    <a:pt x="10336" y="109297"/>
                  </a:lnTo>
                  <a:lnTo>
                    <a:pt x="8563" y="114350"/>
                  </a:lnTo>
                  <a:lnTo>
                    <a:pt x="6952" y="119457"/>
                  </a:lnTo>
                  <a:lnTo>
                    <a:pt x="5506" y="124613"/>
                  </a:lnTo>
                  <a:lnTo>
                    <a:pt x="4226" y="129813"/>
                  </a:lnTo>
                  <a:lnTo>
                    <a:pt x="3114" y="135051"/>
                  </a:lnTo>
                  <a:lnTo>
                    <a:pt x="2169" y="140321"/>
                  </a:lnTo>
                  <a:lnTo>
                    <a:pt x="1394" y="145620"/>
                  </a:lnTo>
                  <a:lnTo>
                    <a:pt x="789" y="150940"/>
                  </a:lnTo>
                  <a:lnTo>
                    <a:pt x="354" y="156278"/>
                  </a:lnTo>
                  <a:lnTo>
                    <a:pt x="91" y="161626"/>
                  </a:lnTo>
                  <a:lnTo>
                    <a:pt x="0" y="166980"/>
                  </a:lnTo>
                  <a:lnTo>
                    <a:pt x="79" y="172334"/>
                  </a:lnTo>
                  <a:lnTo>
                    <a:pt x="331" y="177683"/>
                  </a:lnTo>
                  <a:lnTo>
                    <a:pt x="753" y="183021"/>
                  </a:lnTo>
                  <a:lnTo>
                    <a:pt x="1346" y="188343"/>
                  </a:lnTo>
                  <a:lnTo>
                    <a:pt x="2109" y="193644"/>
                  </a:lnTo>
                  <a:lnTo>
                    <a:pt x="3042" y="198917"/>
                  </a:lnTo>
                  <a:lnTo>
                    <a:pt x="4143" y="204157"/>
                  </a:lnTo>
                  <a:lnTo>
                    <a:pt x="5412" y="209359"/>
                  </a:lnTo>
                  <a:lnTo>
                    <a:pt x="6846" y="214519"/>
                  </a:lnTo>
                  <a:lnTo>
                    <a:pt x="8445" y="219629"/>
                  </a:lnTo>
                  <a:lnTo>
                    <a:pt x="10207" y="224686"/>
                  </a:lnTo>
                  <a:lnTo>
                    <a:pt x="12129" y="229684"/>
                  </a:lnTo>
                  <a:lnTo>
                    <a:pt x="14211" y="234617"/>
                  </a:lnTo>
                  <a:lnTo>
                    <a:pt x="16450" y="239482"/>
                  </a:lnTo>
                  <a:lnTo>
                    <a:pt x="18844" y="244272"/>
                  </a:lnTo>
                  <a:lnTo>
                    <a:pt x="21389" y="248983"/>
                  </a:lnTo>
                  <a:lnTo>
                    <a:pt x="24085" y="253610"/>
                  </a:lnTo>
                  <a:lnTo>
                    <a:pt x="26927" y="258148"/>
                  </a:lnTo>
                  <a:lnTo>
                    <a:pt x="29913" y="262593"/>
                  </a:lnTo>
                  <a:lnTo>
                    <a:pt x="33039" y="266941"/>
                  </a:lnTo>
                  <a:lnTo>
                    <a:pt x="36304" y="271185"/>
                  </a:lnTo>
                  <a:lnTo>
                    <a:pt x="39703" y="275323"/>
                  </a:lnTo>
                  <a:lnTo>
                    <a:pt x="43232" y="279350"/>
                  </a:lnTo>
                  <a:lnTo>
                    <a:pt x="46889" y="283262"/>
                  </a:lnTo>
                  <a:lnTo>
                    <a:pt x="50669" y="287055"/>
                  </a:lnTo>
                  <a:lnTo>
                    <a:pt x="54568" y="290725"/>
                  </a:lnTo>
                  <a:lnTo>
                    <a:pt x="58584" y="294268"/>
                  </a:lnTo>
                  <a:lnTo>
                    <a:pt x="62710" y="297680"/>
                  </a:lnTo>
                  <a:lnTo>
                    <a:pt x="66944" y="300959"/>
                  </a:lnTo>
                  <a:lnTo>
                    <a:pt x="71281" y="304100"/>
                  </a:lnTo>
                  <a:lnTo>
                    <a:pt x="75716" y="307101"/>
                  </a:lnTo>
                  <a:lnTo>
                    <a:pt x="80244" y="309959"/>
                  </a:lnTo>
                  <a:lnTo>
                    <a:pt x="84863" y="312669"/>
                  </a:lnTo>
                  <a:lnTo>
                    <a:pt x="89565" y="315231"/>
                  </a:lnTo>
                  <a:lnTo>
                    <a:pt x="94347" y="317640"/>
                  </a:lnTo>
                  <a:lnTo>
                    <a:pt x="99204" y="319895"/>
                  </a:lnTo>
                  <a:lnTo>
                    <a:pt x="104131" y="321994"/>
                  </a:lnTo>
                  <a:lnTo>
                    <a:pt x="109122" y="323933"/>
                  </a:lnTo>
                  <a:lnTo>
                    <a:pt x="114173" y="32571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8044" y="1489739"/>
              <a:ext cx="52994" cy="158545"/>
            </a:xfrm>
            <a:custGeom>
              <a:avLst/>
              <a:pathLst>
                <a:path w="52994" h="158545">
                  <a:moveTo>
                    <a:pt x="0" y="158545"/>
                  </a:moveTo>
                  <a:lnTo>
                    <a:pt x="5299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8044" y="1326477"/>
              <a:ext cx="220143" cy="330427"/>
            </a:xfrm>
            <a:custGeom>
              <a:avLst/>
              <a:pathLst>
                <a:path w="220143" h="330427">
                  <a:moveTo>
                    <a:pt x="0" y="321807"/>
                  </a:moveTo>
                  <a:lnTo>
                    <a:pt x="5073" y="323413"/>
                  </a:lnTo>
                  <a:lnTo>
                    <a:pt x="10196" y="324857"/>
                  </a:lnTo>
                  <a:lnTo>
                    <a:pt x="15362" y="326138"/>
                  </a:lnTo>
                  <a:lnTo>
                    <a:pt x="20566" y="327253"/>
                  </a:lnTo>
                  <a:lnTo>
                    <a:pt x="25803" y="328203"/>
                  </a:lnTo>
                  <a:lnTo>
                    <a:pt x="31067" y="328985"/>
                  </a:lnTo>
                  <a:lnTo>
                    <a:pt x="36354" y="329599"/>
                  </a:lnTo>
                  <a:lnTo>
                    <a:pt x="41657" y="330044"/>
                  </a:lnTo>
                  <a:lnTo>
                    <a:pt x="46973" y="330320"/>
                  </a:lnTo>
                  <a:lnTo>
                    <a:pt x="52294" y="330427"/>
                  </a:lnTo>
                  <a:lnTo>
                    <a:pt x="57616" y="330365"/>
                  </a:lnTo>
                  <a:lnTo>
                    <a:pt x="62933" y="330133"/>
                  </a:lnTo>
                  <a:lnTo>
                    <a:pt x="68240" y="329732"/>
                  </a:lnTo>
                  <a:lnTo>
                    <a:pt x="73531" y="329162"/>
                  </a:lnTo>
                  <a:lnTo>
                    <a:pt x="78802" y="328425"/>
                  </a:lnTo>
                  <a:lnTo>
                    <a:pt x="84047" y="327519"/>
                  </a:lnTo>
                  <a:lnTo>
                    <a:pt x="89260" y="326447"/>
                  </a:lnTo>
                  <a:lnTo>
                    <a:pt x="94437" y="325210"/>
                  </a:lnTo>
                  <a:lnTo>
                    <a:pt x="99571" y="323809"/>
                  </a:lnTo>
                  <a:lnTo>
                    <a:pt x="104658" y="322245"/>
                  </a:lnTo>
                  <a:lnTo>
                    <a:pt x="109693" y="320520"/>
                  </a:lnTo>
                  <a:lnTo>
                    <a:pt x="114670" y="318635"/>
                  </a:lnTo>
                  <a:lnTo>
                    <a:pt x="119585" y="316593"/>
                  </a:lnTo>
                  <a:lnTo>
                    <a:pt x="124433" y="314395"/>
                  </a:lnTo>
                  <a:lnTo>
                    <a:pt x="129208" y="312044"/>
                  </a:lnTo>
                  <a:lnTo>
                    <a:pt x="133905" y="309543"/>
                  </a:lnTo>
                  <a:lnTo>
                    <a:pt x="138521" y="306893"/>
                  </a:lnTo>
                  <a:lnTo>
                    <a:pt x="143050" y="304098"/>
                  </a:lnTo>
                  <a:lnTo>
                    <a:pt x="147488" y="301159"/>
                  </a:lnTo>
                  <a:lnTo>
                    <a:pt x="151830" y="298081"/>
                  </a:lnTo>
                  <a:lnTo>
                    <a:pt x="156071" y="294867"/>
                  </a:lnTo>
                  <a:lnTo>
                    <a:pt x="160209" y="291519"/>
                  </a:lnTo>
                  <a:lnTo>
                    <a:pt x="164237" y="288041"/>
                  </a:lnTo>
                  <a:lnTo>
                    <a:pt x="168153" y="284436"/>
                  </a:lnTo>
                  <a:lnTo>
                    <a:pt x="171952" y="280709"/>
                  </a:lnTo>
                  <a:lnTo>
                    <a:pt x="175630" y="276862"/>
                  </a:lnTo>
                  <a:lnTo>
                    <a:pt x="179185" y="272901"/>
                  </a:lnTo>
                  <a:lnTo>
                    <a:pt x="182611" y="268828"/>
                  </a:lnTo>
                  <a:lnTo>
                    <a:pt x="185906" y="264648"/>
                  </a:lnTo>
                  <a:lnTo>
                    <a:pt x="189066" y="260366"/>
                  </a:lnTo>
                  <a:lnTo>
                    <a:pt x="192088" y="255985"/>
                  </a:lnTo>
                  <a:lnTo>
                    <a:pt x="194969" y="251510"/>
                  </a:lnTo>
                  <a:lnTo>
                    <a:pt x="197707" y="246946"/>
                  </a:lnTo>
                  <a:lnTo>
                    <a:pt x="200297" y="242297"/>
                  </a:lnTo>
                  <a:lnTo>
                    <a:pt x="202739" y="237567"/>
                  </a:lnTo>
                  <a:lnTo>
                    <a:pt x="205028" y="232763"/>
                  </a:lnTo>
                  <a:lnTo>
                    <a:pt x="207164" y="227888"/>
                  </a:lnTo>
                  <a:lnTo>
                    <a:pt x="209143" y="222947"/>
                  </a:lnTo>
                  <a:lnTo>
                    <a:pt x="210964" y="217946"/>
                  </a:lnTo>
                  <a:lnTo>
                    <a:pt x="212624" y="212890"/>
                  </a:lnTo>
                  <a:lnTo>
                    <a:pt x="214123" y="207783"/>
                  </a:lnTo>
                  <a:lnTo>
                    <a:pt x="215459" y="202631"/>
                  </a:lnTo>
                  <a:lnTo>
                    <a:pt x="216630" y="197439"/>
                  </a:lnTo>
                  <a:lnTo>
                    <a:pt x="217635" y="192213"/>
                  </a:lnTo>
                  <a:lnTo>
                    <a:pt x="218473" y="186957"/>
                  </a:lnTo>
                  <a:lnTo>
                    <a:pt x="219144" y="181677"/>
                  </a:lnTo>
                  <a:lnTo>
                    <a:pt x="219646" y="176379"/>
                  </a:lnTo>
                  <a:lnTo>
                    <a:pt x="219979" y="171067"/>
                  </a:lnTo>
                  <a:lnTo>
                    <a:pt x="220143" y="165747"/>
                  </a:lnTo>
                  <a:lnTo>
                    <a:pt x="220137" y="160425"/>
                  </a:lnTo>
                  <a:lnTo>
                    <a:pt x="219962" y="155105"/>
                  </a:lnTo>
                  <a:lnTo>
                    <a:pt x="219618" y="149794"/>
                  </a:lnTo>
                  <a:lnTo>
                    <a:pt x="219105" y="144497"/>
                  </a:lnTo>
                  <a:lnTo>
                    <a:pt x="218423" y="139218"/>
                  </a:lnTo>
                  <a:lnTo>
                    <a:pt x="217574" y="133964"/>
                  </a:lnTo>
                  <a:lnTo>
                    <a:pt x="216558" y="128740"/>
                  </a:lnTo>
                  <a:lnTo>
                    <a:pt x="215376" y="123551"/>
                  </a:lnTo>
                  <a:lnTo>
                    <a:pt x="214030" y="118402"/>
                  </a:lnTo>
                  <a:lnTo>
                    <a:pt x="212520" y="113298"/>
                  </a:lnTo>
                  <a:lnTo>
                    <a:pt x="210849" y="108245"/>
                  </a:lnTo>
                  <a:lnTo>
                    <a:pt x="209017" y="103248"/>
                  </a:lnTo>
                  <a:lnTo>
                    <a:pt x="207028" y="98311"/>
                  </a:lnTo>
                  <a:lnTo>
                    <a:pt x="204882" y="93441"/>
                  </a:lnTo>
                  <a:lnTo>
                    <a:pt x="202582" y="88641"/>
                  </a:lnTo>
                  <a:lnTo>
                    <a:pt x="200131" y="83917"/>
                  </a:lnTo>
                  <a:lnTo>
                    <a:pt x="197531" y="79273"/>
                  </a:lnTo>
                  <a:lnTo>
                    <a:pt x="194784" y="74715"/>
                  </a:lnTo>
                  <a:lnTo>
                    <a:pt x="191893" y="70246"/>
                  </a:lnTo>
                  <a:lnTo>
                    <a:pt x="188862" y="65871"/>
                  </a:lnTo>
                  <a:lnTo>
                    <a:pt x="185693" y="61595"/>
                  </a:lnTo>
                  <a:lnTo>
                    <a:pt x="182389" y="57423"/>
                  </a:lnTo>
                  <a:lnTo>
                    <a:pt x="178954" y="53357"/>
                  </a:lnTo>
                  <a:lnTo>
                    <a:pt x="175392" y="49403"/>
                  </a:lnTo>
                  <a:lnTo>
                    <a:pt x="171705" y="45564"/>
                  </a:lnTo>
                  <a:lnTo>
                    <a:pt x="167898" y="41845"/>
                  </a:lnTo>
                  <a:lnTo>
                    <a:pt x="163975" y="38249"/>
                  </a:lnTo>
                  <a:lnTo>
                    <a:pt x="159939" y="34779"/>
                  </a:lnTo>
                  <a:lnTo>
                    <a:pt x="155795" y="31440"/>
                  </a:lnTo>
                  <a:lnTo>
                    <a:pt x="151546" y="28234"/>
                  </a:lnTo>
                  <a:lnTo>
                    <a:pt x="147198" y="25165"/>
                  </a:lnTo>
                  <a:lnTo>
                    <a:pt x="142754" y="22236"/>
                  </a:lnTo>
                  <a:lnTo>
                    <a:pt x="138219" y="19450"/>
                  </a:lnTo>
                  <a:lnTo>
                    <a:pt x="133598" y="16810"/>
                  </a:lnTo>
                  <a:lnTo>
                    <a:pt x="128895" y="14319"/>
                  </a:lnTo>
                  <a:lnTo>
                    <a:pt x="124115" y="11978"/>
                  </a:lnTo>
                  <a:lnTo>
                    <a:pt x="119263" y="9791"/>
                  </a:lnTo>
                  <a:lnTo>
                    <a:pt x="114344" y="7759"/>
                  </a:lnTo>
                  <a:lnTo>
                    <a:pt x="109363" y="5884"/>
                  </a:lnTo>
                  <a:lnTo>
                    <a:pt x="104324" y="4170"/>
                  </a:lnTo>
                  <a:lnTo>
                    <a:pt x="99234" y="2616"/>
                  </a:lnTo>
                  <a:lnTo>
                    <a:pt x="94097" y="1226"/>
                  </a:lnTo>
                  <a:lnTo>
                    <a:pt x="88917" y="0"/>
                  </a:lnTo>
                  <a:lnTo>
                    <a:pt x="52994" y="163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5923" cy="167167"/>
            </a:xfrm>
            <a:custGeom>
              <a:avLst/>
              <a:pathLst>
                <a:path w="35923" h="167167">
                  <a:moveTo>
                    <a:pt x="35923" y="3905"/>
                  </a:moveTo>
                  <a:lnTo>
                    <a:pt x="28820" y="2503"/>
                  </a:lnTo>
                  <a:lnTo>
                    <a:pt x="21662" y="1409"/>
                  </a:lnTo>
                  <a:lnTo>
                    <a:pt x="14464" y="626"/>
                  </a:lnTo>
                  <a:lnTo>
                    <a:pt x="7238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1" y="1071028"/>
              <a:ext cx="167167" cy="283187"/>
            </a:xfrm>
            <a:custGeom>
              <a:avLst/>
              <a:pathLst>
                <a:path w="167167" h="283187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0" y="770"/>
                  </a:lnTo>
                  <a:lnTo>
                    <a:pt x="145811" y="1369"/>
                  </a:lnTo>
                  <a:lnTo>
                    <a:pt x="140513" y="2138"/>
                  </a:lnTo>
                  <a:lnTo>
                    <a:pt x="135242" y="3076"/>
                  </a:lnTo>
                  <a:lnTo>
                    <a:pt x="130004" y="4183"/>
                  </a:lnTo>
                  <a:lnTo>
                    <a:pt x="124805" y="5456"/>
                  </a:lnTo>
                  <a:lnTo>
                    <a:pt x="119648" y="6895"/>
                  </a:lnTo>
                  <a:lnTo>
                    <a:pt x="114541" y="8499"/>
                  </a:lnTo>
                  <a:lnTo>
                    <a:pt x="109487" y="10266"/>
                  </a:lnTo>
                  <a:lnTo>
                    <a:pt x="104493" y="12193"/>
                  </a:lnTo>
                  <a:lnTo>
                    <a:pt x="99563" y="14279"/>
                  </a:lnTo>
                  <a:lnTo>
                    <a:pt x="94702" y="16522"/>
                  </a:lnTo>
                  <a:lnTo>
                    <a:pt x="89915" y="18920"/>
                  </a:lnTo>
                  <a:lnTo>
                    <a:pt x="85208" y="21470"/>
                  </a:lnTo>
                  <a:lnTo>
                    <a:pt x="80585" y="24169"/>
                  </a:lnTo>
                  <a:lnTo>
                    <a:pt x="76050" y="27014"/>
                  </a:lnTo>
                  <a:lnTo>
                    <a:pt x="71609" y="30004"/>
                  </a:lnTo>
                  <a:lnTo>
                    <a:pt x="67266" y="33134"/>
                  </a:lnTo>
                  <a:lnTo>
                    <a:pt x="63026" y="36401"/>
                  </a:lnTo>
                  <a:lnTo>
                    <a:pt x="58892" y="39803"/>
                  </a:lnTo>
                  <a:lnTo>
                    <a:pt x="54869" y="43335"/>
                  </a:lnTo>
                  <a:lnTo>
                    <a:pt x="50962" y="46995"/>
                  </a:lnTo>
                  <a:lnTo>
                    <a:pt x="47173" y="50777"/>
                  </a:lnTo>
                  <a:lnTo>
                    <a:pt x="43508" y="54679"/>
                  </a:lnTo>
                  <a:lnTo>
                    <a:pt x="39970" y="58696"/>
                  </a:lnTo>
                  <a:lnTo>
                    <a:pt x="36562" y="62825"/>
                  </a:lnTo>
                  <a:lnTo>
                    <a:pt x="33288" y="67060"/>
                  </a:lnTo>
                  <a:lnTo>
                    <a:pt x="30151" y="71399"/>
                  </a:lnTo>
                  <a:lnTo>
                    <a:pt x="27155" y="75835"/>
                  </a:lnTo>
                  <a:lnTo>
                    <a:pt x="24302" y="80365"/>
                  </a:lnTo>
                  <a:lnTo>
                    <a:pt x="21596" y="84984"/>
                  </a:lnTo>
                  <a:lnTo>
                    <a:pt x="19039" y="89687"/>
                  </a:lnTo>
                  <a:lnTo>
                    <a:pt x="16634" y="94470"/>
                  </a:lnTo>
                  <a:lnTo>
                    <a:pt x="14383" y="99328"/>
                  </a:lnTo>
                  <a:lnTo>
                    <a:pt x="12289" y="104254"/>
                  </a:lnTo>
                  <a:lnTo>
                    <a:pt x="10354" y="109246"/>
                  </a:lnTo>
                  <a:lnTo>
                    <a:pt x="8580" y="114297"/>
                  </a:lnTo>
                  <a:lnTo>
                    <a:pt x="6969" y="119402"/>
                  </a:lnTo>
                  <a:lnTo>
                    <a:pt x="5521" y="124556"/>
                  </a:lnTo>
                  <a:lnTo>
                    <a:pt x="4240" y="129754"/>
                  </a:lnTo>
                  <a:lnTo>
                    <a:pt x="3125" y="134990"/>
                  </a:lnTo>
                  <a:lnTo>
                    <a:pt x="2179" y="140259"/>
                  </a:lnTo>
                  <a:lnTo>
                    <a:pt x="1402" y="145556"/>
                  </a:lnTo>
                  <a:lnTo>
                    <a:pt x="795" y="150875"/>
                  </a:lnTo>
                  <a:lnTo>
                    <a:pt x="359" y="156210"/>
                  </a:lnTo>
                  <a:lnTo>
                    <a:pt x="93" y="161557"/>
                  </a:lnTo>
                  <a:lnTo>
                    <a:pt x="0" y="166910"/>
                  </a:lnTo>
                  <a:lnTo>
                    <a:pt x="77" y="172263"/>
                  </a:lnTo>
                  <a:lnTo>
                    <a:pt x="326" y="177610"/>
                  </a:lnTo>
                  <a:lnTo>
                    <a:pt x="746" y="182947"/>
                  </a:lnTo>
                  <a:lnTo>
                    <a:pt x="1336" y="188268"/>
                  </a:lnTo>
                  <a:lnTo>
                    <a:pt x="2097" y="193567"/>
                  </a:lnTo>
                  <a:lnTo>
                    <a:pt x="3027" y="198839"/>
                  </a:lnTo>
                  <a:lnTo>
                    <a:pt x="4125" y="204078"/>
                  </a:lnTo>
                  <a:lnTo>
                    <a:pt x="5391" y="209280"/>
                  </a:lnTo>
                  <a:lnTo>
                    <a:pt x="6822" y="214439"/>
                  </a:lnTo>
                  <a:lnTo>
                    <a:pt x="8418" y="219549"/>
                  </a:lnTo>
                  <a:lnTo>
                    <a:pt x="10177" y="224605"/>
                  </a:lnTo>
                  <a:lnTo>
                    <a:pt x="12097" y="229602"/>
                  </a:lnTo>
                  <a:lnTo>
                    <a:pt x="14175" y="234536"/>
                  </a:lnTo>
                  <a:lnTo>
                    <a:pt x="16411" y="239400"/>
                  </a:lnTo>
                  <a:lnTo>
                    <a:pt x="18801" y="244190"/>
                  </a:lnTo>
                  <a:lnTo>
                    <a:pt x="21343" y="248901"/>
                  </a:lnTo>
                  <a:lnTo>
                    <a:pt x="24035" y="253529"/>
                  </a:lnTo>
                  <a:lnTo>
                    <a:pt x="26874" y="258068"/>
                  </a:lnTo>
                  <a:lnTo>
                    <a:pt x="29857" y="262513"/>
                  </a:lnTo>
                  <a:lnTo>
                    <a:pt x="32980" y="266861"/>
                  </a:lnTo>
                  <a:lnTo>
                    <a:pt x="36241" y="271107"/>
                  </a:lnTo>
                  <a:lnTo>
                    <a:pt x="39636" y="275245"/>
                  </a:lnTo>
                  <a:lnTo>
                    <a:pt x="43163" y="279274"/>
                  </a:lnTo>
                  <a:lnTo>
                    <a:pt x="46816" y="28318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4907" y="1238196"/>
              <a:ext cx="120350" cy="116019"/>
            </a:xfrm>
            <a:custGeom>
              <a:avLst/>
              <a:pathLst>
                <a:path w="120350" h="116019">
                  <a:moveTo>
                    <a:pt x="0" y="116019"/>
                  </a:moveTo>
                  <a:lnTo>
                    <a:pt x="1203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4907" y="1140257"/>
              <a:ext cx="287505" cy="265103"/>
            </a:xfrm>
            <a:custGeom>
              <a:avLst/>
              <a:pathLst>
                <a:path w="287505" h="265103">
                  <a:moveTo>
                    <a:pt x="0" y="213958"/>
                  </a:moveTo>
                  <a:lnTo>
                    <a:pt x="3764" y="217740"/>
                  </a:lnTo>
                  <a:lnTo>
                    <a:pt x="7646" y="221400"/>
                  </a:lnTo>
                  <a:lnTo>
                    <a:pt x="11644" y="224934"/>
                  </a:lnTo>
                  <a:lnTo>
                    <a:pt x="15752" y="228338"/>
                  </a:lnTo>
                  <a:lnTo>
                    <a:pt x="19967" y="231610"/>
                  </a:lnTo>
                  <a:lnTo>
                    <a:pt x="24284" y="234746"/>
                  </a:lnTo>
                  <a:lnTo>
                    <a:pt x="28700" y="237742"/>
                  </a:lnTo>
                  <a:lnTo>
                    <a:pt x="33208" y="240596"/>
                  </a:lnTo>
                  <a:lnTo>
                    <a:pt x="37805" y="243304"/>
                  </a:lnTo>
                  <a:lnTo>
                    <a:pt x="42487" y="245865"/>
                  </a:lnTo>
                  <a:lnTo>
                    <a:pt x="47247" y="248274"/>
                  </a:lnTo>
                  <a:lnTo>
                    <a:pt x="52082" y="250531"/>
                  </a:lnTo>
                  <a:lnTo>
                    <a:pt x="56987" y="252632"/>
                  </a:lnTo>
                  <a:lnTo>
                    <a:pt x="61956" y="254575"/>
                  </a:lnTo>
                  <a:lnTo>
                    <a:pt x="66985" y="256359"/>
                  </a:lnTo>
                  <a:lnTo>
                    <a:pt x="72068" y="257981"/>
                  </a:lnTo>
                  <a:lnTo>
                    <a:pt x="77200" y="259441"/>
                  </a:lnTo>
                  <a:lnTo>
                    <a:pt x="82377" y="260736"/>
                  </a:lnTo>
                  <a:lnTo>
                    <a:pt x="87592" y="261865"/>
                  </a:lnTo>
                  <a:lnTo>
                    <a:pt x="92840" y="262827"/>
                  </a:lnTo>
                  <a:lnTo>
                    <a:pt x="98116" y="263621"/>
                  </a:lnTo>
                  <a:lnTo>
                    <a:pt x="103415" y="264246"/>
                  </a:lnTo>
                  <a:lnTo>
                    <a:pt x="108731" y="264701"/>
                  </a:lnTo>
                  <a:lnTo>
                    <a:pt x="114060" y="264987"/>
                  </a:lnTo>
                  <a:lnTo>
                    <a:pt x="119394" y="265103"/>
                  </a:lnTo>
                  <a:lnTo>
                    <a:pt x="124729" y="265048"/>
                  </a:lnTo>
                  <a:lnTo>
                    <a:pt x="130060" y="264824"/>
                  </a:lnTo>
                  <a:lnTo>
                    <a:pt x="135382" y="264429"/>
                  </a:lnTo>
                  <a:lnTo>
                    <a:pt x="140687" y="263864"/>
                  </a:lnTo>
                  <a:lnTo>
                    <a:pt x="145972" y="263131"/>
                  </a:lnTo>
                  <a:lnTo>
                    <a:pt x="151231" y="262229"/>
                  </a:lnTo>
                  <a:lnTo>
                    <a:pt x="156459" y="261159"/>
                  </a:lnTo>
                  <a:lnTo>
                    <a:pt x="161650" y="259924"/>
                  </a:lnTo>
                  <a:lnTo>
                    <a:pt x="166798" y="258523"/>
                  </a:lnTo>
                  <a:lnTo>
                    <a:pt x="171900" y="256959"/>
                  </a:lnTo>
                  <a:lnTo>
                    <a:pt x="176948" y="255233"/>
                  </a:lnTo>
                  <a:lnTo>
                    <a:pt x="181940" y="253347"/>
                  </a:lnTo>
                  <a:lnTo>
                    <a:pt x="186868" y="251302"/>
                  </a:lnTo>
                  <a:lnTo>
                    <a:pt x="191729" y="249101"/>
                  </a:lnTo>
                  <a:lnTo>
                    <a:pt x="196517" y="246746"/>
                  </a:lnTo>
                  <a:lnTo>
                    <a:pt x="201227" y="244239"/>
                  </a:lnTo>
                  <a:lnTo>
                    <a:pt x="205855" y="241584"/>
                  </a:lnTo>
                  <a:lnTo>
                    <a:pt x="210396" y="238782"/>
                  </a:lnTo>
                  <a:lnTo>
                    <a:pt x="214845" y="235836"/>
                  </a:lnTo>
                  <a:lnTo>
                    <a:pt x="219197" y="232750"/>
                  </a:lnTo>
                  <a:lnTo>
                    <a:pt x="223450" y="229527"/>
                  </a:lnTo>
                  <a:lnTo>
                    <a:pt x="227597" y="226169"/>
                  </a:lnTo>
                  <a:lnTo>
                    <a:pt x="231634" y="222681"/>
                  </a:lnTo>
                  <a:lnTo>
                    <a:pt x="235559" y="219066"/>
                  </a:lnTo>
                  <a:lnTo>
                    <a:pt x="239366" y="215328"/>
                  </a:lnTo>
                  <a:lnTo>
                    <a:pt x="243052" y="211470"/>
                  </a:lnTo>
                  <a:lnTo>
                    <a:pt x="246613" y="207496"/>
                  </a:lnTo>
                  <a:lnTo>
                    <a:pt x="250045" y="203410"/>
                  </a:lnTo>
                  <a:lnTo>
                    <a:pt x="253345" y="199218"/>
                  </a:lnTo>
                  <a:lnTo>
                    <a:pt x="256509" y="194922"/>
                  </a:lnTo>
                  <a:lnTo>
                    <a:pt x="259535" y="190527"/>
                  </a:lnTo>
                  <a:lnTo>
                    <a:pt x="262419" y="186038"/>
                  </a:lnTo>
                  <a:lnTo>
                    <a:pt x="265158" y="181459"/>
                  </a:lnTo>
                  <a:lnTo>
                    <a:pt x="267750" y="176795"/>
                  </a:lnTo>
                  <a:lnTo>
                    <a:pt x="270192" y="172050"/>
                  </a:lnTo>
                  <a:lnTo>
                    <a:pt x="272481" y="167230"/>
                  </a:lnTo>
                  <a:lnTo>
                    <a:pt x="274614" y="162340"/>
                  </a:lnTo>
                  <a:lnTo>
                    <a:pt x="276591" y="157384"/>
                  </a:lnTo>
                  <a:lnTo>
                    <a:pt x="278409" y="152367"/>
                  </a:lnTo>
                  <a:lnTo>
                    <a:pt x="280065" y="147295"/>
                  </a:lnTo>
                  <a:lnTo>
                    <a:pt x="281559" y="142173"/>
                  </a:lnTo>
                  <a:lnTo>
                    <a:pt x="282889" y="137005"/>
                  </a:lnTo>
                  <a:lnTo>
                    <a:pt x="284053" y="131798"/>
                  </a:lnTo>
                  <a:lnTo>
                    <a:pt x="285050" y="126556"/>
                  </a:lnTo>
                  <a:lnTo>
                    <a:pt x="285879" y="121286"/>
                  </a:lnTo>
                  <a:lnTo>
                    <a:pt x="286540" y="115991"/>
                  </a:lnTo>
                  <a:lnTo>
                    <a:pt x="287032" y="110678"/>
                  </a:lnTo>
                  <a:lnTo>
                    <a:pt x="287353" y="105352"/>
                  </a:lnTo>
                  <a:lnTo>
                    <a:pt x="287505" y="100018"/>
                  </a:lnTo>
                  <a:lnTo>
                    <a:pt x="287486" y="94682"/>
                  </a:lnTo>
                  <a:lnTo>
                    <a:pt x="287297" y="89350"/>
                  </a:lnTo>
                  <a:lnTo>
                    <a:pt x="286938" y="84026"/>
                  </a:lnTo>
                  <a:lnTo>
                    <a:pt x="286409" y="78717"/>
                  </a:lnTo>
                  <a:lnTo>
                    <a:pt x="285711" y="73427"/>
                  </a:lnTo>
                  <a:lnTo>
                    <a:pt x="284845" y="68162"/>
                  </a:lnTo>
                  <a:lnTo>
                    <a:pt x="283811" y="62928"/>
                  </a:lnTo>
                  <a:lnTo>
                    <a:pt x="282610" y="57729"/>
                  </a:lnTo>
                  <a:lnTo>
                    <a:pt x="281244" y="52571"/>
                  </a:lnTo>
                  <a:lnTo>
                    <a:pt x="279714" y="47459"/>
                  </a:lnTo>
                  <a:lnTo>
                    <a:pt x="278022" y="42399"/>
                  </a:lnTo>
                  <a:lnTo>
                    <a:pt x="276169" y="37395"/>
                  </a:lnTo>
                  <a:lnTo>
                    <a:pt x="274158" y="32453"/>
                  </a:lnTo>
                  <a:lnTo>
                    <a:pt x="271989" y="27578"/>
                  </a:lnTo>
                  <a:lnTo>
                    <a:pt x="269666" y="22774"/>
                  </a:lnTo>
                  <a:lnTo>
                    <a:pt x="267192" y="18047"/>
                  </a:lnTo>
                  <a:lnTo>
                    <a:pt x="264567" y="13401"/>
                  </a:lnTo>
                  <a:lnTo>
                    <a:pt x="261796" y="8842"/>
                  </a:lnTo>
                  <a:lnTo>
                    <a:pt x="258880" y="4373"/>
                  </a:lnTo>
                  <a:lnTo>
                    <a:pt x="255823" y="0"/>
                  </a:lnTo>
                  <a:lnTo>
                    <a:pt x="120350" y="97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5473" cy="167167"/>
            </a:xfrm>
            <a:custGeom>
              <a:avLst/>
              <a:pathLst>
                <a:path w="135473" h="167167">
                  <a:moveTo>
                    <a:pt x="135473" y="69228"/>
                  </a:moveTo>
                  <a:lnTo>
                    <a:pt x="132210" y="64867"/>
                  </a:lnTo>
                  <a:lnTo>
                    <a:pt x="128808" y="60615"/>
                  </a:lnTo>
                  <a:lnTo>
                    <a:pt x="125268" y="56475"/>
                  </a:lnTo>
                  <a:lnTo>
                    <a:pt x="121596" y="52453"/>
                  </a:lnTo>
                  <a:lnTo>
                    <a:pt x="117795" y="48553"/>
                  </a:lnTo>
                  <a:lnTo>
                    <a:pt x="113868" y="44779"/>
                  </a:lnTo>
                  <a:lnTo>
                    <a:pt x="109821" y="41135"/>
                  </a:lnTo>
                  <a:lnTo>
                    <a:pt x="105658" y="37624"/>
                  </a:lnTo>
                  <a:lnTo>
                    <a:pt x="101382" y="34251"/>
                  </a:lnTo>
                  <a:lnTo>
                    <a:pt x="96998" y="31019"/>
                  </a:lnTo>
                  <a:lnTo>
                    <a:pt x="92512" y="27932"/>
                  </a:lnTo>
                  <a:lnTo>
                    <a:pt x="87927" y="24992"/>
                  </a:lnTo>
                  <a:lnTo>
                    <a:pt x="83249" y="22203"/>
                  </a:lnTo>
                  <a:lnTo>
                    <a:pt x="78483" y="19568"/>
                  </a:lnTo>
                  <a:lnTo>
                    <a:pt x="73633" y="17090"/>
                  </a:lnTo>
                  <a:lnTo>
                    <a:pt x="68705" y="14771"/>
                  </a:lnTo>
                  <a:lnTo>
                    <a:pt x="63704" y="12614"/>
                  </a:lnTo>
                  <a:lnTo>
                    <a:pt x="58636" y="10621"/>
                  </a:lnTo>
                  <a:lnTo>
                    <a:pt x="53505" y="8794"/>
                  </a:lnTo>
                  <a:lnTo>
                    <a:pt x="48318" y="7135"/>
                  </a:lnTo>
                  <a:lnTo>
                    <a:pt x="43079" y="5646"/>
                  </a:lnTo>
                  <a:lnTo>
                    <a:pt x="37795" y="4328"/>
                  </a:lnTo>
                  <a:lnTo>
                    <a:pt x="32470" y="3183"/>
                  </a:lnTo>
                  <a:lnTo>
                    <a:pt x="27111" y="2213"/>
                  </a:lnTo>
                  <a:lnTo>
                    <a:pt x="21724" y="1417"/>
                  </a:lnTo>
                  <a:lnTo>
                    <a:pt x="16313" y="797"/>
                  </a:lnTo>
                  <a:lnTo>
                    <a:pt x="10885" y="354"/>
                  </a:lnTo>
                  <a:lnTo>
                    <a:pt x="5445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832" y="941493"/>
              <a:ext cx="86711" cy="167167"/>
            </a:xfrm>
            <a:custGeom>
              <a:avLst/>
              <a:pathLst>
                <a:path w="86711" h="167167">
                  <a:moveTo>
                    <a:pt x="86711" y="0"/>
                  </a:moveTo>
                  <a:lnTo>
                    <a:pt x="81014" y="97"/>
                  </a:lnTo>
                  <a:lnTo>
                    <a:pt x="75324" y="388"/>
                  </a:lnTo>
                  <a:lnTo>
                    <a:pt x="69648" y="873"/>
                  </a:lnTo>
                  <a:lnTo>
                    <a:pt x="63991" y="1551"/>
                  </a:lnTo>
                  <a:lnTo>
                    <a:pt x="58360" y="2421"/>
                  </a:lnTo>
                  <a:lnTo>
                    <a:pt x="52763" y="3483"/>
                  </a:lnTo>
                  <a:lnTo>
                    <a:pt x="47204" y="4735"/>
                  </a:lnTo>
                  <a:lnTo>
                    <a:pt x="41692" y="6176"/>
                  </a:lnTo>
                  <a:lnTo>
                    <a:pt x="36232" y="7803"/>
                  </a:lnTo>
                  <a:lnTo>
                    <a:pt x="30831" y="9616"/>
                  </a:lnTo>
                  <a:lnTo>
                    <a:pt x="25494" y="11612"/>
                  </a:lnTo>
                  <a:lnTo>
                    <a:pt x="20229" y="13788"/>
                  </a:lnTo>
                  <a:lnTo>
                    <a:pt x="15041" y="16143"/>
                  </a:lnTo>
                  <a:lnTo>
                    <a:pt x="9936" y="18673"/>
                  </a:lnTo>
                  <a:lnTo>
                    <a:pt x="4920" y="21375"/>
                  </a:lnTo>
                  <a:lnTo>
                    <a:pt x="0" y="24247"/>
                  </a:lnTo>
                  <a:lnTo>
                    <a:pt x="8671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832" y="965740"/>
              <a:ext cx="86711" cy="142919"/>
            </a:xfrm>
            <a:custGeom>
              <a:avLst/>
              <a:pathLst>
                <a:path w="86711" h="142919">
                  <a:moveTo>
                    <a:pt x="0" y="0"/>
                  </a:moveTo>
                  <a:lnTo>
                    <a:pt x="86711" y="1429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6" y="948186"/>
              <a:ext cx="334310" cy="327640"/>
            </a:xfrm>
            <a:custGeom>
              <a:avLst/>
              <a:pathLst>
                <a:path w="334310" h="327640">
                  <a:moveTo>
                    <a:pt x="80446" y="17554"/>
                  </a:moveTo>
                  <a:lnTo>
                    <a:pt x="75958" y="20375"/>
                  </a:lnTo>
                  <a:lnTo>
                    <a:pt x="71562" y="23336"/>
                  </a:lnTo>
                  <a:lnTo>
                    <a:pt x="67263" y="26436"/>
                  </a:lnTo>
                  <a:lnTo>
                    <a:pt x="63064" y="29670"/>
                  </a:lnTo>
                  <a:lnTo>
                    <a:pt x="58969" y="33036"/>
                  </a:lnTo>
                  <a:lnTo>
                    <a:pt x="54983" y="36530"/>
                  </a:lnTo>
                  <a:lnTo>
                    <a:pt x="51110" y="40149"/>
                  </a:lnTo>
                  <a:lnTo>
                    <a:pt x="47354" y="43889"/>
                  </a:lnTo>
                  <a:lnTo>
                    <a:pt x="43718" y="47745"/>
                  </a:lnTo>
                  <a:lnTo>
                    <a:pt x="40206" y="51715"/>
                  </a:lnTo>
                  <a:lnTo>
                    <a:pt x="36822" y="55795"/>
                  </a:lnTo>
                  <a:lnTo>
                    <a:pt x="33569" y="59980"/>
                  </a:lnTo>
                  <a:lnTo>
                    <a:pt x="30450" y="64265"/>
                  </a:lnTo>
                  <a:lnTo>
                    <a:pt x="27468" y="68648"/>
                  </a:lnTo>
                  <a:lnTo>
                    <a:pt x="24627" y="73123"/>
                  </a:lnTo>
                  <a:lnTo>
                    <a:pt x="21930" y="77685"/>
                  </a:lnTo>
                  <a:lnTo>
                    <a:pt x="19378" y="82331"/>
                  </a:lnTo>
                  <a:lnTo>
                    <a:pt x="16975" y="87055"/>
                  </a:lnTo>
                  <a:lnTo>
                    <a:pt x="14723" y="91854"/>
                  </a:lnTo>
                  <a:lnTo>
                    <a:pt x="12624" y="96721"/>
                  </a:lnTo>
                  <a:lnTo>
                    <a:pt x="10680" y="101652"/>
                  </a:lnTo>
                  <a:lnTo>
                    <a:pt x="8894" y="106642"/>
                  </a:lnTo>
                  <a:lnTo>
                    <a:pt x="7267" y="111687"/>
                  </a:lnTo>
                  <a:lnTo>
                    <a:pt x="5801" y="116781"/>
                  </a:lnTo>
                  <a:lnTo>
                    <a:pt x="4497" y="121918"/>
                  </a:lnTo>
                  <a:lnTo>
                    <a:pt x="3356" y="127094"/>
                  </a:lnTo>
                  <a:lnTo>
                    <a:pt x="2380" y="132304"/>
                  </a:lnTo>
                  <a:lnTo>
                    <a:pt x="1570" y="137542"/>
                  </a:lnTo>
                  <a:lnTo>
                    <a:pt x="926" y="142804"/>
                  </a:lnTo>
                  <a:lnTo>
                    <a:pt x="450" y="148083"/>
                  </a:lnTo>
                  <a:lnTo>
                    <a:pt x="141" y="153374"/>
                  </a:lnTo>
                  <a:lnTo>
                    <a:pt x="0" y="158673"/>
                  </a:lnTo>
                  <a:lnTo>
                    <a:pt x="26" y="163973"/>
                  </a:lnTo>
                  <a:lnTo>
                    <a:pt x="221" y="169270"/>
                  </a:lnTo>
                  <a:lnTo>
                    <a:pt x="584" y="174558"/>
                  </a:lnTo>
                  <a:lnTo>
                    <a:pt x="1114" y="179832"/>
                  </a:lnTo>
                  <a:lnTo>
                    <a:pt x="1812" y="185086"/>
                  </a:lnTo>
                  <a:lnTo>
                    <a:pt x="2675" y="190316"/>
                  </a:lnTo>
                  <a:lnTo>
                    <a:pt x="3704" y="195515"/>
                  </a:lnTo>
                  <a:lnTo>
                    <a:pt x="4897" y="200680"/>
                  </a:lnTo>
                  <a:lnTo>
                    <a:pt x="6253" y="205804"/>
                  </a:lnTo>
                  <a:lnTo>
                    <a:pt x="7771" y="210882"/>
                  </a:lnTo>
                  <a:lnTo>
                    <a:pt x="9449" y="215910"/>
                  </a:lnTo>
                  <a:lnTo>
                    <a:pt x="11286" y="220882"/>
                  </a:lnTo>
                  <a:lnTo>
                    <a:pt x="13280" y="225793"/>
                  </a:lnTo>
                  <a:lnTo>
                    <a:pt x="15428" y="230639"/>
                  </a:lnTo>
                  <a:lnTo>
                    <a:pt x="17729" y="235414"/>
                  </a:lnTo>
                  <a:lnTo>
                    <a:pt x="20180" y="240114"/>
                  </a:lnTo>
                  <a:lnTo>
                    <a:pt x="22778" y="244733"/>
                  </a:lnTo>
                  <a:lnTo>
                    <a:pt x="25522" y="249268"/>
                  </a:lnTo>
                  <a:lnTo>
                    <a:pt x="28409" y="253714"/>
                  </a:lnTo>
                  <a:lnTo>
                    <a:pt x="31434" y="258066"/>
                  </a:lnTo>
                  <a:lnTo>
                    <a:pt x="34597" y="262320"/>
                  </a:lnTo>
                  <a:lnTo>
                    <a:pt x="37892" y="266471"/>
                  </a:lnTo>
                  <a:lnTo>
                    <a:pt x="41318" y="270516"/>
                  </a:lnTo>
                  <a:lnTo>
                    <a:pt x="44870" y="274450"/>
                  </a:lnTo>
                  <a:lnTo>
                    <a:pt x="48545" y="278270"/>
                  </a:lnTo>
                  <a:lnTo>
                    <a:pt x="52339" y="281971"/>
                  </a:lnTo>
                  <a:lnTo>
                    <a:pt x="56248" y="285550"/>
                  </a:lnTo>
                  <a:lnTo>
                    <a:pt x="60269" y="289004"/>
                  </a:lnTo>
                  <a:lnTo>
                    <a:pt x="64398" y="292328"/>
                  </a:lnTo>
                  <a:lnTo>
                    <a:pt x="68630" y="295519"/>
                  </a:lnTo>
                  <a:lnTo>
                    <a:pt x="72961" y="298575"/>
                  </a:lnTo>
                  <a:lnTo>
                    <a:pt x="77386" y="301492"/>
                  </a:lnTo>
                  <a:lnTo>
                    <a:pt x="81902" y="304267"/>
                  </a:lnTo>
                  <a:lnTo>
                    <a:pt x="86504" y="306898"/>
                  </a:lnTo>
                  <a:lnTo>
                    <a:pt x="91187" y="309381"/>
                  </a:lnTo>
                  <a:lnTo>
                    <a:pt x="95946" y="311715"/>
                  </a:lnTo>
                  <a:lnTo>
                    <a:pt x="100776" y="313896"/>
                  </a:lnTo>
                  <a:lnTo>
                    <a:pt x="105674" y="315924"/>
                  </a:lnTo>
                  <a:lnTo>
                    <a:pt x="110633" y="317795"/>
                  </a:lnTo>
                  <a:lnTo>
                    <a:pt x="115649" y="319508"/>
                  </a:lnTo>
                  <a:lnTo>
                    <a:pt x="120717" y="321061"/>
                  </a:lnTo>
                  <a:lnTo>
                    <a:pt x="125831" y="322452"/>
                  </a:lnTo>
                  <a:lnTo>
                    <a:pt x="130987" y="323681"/>
                  </a:lnTo>
                  <a:lnTo>
                    <a:pt x="136180" y="324746"/>
                  </a:lnTo>
                  <a:lnTo>
                    <a:pt x="141403" y="325645"/>
                  </a:lnTo>
                  <a:lnTo>
                    <a:pt x="146653" y="326379"/>
                  </a:lnTo>
                  <a:lnTo>
                    <a:pt x="151923" y="326945"/>
                  </a:lnTo>
                  <a:lnTo>
                    <a:pt x="157208" y="327345"/>
                  </a:lnTo>
                  <a:lnTo>
                    <a:pt x="162504" y="327576"/>
                  </a:lnTo>
                  <a:lnTo>
                    <a:pt x="167804" y="327640"/>
                  </a:lnTo>
                  <a:lnTo>
                    <a:pt x="173103" y="327535"/>
                  </a:lnTo>
                  <a:lnTo>
                    <a:pt x="178397" y="327263"/>
                  </a:lnTo>
                  <a:lnTo>
                    <a:pt x="183679" y="326823"/>
                  </a:lnTo>
                  <a:lnTo>
                    <a:pt x="188944" y="326215"/>
                  </a:lnTo>
                  <a:lnTo>
                    <a:pt x="194188" y="325441"/>
                  </a:lnTo>
                  <a:lnTo>
                    <a:pt x="199404" y="324501"/>
                  </a:lnTo>
                  <a:lnTo>
                    <a:pt x="204588" y="323396"/>
                  </a:lnTo>
                  <a:lnTo>
                    <a:pt x="209735" y="322128"/>
                  </a:lnTo>
                  <a:lnTo>
                    <a:pt x="214838" y="320697"/>
                  </a:lnTo>
                  <a:lnTo>
                    <a:pt x="219894" y="319105"/>
                  </a:lnTo>
                  <a:lnTo>
                    <a:pt x="224897" y="317353"/>
                  </a:lnTo>
                  <a:lnTo>
                    <a:pt x="229841" y="315443"/>
                  </a:lnTo>
                  <a:lnTo>
                    <a:pt x="234723" y="313378"/>
                  </a:lnTo>
                  <a:lnTo>
                    <a:pt x="239537" y="311159"/>
                  </a:lnTo>
                  <a:lnTo>
                    <a:pt x="244277" y="308789"/>
                  </a:lnTo>
                  <a:lnTo>
                    <a:pt x="248941" y="306269"/>
                  </a:lnTo>
                  <a:lnTo>
                    <a:pt x="253522" y="303603"/>
                  </a:lnTo>
                  <a:lnTo>
                    <a:pt x="258016" y="300793"/>
                  </a:lnTo>
                  <a:lnTo>
                    <a:pt x="262419" y="297842"/>
                  </a:lnTo>
                  <a:lnTo>
                    <a:pt x="266726" y="294753"/>
                  </a:lnTo>
                  <a:lnTo>
                    <a:pt x="270933" y="291529"/>
                  </a:lnTo>
                  <a:lnTo>
                    <a:pt x="275036" y="288173"/>
                  </a:lnTo>
                  <a:lnTo>
                    <a:pt x="279030" y="284689"/>
                  </a:lnTo>
                  <a:lnTo>
                    <a:pt x="282912" y="281079"/>
                  </a:lnTo>
                  <a:lnTo>
                    <a:pt x="286678" y="277349"/>
                  </a:lnTo>
                  <a:lnTo>
                    <a:pt x="290323" y="273501"/>
                  </a:lnTo>
                  <a:lnTo>
                    <a:pt x="293844" y="269539"/>
                  </a:lnTo>
                  <a:lnTo>
                    <a:pt x="297238" y="265468"/>
                  </a:lnTo>
                  <a:lnTo>
                    <a:pt x="300502" y="261291"/>
                  </a:lnTo>
                  <a:lnTo>
                    <a:pt x="303631" y="257013"/>
                  </a:lnTo>
                  <a:lnTo>
                    <a:pt x="306623" y="252638"/>
                  </a:lnTo>
                  <a:lnTo>
                    <a:pt x="309475" y="248170"/>
                  </a:lnTo>
                  <a:lnTo>
                    <a:pt x="312184" y="243614"/>
                  </a:lnTo>
                  <a:lnTo>
                    <a:pt x="314746" y="238974"/>
                  </a:lnTo>
                  <a:lnTo>
                    <a:pt x="317161" y="234256"/>
                  </a:lnTo>
                  <a:lnTo>
                    <a:pt x="319425" y="229463"/>
                  </a:lnTo>
                  <a:lnTo>
                    <a:pt x="321535" y="224601"/>
                  </a:lnTo>
                  <a:lnTo>
                    <a:pt x="323491" y="219674"/>
                  </a:lnTo>
                  <a:lnTo>
                    <a:pt x="325289" y="214688"/>
                  </a:lnTo>
                  <a:lnTo>
                    <a:pt x="326928" y="209648"/>
                  </a:lnTo>
                  <a:lnTo>
                    <a:pt x="328407" y="204558"/>
                  </a:lnTo>
                  <a:lnTo>
                    <a:pt x="329724" y="199423"/>
                  </a:lnTo>
                  <a:lnTo>
                    <a:pt x="330877" y="194250"/>
                  </a:lnTo>
                  <a:lnTo>
                    <a:pt x="331865" y="189043"/>
                  </a:lnTo>
                  <a:lnTo>
                    <a:pt x="332688" y="183806"/>
                  </a:lnTo>
                  <a:lnTo>
                    <a:pt x="333345" y="178547"/>
                  </a:lnTo>
                  <a:lnTo>
                    <a:pt x="333834" y="173269"/>
                  </a:lnTo>
                  <a:lnTo>
                    <a:pt x="334156" y="167978"/>
                  </a:lnTo>
                  <a:lnTo>
                    <a:pt x="334310" y="162680"/>
                  </a:lnTo>
                  <a:lnTo>
                    <a:pt x="334296" y="157380"/>
                  </a:lnTo>
                  <a:lnTo>
                    <a:pt x="334114" y="152082"/>
                  </a:lnTo>
                  <a:lnTo>
                    <a:pt x="333764" y="146793"/>
                  </a:lnTo>
                  <a:lnTo>
                    <a:pt x="333247" y="141518"/>
                  </a:lnTo>
                  <a:lnTo>
                    <a:pt x="332562" y="136262"/>
                  </a:lnTo>
                  <a:lnTo>
                    <a:pt x="331711" y="131030"/>
                  </a:lnTo>
                  <a:lnTo>
                    <a:pt x="330695" y="125828"/>
                  </a:lnTo>
                  <a:lnTo>
                    <a:pt x="329515" y="120661"/>
                  </a:lnTo>
                  <a:lnTo>
                    <a:pt x="328171" y="115534"/>
                  </a:lnTo>
                  <a:lnTo>
                    <a:pt x="326665" y="110452"/>
                  </a:lnTo>
                  <a:lnTo>
                    <a:pt x="324999" y="105420"/>
                  </a:lnTo>
                  <a:lnTo>
                    <a:pt x="323174" y="100443"/>
                  </a:lnTo>
                  <a:lnTo>
                    <a:pt x="321193" y="95527"/>
                  </a:lnTo>
                  <a:lnTo>
                    <a:pt x="319056" y="90676"/>
                  </a:lnTo>
                  <a:lnTo>
                    <a:pt x="316767" y="85896"/>
                  </a:lnTo>
                  <a:lnTo>
                    <a:pt x="314328" y="81190"/>
                  </a:lnTo>
                  <a:lnTo>
                    <a:pt x="311740" y="76564"/>
                  </a:lnTo>
                  <a:lnTo>
                    <a:pt x="309007" y="72023"/>
                  </a:lnTo>
                  <a:lnTo>
                    <a:pt x="306132" y="67570"/>
                  </a:lnTo>
                  <a:lnTo>
                    <a:pt x="303116" y="63211"/>
                  </a:lnTo>
                  <a:lnTo>
                    <a:pt x="299964" y="58949"/>
                  </a:lnTo>
                  <a:lnTo>
                    <a:pt x="296679" y="54790"/>
                  </a:lnTo>
                  <a:lnTo>
                    <a:pt x="293263" y="50737"/>
                  </a:lnTo>
                  <a:lnTo>
                    <a:pt x="289721" y="46794"/>
                  </a:lnTo>
                  <a:lnTo>
                    <a:pt x="286055" y="42965"/>
                  </a:lnTo>
                  <a:lnTo>
                    <a:pt x="282270" y="39255"/>
                  </a:lnTo>
                  <a:lnTo>
                    <a:pt x="278369" y="35666"/>
                  </a:lnTo>
                  <a:lnTo>
                    <a:pt x="274356" y="32203"/>
                  </a:lnTo>
                  <a:lnTo>
                    <a:pt x="270236" y="28869"/>
                  </a:lnTo>
                  <a:lnTo>
                    <a:pt x="266012" y="25667"/>
                  </a:lnTo>
                  <a:lnTo>
                    <a:pt x="261688" y="22601"/>
                  </a:lnTo>
                  <a:lnTo>
                    <a:pt x="257270" y="19673"/>
                  </a:lnTo>
                  <a:lnTo>
                    <a:pt x="252761" y="16887"/>
                  </a:lnTo>
                  <a:lnTo>
                    <a:pt x="248165" y="14246"/>
                  </a:lnTo>
                  <a:lnTo>
                    <a:pt x="243489" y="11751"/>
                  </a:lnTo>
                  <a:lnTo>
                    <a:pt x="238735" y="9406"/>
                  </a:lnTo>
                  <a:lnTo>
                    <a:pt x="233910" y="7212"/>
                  </a:lnTo>
                  <a:lnTo>
                    <a:pt x="229018" y="5173"/>
                  </a:lnTo>
                  <a:lnTo>
                    <a:pt x="224063" y="3290"/>
                  </a:lnTo>
                  <a:lnTo>
                    <a:pt x="219051" y="1565"/>
                  </a:lnTo>
                  <a:lnTo>
                    <a:pt x="213987" y="0"/>
                  </a:lnTo>
                  <a:lnTo>
                    <a:pt x="167157" y="160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6829" cy="167167"/>
            </a:xfrm>
            <a:custGeom>
              <a:avLst/>
              <a:pathLst>
                <a:path w="46829" h="167167">
                  <a:moveTo>
                    <a:pt x="46829" y="6693"/>
                  </a:moveTo>
                  <a:lnTo>
                    <a:pt x="41105" y="5132"/>
                  </a:lnTo>
                  <a:lnTo>
                    <a:pt x="35330" y="3776"/>
                  </a:lnTo>
                  <a:lnTo>
                    <a:pt x="29510" y="2625"/>
                  </a:lnTo>
                  <a:lnTo>
                    <a:pt x="23652" y="1681"/>
                  </a:lnTo>
                  <a:lnTo>
                    <a:pt x="17765" y="946"/>
                  </a:lnTo>
                  <a:lnTo>
                    <a:pt x="11856" y="420"/>
                  </a:lnTo>
                  <a:lnTo>
                    <a:pt x="593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586" y="941493"/>
              <a:ext cx="52629" cy="167167"/>
            </a:xfrm>
            <a:custGeom>
              <a:avLst/>
              <a:pathLst>
                <a:path w="52629" h="167167">
                  <a:moveTo>
                    <a:pt x="52629" y="0"/>
                  </a:moveTo>
                  <a:lnTo>
                    <a:pt x="46681" y="105"/>
                  </a:lnTo>
                  <a:lnTo>
                    <a:pt x="40741" y="423"/>
                  </a:lnTo>
                  <a:lnTo>
                    <a:pt x="34816" y="951"/>
                  </a:lnTo>
                  <a:lnTo>
                    <a:pt x="28913" y="1690"/>
                  </a:lnTo>
                  <a:lnTo>
                    <a:pt x="23041" y="2639"/>
                  </a:lnTo>
                  <a:lnTo>
                    <a:pt x="17206" y="3796"/>
                  </a:lnTo>
                  <a:lnTo>
                    <a:pt x="11416" y="5159"/>
                  </a:lnTo>
                  <a:lnTo>
                    <a:pt x="5678" y="6728"/>
                  </a:lnTo>
                  <a:lnTo>
                    <a:pt x="0" y="8500"/>
                  </a:lnTo>
                  <a:lnTo>
                    <a:pt x="5262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3586" y="949994"/>
              <a:ext cx="52629" cy="158666"/>
            </a:xfrm>
            <a:custGeom>
              <a:avLst/>
              <a:pathLst>
                <a:path w="52629" h="158666">
                  <a:moveTo>
                    <a:pt x="0" y="0"/>
                  </a:moveTo>
                  <a:lnTo>
                    <a:pt x="52629" y="1586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949994"/>
              <a:ext cx="167166" cy="325182"/>
            </a:xfrm>
            <a:custGeom>
              <a:avLst/>
              <a:pathLst>
                <a:path w="167166" h="325182">
                  <a:moveTo>
                    <a:pt x="114537" y="0"/>
                  </a:moveTo>
                  <a:lnTo>
                    <a:pt x="109463" y="1773"/>
                  </a:lnTo>
                  <a:lnTo>
                    <a:pt x="104449" y="3709"/>
                  </a:lnTo>
                  <a:lnTo>
                    <a:pt x="99500" y="5806"/>
                  </a:lnTo>
                  <a:lnTo>
                    <a:pt x="94621" y="8060"/>
                  </a:lnTo>
                  <a:lnTo>
                    <a:pt x="89817" y="10470"/>
                  </a:lnTo>
                  <a:lnTo>
                    <a:pt x="85093" y="13033"/>
                  </a:lnTo>
                  <a:lnTo>
                    <a:pt x="80454" y="15747"/>
                  </a:lnTo>
                  <a:lnTo>
                    <a:pt x="75904" y="18608"/>
                  </a:lnTo>
                  <a:lnTo>
                    <a:pt x="71449" y="21615"/>
                  </a:lnTo>
                  <a:lnTo>
                    <a:pt x="67092" y="24763"/>
                  </a:lnTo>
                  <a:lnTo>
                    <a:pt x="62839" y="28049"/>
                  </a:lnTo>
                  <a:lnTo>
                    <a:pt x="58694" y="31470"/>
                  </a:lnTo>
                  <a:lnTo>
                    <a:pt x="54661" y="35023"/>
                  </a:lnTo>
                  <a:lnTo>
                    <a:pt x="50744" y="38704"/>
                  </a:lnTo>
                  <a:lnTo>
                    <a:pt x="46948" y="42508"/>
                  </a:lnTo>
                  <a:lnTo>
                    <a:pt x="43276" y="46433"/>
                  </a:lnTo>
                  <a:lnTo>
                    <a:pt x="39732" y="50474"/>
                  </a:lnTo>
                  <a:lnTo>
                    <a:pt x="36320" y="54626"/>
                  </a:lnTo>
                  <a:lnTo>
                    <a:pt x="33043" y="58887"/>
                  </a:lnTo>
                  <a:lnTo>
                    <a:pt x="29905" y="63250"/>
                  </a:lnTo>
                  <a:lnTo>
                    <a:pt x="26908" y="67712"/>
                  </a:lnTo>
                  <a:lnTo>
                    <a:pt x="24057" y="72268"/>
                  </a:lnTo>
                  <a:lnTo>
                    <a:pt x="21353" y="76913"/>
                  </a:lnTo>
                  <a:lnTo>
                    <a:pt x="18800" y="81643"/>
                  </a:lnTo>
                  <a:lnTo>
                    <a:pt x="16401" y="86452"/>
                  </a:lnTo>
                  <a:lnTo>
                    <a:pt x="14157" y="91336"/>
                  </a:lnTo>
                  <a:lnTo>
                    <a:pt x="12072" y="96290"/>
                  </a:lnTo>
                  <a:lnTo>
                    <a:pt x="10147" y="101308"/>
                  </a:lnTo>
                  <a:lnTo>
                    <a:pt x="8384" y="106386"/>
                  </a:lnTo>
                  <a:lnTo>
                    <a:pt x="6785" y="111517"/>
                  </a:lnTo>
                  <a:lnTo>
                    <a:pt x="5353" y="116697"/>
                  </a:lnTo>
                  <a:lnTo>
                    <a:pt x="4087" y="121921"/>
                  </a:lnTo>
                  <a:lnTo>
                    <a:pt x="2990" y="127182"/>
                  </a:lnTo>
                  <a:lnTo>
                    <a:pt x="2063" y="132476"/>
                  </a:lnTo>
                  <a:lnTo>
                    <a:pt x="1306" y="137798"/>
                  </a:lnTo>
                  <a:lnTo>
                    <a:pt x="721" y="143140"/>
                  </a:lnTo>
                  <a:lnTo>
                    <a:pt x="308" y="148499"/>
                  </a:lnTo>
                  <a:lnTo>
                    <a:pt x="67" y="153869"/>
                  </a:lnTo>
                  <a:lnTo>
                    <a:pt x="0" y="159243"/>
                  </a:lnTo>
                  <a:lnTo>
                    <a:pt x="104" y="164617"/>
                  </a:lnTo>
                  <a:lnTo>
                    <a:pt x="382" y="169984"/>
                  </a:lnTo>
                  <a:lnTo>
                    <a:pt x="832" y="175340"/>
                  </a:lnTo>
                  <a:lnTo>
                    <a:pt x="1454" y="180679"/>
                  </a:lnTo>
                  <a:lnTo>
                    <a:pt x="2247" y="185994"/>
                  </a:lnTo>
                  <a:lnTo>
                    <a:pt x="3211" y="191282"/>
                  </a:lnTo>
                  <a:lnTo>
                    <a:pt x="4344" y="196536"/>
                  </a:lnTo>
                  <a:lnTo>
                    <a:pt x="5646" y="201751"/>
                  </a:lnTo>
                  <a:lnTo>
                    <a:pt x="7115" y="206921"/>
                  </a:lnTo>
                  <a:lnTo>
                    <a:pt x="8749" y="212041"/>
                  </a:lnTo>
                  <a:lnTo>
                    <a:pt x="10546" y="217106"/>
                  </a:lnTo>
                  <a:lnTo>
                    <a:pt x="12506" y="222111"/>
                  </a:lnTo>
                  <a:lnTo>
                    <a:pt x="14625" y="227050"/>
                  </a:lnTo>
                  <a:lnTo>
                    <a:pt x="16903" y="231919"/>
                  </a:lnTo>
                  <a:lnTo>
                    <a:pt x="19335" y="236711"/>
                  </a:lnTo>
                  <a:lnTo>
                    <a:pt x="21921" y="241423"/>
                  </a:lnTo>
                  <a:lnTo>
                    <a:pt x="24656" y="246050"/>
                  </a:lnTo>
                  <a:lnTo>
                    <a:pt x="27539" y="250586"/>
                  </a:lnTo>
                  <a:lnTo>
                    <a:pt x="30566" y="255027"/>
                  </a:lnTo>
                  <a:lnTo>
                    <a:pt x="33734" y="259369"/>
                  </a:lnTo>
                  <a:lnTo>
                    <a:pt x="37041" y="263606"/>
                  </a:lnTo>
                  <a:lnTo>
                    <a:pt x="40482" y="267735"/>
                  </a:lnTo>
                  <a:lnTo>
                    <a:pt x="44053" y="271751"/>
                  </a:lnTo>
                  <a:lnTo>
                    <a:pt x="47752" y="275651"/>
                  </a:lnTo>
                  <a:lnTo>
                    <a:pt x="51575" y="279429"/>
                  </a:lnTo>
                  <a:lnTo>
                    <a:pt x="55517" y="283083"/>
                  </a:lnTo>
                  <a:lnTo>
                    <a:pt x="59574" y="286607"/>
                  </a:lnTo>
                  <a:lnTo>
                    <a:pt x="63743" y="290000"/>
                  </a:lnTo>
                  <a:lnTo>
                    <a:pt x="68018" y="293257"/>
                  </a:lnTo>
                  <a:lnTo>
                    <a:pt x="72396" y="296375"/>
                  </a:lnTo>
                  <a:lnTo>
                    <a:pt x="76872" y="299350"/>
                  </a:lnTo>
                  <a:lnTo>
                    <a:pt x="81442" y="302180"/>
                  </a:lnTo>
                  <a:lnTo>
                    <a:pt x="86100" y="304862"/>
                  </a:lnTo>
                  <a:lnTo>
                    <a:pt x="90841" y="307392"/>
                  </a:lnTo>
                  <a:lnTo>
                    <a:pt x="95662" y="309769"/>
                  </a:lnTo>
                  <a:lnTo>
                    <a:pt x="100556" y="311990"/>
                  </a:lnTo>
                  <a:lnTo>
                    <a:pt x="105520" y="314052"/>
                  </a:lnTo>
                  <a:lnTo>
                    <a:pt x="110547" y="315953"/>
                  </a:lnTo>
                  <a:lnTo>
                    <a:pt x="115633" y="317692"/>
                  </a:lnTo>
                  <a:lnTo>
                    <a:pt x="120772" y="319267"/>
                  </a:lnTo>
                  <a:lnTo>
                    <a:pt x="125958" y="320675"/>
                  </a:lnTo>
                  <a:lnTo>
                    <a:pt x="131188" y="321916"/>
                  </a:lnTo>
                  <a:lnTo>
                    <a:pt x="136455" y="322988"/>
                  </a:lnTo>
                  <a:lnTo>
                    <a:pt x="141753" y="323891"/>
                  </a:lnTo>
                  <a:lnTo>
                    <a:pt x="147078" y="324622"/>
                  </a:lnTo>
                  <a:lnTo>
                    <a:pt x="152423" y="325182"/>
                  </a:lnTo>
                  <a:lnTo>
                    <a:pt x="167166" y="1586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1473" y="941493"/>
              <a:ext cx="181908" cy="334330"/>
            </a:xfrm>
            <a:custGeom>
              <a:avLst/>
              <a:pathLst>
                <a:path w="181908" h="334330">
                  <a:moveTo>
                    <a:pt x="0" y="333683"/>
                  </a:moveTo>
                  <a:lnTo>
                    <a:pt x="5331" y="334069"/>
                  </a:lnTo>
                  <a:lnTo>
                    <a:pt x="10672" y="334285"/>
                  </a:lnTo>
                  <a:lnTo>
                    <a:pt x="16018" y="334330"/>
                  </a:lnTo>
                  <a:lnTo>
                    <a:pt x="21362" y="334203"/>
                  </a:lnTo>
                  <a:lnTo>
                    <a:pt x="26700" y="333906"/>
                  </a:lnTo>
                  <a:lnTo>
                    <a:pt x="32025" y="333439"/>
                  </a:lnTo>
                  <a:lnTo>
                    <a:pt x="37332" y="332801"/>
                  </a:lnTo>
                  <a:lnTo>
                    <a:pt x="42617" y="331994"/>
                  </a:lnTo>
                  <a:lnTo>
                    <a:pt x="47872" y="331019"/>
                  </a:lnTo>
                  <a:lnTo>
                    <a:pt x="53094" y="329875"/>
                  </a:lnTo>
                  <a:lnTo>
                    <a:pt x="58277" y="328566"/>
                  </a:lnTo>
                  <a:lnTo>
                    <a:pt x="63416" y="327092"/>
                  </a:lnTo>
                  <a:lnTo>
                    <a:pt x="68504" y="325453"/>
                  </a:lnTo>
                  <a:lnTo>
                    <a:pt x="73538" y="323654"/>
                  </a:lnTo>
                  <a:lnTo>
                    <a:pt x="78511" y="321694"/>
                  </a:lnTo>
                  <a:lnTo>
                    <a:pt x="83419" y="319576"/>
                  </a:lnTo>
                  <a:lnTo>
                    <a:pt x="88257" y="317302"/>
                  </a:lnTo>
                  <a:lnTo>
                    <a:pt x="93020" y="314875"/>
                  </a:lnTo>
                  <a:lnTo>
                    <a:pt x="97703" y="312296"/>
                  </a:lnTo>
                  <a:lnTo>
                    <a:pt x="102301" y="309570"/>
                  </a:lnTo>
                  <a:lnTo>
                    <a:pt x="106809" y="306697"/>
                  </a:lnTo>
                  <a:lnTo>
                    <a:pt x="111223" y="303682"/>
                  </a:lnTo>
                  <a:lnTo>
                    <a:pt x="115539" y="300527"/>
                  </a:lnTo>
                  <a:lnTo>
                    <a:pt x="119751" y="297236"/>
                  </a:lnTo>
                  <a:lnTo>
                    <a:pt x="123856" y="293812"/>
                  </a:lnTo>
                  <a:lnTo>
                    <a:pt x="127850" y="290259"/>
                  </a:lnTo>
                  <a:lnTo>
                    <a:pt x="131728" y="286579"/>
                  </a:lnTo>
                  <a:lnTo>
                    <a:pt x="135486" y="282778"/>
                  </a:lnTo>
                  <a:lnTo>
                    <a:pt x="139121" y="278858"/>
                  </a:lnTo>
                  <a:lnTo>
                    <a:pt x="142628" y="274824"/>
                  </a:lnTo>
                  <a:lnTo>
                    <a:pt x="146005" y="270680"/>
                  </a:lnTo>
                  <a:lnTo>
                    <a:pt x="149248" y="266430"/>
                  </a:lnTo>
                  <a:lnTo>
                    <a:pt x="152353" y="262079"/>
                  </a:lnTo>
                  <a:lnTo>
                    <a:pt x="155317" y="257630"/>
                  </a:lnTo>
                  <a:lnTo>
                    <a:pt x="158138" y="253089"/>
                  </a:lnTo>
                  <a:lnTo>
                    <a:pt x="160812" y="248461"/>
                  </a:lnTo>
                  <a:lnTo>
                    <a:pt x="163336" y="243749"/>
                  </a:lnTo>
                  <a:lnTo>
                    <a:pt x="165709" y="238958"/>
                  </a:lnTo>
                  <a:lnTo>
                    <a:pt x="167927" y="234095"/>
                  </a:lnTo>
                  <a:lnTo>
                    <a:pt x="169989" y="229163"/>
                  </a:lnTo>
                  <a:lnTo>
                    <a:pt x="171892" y="224167"/>
                  </a:lnTo>
                  <a:lnTo>
                    <a:pt x="173634" y="219113"/>
                  </a:lnTo>
                  <a:lnTo>
                    <a:pt x="175213" y="214006"/>
                  </a:lnTo>
                  <a:lnTo>
                    <a:pt x="176629" y="208852"/>
                  </a:lnTo>
                  <a:lnTo>
                    <a:pt x="177879" y="203654"/>
                  </a:lnTo>
                  <a:lnTo>
                    <a:pt x="178962" y="198419"/>
                  </a:lnTo>
                  <a:lnTo>
                    <a:pt x="179878" y="193153"/>
                  </a:lnTo>
                  <a:lnTo>
                    <a:pt x="180624" y="187859"/>
                  </a:lnTo>
                  <a:lnTo>
                    <a:pt x="181201" y="182545"/>
                  </a:lnTo>
                  <a:lnTo>
                    <a:pt x="181607" y="177215"/>
                  </a:lnTo>
                  <a:lnTo>
                    <a:pt x="181843" y="171874"/>
                  </a:lnTo>
                  <a:lnTo>
                    <a:pt x="181908" y="166529"/>
                  </a:lnTo>
                  <a:lnTo>
                    <a:pt x="181803" y="161184"/>
                  </a:lnTo>
                  <a:lnTo>
                    <a:pt x="181526" y="155846"/>
                  </a:lnTo>
                  <a:lnTo>
                    <a:pt x="181079" y="150519"/>
                  </a:lnTo>
                  <a:lnTo>
                    <a:pt x="180461" y="145209"/>
                  </a:lnTo>
                  <a:lnTo>
                    <a:pt x="179675" y="139922"/>
                  </a:lnTo>
                  <a:lnTo>
                    <a:pt x="178719" y="134662"/>
                  </a:lnTo>
                  <a:lnTo>
                    <a:pt x="177596" y="129436"/>
                  </a:lnTo>
                  <a:lnTo>
                    <a:pt x="176306" y="124248"/>
                  </a:lnTo>
                  <a:lnTo>
                    <a:pt x="174851" y="119104"/>
                  </a:lnTo>
                  <a:lnTo>
                    <a:pt x="173233" y="114010"/>
                  </a:lnTo>
                  <a:lnTo>
                    <a:pt x="171452" y="108969"/>
                  </a:lnTo>
                  <a:lnTo>
                    <a:pt x="169511" y="103988"/>
                  </a:lnTo>
                  <a:lnTo>
                    <a:pt x="167412" y="99072"/>
                  </a:lnTo>
                  <a:lnTo>
                    <a:pt x="165157" y="94225"/>
                  </a:lnTo>
                  <a:lnTo>
                    <a:pt x="162748" y="89453"/>
                  </a:lnTo>
                  <a:lnTo>
                    <a:pt x="160187" y="84761"/>
                  </a:lnTo>
                  <a:lnTo>
                    <a:pt x="157478" y="80153"/>
                  </a:lnTo>
                  <a:lnTo>
                    <a:pt x="154623" y="75633"/>
                  </a:lnTo>
                  <a:lnTo>
                    <a:pt x="151625" y="71208"/>
                  </a:lnTo>
                  <a:lnTo>
                    <a:pt x="148486" y="66880"/>
                  </a:lnTo>
                  <a:lnTo>
                    <a:pt x="145211" y="62655"/>
                  </a:lnTo>
                  <a:lnTo>
                    <a:pt x="141803" y="58537"/>
                  </a:lnTo>
                  <a:lnTo>
                    <a:pt x="138265" y="54530"/>
                  </a:lnTo>
                  <a:lnTo>
                    <a:pt x="134600" y="50638"/>
                  </a:lnTo>
                  <a:lnTo>
                    <a:pt x="130813" y="46865"/>
                  </a:lnTo>
                  <a:lnTo>
                    <a:pt x="126907" y="43215"/>
                  </a:lnTo>
                  <a:lnTo>
                    <a:pt x="122887" y="39693"/>
                  </a:lnTo>
                  <a:lnTo>
                    <a:pt x="118756" y="36300"/>
                  </a:lnTo>
                  <a:lnTo>
                    <a:pt x="114518" y="33041"/>
                  </a:lnTo>
                  <a:lnTo>
                    <a:pt x="110179" y="29919"/>
                  </a:lnTo>
                  <a:lnTo>
                    <a:pt x="105741" y="26938"/>
                  </a:lnTo>
                  <a:lnTo>
                    <a:pt x="101211" y="24100"/>
                  </a:lnTo>
                  <a:lnTo>
                    <a:pt x="96593" y="21409"/>
                  </a:lnTo>
                  <a:lnTo>
                    <a:pt x="91890" y="18866"/>
                  </a:lnTo>
                  <a:lnTo>
                    <a:pt x="87109" y="16475"/>
                  </a:lnTo>
                  <a:lnTo>
                    <a:pt x="82254" y="14239"/>
                  </a:lnTo>
                  <a:lnTo>
                    <a:pt x="77330" y="12158"/>
                  </a:lnTo>
                  <a:lnTo>
                    <a:pt x="72342" y="10236"/>
                  </a:lnTo>
                  <a:lnTo>
                    <a:pt x="67295" y="8475"/>
                  </a:lnTo>
                  <a:lnTo>
                    <a:pt x="62194" y="6876"/>
                  </a:lnTo>
                  <a:lnTo>
                    <a:pt x="57044" y="5440"/>
                  </a:lnTo>
                  <a:lnTo>
                    <a:pt x="51852" y="4170"/>
                  </a:lnTo>
                  <a:lnTo>
                    <a:pt x="46621" y="3067"/>
                  </a:lnTo>
                  <a:lnTo>
                    <a:pt x="41358" y="2132"/>
                  </a:lnTo>
                  <a:lnTo>
                    <a:pt x="36067" y="1365"/>
                  </a:lnTo>
                  <a:lnTo>
                    <a:pt x="30755" y="768"/>
                  </a:lnTo>
                  <a:lnTo>
                    <a:pt x="25427" y="341"/>
                  </a:lnTo>
                  <a:lnTo>
                    <a:pt x="20087" y="85"/>
                  </a:lnTo>
                  <a:lnTo>
                    <a:pt x="14742" y="0"/>
                  </a:lnTo>
                  <a:lnTo>
                    <a:pt x="147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918" y="1071028"/>
              <a:ext cx="165583" cy="167167"/>
            </a:xfrm>
            <a:custGeom>
              <a:avLst/>
              <a:pathLst>
                <a:path w="165583" h="167167">
                  <a:moveTo>
                    <a:pt x="165583" y="0"/>
                  </a:moveTo>
                  <a:lnTo>
                    <a:pt x="160139" y="88"/>
                  </a:lnTo>
                  <a:lnTo>
                    <a:pt x="154702" y="354"/>
                  </a:lnTo>
                  <a:lnTo>
                    <a:pt x="149275" y="797"/>
                  </a:lnTo>
                  <a:lnTo>
                    <a:pt x="143867" y="1416"/>
                  </a:lnTo>
                  <a:lnTo>
                    <a:pt x="138481" y="2211"/>
                  </a:lnTo>
                  <a:lnTo>
                    <a:pt x="133124" y="3181"/>
                  </a:lnTo>
                  <a:lnTo>
                    <a:pt x="127801" y="4325"/>
                  </a:lnTo>
                  <a:lnTo>
                    <a:pt x="122519" y="5642"/>
                  </a:lnTo>
                  <a:lnTo>
                    <a:pt x="117282" y="7129"/>
                  </a:lnTo>
                  <a:lnTo>
                    <a:pt x="112096" y="8787"/>
                  </a:lnTo>
                  <a:lnTo>
                    <a:pt x="106967" y="10613"/>
                  </a:lnTo>
                  <a:lnTo>
                    <a:pt x="101901" y="12604"/>
                  </a:lnTo>
                  <a:lnTo>
                    <a:pt x="96901" y="14760"/>
                  </a:lnTo>
                  <a:lnTo>
                    <a:pt x="91975" y="17077"/>
                  </a:lnTo>
                  <a:lnTo>
                    <a:pt x="87127" y="19554"/>
                  </a:lnTo>
                  <a:lnTo>
                    <a:pt x="82362" y="22187"/>
                  </a:lnTo>
                  <a:lnTo>
                    <a:pt x="77685" y="24974"/>
                  </a:lnTo>
                  <a:lnTo>
                    <a:pt x="73101" y="27911"/>
                  </a:lnTo>
                  <a:lnTo>
                    <a:pt x="68616" y="30996"/>
                  </a:lnTo>
                  <a:lnTo>
                    <a:pt x="64233" y="34226"/>
                  </a:lnTo>
                  <a:lnTo>
                    <a:pt x="59958" y="37597"/>
                  </a:lnTo>
                  <a:lnTo>
                    <a:pt x="55795" y="41105"/>
                  </a:lnTo>
                  <a:lnTo>
                    <a:pt x="51748" y="44747"/>
                  </a:lnTo>
                  <a:lnTo>
                    <a:pt x="47822" y="48518"/>
                  </a:lnTo>
                  <a:lnTo>
                    <a:pt x="44021" y="52416"/>
                  </a:lnTo>
                  <a:lnTo>
                    <a:pt x="40349" y="56435"/>
                  </a:lnTo>
                  <a:lnTo>
                    <a:pt x="36810" y="60572"/>
                  </a:lnTo>
                  <a:lnTo>
                    <a:pt x="33407" y="64821"/>
                  </a:lnTo>
                  <a:lnTo>
                    <a:pt x="30145" y="69180"/>
                  </a:lnTo>
                  <a:lnTo>
                    <a:pt x="27026" y="73642"/>
                  </a:lnTo>
                  <a:lnTo>
                    <a:pt x="24054" y="78203"/>
                  </a:lnTo>
                  <a:lnTo>
                    <a:pt x="21232" y="82859"/>
                  </a:lnTo>
                  <a:lnTo>
                    <a:pt x="18563" y="87604"/>
                  </a:lnTo>
                  <a:lnTo>
                    <a:pt x="16050" y="92434"/>
                  </a:lnTo>
                  <a:lnTo>
                    <a:pt x="13696" y="97342"/>
                  </a:lnTo>
                  <a:lnTo>
                    <a:pt x="11503" y="102325"/>
                  </a:lnTo>
                  <a:lnTo>
                    <a:pt x="9473" y="107377"/>
                  </a:lnTo>
                  <a:lnTo>
                    <a:pt x="7609" y="112492"/>
                  </a:lnTo>
                  <a:lnTo>
                    <a:pt x="5913" y="117665"/>
                  </a:lnTo>
                  <a:lnTo>
                    <a:pt x="4385" y="122890"/>
                  </a:lnTo>
                  <a:lnTo>
                    <a:pt x="3029" y="128163"/>
                  </a:lnTo>
                  <a:lnTo>
                    <a:pt x="1845" y="133477"/>
                  </a:lnTo>
                  <a:lnTo>
                    <a:pt x="835" y="138826"/>
                  </a:lnTo>
                  <a:lnTo>
                    <a:pt x="0" y="144206"/>
                  </a:lnTo>
                  <a:lnTo>
                    <a:pt x="16558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918" y="1215235"/>
              <a:ext cx="165583" cy="22961"/>
            </a:xfrm>
            <a:custGeom>
              <a:avLst/>
              <a:pathLst>
                <a:path w="165583" h="22961">
                  <a:moveTo>
                    <a:pt x="0" y="0"/>
                  </a:moveTo>
                  <a:lnTo>
                    <a:pt x="165583" y="229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44" y="1074150"/>
              <a:ext cx="334305" cy="331212"/>
            </a:xfrm>
            <a:custGeom>
              <a:avLst/>
              <a:pathLst>
                <a:path w="334305" h="331212">
                  <a:moveTo>
                    <a:pt x="1574" y="141084"/>
                  </a:moveTo>
                  <a:lnTo>
                    <a:pt x="929" y="146340"/>
                  </a:lnTo>
                  <a:lnTo>
                    <a:pt x="452" y="151613"/>
                  </a:lnTo>
                  <a:lnTo>
                    <a:pt x="142" y="156900"/>
                  </a:lnTo>
                  <a:lnTo>
                    <a:pt x="0" y="162193"/>
                  </a:lnTo>
                  <a:lnTo>
                    <a:pt x="25" y="167488"/>
                  </a:lnTo>
                  <a:lnTo>
                    <a:pt x="218" y="172780"/>
                  </a:lnTo>
                  <a:lnTo>
                    <a:pt x="578" y="178063"/>
                  </a:lnTo>
                  <a:lnTo>
                    <a:pt x="1106" y="183332"/>
                  </a:lnTo>
                  <a:lnTo>
                    <a:pt x="1800" y="188581"/>
                  </a:lnTo>
                  <a:lnTo>
                    <a:pt x="2660" y="193806"/>
                  </a:lnTo>
                  <a:lnTo>
                    <a:pt x="3685" y="199001"/>
                  </a:lnTo>
                  <a:lnTo>
                    <a:pt x="4874" y="204161"/>
                  </a:lnTo>
                  <a:lnTo>
                    <a:pt x="6226" y="209281"/>
                  </a:lnTo>
                  <a:lnTo>
                    <a:pt x="7740" y="214355"/>
                  </a:lnTo>
                  <a:lnTo>
                    <a:pt x="9413" y="219379"/>
                  </a:lnTo>
                  <a:lnTo>
                    <a:pt x="11245" y="224347"/>
                  </a:lnTo>
                  <a:lnTo>
                    <a:pt x="13233" y="229255"/>
                  </a:lnTo>
                  <a:lnTo>
                    <a:pt x="15375" y="234098"/>
                  </a:lnTo>
                  <a:lnTo>
                    <a:pt x="17670" y="238870"/>
                  </a:lnTo>
                  <a:lnTo>
                    <a:pt x="20115" y="243567"/>
                  </a:lnTo>
                  <a:lnTo>
                    <a:pt x="22708" y="248184"/>
                  </a:lnTo>
                  <a:lnTo>
                    <a:pt x="25445" y="252717"/>
                  </a:lnTo>
                  <a:lnTo>
                    <a:pt x="28324" y="257161"/>
                  </a:lnTo>
                  <a:lnTo>
                    <a:pt x="31343" y="261511"/>
                  </a:lnTo>
                  <a:lnTo>
                    <a:pt x="34498" y="265764"/>
                  </a:lnTo>
                  <a:lnTo>
                    <a:pt x="37787" y="269914"/>
                  </a:lnTo>
                  <a:lnTo>
                    <a:pt x="41205" y="273959"/>
                  </a:lnTo>
                  <a:lnTo>
                    <a:pt x="44749" y="277893"/>
                  </a:lnTo>
                  <a:lnTo>
                    <a:pt x="48416" y="281713"/>
                  </a:lnTo>
                  <a:lnTo>
                    <a:pt x="52203" y="285414"/>
                  </a:lnTo>
                  <a:lnTo>
                    <a:pt x="56104" y="288994"/>
                  </a:lnTo>
                  <a:lnTo>
                    <a:pt x="60118" y="292449"/>
                  </a:lnTo>
                  <a:lnTo>
                    <a:pt x="64238" y="295775"/>
                  </a:lnTo>
                  <a:lnTo>
                    <a:pt x="68462" y="298968"/>
                  </a:lnTo>
                  <a:lnTo>
                    <a:pt x="72785" y="302026"/>
                  </a:lnTo>
                  <a:lnTo>
                    <a:pt x="77202" y="304946"/>
                  </a:lnTo>
                  <a:lnTo>
                    <a:pt x="81710" y="307725"/>
                  </a:lnTo>
                  <a:lnTo>
                    <a:pt x="86304" y="310359"/>
                  </a:lnTo>
                  <a:lnTo>
                    <a:pt x="90978" y="312846"/>
                  </a:lnTo>
                  <a:lnTo>
                    <a:pt x="95729" y="315184"/>
                  </a:lnTo>
                  <a:lnTo>
                    <a:pt x="100552" y="317371"/>
                  </a:lnTo>
                  <a:lnTo>
                    <a:pt x="105442" y="319403"/>
                  </a:lnTo>
                  <a:lnTo>
                    <a:pt x="110393" y="321280"/>
                  </a:lnTo>
                  <a:lnTo>
                    <a:pt x="115402" y="322999"/>
                  </a:lnTo>
                  <a:lnTo>
                    <a:pt x="120462" y="324558"/>
                  </a:lnTo>
                  <a:lnTo>
                    <a:pt x="125570" y="325957"/>
                  </a:lnTo>
                  <a:lnTo>
                    <a:pt x="130718" y="327193"/>
                  </a:lnTo>
                  <a:lnTo>
                    <a:pt x="135904" y="328265"/>
                  </a:lnTo>
                  <a:lnTo>
                    <a:pt x="141121" y="329172"/>
                  </a:lnTo>
                  <a:lnTo>
                    <a:pt x="146364" y="329914"/>
                  </a:lnTo>
                  <a:lnTo>
                    <a:pt x="151628" y="330489"/>
                  </a:lnTo>
                  <a:lnTo>
                    <a:pt x="156907" y="330898"/>
                  </a:lnTo>
                  <a:lnTo>
                    <a:pt x="162197" y="331139"/>
                  </a:lnTo>
                  <a:lnTo>
                    <a:pt x="167492" y="331212"/>
                  </a:lnTo>
                  <a:lnTo>
                    <a:pt x="172786" y="331117"/>
                  </a:lnTo>
                  <a:lnTo>
                    <a:pt x="178075" y="330855"/>
                  </a:lnTo>
                  <a:lnTo>
                    <a:pt x="183353" y="330426"/>
                  </a:lnTo>
                  <a:lnTo>
                    <a:pt x="188614" y="329829"/>
                  </a:lnTo>
                  <a:lnTo>
                    <a:pt x="193854" y="329067"/>
                  </a:lnTo>
                  <a:lnTo>
                    <a:pt x="199068" y="328138"/>
                  </a:lnTo>
                  <a:lnTo>
                    <a:pt x="204249" y="327045"/>
                  </a:lnTo>
                  <a:lnTo>
                    <a:pt x="209393" y="325789"/>
                  </a:lnTo>
                  <a:lnTo>
                    <a:pt x="214494" y="324370"/>
                  </a:lnTo>
                  <a:lnTo>
                    <a:pt x="219548" y="322790"/>
                  </a:lnTo>
                  <a:lnTo>
                    <a:pt x="224550" y="321051"/>
                  </a:lnTo>
                  <a:lnTo>
                    <a:pt x="229494" y="319155"/>
                  </a:lnTo>
                  <a:lnTo>
                    <a:pt x="234375" y="317102"/>
                  </a:lnTo>
                  <a:lnTo>
                    <a:pt x="239189" y="314897"/>
                  </a:lnTo>
                  <a:lnTo>
                    <a:pt x="243931" y="312539"/>
                  </a:lnTo>
                  <a:lnTo>
                    <a:pt x="248596" y="310033"/>
                  </a:lnTo>
                  <a:lnTo>
                    <a:pt x="253179" y="307381"/>
                  </a:lnTo>
                  <a:lnTo>
                    <a:pt x="257675" y="304584"/>
                  </a:lnTo>
                  <a:lnTo>
                    <a:pt x="262081" y="301647"/>
                  </a:lnTo>
                  <a:lnTo>
                    <a:pt x="266392" y="298571"/>
                  </a:lnTo>
                  <a:lnTo>
                    <a:pt x="270603" y="295361"/>
                  </a:lnTo>
                  <a:lnTo>
                    <a:pt x="274710" y="292019"/>
                  </a:lnTo>
                  <a:lnTo>
                    <a:pt x="278709" y="288548"/>
                  </a:lnTo>
                  <a:lnTo>
                    <a:pt x="282596" y="284952"/>
                  </a:lnTo>
                  <a:lnTo>
                    <a:pt x="286368" y="281236"/>
                  </a:lnTo>
                  <a:lnTo>
                    <a:pt x="290020" y="277401"/>
                  </a:lnTo>
                  <a:lnTo>
                    <a:pt x="293548" y="273453"/>
                  </a:lnTo>
                  <a:lnTo>
                    <a:pt x="296950" y="269395"/>
                  </a:lnTo>
                  <a:lnTo>
                    <a:pt x="300222" y="265231"/>
                  </a:lnTo>
                  <a:lnTo>
                    <a:pt x="303360" y="260966"/>
                  </a:lnTo>
                  <a:lnTo>
                    <a:pt x="306361" y="256603"/>
                  </a:lnTo>
                  <a:lnTo>
                    <a:pt x="309223" y="252148"/>
                  </a:lnTo>
                  <a:lnTo>
                    <a:pt x="311942" y="247604"/>
                  </a:lnTo>
                  <a:lnTo>
                    <a:pt x="314516" y="242977"/>
                  </a:lnTo>
                  <a:lnTo>
                    <a:pt x="316942" y="238270"/>
                  </a:lnTo>
                  <a:lnTo>
                    <a:pt x="319218" y="233489"/>
                  </a:lnTo>
                  <a:lnTo>
                    <a:pt x="321341" y="228638"/>
                  </a:lnTo>
                  <a:lnTo>
                    <a:pt x="323309" y="223722"/>
                  </a:lnTo>
                  <a:lnTo>
                    <a:pt x="325121" y="218746"/>
                  </a:lnTo>
                  <a:lnTo>
                    <a:pt x="326774" y="213716"/>
                  </a:lnTo>
                  <a:lnTo>
                    <a:pt x="328267" y="208635"/>
                  </a:lnTo>
                  <a:lnTo>
                    <a:pt x="329599" y="203510"/>
                  </a:lnTo>
                  <a:lnTo>
                    <a:pt x="330767" y="198345"/>
                  </a:lnTo>
                  <a:lnTo>
                    <a:pt x="331772" y="193146"/>
                  </a:lnTo>
                  <a:lnTo>
                    <a:pt x="332611" y="187918"/>
                  </a:lnTo>
                  <a:lnTo>
                    <a:pt x="333284" y="182666"/>
                  </a:lnTo>
                  <a:lnTo>
                    <a:pt x="333790" y="177395"/>
                  </a:lnTo>
                  <a:lnTo>
                    <a:pt x="334129" y="172110"/>
                  </a:lnTo>
                  <a:lnTo>
                    <a:pt x="334301" y="166818"/>
                  </a:lnTo>
                  <a:lnTo>
                    <a:pt x="334305" y="161523"/>
                  </a:lnTo>
                  <a:lnTo>
                    <a:pt x="334141" y="156230"/>
                  </a:lnTo>
                  <a:lnTo>
                    <a:pt x="333810" y="150945"/>
                  </a:lnTo>
                  <a:lnTo>
                    <a:pt x="333312" y="145673"/>
                  </a:lnTo>
                  <a:lnTo>
                    <a:pt x="332646" y="140420"/>
                  </a:lnTo>
                  <a:lnTo>
                    <a:pt x="331815" y="135190"/>
                  </a:lnTo>
                  <a:lnTo>
                    <a:pt x="330819" y="129990"/>
                  </a:lnTo>
                  <a:lnTo>
                    <a:pt x="329658" y="124823"/>
                  </a:lnTo>
                  <a:lnTo>
                    <a:pt x="328334" y="119696"/>
                  </a:lnTo>
                  <a:lnTo>
                    <a:pt x="326849" y="114614"/>
                  </a:lnTo>
                  <a:lnTo>
                    <a:pt x="325203" y="109581"/>
                  </a:lnTo>
                  <a:lnTo>
                    <a:pt x="323399" y="104602"/>
                  </a:lnTo>
                  <a:lnTo>
                    <a:pt x="321438" y="99684"/>
                  </a:lnTo>
                  <a:lnTo>
                    <a:pt x="319322" y="94829"/>
                  </a:lnTo>
                  <a:lnTo>
                    <a:pt x="317053" y="90045"/>
                  </a:lnTo>
                  <a:lnTo>
                    <a:pt x="314634" y="85334"/>
                  </a:lnTo>
                  <a:lnTo>
                    <a:pt x="312067" y="80703"/>
                  </a:lnTo>
                  <a:lnTo>
                    <a:pt x="309355" y="76155"/>
                  </a:lnTo>
                  <a:lnTo>
                    <a:pt x="306500" y="71695"/>
                  </a:lnTo>
                  <a:lnTo>
                    <a:pt x="303505" y="67328"/>
                  </a:lnTo>
                  <a:lnTo>
                    <a:pt x="300373" y="63058"/>
                  </a:lnTo>
                  <a:lnTo>
                    <a:pt x="297108" y="58890"/>
                  </a:lnTo>
                  <a:lnTo>
                    <a:pt x="293712" y="54827"/>
                  </a:lnTo>
                  <a:lnTo>
                    <a:pt x="290190" y="50873"/>
                  </a:lnTo>
                  <a:lnTo>
                    <a:pt x="286544" y="47033"/>
                  </a:lnTo>
                  <a:lnTo>
                    <a:pt x="282778" y="43311"/>
                  </a:lnTo>
                  <a:lnTo>
                    <a:pt x="278896" y="39709"/>
                  </a:lnTo>
                  <a:lnTo>
                    <a:pt x="274902" y="36233"/>
                  </a:lnTo>
                  <a:lnTo>
                    <a:pt x="270799" y="32884"/>
                  </a:lnTo>
                  <a:lnTo>
                    <a:pt x="266593" y="29667"/>
                  </a:lnTo>
                  <a:lnTo>
                    <a:pt x="262287" y="26585"/>
                  </a:lnTo>
                  <a:lnTo>
                    <a:pt x="257886" y="23641"/>
                  </a:lnTo>
                  <a:lnTo>
                    <a:pt x="253394" y="20838"/>
                  </a:lnTo>
                  <a:lnTo>
                    <a:pt x="248815" y="18179"/>
                  </a:lnTo>
                  <a:lnTo>
                    <a:pt x="244154" y="15666"/>
                  </a:lnTo>
                  <a:lnTo>
                    <a:pt x="239416" y="13301"/>
                  </a:lnTo>
                  <a:lnTo>
                    <a:pt x="234605" y="11088"/>
                  </a:lnTo>
                  <a:lnTo>
                    <a:pt x="229727" y="9029"/>
                  </a:lnTo>
                  <a:lnTo>
                    <a:pt x="224786" y="7125"/>
                  </a:lnTo>
                  <a:lnTo>
                    <a:pt x="219787" y="5378"/>
                  </a:lnTo>
                  <a:lnTo>
                    <a:pt x="214735" y="3791"/>
                  </a:lnTo>
                  <a:lnTo>
                    <a:pt x="209635" y="2365"/>
                  </a:lnTo>
                  <a:lnTo>
                    <a:pt x="204493" y="1100"/>
                  </a:lnTo>
                  <a:lnTo>
                    <a:pt x="199314" y="0"/>
                  </a:lnTo>
                  <a:lnTo>
                    <a:pt x="167157" y="164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157" cy="167167"/>
            </a:xfrm>
            <a:custGeom>
              <a:avLst/>
              <a:pathLst>
                <a:path w="32157" h="167167">
                  <a:moveTo>
                    <a:pt x="32157" y="3122"/>
                  </a:moveTo>
                  <a:lnTo>
                    <a:pt x="25783" y="2000"/>
                  </a:lnTo>
                  <a:lnTo>
                    <a:pt x="19371" y="1126"/>
                  </a:lnTo>
                  <a:lnTo>
                    <a:pt x="12930" y="500"/>
                  </a:lnTo>
                  <a:lnTo>
                    <a:pt x="6470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3625" y="1322571"/>
              <a:ext cx="65095" cy="167167"/>
            </a:xfrm>
            <a:custGeom>
              <a:avLst/>
              <a:pathLst>
                <a:path w="65095" h="167167">
                  <a:moveTo>
                    <a:pt x="65095" y="0"/>
                  </a:moveTo>
                  <a:lnTo>
                    <a:pt x="59018" y="110"/>
                  </a:lnTo>
                  <a:lnTo>
                    <a:pt x="52948" y="441"/>
                  </a:lnTo>
                  <a:lnTo>
                    <a:pt x="46895" y="993"/>
                  </a:lnTo>
                  <a:lnTo>
                    <a:pt x="40866" y="1765"/>
                  </a:lnTo>
                  <a:lnTo>
                    <a:pt x="34869" y="2755"/>
                  </a:lnTo>
                  <a:lnTo>
                    <a:pt x="28912" y="3962"/>
                  </a:lnTo>
                  <a:lnTo>
                    <a:pt x="23003" y="5386"/>
                  </a:lnTo>
                  <a:lnTo>
                    <a:pt x="17149" y="7023"/>
                  </a:lnTo>
                  <a:lnTo>
                    <a:pt x="11359" y="8872"/>
                  </a:lnTo>
                  <a:lnTo>
                    <a:pt x="5640" y="10930"/>
                  </a:lnTo>
                  <a:lnTo>
                    <a:pt x="0" y="13194"/>
                  </a:lnTo>
                  <a:lnTo>
                    <a:pt x="6509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3625" y="1335766"/>
              <a:ext cx="65095" cy="153972"/>
            </a:xfrm>
            <a:custGeom>
              <a:avLst/>
              <a:pathLst>
                <a:path w="65095" h="153972">
                  <a:moveTo>
                    <a:pt x="0" y="0"/>
                  </a:moveTo>
                  <a:lnTo>
                    <a:pt x="65095" y="1539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3" y="1335766"/>
              <a:ext cx="334328" cy="321128"/>
            </a:xfrm>
            <a:custGeom>
              <a:avLst/>
              <a:pathLst>
                <a:path w="334328" h="321128">
                  <a:moveTo>
                    <a:pt x="102072" y="0"/>
                  </a:moveTo>
                  <a:lnTo>
                    <a:pt x="97232" y="2136"/>
                  </a:lnTo>
                  <a:lnTo>
                    <a:pt x="92463" y="4425"/>
                  </a:lnTo>
                  <a:lnTo>
                    <a:pt x="87769" y="6864"/>
                  </a:lnTo>
                  <a:lnTo>
                    <a:pt x="83154" y="9449"/>
                  </a:lnTo>
                  <a:lnTo>
                    <a:pt x="78623" y="12180"/>
                  </a:lnTo>
                  <a:lnTo>
                    <a:pt x="74181" y="15053"/>
                  </a:lnTo>
                  <a:lnTo>
                    <a:pt x="69832" y="18064"/>
                  </a:lnTo>
                  <a:lnTo>
                    <a:pt x="65581" y="21212"/>
                  </a:lnTo>
                  <a:lnTo>
                    <a:pt x="61431" y="24493"/>
                  </a:lnTo>
                  <a:lnTo>
                    <a:pt x="57387" y="27903"/>
                  </a:lnTo>
                  <a:lnTo>
                    <a:pt x="53453" y="31440"/>
                  </a:lnTo>
                  <a:lnTo>
                    <a:pt x="49633" y="35099"/>
                  </a:lnTo>
                  <a:lnTo>
                    <a:pt x="45931" y="38877"/>
                  </a:lnTo>
                  <a:lnTo>
                    <a:pt x="42350" y="42771"/>
                  </a:lnTo>
                  <a:lnTo>
                    <a:pt x="38894" y="46776"/>
                  </a:lnTo>
                  <a:lnTo>
                    <a:pt x="35566" y="50888"/>
                  </a:lnTo>
                  <a:lnTo>
                    <a:pt x="32371" y="55104"/>
                  </a:lnTo>
                  <a:lnTo>
                    <a:pt x="29310" y="59418"/>
                  </a:lnTo>
                  <a:lnTo>
                    <a:pt x="26387" y="63828"/>
                  </a:lnTo>
                  <a:lnTo>
                    <a:pt x="23605" y="68327"/>
                  </a:lnTo>
                  <a:lnTo>
                    <a:pt x="20967" y="72912"/>
                  </a:lnTo>
                  <a:lnTo>
                    <a:pt x="18476" y="77579"/>
                  </a:lnTo>
                  <a:lnTo>
                    <a:pt x="16133" y="82322"/>
                  </a:lnTo>
                  <a:lnTo>
                    <a:pt x="13942" y="87136"/>
                  </a:lnTo>
                  <a:lnTo>
                    <a:pt x="11904" y="92018"/>
                  </a:lnTo>
                  <a:lnTo>
                    <a:pt x="10021" y="96962"/>
                  </a:lnTo>
                  <a:lnTo>
                    <a:pt x="8296" y="101962"/>
                  </a:lnTo>
                  <a:lnTo>
                    <a:pt x="6730" y="107015"/>
                  </a:lnTo>
                  <a:lnTo>
                    <a:pt x="5325" y="112115"/>
                  </a:lnTo>
                  <a:lnTo>
                    <a:pt x="4081" y="117257"/>
                  </a:lnTo>
                  <a:lnTo>
                    <a:pt x="3001" y="122435"/>
                  </a:lnTo>
                  <a:lnTo>
                    <a:pt x="2086" y="127645"/>
                  </a:lnTo>
                  <a:lnTo>
                    <a:pt x="1335" y="132882"/>
                  </a:lnTo>
                  <a:lnTo>
                    <a:pt x="751" y="138139"/>
                  </a:lnTo>
                  <a:lnTo>
                    <a:pt x="333" y="143413"/>
                  </a:lnTo>
                  <a:lnTo>
                    <a:pt x="83" y="148697"/>
                  </a:lnTo>
                  <a:lnTo>
                    <a:pt x="0" y="153986"/>
                  </a:lnTo>
                  <a:lnTo>
                    <a:pt x="84" y="159275"/>
                  </a:lnTo>
                  <a:lnTo>
                    <a:pt x="335" y="164559"/>
                  </a:lnTo>
                  <a:lnTo>
                    <a:pt x="754" y="169833"/>
                  </a:lnTo>
                  <a:lnTo>
                    <a:pt x="1339" y="175090"/>
                  </a:lnTo>
                  <a:lnTo>
                    <a:pt x="2090" y="180327"/>
                  </a:lnTo>
                  <a:lnTo>
                    <a:pt x="3007" y="185537"/>
                  </a:lnTo>
                  <a:lnTo>
                    <a:pt x="4087" y="190715"/>
                  </a:lnTo>
                  <a:lnTo>
                    <a:pt x="5332" y="195856"/>
                  </a:lnTo>
                  <a:lnTo>
                    <a:pt x="6738" y="200956"/>
                  </a:lnTo>
                  <a:lnTo>
                    <a:pt x="8305" y="206009"/>
                  </a:lnTo>
                  <a:lnTo>
                    <a:pt x="10031" y="211009"/>
                  </a:lnTo>
                  <a:lnTo>
                    <a:pt x="11914" y="215952"/>
                  </a:lnTo>
                  <a:lnTo>
                    <a:pt x="13953" y="220834"/>
                  </a:lnTo>
                  <a:lnTo>
                    <a:pt x="16145" y="225648"/>
                  </a:lnTo>
                  <a:lnTo>
                    <a:pt x="18489" y="230390"/>
                  </a:lnTo>
                  <a:lnTo>
                    <a:pt x="20981" y="235056"/>
                  </a:lnTo>
                  <a:lnTo>
                    <a:pt x="23620" y="239641"/>
                  </a:lnTo>
                  <a:lnTo>
                    <a:pt x="26402" y="244140"/>
                  </a:lnTo>
                  <a:lnTo>
                    <a:pt x="29326" y="248549"/>
                  </a:lnTo>
                  <a:lnTo>
                    <a:pt x="32387" y="252863"/>
                  </a:lnTo>
                  <a:lnTo>
                    <a:pt x="35584" y="257078"/>
                  </a:lnTo>
                  <a:lnTo>
                    <a:pt x="38912" y="261190"/>
                  </a:lnTo>
                  <a:lnTo>
                    <a:pt x="42369" y="265194"/>
                  </a:lnTo>
                  <a:lnTo>
                    <a:pt x="45950" y="269087"/>
                  </a:lnTo>
                  <a:lnTo>
                    <a:pt x="49653" y="272865"/>
                  </a:lnTo>
                  <a:lnTo>
                    <a:pt x="53474" y="276524"/>
                  </a:lnTo>
                  <a:lnTo>
                    <a:pt x="57409" y="280060"/>
                  </a:lnTo>
                  <a:lnTo>
                    <a:pt x="61453" y="283469"/>
                  </a:lnTo>
                  <a:lnTo>
                    <a:pt x="65603" y="286749"/>
                  </a:lnTo>
                  <a:lnTo>
                    <a:pt x="69855" y="289896"/>
                  </a:lnTo>
                  <a:lnTo>
                    <a:pt x="74205" y="292907"/>
                  </a:lnTo>
                  <a:lnTo>
                    <a:pt x="78647" y="295779"/>
                  </a:lnTo>
                  <a:lnTo>
                    <a:pt x="83178" y="298509"/>
                  </a:lnTo>
                  <a:lnTo>
                    <a:pt x="87794" y="301094"/>
                  </a:lnTo>
                  <a:lnTo>
                    <a:pt x="92488" y="303532"/>
                  </a:lnTo>
                  <a:lnTo>
                    <a:pt x="97258" y="305820"/>
                  </a:lnTo>
                  <a:lnTo>
                    <a:pt x="102098" y="307956"/>
                  </a:lnTo>
                  <a:lnTo>
                    <a:pt x="107002" y="309937"/>
                  </a:lnTo>
                  <a:lnTo>
                    <a:pt x="111967" y="311763"/>
                  </a:lnTo>
                  <a:lnTo>
                    <a:pt x="116988" y="313430"/>
                  </a:lnTo>
                  <a:lnTo>
                    <a:pt x="122058" y="314938"/>
                  </a:lnTo>
                  <a:lnTo>
                    <a:pt x="127174" y="316285"/>
                  </a:lnTo>
                  <a:lnTo>
                    <a:pt x="132329" y="317469"/>
                  </a:lnTo>
                  <a:lnTo>
                    <a:pt x="137520" y="318490"/>
                  </a:lnTo>
                  <a:lnTo>
                    <a:pt x="142740" y="319345"/>
                  </a:lnTo>
                  <a:lnTo>
                    <a:pt x="147985" y="320035"/>
                  </a:lnTo>
                  <a:lnTo>
                    <a:pt x="153249" y="320559"/>
                  </a:lnTo>
                  <a:lnTo>
                    <a:pt x="158527" y="320916"/>
                  </a:lnTo>
                  <a:lnTo>
                    <a:pt x="163813" y="321106"/>
                  </a:lnTo>
                  <a:lnTo>
                    <a:pt x="169103" y="321128"/>
                  </a:lnTo>
                  <a:lnTo>
                    <a:pt x="174391" y="320983"/>
                  </a:lnTo>
                  <a:lnTo>
                    <a:pt x="179672" y="320671"/>
                  </a:lnTo>
                  <a:lnTo>
                    <a:pt x="184940" y="320192"/>
                  </a:lnTo>
                  <a:lnTo>
                    <a:pt x="190191" y="319546"/>
                  </a:lnTo>
                  <a:lnTo>
                    <a:pt x="195418" y="318735"/>
                  </a:lnTo>
                  <a:lnTo>
                    <a:pt x="200617" y="317759"/>
                  </a:lnTo>
                  <a:lnTo>
                    <a:pt x="205783" y="316618"/>
                  </a:lnTo>
                  <a:lnTo>
                    <a:pt x="210909" y="315315"/>
                  </a:lnTo>
                  <a:lnTo>
                    <a:pt x="215992" y="313850"/>
                  </a:lnTo>
                  <a:lnTo>
                    <a:pt x="221027" y="312225"/>
                  </a:lnTo>
                  <a:lnTo>
                    <a:pt x="226007" y="310442"/>
                  </a:lnTo>
                  <a:lnTo>
                    <a:pt x="230928" y="308502"/>
                  </a:lnTo>
                  <a:lnTo>
                    <a:pt x="235786" y="306407"/>
                  </a:lnTo>
                  <a:lnTo>
                    <a:pt x="240575" y="304160"/>
                  </a:lnTo>
                  <a:lnTo>
                    <a:pt x="245290" y="301762"/>
                  </a:lnTo>
                  <a:lnTo>
                    <a:pt x="249927" y="299216"/>
                  </a:lnTo>
                  <a:lnTo>
                    <a:pt x="254481" y="296525"/>
                  </a:lnTo>
                  <a:lnTo>
                    <a:pt x="258948" y="293690"/>
                  </a:lnTo>
                  <a:lnTo>
                    <a:pt x="263323" y="290717"/>
                  </a:lnTo>
                  <a:lnTo>
                    <a:pt x="267601" y="287606"/>
                  </a:lnTo>
                  <a:lnTo>
                    <a:pt x="271779" y="284361"/>
                  </a:lnTo>
                  <a:lnTo>
                    <a:pt x="275852" y="280986"/>
                  </a:lnTo>
                  <a:lnTo>
                    <a:pt x="279817" y="277483"/>
                  </a:lnTo>
                  <a:lnTo>
                    <a:pt x="283668" y="273857"/>
                  </a:lnTo>
                  <a:lnTo>
                    <a:pt x="287403" y="270111"/>
                  </a:lnTo>
                  <a:lnTo>
                    <a:pt x="291018" y="266248"/>
                  </a:lnTo>
                  <a:lnTo>
                    <a:pt x="294508" y="262273"/>
                  </a:lnTo>
                  <a:lnTo>
                    <a:pt x="297871" y="258190"/>
                  </a:lnTo>
                  <a:lnTo>
                    <a:pt x="301103" y="254002"/>
                  </a:lnTo>
                  <a:lnTo>
                    <a:pt x="304201" y="249714"/>
                  </a:lnTo>
                  <a:lnTo>
                    <a:pt x="307162" y="245331"/>
                  </a:lnTo>
                  <a:lnTo>
                    <a:pt x="309982" y="240855"/>
                  </a:lnTo>
                  <a:lnTo>
                    <a:pt x="312660" y="236293"/>
                  </a:lnTo>
                  <a:lnTo>
                    <a:pt x="315192" y="231648"/>
                  </a:lnTo>
                  <a:lnTo>
                    <a:pt x="317575" y="226926"/>
                  </a:lnTo>
                  <a:lnTo>
                    <a:pt x="319808" y="222130"/>
                  </a:lnTo>
                  <a:lnTo>
                    <a:pt x="321889" y="217267"/>
                  </a:lnTo>
                  <a:lnTo>
                    <a:pt x="323814" y="212339"/>
                  </a:lnTo>
                  <a:lnTo>
                    <a:pt x="325582" y="207354"/>
                  </a:lnTo>
                  <a:lnTo>
                    <a:pt x="327192" y="202315"/>
                  </a:lnTo>
                  <a:lnTo>
                    <a:pt x="328641" y="197227"/>
                  </a:lnTo>
                  <a:lnTo>
                    <a:pt x="329929" y="192096"/>
                  </a:lnTo>
                  <a:lnTo>
                    <a:pt x="331054" y="186927"/>
                  </a:lnTo>
                  <a:lnTo>
                    <a:pt x="332014" y="181725"/>
                  </a:lnTo>
                  <a:lnTo>
                    <a:pt x="332810" y="176496"/>
                  </a:lnTo>
                  <a:lnTo>
                    <a:pt x="333440" y="171243"/>
                  </a:lnTo>
                  <a:lnTo>
                    <a:pt x="333903" y="165974"/>
                  </a:lnTo>
                  <a:lnTo>
                    <a:pt x="334199" y="160692"/>
                  </a:lnTo>
                  <a:lnTo>
                    <a:pt x="334328" y="155404"/>
                  </a:lnTo>
                  <a:lnTo>
                    <a:pt x="334290" y="150114"/>
                  </a:lnTo>
                  <a:lnTo>
                    <a:pt x="334084" y="144828"/>
                  </a:lnTo>
                  <a:lnTo>
                    <a:pt x="333711" y="139551"/>
                  </a:lnTo>
                  <a:lnTo>
                    <a:pt x="333172" y="134289"/>
                  </a:lnTo>
                  <a:lnTo>
                    <a:pt x="332466" y="129046"/>
                  </a:lnTo>
                  <a:lnTo>
                    <a:pt x="331594" y="123828"/>
                  </a:lnTo>
                  <a:lnTo>
                    <a:pt x="330558" y="118641"/>
                  </a:lnTo>
                  <a:lnTo>
                    <a:pt x="329358" y="113489"/>
                  </a:lnTo>
                  <a:lnTo>
                    <a:pt x="327996" y="108377"/>
                  </a:lnTo>
                  <a:lnTo>
                    <a:pt x="326473" y="103311"/>
                  </a:lnTo>
                  <a:lnTo>
                    <a:pt x="324790" y="98296"/>
                  </a:lnTo>
                  <a:lnTo>
                    <a:pt x="322950" y="93337"/>
                  </a:lnTo>
                  <a:lnTo>
                    <a:pt x="320953" y="88438"/>
                  </a:lnTo>
                  <a:lnTo>
                    <a:pt x="318803" y="83605"/>
                  </a:lnTo>
                  <a:lnTo>
                    <a:pt x="316500" y="78842"/>
                  </a:lnTo>
                  <a:lnTo>
                    <a:pt x="314048" y="74155"/>
                  </a:lnTo>
                  <a:lnTo>
                    <a:pt x="311449" y="69548"/>
                  </a:lnTo>
                  <a:lnTo>
                    <a:pt x="308706" y="65025"/>
                  </a:lnTo>
                  <a:lnTo>
                    <a:pt x="305821" y="60591"/>
                  </a:lnTo>
                  <a:lnTo>
                    <a:pt x="302797" y="56250"/>
                  </a:lnTo>
                  <a:lnTo>
                    <a:pt x="299637" y="52008"/>
                  </a:lnTo>
                  <a:lnTo>
                    <a:pt x="296344" y="47868"/>
                  </a:lnTo>
                  <a:lnTo>
                    <a:pt x="292922" y="43833"/>
                  </a:lnTo>
                  <a:lnTo>
                    <a:pt x="289375" y="39910"/>
                  </a:lnTo>
                  <a:lnTo>
                    <a:pt x="285704" y="36100"/>
                  </a:lnTo>
                  <a:lnTo>
                    <a:pt x="281915" y="32408"/>
                  </a:lnTo>
                  <a:lnTo>
                    <a:pt x="278012" y="28839"/>
                  </a:lnTo>
                  <a:lnTo>
                    <a:pt x="273997" y="25394"/>
                  </a:lnTo>
                  <a:lnTo>
                    <a:pt x="269875" y="22078"/>
                  </a:lnTo>
                  <a:lnTo>
                    <a:pt x="265650" y="18894"/>
                  </a:lnTo>
                  <a:lnTo>
                    <a:pt x="261327" y="15846"/>
                  </a:lnTo>
                  <a:lnTo>
                    <a:pt x="256910" y="12936"/>
                  </a:lnTo>
                  <a:lnTo>
                    <a:pt x="252402" y="10167"/>
                  </a:lnTo>
                  <a:lnTo>
                    <a:pt x="247810" y="7542"/>
                  </a:lnTo>
                  <a:lnTo>
                    <a:pt x="243136" y="5064"/>
                  </a:lnTo>
                  <a:lnTo>
                    <a:pt x="238386" y="2735"/>
                  </a:lnTo>
                  <a:lnTo>
                    <a:pt x="233566" y="557"/>
                  </a:lnTo>
                  <a:lnTo>
                    <a:pt x="167167" y="1539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6398" cy="167167"/>
            </a:xfrm>
            <a:custGeom>
              <a:avLst/>
              <a:pathLst>
                <a:path w="66398" h="167167">
                  <a:moveTo>
                    <a:pt x="66398" y="13752"/>
                  </a:moveTo>
                  <a:lnTo>
                    <a:pt x="61139" y="11581"/>
                  </a:lnTo>
                  <a:lnTo>
                    <a:pt x="55808" y="9591"/>
                  </a:lnTo>
                  <a:lnTo>
                    <a:pt x="50413" y="7783"/>
                  </a:lnTo>
                  <a:lnTo>
                    <a:pt x="44960" y="6159"/>
                  </a:lnTo>
                  <a:lnTo>
                    <a:pt x="39455" y="4722"/>
                  </a:lnTo>
                  <a:lnTo>
                    <a:pt x="33903" y="3474"/>
                  </a:lnTo>
                  <a:lnTo>
                    <a:pt x="28313" y="2415"/>
                  </a:lnTo>
                  <a:lnTo>
                    <a:pt x="22690" y="1547"/>
                  </a:lnTo>
                  <a:lnTo>
                    <a:pt x="17040" y="870"/>
                  </a:lnTo>
                  <a:lnTo>
                    <a:pt x="11371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800" y="1681503"/>
              <a:ext cx="10724" cy="167167"/>
            </a:xfrm>
            <a:custGeom>
              <a:avLst/>
              <a:pathLst>
                <a:path w="10724" h="167167">
                  <a:moveTo>
                    <a:pt x="10724" y="0"/>
                  </a:moveTo>
                  <a:lnTo>
                    <a:pt x="0" y="344"/>
                  </a:lnTo>
                  <a:lnTo>
                    <a:pt x="107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2498" y="1681847"/>
              <a:ext cx="144026" cy="166823"/>
            </a:xfrm>
            <a:custGeom>
              <a:avLst/>
              <a:pathLst>
                <a:path w="144026" h="166823">
                  <a:moveTo>
                    <a:pt x="133301" y="0"/>
                  </a:moveTo>
                  <a:lnTo>
                    <a:pt x="127891" y="436"/>
                  </a:lnTo>
                  <a:lnTo>
                    <a:pt x="122497" y="1047"/>
                  </a:lnTo>
                  <a:lnTo>
                    <a:pt x="117127" y="1834"/>
                  </a:lnTo>
                  <a:lnTo>
                    <a:pt x="111784" y="2794"/>
                  </a:lnTo>
                  <a:lnTo>
                    <a:pt x="106476" y="3927"/>
                  </a:lnTo>
                  <a:lnTo>
                    <a:pt x="101207" y="5232"/>
                  </a:lnTo>
                  <a:lnTo>
                    <a:pt x="95983" y="6707"/>
                  </a:lnTo>
                  <a:lnTo>
                    <a:pt x="90810" y="8352"/>
                  </a:lnTo>
                  <a:lnTo>
                    <a:pt x="85693" y="10163"/>
                  </a:lnTo>
                  <a:lnTo>
                    <a:pt x="80638" y="12139"/>
                  </a:lnTo>
                  <a:lnTo>
                    <a:pt x="75650" y="14279"/>
                  </a:lnTo>
                  <a:lnTo>
                    <a:pt x="70733" y="16579"/>
                  </a:lnTo>
                  <a:lnTo>
                    <a:pt x="65894" y="19038"/>
                  </a:lnTo>
                  <a:lnTo>
                    <a:pt x="61137" y="21652"/>
                  </a:lnTo>
                  <a:lnTo>
                    <a:pt x="56468" y="24420"/>
                  </a:lnTo>
                  <a:lnTo>
                    <a:pt x="51891" y="27338"/>
                  </a:lnTo>
                  <a:lnTo>
                    <a:pt x="47411" y="30403"/>
                  </a:lnTo>
                  <a:lnTo>
                    <a:pt x="43033" y="33611"/>
                  </a:lnTo>
                  <a:lnTo>
                    <a:pt x="38761" y="36960"/>
                  </a:lnTo>
                  <a:lnTo>
                    <a:pt x="34600" y="40446"/>
                  </a:lnTo>
                  <a:lnTo>
                    <a:pt x="30555" y="44066"/>
                  </a:lnTo>
                  <a:lnTo>
                    <a:pt x="26629" y="47814"/>
                  </a:lnTo>
                  <a:lnTo>
                    <a:pt x="22828" y="51688"/>
                  </a:lnTo>
                  <a:lnTo>
                    <a:pt x="19153" y="55684"/>
                  </a:lnTo>
                  <a:lnTo>
                    <a:pt x="15611" y="59797"/>
                  </a:lnTo>
                  <a:lnTo>
                    <a:pt x="12204" y="64022"/>
                  </a:lnTo>
                  <a:lnTo>
                    <a:pt x="8936" y="68356"/>
                  </a:lnTo>
                  <a:lnTo>
                    <a:pt x="5810" y="72794"/>
                  </a:lnTo>
                  <a:lnTo>
                    <a:pt x="2831" y="77331"/>
                  </a:lnTo>
                  <a:lnTo>
                    <a:pt x="0" y="81962"/>
                  </a:lnTo>
                  <a:lnTo>
                    <a:pt x="144026" y="166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2" y="1681503"/>
              <a:ext cx="334314" cy="334332"/>
            </a:xfrm>
            <a:custGeom>
              <a:avLst/>
              <a:pathLst>
                <a:path w="334314" h="334332">
                  <a:moveTo>
                    <a:pt x="23135" y="82306"/>
                  </a:moveTo>
                  <a:lnTo>
                    <a:pt x="20511" y="86927"/>
                  </a:lnTo>
                  <a:lnTo>
                    <a:pt x="18035" y="91628"/>
                  </a:lnTo>
                  <a:lnTo>
                    <a:pt x="15709" y="96406"/>
                  </a:lnTo>
                  <a:lnTo>
                    <a:pt x="13537" y="101255"/>
                  </a:lnTo>
                  <a:lnTo>
                    <a:pt x="11520" y="106170"/>
                  </a:lnTo>
                  <a:lnTo>
                    <a:pt x="9660" y="111148"/>
                  </a:lnTo>
                  <a:lnTo>
                    <a:pt x="7959" y="116182"/>
                  </a:lnTo>
                  <a:lnTo>
                    <a:pt x="6419" y="121267"/>
                  </a:lnTo>
                  <a:lnTo>
                    <a:pt x="5042" y="126399"/>
                  </a:lnTo>
                  <a:lnTo>
                    <a:pt x="3828" y="131572"/>
                  </a:lnTo>
                  <a:lnTo>
                    <a:pt x="2779" y="136781"/>
                  </a:lnTo>
                  <a:lnTo>
                    <a:pt x="1896" y="142021"/>
                  </a:lnTo>
                  <a:lnTo>
                    <a:pt x="1181" y="147286"/>
                  </a:lnTo>
                  <a:lnTo>
                    <a:pt x="633" y="152571"/>
                  </a:lnTo>
                  <a:lnTo>
                    <a:pt x="253" y="157871"/>
                  </a:lnTo>
                  <a:lnTo>
                    <a:pt x="42" y="163180"/>
                  </a:lnTo>
                  <a:lnTo>
                    <a:pt x="0" y="168493"/>
                  </a:lnTo>
                  <a:lnTo>
                    <a:pt x="126" y="173805"/>
                  </a:lnTo>
                  <a:lnTo>
                    <a:pt x="421" y="179111"/>
                  </a:lnTo>
                  <a:lnTo>
                    <a:pt x="885" y="184404"/>
                  </a:lnTo>
                  <a:lnTo>
                    <a:pt x="1517" y="189680"/>
                  </a:lnTo>
                  <a:lnTo>
                    <a:pt x="2316" y="194933"/>
                  </a:lnTo>
                  <a:lnTo>
                    <a:pt x="3282" y="200158"/>
                  </a:lnTo>
                  <a:lnTo>
                    <a:pt x="4413" y="205349"/>
                  </a:lnTo>
                  <a:lnTo>
                    <a:pt x="5709" y="210503"/>
                  </a:lnTo>
                  <a:lnTo>
                    <a:pt x="7168" y="215612"/>
                  </a:lnTo>
                  <a:lnTo>
                    <a:pt x="8788" y="220672"/>
                  </a:lnTo>
                  <a:lnTo>
                    <a:pt x="10569" y="225679"/>
                  </a:lnTo>
                  <a:lnTo>
                    <a:pt x="12507" y="230626"/>
                  </a:lnTo>
                  <a:lnTo>
                    <a:pt x="14602" y="235509"/>
                  </a:lnTo>
                  <a:lnTo>
                    <a:pt x="16851" y="240323"/>
                  </a:lnTo>
                  <a:lnTo>
                    <a:pt x="19252" y="245063"/>
                  </a:lnTo>
                  <a:lnTo>
                    <a:pt x="21803" y="249724"/>
                  </a:lnTo>
                  <a:lnTo>
                    <a:pt x="24500" y="254302"/>
                  </a:lnTo>
                  <a:lnTo>
                    <a:pt x="27341" y="258792"/>
                  </a:lnTo>
                  <a:lnTo>
                    <a:pt x="30324" y="263190"/>
                  </a:lnTo>
                  <a:lnTo>
                    <a:pt x="33445" y="267490"/>
                  </a:lnTo>
                  <a:lnTo>
                    <a:pt x="36701" y="271689"/>
                  </a:lnTo>
                  <a:lnTo>
                    <a:pt x="40089" y="275783"/>
                  </a:lnTo>
                  <a:lnTo>
                    <a:pt x="43605" y="279766"/>
                  </a:lnTo>
                  <a:lnTo>
                    <a:pt x="47246" y="283636"/>
                  </a:lnTo>
                  <a:lnTo>
                    <a:pt x="51008" y="287389"/>
                  </a:lnTo>
                  <a:lnTo>
                    <a:pt x="54887" y="291019"/>
                  </a:lnTo>
                  <a:lnTo>
                    <a:pt x="58880" y="294525"/>
                  </a:lnTo>
                  <a:lnTo>
                    <a:pt x="62983" y="297902"/>
                  </a:lnTo>
                  <a:lnTo>
                    <a:pt x="67190" y="301147"/>
                  </a:lnTo>
                  <a:lnTo>
                    <a:pt x="71499" y="304257"/>
                  </a:lnTo>
                  <a:lnTo>
                    <a:pt x="75904" y="307228"/>
                  </a:lnTo>
                  <a:lnTo>
                    <a:pt x="80402" y="310057"/>
                  </a:lnTo>
                  <a:lnTo>
                    <a:pt x="84987" y="312742"/>
                  </a:lnTo>
                  <a:lnTo>
                    <a:pt x="89655" y="315281"/>
                  </a:lnTo>
                  <a:lnTo>
                    <a:pt x="94401" y="317669"/>
                  </a:lnTo>
                  <a:lnTo>
                    <a:pt x="99221" y="319905"/>
                  </a:lnTo>
                  <a:lnTo>
                    <a:pt x="104110" y="321987"/>
                  </a:lnTo>
                  <a:lnTo>
                    <a:pt x="109062" y="323913"/>
                  </a:lnTo>
                  <a:lnTo>
                    <a:pt x="114073" y="325680"/>
                  </a:lnTo>
                  <a:lnTo>
                    <a:pt x="119138" y="327288"/>
                  </a:lnTo>
                  <a:lnTo>
                    <a:pt x="124251" y="328733"/>
                  </a:lnTo>
                  <a:lnTo>
                    <a:pt x="129407" y="330015"/>
                  </a:lnTo>
                  <a:lnTo>
                    <a:pt x="134602" y="331133"/>
                  </a:lnTo>
                  <a:lnTo>
                    <a:pt x="139829" y="332085"/>
                  </a:lnTo>
                  <a:lnTo>
                    <a:pt x="145085" y="332870"/>
                  </a:lnTo>
                  <a:lnTo>
                    <a:pt x="150362" y="333488"/>
                  </a:lnTo>
                  <a:lnTo>
                    <a:pt x="155656" y="333938"/>
                  </a:lnTo>
                  <a:lnTo>
                    <a:pt x="160962" y="334219"/>
                  </a:lnTo>
                  <a:lnTo>
                    <a:pt x="166275" y="334332"/>
                  </a:lnTo>
                  <a:lnTo>
                    <a:pt x="171588" y="334276"/>
                  </a:lnTo>
                  <a:lnTo>
                    <a:pt x="176897" y="334051"/>
                  </a:lnTo>
                  <a:lnTo>
                    <a:pt x="182196" y="333657"/>
                  </a:lnTo>
                  <a:lnTo>
                    <a:pt x="187479" y="333095"/>
                  </a:lnTo>
                  <a:lnTo>
                    <a:pt x="192742" y="332366"/>
                  </a:lnTo>
                  <a:lnTo>
                    <a:pt x="197980" y="331469"/>
                  </a:lnTo>
                  <a:lnTo>
                    <a:pt x="203186" y="330407"/>
                  </a:lnTo>
                  <a:lnTo>
                    <a:pt x="208356" y="329179"/>
                  </a:lnTo>
                  <a:lnTo>
                    <a:pt x="213484" y="327788"/>
                  </a:lnTo>
                  <a:lnTo>
                    <a:pt x="218565" y="326235"/>
                  </a:lnTo>
                  <a:lnTo>
                    <a:pt x="223595" y="324521"/>
                  </a:lnTo>
                  <a:lnTo>
                    <a:pt x="228567" y="322648"/>
                  </a:lnTo>
                  <a:lnTo>
                    <a:pt x="233478" y="320618"/>
                  </a:lnTo>
                  <a:lnTo>
                    <a:pt x="238321" y="318433"/>
                  </a:lnTo>
                  <a:lnTo>
                    <a:pt x="243093" y="316095"/>
                  </a:lnTo>
                  <a:lnTo>
                    <a:pt x="247787" y="313606"/>
                  </a:lnTo>
                  <a:lnTo>
                    <a:pt x="252401" y="310970"/>
                  </a:lnTo>
                  <a:lnTo>
                    <a:pt x="256928" y="308188"/>
                  </a:lnTo>
                  <a:lnTo>
                    <a:pt x="261364" y="305264"/>
                  </a:lnTo>
                  <a:lnTo>
                    <a:pt x="265706" y="302200"/>
                  </a:lnTo>
                  <a:lnTo>
                    <a:pt x="269948" y="299000"/>
                  </a:lnTo>
                  <a:lnTo>
                    <a:pt x="274085" y="295667"/>
                  </a:lnTo>
                  <a:lnTo>
                    <a:pt x="278115" y="292204"/>
                  </a:lnTo>
                  <a:lnTo>
                    <a:pt x="282033" y="288614"/>
                  </a:lnTo>
                  <a:lnTo>
                    <a:pt x="285835" y="284902"/>
                  </a:lnTo>
                  <a:lnTo>
                    <a:pt x="289517" y="281071"/>
                  </a:lnTo>
                  <a:lnTo>
                    <a:pt x="293075" y="277125"/>
                  </a:lnTo>
                  <a:lnTo>
                    <a:pt x="296506" y="273068"/>
                  </a:lnTo>
                  <a:lnTo>
                    <a:pt x="299806" y="268903"/>
                  </a:lnTo>
                  <a:lnTo>
                    <a:pt x="302973" y="264636"/>
                  </a:lnTo>
                  <a:lnTo>
                    <a:pt x="306002" y="260271"/>
                  </a:lnTo>
                  <a:lnTo>
                    <a:pt x="308891" y="255811"/>
                  </a:lnTo>
                  <a:lnTo>
                    <a:pt x="311636" y="251262"/>
                  </a:lnTo>
                  <a:lnTo>
                    <a:pt x="314236" y="246628"/>
                  </a:lnTo>
                  <a:lnTo>
                    <a:pt x="316687" y="241914"/>
                  </a:lnTo>
                  <a:lnTo>
                    <a:pt x="318987" y="237124"/>
                  </a:lnTo>
                  <a:lnTo>
                    <a:pt x="321134" y="232263"/>
                  </a:lnTo>
                  <a:lnTo>
                    <a:pt x="323125" y="227337"/>
                  </a:lnTo>
                  <a:lnTo>
                    <a:pt x="324958" y="222350"/>
                  </a:lnTo>
                  <a:lnTo>
                    <a:pt x="326633" y="217307"/>
                  </a:lnTo>
                  <a:lnTo>
                    <a:pt x="328145" y="212213"/>
                  </a:lnTo>
                  <a:lnTo>
                    <a:pt x="329496" y="207074"/>
                  </a:lnTo>
                  <a:lnTo>
                    <a:pt x="330682" y="201895"/>
                  </a:lnTo>
                  <a:lnTo>
                    <a:pt x="331703" y="196680"/>
                  </a:lnTo>
                  <a:lnTo>
                    <a:pt x="332558" y="191436"/>
                  </a:lnTo>
                  <a:lnTo>
                    <a:pt x="333246" y="186167"/>
                  </a:lnTo>
                  <a:lnTo>
                    <a:pt x="333766" y="180879"/>
                  </a:lnTo>
                  <a:lnTo>
                    <a:pt x="334117" y="175577"/>
                  </a:lnTo>
                  <a:lnTo>
                    <a:pt x="334300" y="170267"/>
                  </a:lnTo>
                  <a:lnTo>
                    <a:pt x="334314" y="164954"/>
                  </a:lnTo>
                  <a:lnTo>
                    <a:pt x="334160" y="159642"/>
                  </a:lnTo>
                  <a:lnTo>
                    <a:pt x="333836" y="154339"/>
                  </a:lnTo>
                  <a:lnTo>
                    <a:pt x="333344" y="149048"/>
                  </a:lnTo>
                  <a:lnTo>
                    <a:pt x="332684" y="143776"/>
                  </a:lnTo>
                  <a:lnTo>
                    <a:pt x="331857" y="138527"/>
                  </a:lnTo>
                  <a:lnTo>
                    <a:pt x="330864" y="133307"/>
                  </a:lnTo>
                  <a:lnTo>
                    <a:pt x="329705" y="128121"/>
                  </a:lnTo>
                  <a:lnTo>
                    <a:pt x="328382" y="122975"/>
                  </a:lnTo>
                  <a:lnTo>
                    <a:pt x="326896" y="117874"/>
                  </a:lnTo>
                  <a:lnTo>
                    <a:pt x="325249" y="112822"/>
                  </a:lnTo>
                  <a:lnTo>
                    <a:pt x="323442" y="107825"/>
                  </a:lnTo>
                  <a:lnTo>
                    <a:pt x="321477" y="102888"/>
                  </a:lnTo>
                  <a:lnTo>
                    <a:pt x="319356" y="98017"/>
                  </a:lnTo>
                  <a:lnTo>
                    <a:pt x="317082" y="93215"/>
                  </a:lnTo>
                  <a:lnTo>
                    <a:pt x="314656" y="88487"/>
                  </a:lnTo>
                  <a:lnTo>
                    <a:pt x="312081" y="83839"/>
                  </a:lnTo>
                  <a:lnTo>
                    <a:pt x="309359" y="79276"/>
                  </a:lnTo>
                  <a:lnTo>
                    <a:pt x="306494" y="74801"/>
                  </a:lnTo>
                  <a:lnTo>
                    <a:pt x="303488" y="70419"/>
                  </a:lnTo>
                  <a:lnTo>
                    <a:pt x="300344" y="66136"/>
                  </a:lnTo>
                  <a:lnTo>
                    <a:pt x="297066" y="61954"/>
                  </a:lnTo>
                  <a:lnTo>
                    <a:pt x="293657" y="57878"/>
                  </a:lnTo>
                  <a:lnTo>
                    <a:pt x="290119" y="53913"/>
                  </a:lnTo>
                  <a:lnTo>
                    <a:pt x="286458" y="50063"/>
                  </a:lnTo>
                  <a:lnTo>
                    <a:pt x="282676" y="46331"/>
                  </a:lnTo>
                  <a:lnTo>
                    <a:pt x="278777" y="42720"/>
                  </a:lnTo>
                  <a:lnTo>
                    <a:pt x="274766" y="39236"/>
                  </a:lnTo>
                  <a:lnTo>
                    <a:pt x="270646" y="35881"/>
                  </a:lnTo>
                  <a:lnTo>
                    <a:pt x="266421" y="32658"/>
                  </a:lnTo>
                  <a:lnTo>
                    <a:pt x="262096" y="29572"/>
                  </a:lnTo>
                  <a:lnTo>
                    <a:pt x="257675" y="26624"/>
                  </a:lnTo>
                  <a:lnTo>
                    <a:pt x="253162" y="23818"/>
                  </a:lnTo>
                  <a:lnTo>
                    <a:pt x="248563" y="21158"/>
                  </a:lnTo>
                  <a:lnTo>
                    <a:pt x="243882" y="18644"/>
                  </a:lnTo>
                  <a:lnTo>
                    <a:pt x="239123" y="16281"/>
                  </a:lnTo>
                  <a:lnTo>
                    <a:pt x="234291" y="14070"/>
                  </a:lnTo>
                  <a:lnTo>
                    <a:pt x="229391" y="12014"/>
                  </a:lnTo>
                  <a:lnTo>
                    <a:pt x="224429" y="10115"/>
                  </a:lnTo>
                  <a:lnTo>
                    <a:pt x="219409" y="8374"/>
                  </a:lnTo>
                  <a:lnTo>
                    <a:pt x="214336" y="6794"/>
                  </a:lnTo>
                  <a:lnTo>
                    <a:pt x="209215" y="5375"/>
                  </a:lnTo>
                  <a:lnTo>
                    <a:pt x="204052" y="4121"/>
                  </a:lnTo>
                  <a:lnTo>
                    <a:pt x="198851" y="3031"/>
                  </a:lnTo>
                  <a:lnTo>
                    <a:pt x="193619" y="2106"/>
                  </a:lnTo>
                  <a:lnTo>
                    <a:pt x="188359" y="1349"/>
                  </a:lnTo>
                  <a:lnTo>
                    <a:pt x="183079" y="759"/>
                  </a:lnTo>
                  <a:lnTo>
                    <a:pt x="177782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886" y="2126963"/>
              <a:ext cx="31401" cy="167167"/>
            </a:xfrm>
            <a:custGeom>
              <a:avLst/>
              <a:pathLst>
                <a:path w="31401" h="167167">
                  <a:moveTo>
                    <a:pt x="31401" y="0"/>
                  </a:moveTo>
                  <a:lnTo>
                    <a:pt x="25085" y="119"/>
                  </a:lnTo>
                  <a:lnTo>
                    <a:pt x="18777" y="477"/>
                  </a:lnTo>
                  <a:lnTo>
                    <a:pt x="12488" y="1073"/>
                  </a:lnTo>
                  <a:lnTo>
                    <a:pt x="6226" y="1906"/>
                  </a:lnTo>
                  <a:lnTo>
                    <a:pt x="0" y="2975"/>
                  </a:lnTo>
                  <a:lnTo>
                    <a:pt x="314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886" y="2129939"/>
              <a:ext cx="31401" cy="164191"/>
            </a:xfrm>
            <a:custGeom>
              <a:avLst/>
              <a:pathLst>
                <a:path w="31401" h="164191">
                  <a:moveTo>
                    <a:pt x="0" y="0"/>
                  </a:moveTo>
                  <a:lnTo>
                    <a:pt x="31401" y="1641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6" y="2127627"/>
              <a:ext cx="334327" cy="333656"/>
            </a:xfrm>
            <a:custGeom>
              <a:avLst/>
              <a:pathLst>
                <a:path w="334327" h="333656">
                  <a:moveTo>
                    <a:pt x="135759" y="2311"/>
                  </a:moveTo>
                  <a:lnTo>
                    <a:pt x="130586" y="3386"/>
                  </a:lnTo>
                  <a:lnTo>
                    <a:pt x="125450" y="4623"/>
                  </a:lnTo>
                  <a:lnTo>
                    <a:pt x="120355" y="6022"/>
                  </a:lnTo>
                  <a:lnTo>
                    <a:pt x="115307" y="7581"/>
                  </a:lnTo>
                  <a:lnTo>
                    <a:pt x="110311" y="9299"/>
                  </a:lnTo>
                  <a:lnTo>
                    <a:pt x="105372" y="11174"/>
                  </a:lnTo>
                  <a:lnTo>
                    <a:pt x="100494" y="13204"/>
                  </a:lnTo>
                  <a:lnTo>
                    <a:pt x="95683" y="15387"/>
                  </a:lnTo>
                  <a:lnTo>
                    <a:pt x="90944" y="17721"/>
                  </a:lnTo>
                  <a:lnTo>
                    <a:pt x="86280" y="20204"/>
                  </a:lnTo>
                  <a:lnTo>
                    <a:pt x="81697" y="22833"/>
                  </a:lnTo>
                  <a:lnTo>
                    <a:pt x="77200" y="25606"/>
                  </a:lnTo>
                  <a:lnTo>
                    <a:pt x="72793" y="28519"/>
                  </a:lnTo>
                  <a:lnTo>
                    <a:pt x="68479" y="31570"/>
                  </a:lnTo>
                  <a:lnTo>
                    <a:pt x="64265" y="34755"/>
                  </a:lnTo>
                  <a:lnTo>
                    <a:pt x="60153" y="38073"/>
                  </a:lnTo>
                  <a:lnTo>
                    <a:pt x="56148" y="41518"/>
                  </a:lnTo>
                  <a:lnTo>
                    <a:pt x="52254" y="45089"/>
                  </a:lnTo>
                  <a:lnTo>
                    <a:pt x="48474" y="48781"/>
                  </a:lnTo>
                  <a:lnTo>
                    <a:pt x="44814" y="52590"/>
                  </a:lnTo>
                  <a:lnTo>
                    <a:pt x="41275" y="56513"/>
                  </a:lnTo>
                  <a:lnTo>
                    <a:pt x="37862" y="60546"/>
                  </a:lnTo>
                  <a:lnTo>
                    <a:pt x="34578" y="64685"/>
                  </a:lnTo>
                  <a:lnTo>
                    <a:pt x="31427" y="68925"/>
                  </a:lnTo>
                  <a:lnTo>
                    <a:pt x="28411" y="73263"/>
                  </a:lnTo>
                  <a:lnTo>
                    <a:pt x="25534" y="77694"/>
                  </a:lnTo>
                  <a:lnTo>
                    <a:pt x="22799" y="82214"/>
                  </a:lnTo>
                  <a:lnTo>
                    <a:pt x="20207" y="86818"/>
                  </a:lnTo>
                  <a:lnTo>
                    <a:pt x="17763" y="91502"/>
                  </a:lnTo>
                  <a:lnTo>
                    <a:pt x="15467" y="96260"/>
                  </a:lnTo>
                  <a:lnTo>
                    <a:pt x="13323" y="101089"/>
                  </a:lnTo>
                  <a:lnTo>
                    <a:pt x="11333" y="105983"/>
                  </a:lnTo>
                  <a:lnTo>
                    <a:pt x="9498" y="110937"/>
                  </a:lnTo>
                  <a:lnTo>
                    <a:pt x="7821" y="115947"/>
                  </a:lnTo>
                  <a:lnTo>
                    <a:pt x="6303" y="121007"/>
                  </a:lnTo>
                  <a:lnTo>
                    <a:pt x="4946" y="126113"/>
                  </a:lnTo>
                  <a:lnTo>
                    <a:pt x="3750" y="131260"/>
                  </a:lnTo>
                  <a:lnTo>
                    <a:pt x="2718" y="136441"/>
                  </a:lnTo>
                  <a:lnTo>
                    <a:pt x="1850" y="141652"/>
                  </a:lnTo>
                  <a:lnTo>
                    <a:pt x="1148" y="146889"/>
                  </a:lnTo>
                  <a:lnTo>
                    <a:pt x="611" y="152145"/>
                  </a:lnTo>
                  <a:lnTo>
                    <a:pt x="240" y="157415"/>
                  </a:lnTo>
                  <a:lnTo>
                    <a:pt x="36" y="162694"/>
                  </a:lnTo>
                  <a:lnTo>
                    <a:pt x="0" y="167977"/>
                  </a:lnTo>
                  <a:lnTo>
                    <a:pt x="130" y="173259"/>
                  </a:lnTo>
                  <a:lnTo>
                    <a:pt x="426" y="178534"/>
                  </a:lnTo>
                  <a:lnTo>
                    <a:pt x="890" y="183796"/>
                  </a:lnTo>
                  <a:lnTo>
                    <a:pt x="1519" y="189042"/>
                  </a:lnTo>
                  <a:lnTo>
                    <a:pt x="2314" y="194265"/>
                  </a:lnTo>
                  <a:lnTo>
                    <a:pt x="3274" y="199460"/>
                  </a:lnTo>
                  <a:lnTo>
                    <a:pt x="4397" y="204623"/>
                  </a:lnTo>
                  <a:lnTo>
                    <a:pt x="5683" y="209747"/>
                  </a:lnTo>
                  <a:lnTo>
                    <a:pt x="7130" y="214828"/>
                  </a:lnTo>
                  <a:lnTo>
                    <a:pt x="8737" y="219861"/>
                  </a:lnTo>
                  <a:lnTo>
                    <a:pt x="10503" y="224841"/>
                  </a:lnTo>
                  <a:lnTo>
                    <a:pt x="12424" y="229762"/>
                  </a:lnTo>
                  <a:lnTo>
                    <a:pt x="14501" y="234620"/>
                  </a:lnTo>
                  <a:lnTo>
                    <a:pt x="16729" y="239410"/>
                  </a:lnTo>
                  <a:lnTo>
                    <a:pt x="19108" y="244127"/>
                  </a:lnTo>
                  <a:lnTo>
                    <a:pt x="21635" y="248767"/>
                  </a:lnTo>
                  <a:lnTo>
                    <a:pt x="24308" y="253325"/>
                  </a:lnTo>
                  <a:lnTo>
                    <a:pt x="27122" y="257796"/>
                  </a:lnTo>
                  <a:lnTo>
                    <a:pt x="30077" y="262175"/>
                  </a:lnTo>
                  <a:lnTo>
                    <a:pt x="33169" y="266459"/>
                  </a:lnTo>
                  <a:lnTo>
                    <a:pt x="36395" y="270644"/>
                  </a:lnTo>
                  <a:lnTo>
                    <a:pt x="39751" y="274724"/>
                  </a:lnTo>
                  <a:lnTo>
                    <a:pt x="43234" y="278696"/>
                  </a:lnTo>
                  <a:lnTo>
                    <a:pt x="46841" y="282556"/>
                  </a:lnTo>
                  <a:lnTo>
                    <a:pt x="50569" y="286300"/>
                  </a:lnTo>
                  <a:lnTo>
                    <a:pt x="54413" y="289925"/>
                  </a:lnTo>
                  <a:lnTo>
                    <a:pt x="58369" y="293426"/>
                  </a:lnTo>
                  <a:lnTo>
                    <a:pt x="62434" y="296800"/>
                  </a:lnTo>
                  <a:lnTo>
                    <a:pt x="66604" y="300045"/>
                  </a:lnTo>
                  <a:lnTo>
                    <a:pt x="70874" y="303156"/>
                  </a:lnTo>
                  <a:lnTo>
                    <a:pt x="75241" y="306130"/>
                  </a:lnTo>
                  <a:lnTo>
                    <a:pt x="79699" y="308965"/>
                  </a:lnTo>
                  <a:lnTo>
                    <a:pt x="84244" y="311658"/>
                  </a:lnTo>
                  <a:lnTo>
                    <a:pt x="88873" y="314205"/>
                  </a:lnTo>
                  <a:lnTo>
                    <a:pt x="93579" y="316605"/>
                  </a:lnTo>
                  <a:lnTo>
                    <a:pt x="98359" y="318856"/>
                  </a:lnTo>
                  <a:lnTo>
                    <a:pt x="103208" y="320954"/>
                  </a:lnTo>
                  <a:lnTo>
                    <a:pt x="108121" y="322898"/>
                  </a:lnTo>
                  <a:lnTo>
                    <a:pt x="113092" y="324685"/>
                  </a:lnTo>
                  <a:lnTo>
                    <a:pt x="118118" y="326315"/>
                  </a:lnTo>
                  <a:lnTo>
                    <a:pt x="123192" y="327785"/>
                  </a:lnTo>
                  <a:lnTo>
                    <a:pt x="128311" y="329094"/>
                  </a:lnTo>
                  <a:lnTo>
                    <a:pt x="133468" y="330240"/>
                  </a:lnTo>
                  <a:lnTo>
                    <a:pt x="138659" y="331223"/>
                  </a:lnTo>
                  <a:lnTo>
                    <a:pt x="143879" y="332041"/>
                  </a:lnTo>
                  <a:lnTo>
                    <a:pt x="149121" y="332694"/>
                  </a:lnTo>
                  <a:lnTo>
                    <a:pt x="154382" y="333181"/>
                  </a:lnTo>
                  <a:lnTo>
                    <a:pt x="159655" y="333502"/>
                  </a:lnTo>
                  <a:lnTo>
                    <a:pt x="164936" y="333656"/>
                  </a:lnTo>
                  <a:lnTo>
                    <a:pt x="170220" y="333642"/>
                  </a:lnTo>
                  <a:lnTo>
                    <a:pt x="175500" y="333462"/>
                  </a:lnTo>
                  <a:lnTo>
                    <a:pt x="180772" y="333115"/>
                  </a:lnTo>
                  <a:lnTo>
                    <a:pt x="186030" y="332602"/>
                  </a:lnTo>
                  <a:lnTo>
                    <a:pt x="191269" y="331923"/>
                  </a:lnTo>
                  <a:lnTo>
                    <a:pt x="196484" y="331078"/>
                  </a:lnTo>
                  <a:lnTo>
                    <a:pt x="201670" y="330070"/>
                  </a:lnTo>
                  <a:lnTo>
                    <a:pt x="206822" y="328897"/>
                  </a:lnTo>
                  <a:lnTo>
                    <a:pt x="211934" y="327563"/>
                  </a:lnTo>
                  <a:lnTo>
                    <a:pt x="217001" y="326068"/>
                  </a:lnTo>
                  <a:lnTo>
                    <a:pt x="222018" y="324413"/>
                  </a:lnTo>
                  <a:lnTo>
                    <a:pt x="226981" y="322601"/>
                  </a:lnTo>
                  <a:lnTo>
                    <a:pt x="231884" y="320632"/>
                  </a:lnTo>
                  <a:lnTo>
                    <a:pt x="236722" y="318510"/>
                  </a:lnTo>
                  <a:lnTo>
                    <a:pt x="241491" y="316236"/>
                  </a:lnTo>
                  <a:lnTo>
                    <a:pt x="246185" y="313812"/>
                  </a:lnTo>
                  <a:lnTo>
                    <a:pt x="250801" y="311241"/>
                  </a:lnTo>
                  <a:lnTo>
                    <a:pt x="255333" y="308526"/>
                  </a:lnTo>
                  <a:lnTo>
                    <a:pt x="259777" y="305669"/>
                  </a:lnTo>
                  <a:lnTo>
                    <a:pt x="264128" y="302673"/>
                  </a:lnTo>
                  <a:lnTo>
                    <a:pt x="268383" y="299540"/>
                  </a:lnTo>
                  <a:lnTo>
                    <a:pt x="272536" y="296275"/>
                  </a:lnTo>
                  <a:lnTo>
                    <a:pt x="276585" y="292881"/>
                  </a:lnTo>
                  <a:lnTo>
                    <a:pt x="280524" y="289360"/>
                  </a:lnTo>
                  <a:lnTo>
                    <a:pt x="284349" y="285716"/>
                  </a:lnTo>
                  <a:lnTo>
                    <a:pt x="288058" y="281953"/>
                  </a:lnTo>
                  <a:lnTo>
                    <a:pt x="291646" y="278075"/>
                  </a:lnTo>
                  <a:lnTo>
                    <a:pt x="295109" y="274086"/>
                  </a:lnTo>
                  <a:lnTo>
                    <a:pt x="298445" y="269989"/>
                  </a:lnTo>
                  <a:lnTo>
                    <a:pt x="301650" y="265788"/>
                  </a:lnTo>
                  <a:lnTo>
                    <a:pt x="304720" y="261489"/>
                  </a:lnTo>
                  <a:lnTo>
                    <a:pt x="307653" y="257095"/>
                  </a:lnTo>
                  <a:lnTo>
                    <a:pt x="310445" y="252610"/>
                  </a:lnTo>
                  <a:lnTo>
                    <a:pt x="313095" y="248039"/>
                  </a:lnTo>
                  <a:lnTo>
                    <a:pt x="315599" y="243387"/>
                  </a:lnTo>
                  <a:lnTo>
                    <a:pt x="317954" y="238658"/>
                  </a:lnTo>
                  <a:lnTo>
                    <a:pt x="320159" y="233856"/>
                  </a:lnTo>
                  <a:lnTo>
                    <a:pt x="322211" y="228988"/>
                  </a:lnTo>
                  <a:lnTo>
                    <a:pt x="324108" y="224057"/>
                  </a:lnTo>
                  <a:lnTo>
                    <a:pt x="325848" y="219069"/>
                  </a:lnTo>
                  <a:lnTo>
                    <a:pt x="327430" y="214028"/>
                  </a:lnTo>
                  <a:lnTo>
                    <a:pt x="328852" y="208940"/>
                  </a:lnTo>
                  <a:lnTo>
                    <a:pt x="330112" y="203809"/>
                  </a:lnTo>
                  <a:lnTo>
                    <a:pt x="331210" y="198641"/>
                  </a:lnTo>
                  <a:lnTo>
                    <a:pt x="332143" y="193441"/>
                  </a:lnTo>
                  <a:lnTo>
                    <a:pt x="332912" y="188214"/>
                  </a:lnTo>
                  <a:lnTo>
                    <a:pt x="333515" y="182965"/>
                  </a:lnTo>
                  <a:lnTo>
                    <a:pt x="333952" y="177700"/>
                  </a:lnTo>
                  <a:lnTo>
                    <a:pt x="334223" y="172424"/>
                  </a:lnTo>
                  <a:lnTo>
                    <a:pt x="334327" y="167142"/>
                  </a:lnTo>
                  <a:lnTo>
                    <a:pt x="334263" y="161859"/>
                  </a:lnTo>
                  <a:lnTo>
                    <a:pt x="334033" y="156581"/>
                  </a:lnTo>
                  <a:lnTo>
                    <a:pt x="333636" y="151312"/>
                  </a:lnTo>
                  <a:lnTo>
                    <a:pt x="333073" y="146059"/>
                  </a:lnTo>
                  <a:lnTo>
                    <a:pt x="332344" y="140827"/>
                  </a:lnTo>
                  <a:lnTo>
                    <a:pt x="331450" y="135620"/>
                  </a:lnTo>
                  <a:lnTo>
                    <a:pt x="330392" y="130443"/>
                  </a:lnTo>
                  <a:lnTo>
                    <a:pt x="329171" y="125303"/>
                  </a:lnTo>
                  <a:lnTo>
                    <a:pt x="327789" y="120204"/>
                  </a:lnTo>
                  <a:lnTo>
                    <a:pt x="326245" y="115151"/>
                  </a:lnTo>
                  <a:lnTo>
                    <a:pt x="324543" y="110150"/>
                  </a:lnTo>
                  <a:lnTo>
                    <a:pt x="322684" y="105205"/>
                  </a:lnTo>
                  <a:lnTo>
                    <a:pt x="320669" y="100321"/>
                  </a:lnTo>
                  <a:lnTo>
                    <a:pt x="318501" y="95503"/>
                  </a:lnTo>
                  <a:lnTo>
                    <a:pt x="316182" y="90756"/>
                  </a:lnTo>
                  <a:lnTo>
                    <a:pt x="313714" y="86085"/>
                  </a:lnTo>
                  <a:lnTo>
                    <a:pt x="311099" y="81494"/>
                  </a:lnTo>
                  <a:lnTo>
                    <a:pt x="308341" y="76988"/>
                  </a:lnTo>
                  <a:lnTo>
                    <a:pt x="305442" y="72571"/>
                  </a:lnTo>
                  <a:lnTo>
                    <a:pt x="302404" y="68248"/>
                  </a:lnTo>
                  <a:lnTo>
                    <a:pt x="299232" y="64023"/>
                  </a:lnTo>
                  <a:lnTo>
                    <a:pt x="295928" y="59901"/>
                  </a:lnTo>
                  <a:lnTo>
                    <a:pt x="292495" y="55885"/>
                  </a:lnTo>
                  <a:lnTo>
                    <a:pt x="288937" y="51980"/>
                  </a:lnTo>
                  <a:lnTo>
                    <a:pt x="285257" y="48189"/>
                  </a:lnTo>
                  <a:lnTo>
                    <a:pt x="281459" y="44516"/>
                  </a:lnTo>
                  <a:lnTo>
                    <a:pt x="277547" y="40965"/>
                  </a:lnTo>
                  <a:lnTo>
                    <a:pt x="273525" y="37540"/>
                  </a:lnTo>
                  <a:lnTo>
                    <a:pt x="269397" y="34243"/>
                  </a:lnTo>
                  <a:lnTo>
                    <a:pt x="265166" y="31078"/>
                  </a:lnTo>
                  <a:lnTo>
                    <a:pt x="260838" y="28049"/>
                  </a:lnTo>
                  <a:lnTo>
                    <a:pt x="256416" y="25158"/>
                  </a:lnTo>
                  <a:lnTo>
                    <a:pt x="251905" y="22408"/>
                  </a:lnTo>
                  <a:lnTo>
                    <a:pt x="247309" y="19802"/>
                  </a:lnTo>
                  <a:lnTo>
                    <a:pt x="242633" y="17342"/>
                  </a:lnTo>
                  <a:lnTo>
                    <a:pt x="237882" y="15032"/>
                  </a:lnTo>
                  <a:lnTo>
                    <a:pt x="233060" y="12873"/>
                  </a:lnTo>
                  <a:lnTo>
                    <a:pt x="228172" y="10867"/>
                  </a:lnTo>
                  <a:lnTo>
                    <a:pt x="223224" y="9017"/>
                  </a:lnTo>
                  <a:lnTo>
                    <a:pt x="218219" y="7324"/>
                  </a:lnTo>
                  <a:lnTo>
                    <a:pt x="213163" y="5790"/>
                  </a:lnTo>
                  <a:lnTo>
                    <a:pt x="208062" y="4417"/>
                  </a:lnTo>
                  <a:lnTo>
                    <a:pt x="202919" y="3205"/>
                  </a:lnTo>
                  <a:lnTo>
                    <a:pt x="197741" y="2157"/>
                  </a:lnTo>
                  <a:lnTo>
                    <a:pt x="192533" y="1272"/>
                  </a:lnTo>
                  <a:lnTo>
                    <a:pt x="187299" y="553"/>
                  </a:lnTo>
                  <a:lnTo>
                    <a:pt x="182044" y="0"/>
                  </a:lnTo>
                  <a:lnTo>
                    <a:pt x="167160" y="1665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4883" cy="167167"/>
            </a:xfrm>
            <a:custGeom>
              <a:avLst/>
              <a:pathLst>
                <a:path w="14883" h="167167">
                  <a:moveTo>
                    <a:pt x="14883" y="6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634" y="2633064"/>
              <a:ext cx="6113" cy="167167"/>
            </a:xfrm>
            <a:custGeom>
              <a:avLst/>
              <a:pathLst>
                <a:path w="6113" h="167167">
                  <a:moveTo>
                    <a:pt x="6113" y="0"/>
                  </a:moveTo>
                  <a:lnTo>
                    <a:pt x="0" y="111"/>
                  </a:lnTo>
                  <a:lnTo>
                    <a:pt x="61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2" y="2633176"/>
              <a:ext cx="334310" cy="334221"/>
            </a:xfrm>
            <a:custGeom>
              <a:avLst/>
              <a:pathLst>
                <a:path w="334310" h="334221">
                  <a:moveTo>
                    <a:pt x="161042" y="0"/>
                  </a:moveTo>
                  <a:lnTo>
                    <a:pt x="155746" y="277"/>
                  </a:lnTo>
                  <a:lnTo>
                    <a:pt x="150462" y="723"/>
                  </a:lnTo>
                  <a:lnTo>
                    <a:pt x="145195" y="1336"/>
                  </a:lnTo>
                  <a:lnTo>
                    <a:pt x="139950" y="2116"/>
                  </a:lnTo>
                  <a:lnTo>
                    <a:pt x="134732" y="3062"/>
                  </a:lnTo>
                  <a:lnTo>
                    <a:pt x="129547" y="4173"/>
                  </a:lnTo>
                  <a:lnTo>
                    <a:pt x="124400" y="5448"/>
                  </a:lnTo>
                  <a:lnTo>
                    <a:pt x="119296" y="6885"/>
                  </a:lnTo>
                  <a:lnTo>
                    <a:pt x="114240" y="8484"/>
                  </a:lnTo>
                  <a:lnTo>
                    <a:pt x="109237" y="10242"/>
                  </a:lnTo>
                  <a:lnTo>
                    <a:pt x="104292" y="12158"/>
                  </a:lnTo>
                  <a:lnTo>
                    <a:pt x="99411" y="14230"/>
                  </a:lnTo>
                  <a:lnTo>
                    <a:pt x="94598" y="16455"/>
                  </a:lnTo>
                  <a:lnTo>
                    <a:pt x="89858" y="18832"/>
                  </a:lnTo>
                  <a:lnTo>
                    <a:pt x="85195" y="21359"/>
                  </a:lnTo>
                  <a:lnTo>
                    <a:pt x="80616" y="24032"/>
                  </a:lnTo>
                  <a:lnTo>
                    <a:pt x="76123" y="26848"/>
                  </a:lnTo>
                  <a:lnTo>
                    <a:pt x="71722" y="29806"/>
                  </a:lnTo>
                  <a:lnTo>
                    <a:pt x="67417" y="32902"/>
                  </a:lnTo>
                  <a:lnTo>
                    <a:pt x="63212" y="36133"/>
                  </a:lnTo>
                  <a:lnTo>
                    <a:pt x="59112" y="39496"/>
                  </a:lnTo>
                  <a:lnTo>
                    <a:pt x="55120" y="42987"/>
                  </a:lnTo>
                  <a:lnTo>
                    <a:pt x="51241" y="46603"/>
                  </a:lnTo>
                  <a:lnTo>
                    <a:pt x="47479" y="50340"/>
                  </a:lnTo>
                  <a:lnTo>
                    <a:pt x="43838" y="54194"/>
                  </a:lnTo>
                  <a:lnTo>
                    <a:pt x="40320" y="58162"/>
                  </a:lnTo>
                  <a:lnTo>
                    <a:pt x="36930" y="62240"/>
                  </a:lnTo>
                  <a:lnTo>
                    <a:pt x="33671" y="66423"/>
                  </a:lnTo>
                  <a:lnTo>
                    <a:pt x="30546" y="70708"/>
                  </a:lnTo>
                  <a:lnTo>
                    <a:pt x="27559" y="75089"/>
                  </a:lnTo>
                  <a:lnTo>
                    <a:pt x="24713" y="79563"/>
                  </a:lnTo>
                  <a:lnTo>
                    <a:pt x="22009" y="84125"/>
                  </a:lnTo>
                  <a:lnTo>
                    <a:pt x="19452" y="88770"/>
                  </a:lnTo>
                  <a:lnTo>
                    <a:pt x="17043" y="93494"/>
                  </a:lnTo>
                  <a:lnTo>
                    <a:pt x="14786" y="98293"/>
                  </a:lnTo>
                  <a:lnTo>
                    <a:pt x="12681" y="103160"/>
                  </a:lnTo>
                  <a:lnTo>
                    <a:pt x="10733" y="108092"/>
                  </a:lnTo>
                  <a:lnTo>
                    <a:pt x="8941" y="113083"/>
                  </a:lnTo>
                  <a:lnTo>
                    <a:pt x="7309" y="118128"/>
                  </a:lnTo>
                  <a:lnTo>
                    <a:pt x="5837" y="123222"/>
                  </a:lnTo>
                  <a:lnTo>
                    <a:pt x="4528" y="128361"/>
                  </a:lnTo>
                  <a:lnTo>
                    <a:pt x="3383" y="133539"/>
                  </a:lnTo>
                  <a:lnTo>
                    <a:pt x="2402" y="138750"/>
                  </a:lnTo>
                  <a:lnTo>
                    <a:pt x="1587" y="143990"/>
                  </a:lnTo>
                  <a:lnTo>
                    <a:pt x="939" y="149253"/>
                  </a:lnTo>
                  <a:lnTo>
                    <a:pt x="458" y="154534"/>
                  </a:lnTo>
                  <a:lnTo>
                    <a:pt x="145" y="159827"/>
                  </a:lnTo>
                  <a:lnTo>
                    <a:pt x="0" y="165128"/>
                  </a:lnTo>
                  <a:lnTo>
                    <a:pt x="22" y="170431"/>
                  </a:lnTo>
                  <a:lnTo>
                    <a:pt x="214" y="175730"/>
                  </a:lnTo>
                  <a:lnTo>
                    <a:pt x="573" y="181020"/>
                  </a:lnTo>
                  <a:lnTo>
                    <a:pt x="1100" y="186297"/>
                  </a:lnTo>
                  <a:lnTo>
                    <a:pt x="1793" y="191554"/>
                  </a:lnTo>
                  <a:lnTo>
                    <a:pt x="2654" y="196787"/>
                  </a:lnTo>
                  <a:lnTo>
                    <a:pt x="3679" y="201989"/>
                  </a:lnTo>
                  <a:lnTo>
                    <a:pt x="4870" y="207157"/>
                  </a:lnTo>
                  <a:lnTo>
                    <a:pt x="6223" y="212284"/>
                  </a:lnTo>
                  <a:lnTo>
                    <a:pt x="7739" y="217365"/>
                  </a:lnTo>
                  <a:lnTo>
                    <a:pt x="9415" y="222396"/>
                  </a:lnTo>
                  <a:lnTo>
                    <a:pt x="11249" y="227372"/>
                  </a:lnTo>
                  <a:lnTo>
                    <a:pt x="13241" y="232286"/>
                  </a:lnTo>
                  <a:lnTo>
                    <a:pt x="15387" y="237135"/>
                  </a:lnTo>
                  <a:lnTo>
                    <a:pt x="17686" y="241914"/>
                  </a:lnTo>
                  <a:lnTo>
                    <a:pt x="20136" y="246617"/>
                  </a:lnTo>
                  <a:lnTo>
                    <a:pt x="22733" y="251240"/>
                  </a:lnTo>
                  <a:lnTo>
                    <a:pt x="25476" y="255778"/>
                  </a:lnTo>
                  <a:lnTo>
                    <a:pt x="28361" y="260227"/>
                  </a:lnTo>
                  <a:lnTo>
                    <a:pt x="31386" y="264583"/>
                  </a:lnTo>
                  <a:lnTo>
                    <a:pt x="34548" y="268840"/>
                  </a:lnTo>
                  <a:lnTo>
                    <a:pt x="37843" y="272994"/>
                  </a:lnTo>
                  <a:lnTo>
                    <a:pt x="41268" y="277043"/>
                  </a:lnTo>
                  <a:lnTo>
                    <a:pt x="44820" y="280980"/>
                  </a:lnTo>
                  <a:lnTo>
                    <a:pt x="48495" y="284803"/>
                  </a:lnTo>
                  <a:lnTo>
                    <a:pt x="52289" y="288507"/>
                  </a:lnTo>
                  <a:lnTo>
                    <a:pt x="56199" y="292089"/>
                  </a:lnTo>
                  <a:lnTo>
                    <a:pt x="60221" y="295546"/>
                  </a:lnTo>
                  <a:lnTo>
                    <a:pt x="64350" y="298873"/>
                  </a:lnTo>
                  <a:lnTo>
                    <a:pt x="68583" y="302067"/>
                  </a:lnTo>
                  <a:lnTo>
                    <a:pt x="72914" y="305126"/>
                  </a:lnTo>
                  <a:lnTo>
                    <a:pt x="77341" y="308045"/>
                  </a:lnTo>
                  <a:lnTo>
                    <a:pt x="81858" y="310823"/>
                  </a:lnTo>
                  <a:lnTo>
                    <a:pt x="86461" y="313456"/>
                  </a:lnTo>
                  <a:lnTo>
                    <a:pt x="91145" y="315942"/>
                  </a:lnTo>
                  <a:lnTo>
                    <a:pt x="95905" y="318278"/>
                  </a:lnTo>
                  <a:lnTo>
                    <a:pt x="100738" y="320462"/>
                  </a:lnTo>
                  <a:lnTo>
                    <a:pt x="105637" y="322491"/>
                  </a:lnTo>
                  <a:lnTo>
                    <a:pt x="110598" y="324364"/>
                  </a:lnTo>
                  <a:lnTo>
                    <a:pt x="115616" y="326079"/>
                  </a:lnTo>
                  <a:lnTo>
                    <a:pt x="120685" y="327634"/>
                  </a:lnTo>
                  <a:lnTo>
                    <a:pt x="125802" y="329027"/>
                  </a:lnTo>
                  <a:lnTo>
                    <a:pt x="130960" y="330257"/>
                  </a:lnTo>
                  <a:lnTo>
                    <a:pt x="136154" y="331323"/>
                  </a:lnTo>
                  <a:lnTo>
                    <a:pt x="141380" y="332223"/>
                  </a:lnTo>
                  <a:lnTo>
                    <a:pt x="146632" y="332958"/>
                  </a:lnTo>
                  <a:lnTo>
                    <a:pt x="151904" y="333525"/>
                  </a:lnTo>
                  <a:lnTo>
                    <a:pt x="157192" y="333925"/>
                  </a:lnTo>
                  <a:lnTo>
                    <a:pt x="162489" y="334157"/>
                  </a:lnTo>
                  <a:lnTo>
                    <a:pt x="167792" y="334221"/>
                  </a:lnTo>
                  <a:lnTo>
                    <a:pt x="173094" y="334117"/>
                  </a:lnTo>
                  <a:lnTo>
                    <a:pt x="178389" y="333845"/>
                  </a:lnTo>
                  <a:lnTo>
                    <a:pt x="183674" y="333404"/>
                  </a:lnTo>
                  <a:lnTo>
                    <a:pt x="188942" y="332797"/>
                  </a:lnTo>
                  <a:lnTo>
                    <a:pt x="194188" y="332022"/>
                  </a:lnTo>
                  <a:lnTo>
                    <a:pt x="199406" y="331082"/>
                  </a:lnTo>
                  <a:lnTo>
                    <a:pt x="204593" y="329977"/>
                  </a:lnTo>
                  <a:lnTo>
                    <a:pt x="209741" y="328707"/>
                  </a:lnTo>
                  <a:lnTo>
                    <a:pt x="214847" y="327275"/>
                  </a:lnTo>
                  <a:lnTo>
                    <a:pt x="219905" y="325682"/>
                  </a:lnTo>
                  <a:lnTo>
                    <a:pt x="224909" y="323929"/>
                  </a:lnTo>
                  <a:lnTo>
                    <a:pt x="229856" y="322019"/>
                  </a:lnTo>
                  <a:lnTo>
                    <a:pt x="234739" y="319952"/>
                  </a:lnTo>
                  <a:lnTo>
                    <a:pt x="239555" y="317731"/>
                  </a:lnTo>
                  <a:lnTo>
                    <a:pt x="244297" y="315359"/>
                  </a:lnTo>
                  <a:lnTo>
                    <a:pt x="248962" y="312838"/>
                  </a:lnTo>
                  <a:lnTo>
                    <a:pt x="253545" y="310170"/>
                  </a:lnTo>
                  <a:lnTo>
                    <a:pt x="258041" y="307358"/>
                  </a:lnTo>
                  <a:lnTo>
                    <a:pt x="262445" y="304405"/>
                  </a:lnTo>
                  <a:lnTo>
                    <a:pt x="266754" y="301313"/>
                  </a:lnTo>
                  <a:lnTo>
                    <a:pt x="270962" y="298087"/>
                  </a:lnTo>
                  <a:lnTo>
                    <a:pt x="275065" y="294728"/>
                  </a:lnTo>
                  <a:lnTo>
                    <a:pt x="279061" y="291242"/>
                  </a:lnTo>
                  <a:lnTo>
                    <a:pt x="282943" y="287630"/>
                  </a:lnTo>
                  <a:lnTo>
                    <a:pt x="286709" y="283897"/>
                  </a:lnTo>
                  <a:lnTo>
                    <a:pt x="290355" y="280046"/>
                  </a:lnTo>
                  <a:lnTo>
                    <a:pt x="293877" y="276082"/>
                  </a:lnTo>
                  <a:lnTo>
                    <a:pt x="297271" y="272007"/>
                  </a:lnTo>
                  <a:lnTo>
                    <a:pt x="300534" y="267828"/>
                  </a:lnTo>
                  <a:lnTo>
                    <a:pt x="303664" y="263547"/>
                  </a:lnTo>
                  <a:lnTo>
                    <a:pt x="306655" y="259168"/>
                  </a:lnTo>
                  <a:lnTo>
                    <a:pt x="309507" y="254698"/>
                  </a:lnTo>
                  <a:lnTo>
                    <a:pt x="312215" y="250138"/>
                  </a:lnTo>
                  <a:lnTo>
                    <a:pt x="314777" y="245496"/>
                  </a:lnTo>
                  <a:lnTo>
                    <a:pt x="317191" y="240774"/>
                  </a:lnTo>
                  <a:lnTo>
                    <a:pt x="319453" y="235978"/>
                  </a:lnTo>
                  <a:lnTo>
                    <a:pt x="321563" y="231113"/>
                  </a:lnTo>
                  <a:lnTo>
                    <a:pt x="323517" y="226184"/>
                  </a:lnTo>
                  <a:lnTo>
                    <a:pt x="325314" y="221195"/>
                  </a:lnTo>
                  <a:lnTo>
                    <a:pt x="326951" y="216151"/>
                  </a:lnTo>
                  <a:lnTo>
                    <a:pt x="328428" y="211058"/>
                  </a:lnTo>
                  <a:lnTo>
                    <a:pt x="329742" y="205921"/>
                  </a:lnTo>
                  <a:lnTo>
                    <a:pt x="330893" y="200744"/>
                  </a:lnTo>
                  <a:lnTo>
                    <a:pt x="331880" y="195534"/>
                  </a:lnTo>
                  <a:lnTo>
                    <a:pt x="332700" y="190295"/>
                  </a:lnTo>
                  <a:lnTo>
                    <a:pt x="333354" y="185033"/>
                  </a:lnTo>
                  <a:lnTo>
                    <a:pt x="333840" y="179752"/>
                  </a:lnTo>
                  <a:lnTo>
                    <a:pt x="334159" y="174459"/>
                  </a:lnTo>
                  <a:lnTo>
                    <a:pt x="334310" y="169159"/>
                  </a:lnTo>
                  <a:lnTo>
                    <a:pt x="334293" y="163856"/>
                  </a:lnTo>
                  <a:lnTo>
                    <a:pt x="334107" y="158556"/>
                  </a:lnTo>
                  <a:lnTo>
                    <a:pt x="333754" y="153265"/>
                  </a:lnTo>
                  <a:lnTo>
                    <a:pt x="333232" y="147988"/>
                  </a:lnTo>
                  <a:lnTo>
                    <a:pt x="332544" y="142730"/>
                  </a:lnTo>
                  <a:lnTo>
                    <a:pt x="331689" y="137497"/>
                  </a:lnTo>
                  <a:lnTo>
                    <a:pt x="330669" y="132293"/>
                  </a:lnTo>
                  <a:lnTo>
                    <a:pt x="329484" y="127125"/>
                  </a:lnTo>
                  <a:lnTo>
                    <a:pt x="328136" y="121996"/>
                  </a:lnTo>
                  <a:lnTo>
                    <a:pt x="326626" y="116913"/>
                  </a:lnTo>
                  <a:lnTo>
                    <a:pt x="324955" y="111880"/>
                  </a:lnTo>
                  <a:lnTo>
                    <a:pt x="323126" y="106903"/>
                  </a:lnTo>
                  <a:lnTo>
                    <a:pt x="321140" y="101986"/>
                  </a:lnTo>
                  <a:lnTo>
                    <a:pt x="318998" y="97135"/>
                  </a:lnTo>
                  <a:lnTo>
                    <a:pt x="316704" y="92354"/>
                  </a:lnTo>
                  <a:lnTo>
                    <a:pt x="314260" y="87649"/>
                  </a:lnTo>
                  <a:lnTo>
                    <a:pt x="311667" y="83023"/>
                  </a:lnTo>
                  <a:lnTo>
                    <a:pt x="308929" y="78482"/>
                  </a:lnTo>
                  <a:lnTo>
                    <a:pt x="306049" y="74029"/>
                  </a:lnTo>
                  <a:lnTo>
                    <a:pt x="303028" y="69671"/>
                  </a:lnTo>
                  <a:lnTo>
                    <a:pt x="299871" y="65410"/>
                  </a:lnTo>
                  <a:lnTo>
                    <a:pt x="296580" y="61252"/>
                  </a:lnTo>
                  <a:lnTo>
                    <a:pt x="293159" y="57200"/>
                  </a:lnTo>
                  <a:lnTo>
                    <a:pt x="289612" y="53259"/>
                  </a:lnTo>
                  <a:lnTo>
                    <a:pt x="285941" y="49433"/>
                  </a:lnTo>
                  <a:lnTo>
                    <a:pt x="282150" y="45724"/>
                  </a:lnTo>
                  <a:lnTo>
                    <a:pt x="278244" y="42138"/>
                  </a:lnTo>
                  <a:lnTo>
                    <a:pt x="274226" y="38677"/>
                  </a:lnTo>
                  <a:lnTo>
                    <a:pt x="270101" y="35346"/>
                  </a:lnTo>
                  <a:lnTo>
                    <a:pt x="265871" y="32147"/>
                  </a:lnTo>
                  <a:lnTo>
                    <a:pt x="261543" y="29084"/>
                  </a:lnTo>
                  <a:lnTo>
                    <a:pt x="257119" y="26160"/>
                  </a:lnTo>
                  <a:lnTo>
                    <a:pt x="252605" y="23377"/>
                  </a:lnTo>
                  <a:lnTo>
                    <a:pt x="248005" y="20739"/>
                  </a:lnTo>
                  <a:lnTo>
                    <a:pt x="243324" y="18249"/>
                  </a:lnTo>
                  <a:lnTo>
                    <a:pt x="238566" y="15908"/>
                  </a:lnTo>
                  <a:lnTo>
                    <a:pt x="233736" y="13719"/>
                  </a:lnTo>
                  <a:lnTo>
                    <a:pt x="228839" y="11684"/>
                  </a:lnTo>
                  <a:lnTo>
                    <a:pt x="223880" y="9806"/>
                  </a:lnTo>
                  <a:lnTo>
                    <a:pt x="167156" y="167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6724" cy="167167"/>
            </a:xfrm>
            <a:custGeom>
              <a:avLst/>
              <a:pathLst>
                <a:path w="56724" h="167167">
                  <a:moveTo>
                    <a:pt x="56724" y="9918"/>
                  </a:moveTo>
                  <a:lnTo>
                    <a:pt x="51247" y="8049"/>
                  </a:lnTo>
                  <a:lnTo>
                    <a:pt x="45708" y="6370"/>
                  </a:lnTo>
                  <a:lnTo>
                    <a:pt x="40115" y="4884"/>
                  </a:lnTo>
                  <a:lnTo>
                    <a:pt x="34474" y="3593"/>
                  </a:lnTo>
                  <a:lnTo>
                    <a:pt x="28792" y="2498"/>
                  </a:lnTo>
                  <a:lnTo>
                    <a:pt x="23075" y="1600"/>
                  </a:lnTo>
                  <a:lnTo>
                    <a:pt x="17330" y="900"/>
                  </a:lnTo>
                  <a:lnTo>
                    <a:pt x="11565" y="400"/>
                  </a:lnTo>
                  <a:lnTo>
                    <a:pt x="578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368" y="3170392"/>
              <a:ext cx="23612" cy="167167"/>
            </a:xfrm>
            <a:custGeom>
              <a:avLst/>
              <a:pathLst>
                <a:path w="23612" h="167167">
                  <a:moveTo>
                    <a:pt x="23612" y="0"/>
                  </a:moveTo>
                  <a:lnTo>
                    <a:pt x="15718" y="186"/>
                  </a:lnTo>
                  <a:lnTo>
                    <a:pt x="7841" y="745"/>
                  </a:lnTo>
                  <a:lnTo>
                    <a:pt x="0" y="1676"/>
                  </a:lnTo>
                  <a:lnTo>
                    <a:pt x="236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7" y="3172068"/>
              <a:ext cx="334320" cy="332658"/>
            </a:xfrm>
            <a:custGeom>
              <a:avLst/>
              <a:pathLst>
                <a:path w="334320" h="332658">
                  <a:moveTo>
                    <a:pt x="143550" y="0"/>
                  </a:moveTo>
                  <a:lnTo>
                    <a:pt x="138333" y="828"/>
                  </a:lnTo>
                  <a:lnTo>
                    <a:pt x="133145" y="1821"/>
                  </a:lnTo>
                  <a:lnTo>
                    <a:pt x="127992" y="2978"/>
                  </a:lnTo>
                  <a:lnTo>
                    <a:pt x="122877" y="4296"/>
                  </a:lnTo>
                  <a:lnTo>
                    <a:pt x="117806" y="5776"/>
                  </a:lnTo>
                  <a:lnTo>
                    <a:pt x="112785" y="7415"/>
                  </a:lnTo>
                  <a:lnTo>
                    <a:pt x="107818" y="9212"/>
                  </a:lnTo>
                  <a:lnTo>
                    <a:pt x="102910" y="11165"/>
                  </a:lnTo>
                  <a:lnTo>
                    <a:pt x="98067" y="13272"/>
                  </a:lnTo>
                  <a:lnTo>
                    <a:pt x="93292" y="15531"/>
                  </a:lnTo>
                  <a:lnTo>
                    <a:pt x="88591" y="17939"/>
                  </a:lnTo>
                  <a:lnTo>
                    <a:pt x="83969" y="20495"/>
                  </a:lnTo>
                  <a:lnTo>
                    <a:pt x="79429" y="23196"/>
                  </a:lnTo>
                  <a:lnTo>
                    <a:pt x="74978" y="26039"/>
                  </a:lnTo>
                  <a:lnTo>
                    <a:pt x="70618" y="29021"/>
                  </a:lnTo>
                  <a:lnTo>
                    <a:pt x="66355" y="32139"/>
                  </a:lnTo>
                  <a:lnTo>
                    <a:pt x="62192" y="35391"/>
                  </a:lnTo>
                  <a:lnTo>
                    <a:pt x="58134" y="38772"/>
                  </a:lnTo>
                  <a:lnTo>
                    <a:pt x="54185" y="42280"/>
                  </a:lnTo>
                  <a:lnTo>
                    <a:pt x="50349" y="45910"/>
                  </a:lnTo>
                  <a:lnTo>
                    <a:pt x="46629" y="49661"/>
                  </a:lnTo>
                  <a:lnTo>
                    <a:pt x="43030" y="53527"/>
                  </a:lnTo>
                  <a:lnTo>
                    <a:pt x="39555" y="57504"/>
                  </a:lnTo>
                  <a:lnTo>
                    <a:pt x="36207" y="61590"/>
                  </a:lnTo>
                  <a:lnTo>
                    <a:pt x="32989" y="65779"/>
                  </a:lnTo>
                  <a:lnTo>
                    <a:pt x="29906" y="70068"/>
                  </a:lnTo>
                  <a:lnTo>
                    <a:pt x="26960" y="74452"/>
                  </a:lnTo>
                  <a:lnTo>
                    <a:pt x="24154" y="78927"/>
                  </a:lnTo>
                  <a:lnTo>
                    <a:pt x="21490" y="83488"/>
                  </a:lnTo>
                  <a:lnTo>
                    <a:pt x="18972" y="88131"/>
                  </a:lnTo>
                  <a:lnTo>
                    <a:pt x="16602" y="92851"/>
                  </a:lnTo>
                  <a:lnTo>
                    <a:pt x="14382" y="97644"/>
                  </a:lnTo>
                  <a:lnTo>
                    <a:pt x="12315" y="102505"/>
                  </a:lnTo>
                  <a:lnTo>
                    <a:pt x="10403" y="107429"/>
                  </a:lnTo>
                  <a:lnTo>
                    <a:pt x="8646" y="112410"/>
                  </a:lnTo>
                  <a:lnTo>
                    <a:pt x="7049" y="117445"/>
                  </a:lnTo>
                  <a:lnTo>
                    <a:pt x="5611" y="122527"/>
                  </a:lnTo>
                  <a:lnTo>
                    <a:pt x="4334" y="127653"/>
                  </a:lnTo>
                  <a:lnTo>
                    <a:pt x="3220" y="132816"/>
                  </a:lnTo>
                  <a:lnTo>
                    <a:pt x="2269" y="138012"/>
                  </a:lnTo>
                  <a:lnTo>
                    <a:pt x="1483" y="143235"/>
                  </a:lnTo>
                  <a:lnTo>
                    <a:pt x="863" y="148480"/>
                  </a:lnTo>
                  <a:lnTo>
                    <a:pt x="409" y="153743"/>
                  </a:lnTo>
                  <a:lnTo>
                    <a:pt x="121" y="159017"/>
                  </a:lnTo>
                  <a:lnTo>
                    <a:pt x="0" y="164298"/>
                  </a:lnTo>
                  <a:lnTo>
                    <a:pt x="45" y="169579"/>
                  </a:lnTo>
                  <a:lnTo>
                    <a:pt x="258" y="174857"/>
                  </a:lnTo>
                  <a:lnTo>
                    <a:pt x="637" y="180126"/>
                  </a:lnTo>
                  <a:lnTo>
                    <a:pt x="1183" y="185379"/>
                  </a:lnTo>
                  <a:lnTo>
                    <a:pt x="1894" y="190613"/>
                  </a:lnTo>
                  <a:lnTo>
                    <a:pt x="2770" y="195822"/>
                  </a:lnTo>
                  <a:lnTo>
                    <a:pt x="3810" y="201001"/>
                  </a:lnTo>
                  <a:lnTo>
                    <a:pt x="5014" y="206144"/>
                  </a:lnTo>
                  <a:lnTo>
                    <a:pt x="6379" y="211246"/>
                  </a:lnTo>
                  <a:lnTo>
                    <a:pt x="7905" y="216303"/>
                  </a:lnTo>
                  <a:lnTo>
                    <a:pt x="9590" y="221309"/>
                  </a:lnTo>
                  <a:lnTo>
                    <a:pt x="11432" y="226260"/>
                  </a:lnTo>
                  <a:lnTo>
                    <a:pt x="13429" y="231149"/>
                  </a:lnTo>
                  <a:lnTo>
                    <a:pt x="15580" y="235973"/>
                  </a:lnTo>
                  <a:lnTo>
                    <a:pt x="17883" y="240727"/>
                  </a:lnTo>
                  <a:lnTo>
                    <a:pt x="20334" y="245406"/>
                  </a:lnTo>
                  <a:lnTo>
                    <a:pt x="22932" y="250005"/>
                  </a:lnTo>
                  <a:lnTo>
                    <a:pt x="25675" y="254519"/>
                  </a:lnTo>
                  <a:lnTo>
                    <a:pt x="28558" y="258945"/>
                  </a:lnTo>
                  <a:lnTo>
                    <a:pt x="31580" y="263277"/>
                  </a:lnTo>
                  <a:lnTo>
                    <a:pt x="34737" y="267512"/>
                  </a:lnTo>
                  <a:lnTo>
                    <a:pt x="38026" y="271645"/>
                  </a:lnTo>
                  <a:lnTo>
                    <a:pt x="41444" y="275672"/>
                  </a:lnTo>
                  <a:lnTo>
                    <a:pt x="44988" y="279588"/>
                  </a:lnTo>
                  <a:lnTo>
                    <a:pt x="48654" y="283391"/>
                  </a:lnTo>
                  <a:lnTo>
                    <a:pt x="52438" y="287077"/>
                  </a:lnTo>
                  <a:lnTo>
                    <a:pt x="56336" y="290641"/>
                  </a:lnTo>
                  <a:lnTo>
                    <a:pt x="60345" y="294079"/>
                  </a:lnTo>
                  <a:lnTo>
                    <a:pt x="64461" y="297390"/>
                  </a:lnTo>
                  <a:lnTo>
                    <a:pt x="68680" y="300569"/>
                  </a:lnTo>
                  <a:lnTo>
                    <a:pt x="72996" y="303613"/>
                  </a:lnTo>
                  <a:lnTo>
                    <a:pt x="77407" y="306519"/>
                  </a:lnTo>
                  <a:lnTo>
                    <a:pt x="81907" y="309284"/>
                  </a:lnTo>
                  <a:lnTo>
                    <a:pt x="86493" y="311906"/>
                  </a:lnTo>
                  <a:lnTo>
                    <a:pt x="91159" y="314381"/>
                  </a:lnTo>
                  <a:lnTo>
                    <a:pt x="95901" y="316708"/>
                  </a:lnTo>
                  <a:lnTo>
                    <a:pt x="100714" y="318884"/>
                  </a:lnTo>
                  <a:lnTo>
                    <a:pt x="105593" y="320907"/>
                  </a:lnTo>
                  <a:lnTo>
                    <a:pt x="110534" y="322774"/>
                  </a:lnTo>
                  <a:lnTo>
                    <a:pt x="115531" y="324485"/>
                  </a:lnTo>
                  <a:lnTo>
                    <a:pt x="120580" y="326037"/>
                  </a:lnTo>
                  <a:lnTo>
                    <a:pt x="125676" y="327428"/>
                  </a:lnTo>
                  <a:lnTo>
                    <a:pt x="130812" y="328658"/>
                  </a:lnTo>
                  <a:lnTo>
                    <a:pt x="135986" y="329725"/>
                  </a:lnTo>
                  <a:lnTo>
                    <a:pt x="141190" y="330628"/>
                  </a:lnTo>
                  <a:lnTo>
                    <a:pt x="146420" y="331366"/>
                  </a:lnTo>
                  <a:lnTo>
                    <a:pt x="151671" y="331939"/>
                  </a:lnTo>
                  <a:lnTo>
                    <a:pt x="156937" y="332345"/>
                  </a:lnTo>
                  <a:lnTo>
                    <a:pt x="162214" y="332585"/>
                  </a:lnTo>
                  <a:lnTo>
                    <a:pt x="167495" y="332658"/>
                  </a:lnTo>
                  <a:lnTo>
                    <a:pt x="172777" y="332564"/>
                  </a:lnTo>
                  <a:lnTo>
                    <a:pt x="178052" y="332303"/>
                  </a:lnTo>
                  <a:lnTo>
                    <a:pt x="183317" y="331876"/>
                  </a:lnTo>
                  <a:lnTo>
                    <a:pt x="188565" y="331283"/>
                  </a:lnTo>
                  <a:lnTo>
                    <a:pt x="193793" y="330524"/>
                  </a:lnTo>
                  <a:lnTo>
                    <a:pt x="198993" y="329600"/>
                  </a:lnTo>
                  <a:lnTo>
                    <a:pt x="204162" y="328512"/>
                  </a:lnTo>
                  <a:lnTo>
                    <a:pt x="209294" y="327262"/>
                  </a:lnTo>
                  <a:lnTo>
                    <a:pt x="214384" y="325850"/>
                  </a:lnTo>
                  <a:lnTo>
                    <a:pt x="219427" y="324278"/>
                  </a:lnTo>
                  <a:lnTo>
                    <a:pt x="224417" y="322548"/>
                  </a:lnTo>
                  <a:lnTo>
                    <a:pt x="229350" y="320661"/>
                  </a:lnTo>
                  <a:lnTo>
                    <a:pt x="234222" y="318618"/>
                  </a:lnTo>
                  <a:lnTo>
                    <a:pt x="239026" y="316423"/>
                  </a:lnTo>
                  <a:lnTo>
                    <a:pt x="243759" y="314078"/>
                  </a:lnTo>
                  <a:lnTo>
                    <a:pt x="248415" y="311584"/>
                  </a:lnTo>
                  <a:lnTo>
                    <a:pt x="252990" y="308944"/>
                  </a:lnTo>
                  <a:lnTo>
                    <a:pt x="257479" y="306160"/>
                  </a:lnTo>
                  <a:lnTo>
                    <a:pt x="261878" y="303237"/>
                  </a:lnTo>
                  <a:lnTo>
                    <a:pt x="266183" y="300176"/>
                  </a:lnTo>
                  <a:lnTo>
                    <a:pt x="270388" y="296980"/>
                  </a:lnTo>
                  <a:lnTo>
                    <a:pt x="274491" y="293653"/>
                  </a:lnTo>
                  <a:lnTo>
                    <a:pt x="278486" y="290198"/>
                  </a:lnTo>
                  <a:lnTo>
                    <a:pt x="282371" y="286619"/>
                  </a:lnTo>
                  <a:lnTo>
                    <a:pt x="286140" y="282919"/>
                  </a:lnTo>
                  <a:lnTo>
                    <a:pt x="289791" y="279101"/>
                  </a:lnTo>
                  <a:lnTo>
                    <a:pt x="293319" y="275170"/>
                  </a:lnTo>
                  <a:lnTo>
                    <a:pt x="296721" y="271130"/>
                  </a:lnTo>
                  <a:lnTo>
                    <a:pt x="299994" y="266984"/>
                  </a:lnTo>
                  <a:lnTo>
                    <a:pt x="303134" y="262737"/>
                  </a:lnTo>
                  <a:lnTo>
                    <a:pt x="306138" y="258393"/>
                  </a:lnTo>
                  <a:lnTo>
                    <a:pt x="309004" y="253955"/>
                  </a:lnTo>
                  <a:lnTo>
                    <a:pt x="311728" y="249430"/>
                  </a:lnTo>
                  <a:lnTo>
                    <a:pt x="314308" y="244821"/>
                  </a:lnTo>
                  <a:lnTo>
                    <a:pt x="316741" y="240132"/>
                  </a:lnTo>
                  <a:lnTo>
                    <a:pt x="319024" y="235370"/>
                  </a:lnTo>
                  <a:lnTo>
                    <a:pt x="321156" y="230537"/>
                  </a:lnTo>
                  <a:lnTo>
                    <a:pt x="323134" y="225639"/>
                  </a:lnTo>
                  <a:lnTo>
                    <a:pt x="324957" y="220682"/>
                  </a:lnTo>
                  <a:lnTo>
                    <a:pt x="326622" y="215669"/>
                  </a:lnTo>
                  <a:lnTo>
                    <a:pt x="328127" y="210606"/>
                  </a:lnTo>
                  <a:lnTo>
                    <a:pt x="329472" y="205498"/>
                  </a:lnTo>
                  <a:lnTo>
                    <a:pt x="330655" y="200350"/>
                  </a:lnTo>
                  <a:lnTo>
                    <a:pt x="331675" y="195168"/>
                  </a:lnTo>
                  <a:lnTo>
                    <a:pt x="332530" y="189955"/>
                  </a:lnTo>
                  <a:lnTo>
                    <a:pt x="333221" y="184719"/>
                  </a:lnTo>
                  <a:lnTo>
                    <a:pt x="333745" y="179463"/>
                  </a:lnTo>
                  <a:lnTo>
                    <a:pt x="334103" y="174193"/>
                  </a:lnTo>
                  <a:lnTo>
                    <a:pt x="334295" y="168914"/>
                  </a:lnTo>
                  <a:lnTo>
                    <a:pt x="334320" y="163632"/>
                  </a:lnTo>
                  <a:lnTo>
                    <a:pt x="334178" y="158352"/>
                  </a:lnTo>
                  <a:lnTo>
                    <a:pt x="333869" y="153079"/>
                  </a:lnTo>
                  <a:lnTo>
                    <a:pt x="333393" y="147819"/>
                  </a:lnTo>
                  <a:lnTo>
                    <a:pt x="332752" y="142576"/>
                  </a:lnTo>
                  <a:lnTo>
                    <a:pt x="331945" y="137356"/>
                  </a:lnTo>
                  <a:lnTo>
                    <a:pt x="330974" y="132164"/>
                  </a:lnTo>
                  <a:lnTo>
                    <a:pt x="329840" y="127005"/>
                  </a:lnTo>
                  <a:lnTo>
                    <a:pt x="328543" y="121885"/>
                  </a:lnTo>
                  <a:lnTo>
                    <a:pt x="327084" y="116808"/>
                  </a:lnTo>
                  <a:lnTo>
                    <a:pt x="325466" y="111780"/>
                  </a:lnTo>
                  <a:lnTo>
                    <a:pt x="323690" y="106805"/>
                  </a:lnTo>
                  <a:lnTo>
                    <a:pt x="321758" y="101889"/>
                  </a:lnTo>
                  <a:lnTo>
                    <a:pt x="319672" y="97037"/>
                  </a:lnTo>
                  <a:lnTo>
                    <a:pt x="317433" y="92253"/>
                  </a:lnTo>
                  <a:lnTo>
                    <a:pt x="315044" y="87542"/>
                  </a:lnTo>
                  <a:lnTo>
                    <a:pt x="312508" y="82909"/>
                  </a:lnTo>
                  <a:lnTo>
                    <a:pt x="309826" y="78358"/>
                  </a:lnTo>
                  <a:lnTo>
                    <a:pt x="307002" y="73894"/>
                  </a:lnTo>
                  <a:lnTo>
                    <a:pt x="304038" y="69522"/>
                  </a:lnTo>
                  <a:lnTo>
                    <a:pt x="300938" y="65246"/>
                  </a:lnTo>
                  <a:lnTo>
                    <a:pt x="297704" y="61069"/>
                  </a:lnTo>
                  <a:lnTo>
                    <a:pt x="294340" y="56997"/>
                  </a:lnTo>
                  <a:lnTo>
                    <a:pt x="290849" y="53033"/>
                  </a:lnTo>
                  <a:lnTo>
                    <a:pt x="287234" y="49182"/>
                  </a:lnTo>
                  <a:lnTo>
                    <a:pt x="283500" y="45446"/>
                  </a:lnTo>
                  <a:lnTo>
                    <a:pt x="279649" y="41831"/>
                  </a:lnTo>
                  <a:lnTo>
                    <a:pt x="275686" y="38339"/>
                  </a:lnTo>
                  <a:lnTo>
                    <a:pt x="271615" y="34974"/>
                  </a:lnTo>
                  <a:lnTo>
                    <a:pt x="267439" y="31739"/>
                  </a:lnTo>
                  <a:lnTo>
                    <a:pt x="263163" y="28638"/>
                  </a:lnTo>
                  <a:lnTo>
                    <a:pt x="167163" y="1654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6000" cy="167167"/>
            </a:xfrm>
            <a:custGeom>
              <a:avLst/>
              <a:pathLst>
                <a:path w="96000" h="167167">
                  <a:moveTo>
                    <a:pt x="96000" y="30314"/>
                  </a:moveTo>
                  <a:lnTo>
                    <a:pt x="91295" y="27131"/>
                  </a:lnTo>
                  <a:lnTo>
                    <a:pt x="86484" y="24110"/>
                  </a:lnTo>
                  <a:lnTo>
                    <a:pt x="81573" y="21254"/>
                  </a:lnTo>
                  <a:lnTo>
                    <a:pt x="76568" y="18566"/>
                  </a:lnTo>
                  <a:lnTo>
                    <a:pt x="71475" y="16050"/>
                  </a:lnTo>
                  <a:lnTo>
                    <a:pt x="66299" y="13709"/>
                  </a:lnTo>
                  <a:lnTo>
                    <a:pt x="61046" y="11545"/>
                  </a:lnTo>
                  <a:lnTo>
                    <a:pt x="55723" y="9560"/>
                  </a:lnTo>
                  <a:lnTo>
                    <a:pt x="50336" y="7758"/>
                  </a:lnTo>
                  <a:lnTo>
                    <a:pt x="44891" y="6140"/>
                  </a:lnTo>
                  <a:lnTo>
                    <a:pt x="39393" y="4707"/>
                  </a:lnTo>
                  <a:lnTo>
                    <a:pt x="33851" y="3463"/>
                  </a:lnTo>
                  <a:lnTo>
                    <a:pt x="28269" y="2407"/>
                  </a:lnTo>
                  <a:lnTo>
                    <a:pt x="22654" y="1542"/>
                  </a:lnTo>
                  <a:lnTo>
                    <a:pt x="17013" y="868"/>
                  </a:lnTo>
                  <a:lnTo>
                    <a:pt x="11353" y="385"/>
                  </a:lnTo>
                  <a:lnTo>
                    <a:pt x="568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108" y="3707720"/>
              <a:ext cx="6640" cy="167167"/>
            </a:xfrm>
            <a:custGeom>
              <a:avLst/>
              <a:pathLst>
                <a:path w="6640" h="167167">
                  <a:moveTo>
                    <a:pt x="6640" y="0"/>
                  </a:moveTo>
                  <a:lnTo>
                    <a:pt x="0" y="131"/>
                  </a:lnTo>
                  <a:lnTo>
                    <a:pt x="664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3" y="3707852"/>
              <a:ext cx="334312" cy="334202"/>
            </a:xfrm>
            <a:custGeom>
              <a:avLst/>
              <a:pathLst>
                <a:path w="334312" h="334202">
                  <a:moveTo>
                    <a:pt x="160515" y="0"/>
                  </a:moveTo>
                  <a:lnTo>
                    <a:pt x="155233" y="293"/>
                  </a:lnTo>
                  <a:lnTo>
                    <a:pt x="149963" y="754"/>
                  </a:lnTo>
                  <a:lnTo>
                    <a:pt x="144711" y="1381"/>
                  </a:lnTo>
                  <a:lnTo>
                    <a:pt x="139481" y="2174"/>
                  </a:lnTo>
                  <a:lnTo>
                    <a:pt x="134278" y="3132"/>
                  </a:lnTo>
                  <a:lnTo>
                    <a:pt x="129109" y="4255"/>
                  </a:lnTo>
                  <a:lnTo>
                    <a:pt x="123978" y="5540"/>
                  </a:lnTo>
                  <a:lnTo>
                    <a:pt x="118890" y="6987"/>
                  </a:lnTo>
                  <a:lnTo>
                    <a:pt x="113850" y="8594"/>
                  </a:lnTo>
                  <a:lnTo>
                    <a:pt x="108864" y="10360"/>
                  </a:lnTo>
                  <a:lnTo>
                    <a:pt x="103936" y="12283"/>
                  </a:lnTo>
                  <a:lnTo>
                    <a:pt x="99071" y="14360"/>
                  </a:lnTo>
                  <a:lnTo>
                    <a:pt x="94275" y="16591"/>
                  </a:lnTo>
                  <a:lnTo>
                    <a:pt x="89551" y="18972"/>
                  </a:lnTo>
                  <a:lnTo>
                    <a:pt x="84905" y="21502"/>
                  </a:lnTo>
                  <a:lnTo>
                    <a:pt x="80342" y="24177"/>
                  </a:lnTo>
                  <a:lnTo>
                    <a:pt x="75865" y="26995"/>
                  </a:lnTo>
                  <a:lnTo>
                    <a:pt x="71480" y="29954"/>
                  </a:lnTo>
                  <a:lnTo>
                    <a:pt x="67191" y="33049"/>
                  </a:lnTo>
                  <a:lnTo>
                    <a:pt x="63002" y="36279"/>
                  </a:lnTo>
                  <a:lnTo>
                    <a:pt x="58917" y="39640"/>
                  </a:lnTo>
                  <a:lnTo>
                    <a:pt x="54940" y="43128"/>
                  </a:lnTo>
                  <a:lnTo>
                    <a:pt x="51076" y="46741"/>
                  </a:lnTo>
                  <a:lnTo>
                    <a:pt x="47328" y="50474"/>
                  </a:lnTo>
                  <a:lnTo>
                    <a:pt x="43700" y="54323"/>
                  </a:lnTo>
                  <a:lnTo>
                    <a:pt x="40196" y="58286"/>
                  </a:lnTo>
                  <a:lnTo>
                    <a:pt x="36818" y="62357"/>
                  </a:lnTo>
                  <a:lnTo>
                    <a:pt x="33572" y="66534"/>
                  </a:lnTo>
                  <a:lnTo>
                    <a:pt x="30459" y="70810"/>
                  </a:lnTo>
                  <a:lnTo>
                    <a:pt x="27483" y="75184"/>
                  </a:lnTo>
                  <a:lnTo>
                    <a:pt x="24646" y="79649"/>
                  </a:lnTo>
                  <a:lnTo>
                    <a:pt x="21953" y="84201"/>
                  </a:lnTo>
                  <a:lnTo>
                    <a:pt x="19405" y="88837"/>
                  </a:lnTo>
                  <a:lnTo>
                    <a:pt x="17005" y="93551"/>
                  </a:lnTo>
                  <a:lnTo>
                    <a:pt x="14755" y="98338"/>
                  </a:lnTo>
                  <a:lnTo>
                    <a:pt x="12658" y="103195"/>
                  </a:lnTo>
                  <a:lnTo>
                    <a:pt x="10715" y="108115"/>
                  </a:lnTo>
                  <a:lnTo>
                    <a:pt x="8929" y="113094"/>
                  </a:lnTo>
                  <a:lnTo>
                    <a:pt x="7302" y="118127"/>
                  </a:lnTo>
                  <a:lnTo>
                    <a:pt x="5834" y="123210"/>
                  </a:lnTo>
                  <a:lnTo>
                    <a:pt x="4528" y="128336"/>
                  </a:lnTo>
                  <a:lnTo>
                    <a:pt x="3385" y="133500"/>
                  </a:lnTo>
                  <a:lnTo>
                    <a:pt x="2406" y="138699"/>
                  </a:lnTo>
                  <a:lnTo>
                    <a:pt x="1592" y="143926"/>
                  </a:lnTo>
                  <a:lnTo>
                    <a:pt x="944" y="149176"/>
                  </a:lnTo>
                  <a:lnTo>
                    <a:pt x="462" y="154443"/>
                  </a:lnTo>
                  <a:lnTo>
                    <a:pt x="147" y="159724"/>
                  </a:lnTo>
                  <a:lnTo>
                    <a:pt x="0" y="165012"/>
                  </a:lnTo>
                  <a:lnTo>
                    <a:pt x="19" y="170301"/>
                  </a:lnTo>
                  <a:lnTo>
                    <a:pt x="206" y="175588"/>
                  </a:lnTo>
                  <a:lnTo>
                    <a:pt x="560" y="180866"/>
                  </a:lnTo>
                  <a:lnTo>
                    <a:pt x="1081" y="186130"/>
                  </a:lnTo>
                  <a:lnTo>
                    <a:pt x="1769" y="191375"/>
                  </a:lnTo>
                  <a:lnTo>
                    <a:pt x="2622" y="196595"/>
                  </a:lnTo>
                  <a:lnTo>
                    <a:pt x="3639" y="201786"/>
                  </a:lnTo>
                  <a:lnTo>
                    <a:pt x="4821" y="206942"/>
                  </a:lnTo>
                  <a:lnTo>
                    <a:pt x="6165" y="212059"/>
                  </a:lnTo>
                  <a:lnTo>
                    <a:pt x="7670" y="217130"/>
                  </a:lnTo>
                  <a:lnTo>
                    <a:pt x="9335" y="222151"/>
                  </a:lnTo>
                  <a:lnTo>
                    <a:pt x="11157" y="227117"/>
                  </a:lnTo>
                  <a:lnTo>
                    <a:pt x="13136" y="232022"/>
                  </a:lnTo>
                  <a:lnTo>
                    <a:pt x="15270" y="236863"/>
                  </a:lnTo>
                  <a:lnTo>
                    <a:pt x="17555" y="241633"/>
                  </a:lnTo>
                  <a:lnTo>
                    <a:pt x="19990" y="246329"/>
                  </a:lnTo>
                  <a:lnTo>
                    <a:pt x="22573" y="250946"/>
                  </a:lnTo>
                  <a:lnTo>
                    <a:pt x="25300" y="255478"/>
                  </a:lnTo>
                  <a:lnTo>
                    <a:pt x="28169" y="259922"/>
                  </a:lnTo>
                  <a:lnTo>
                    <a:pt x="31178" y="264273"/>
                  </a:lnTo>
                  <a:lnTo>
                    <a:pt x="34323" y="268527"/>
                  </a:lnTo>
                  <a:lnTo>
                    <a:pt x="37600" y="272679"/>
                  </a:lnTo>
                  <a:lnTo>
                    <a:pt x="41008" y="276725"/>
                  </a:lnTo>
                  <a:lnTo>
                    <a:pt x="44541" y="280661"/>
                  </a:lnTo>
                  <a:lnTo>
                    <a:pt x="48198" y="284484"/>
                  </a:lnTo>
                  <a:lnTo>
                    <a:pt x="51974" y="288189"/>
                  </a:lnTo>
                  <a:lnTo>
                    <a:pt x="55864" y="291772"/>
                  </a:lnTo>
                  <a:lnTo>
                    <a:pt x="59867" y="295231"/>
                  </a:lnTo>
                  <a:lnTo>
                    <a:pt x="63977" y="298562"/>
                  </a:lnTo>
                  <a:lnTo>
                    <a:pt x="68190" y="301760"/>
                  </a:lnTo>
                  <a:lnTo>
                    <a:pt x="72502" y="304824"/>
                  </a:lnTo>
                  <a:lnTo>
                    <a:pt x="76909" y="307750"/>
                  </a:lnTo>
                  <a:lnTo>
                    <a:pt x="81406" y="310535"/>
                  </a:lnTo>
                  <a:lnTo>
                    <a:pt x="85990" y="313176"/>
                  </a:lnTo>
                  <a:lnTo>
                    <a:pt x="90654" y="315671"/>
                  </a:lnTo>
                  <a:lnTo>
                    <a:pt x="95395" y="318017"/>
                  </a:lnTo>
                  <a:lnTo>
                    <a:pt x="100208" y="320212"/>
                  </a:lnTo>
                  <a:lnTo>
                    <a:pt x="105088" y="322253"/>
                  </a:lnTo>
                  <a:lnTo>
                    <a:pt x="110030" y="324139"/>
                  </a:lnTo>
                  <a:lnTo>
                    <a:pt x="115030" y="325868"/>
                  </a:lnTo>
                  <a:lnTo>
                    <a:pt x="120081" y="327438"/>
                  </a:lnTo>
                  <a:lnTo>
                    <a:pt x="125180" y="328847"/>
                  </a:lnTo>
                  <a:lnTo>
                    <a:pt x="130320" y="330094"/>
                  </a:lnTo>
                  <a:lnTo>
                    <a:pt x="135498" y="331178"/>
                  </a:lnTo>
                  <a:lnTo>
                    <a:pt x="140707" y="332097"/>
                  </a:lnTo>
                  <a:lnTo>
                    <a:pt x="145943" y="332851"/>
                  </a:lnTo>
                  <a:lnTo>
                    <a:pt x="151200" y="333439"/>
                  </a:lnTo>
                  <a:lnTo>
                    <a:pt x="156473" y="333861"/>
                  </a:lnTo>
                  <a:lnTo>
                    <a:pt x="161757" y="334115"/>
                  </a:lnTo>
                  <a:lnTo>
                    <a:pt x="167046" y="334202"/>
                  </a:lnTo>
                  <a:lnTo>
                    <a:pt x="172335" y="334122"/>
                  </a:lnTo>
                  <a:lnTo>
                    <a:pt x="177619" y="333875"/>
                  </a:lnTo>
                  <a:lnTo>
                    <a:pt x="182892" y="333460"/>
                  </a:lnTo>
                  <a:lnTo>
                    <a:pt x="188150" y="332879"/>
                  </a:lnTo>
                  <a:lnTo>
                    <a:pt x="193387" y="332131"/>
                  </a:lnTo>
                  <a:lnTo>
                    <a:pt x="198597" y="331219"/>
                  </a:lnTo>
                  <a:lnTo>
                    <a:pt x="203776" y="330142"/>
                  </a:lnTo>
                  <a:lnTo>
                    <a:pt x="208919" y="328901"/>
                  </a:lnTo>
                  <a:lnTo>
                    <a:pt x="214019" y="327499"/>
                  </a:lnTo>
                  <a:lnTo>
                    <a:pt x="219073" y="325936"/>
                  </a:lnTo>
                  <a:lnTo>
                    <a:pt x="224074" y="324214"/>
                  </a:lnTo>
                  <a:lnTo>
                    <a:pt x="229019" y="322334"/>
                  </a:lnTo>
                  <a:lnTo>
                    <a:pt x="233902" y="320299"/>
                  </a:lnTo>
                  <a:lnTo>
                    <a:pt x="238717" y="318110"/>
                  </a:lnTo>
                  <a:lnTo>
                    <a:pt x="243462" y="315770"/>
                  </a:lnTo>
                  <a:lnTo>
                    <a:pt x="248129" y="313282"/>
                  </a:lnTo>
                  <a:lnTo>
                    <a:pt x="252716" y="310646"/>
                  </a:lnTo>
                  <a:lnTo>
                    <a:pt x="257217" y="307867"/>
                  </a:lnTo>
                  <a:lnTo>
                    <a:pt x="261628" y="304947"/>
                  </a:lnTo>
                  <a:lnTo>
                    <a:pt x="265944" y="301889"/>
                  </a:lnTo>
                  <a:lnTo>
                    <a:pt x="270161" y="298696"/>
                  </a:lnTo>
                  <a:lnTo>
                    <a:pt x="274275" y="295371"/>
                  </a:lnTo>
                  <a:lnTo>
                    <a:pt x="278282" y="291917"/>
                  </a:lnTo>
                  <a:lnTo>
                    <a:pt x="282178" y="288339"/>
                  </a:lnTo>
                  <a:lnTo>
                    <a:pt x="285958" y="284639"/>
                  </a:lnTo>
                  <a:lnTo>
                    <a:pt x="289620" y="280821"/>
                  </a:lnTo>
                  <a:lnTo>
                    <a:pt x="293159" y="276889"/>
                  </a:lnTo>
                  <a:lnTo>
                    <a:pt x="296571" y="272848"/>
                  </a:lnTo>
                  <a:lnTo>
                    <a:pt x="299854" y="268700"/>
                  </a:lnTo>
                  <a:lnTo>
                    <a:pt x="303005" y="264450"/>
                  </a:lnTo>
                  <a:lnTo>
                    <a:pt x="306019" y="260103"/>
                  </a:lnTo>
                  <a:lnTo>
                    <a:pt x="308894" y="255663"/>
                  </a:lnTo>
                  <a:lnTo>
                    <a:pt x="311627" y="251134"/>
                  </a:lnTo>
                  <a:lnTo>
                    <a:pt x="314216" y="246521"/>
                  </a:lnTo>
                  <a:lnTo>
                    <a:pt x="316657" y="241828"/>
                  </a:lnTo>
                  <a:lnTo>
                    <a:pt x="318949" y="237061"/>
                  </a:lnTo>
                  <a:lnTo>
                    <a:pt x="321088" y="232223"/>
                  </a:lnTo>
                  <a:lnTo>
                    <a:pt x="323074" y="227320"/>
                  </a:lnTo>
                  <a:lnTo>
                    <a:pt x="324903" y="222356"/>
                  </a:lnTo>
                  <a:lnTo>
                    <a:pt x="326574" y="217338"/>
                  </a:lnTo>
                  <a:lnTo>
                    <a:pt x="328086" y="212268"/>
                  </a:lnTo>
                  <a:lnTo>
                    <a:pt x="329437" y="207154"/>
                  </a:lnTo>
                  <a:lnTo>
                    <a:pt x="330625" y="201999"/>
                  </a:lnTo>
                  <a:lnTo>
                    <a:pt x="331649" y="196810"/>
                  </a:lnTo>
                  <a:lnTo>
                    <a:pt x="332509" y="191590"/>
                  </a:lnTo>
                  <a:lnTo>
                    <a:pt x="333203" y="186346"/>
                  </a:lnTo>
                  <a:lnTo>
                    <a:pt x="333731" y="181083"/>
                  </a:lnTo>
                  <a:lnTo>
                    <a:pt x="334092" y="175805"/>
                  </a:lnTo>
                  <a:lnTo>
                    <a:pt x="334286" y="170519"/>
                  </a:lnTo>
                  <a:lnTo>
                    <a:pt x="334312" y="165229"/>
                  </a:lnTo>
                  <a:lnTo>
                    <a:pt x="334172" y="159941"/>
                  </a:lnTo>
                  <a:lnTo>
                    <a:pt x="333864" y="154661"/>
                  </a:lnTo>
                  <a:lnTo>
                    <a:pt x="333389" y="149392"/>
                  </a:lnTo>
                  <a:lnTo>
                    <a:pt x="332747" y="144141"/>
                  </a:lnTo>
                  <a:lnTo>
                    <a:pt x="331940" y="138914"/>
                  </a:lnTo>
                  <a:lnTo>
                    <a:pt x="330968" y="133714"/>
                  </a:lnTo>
                  <a:lnTo>
                    <a:pt x="329831" y="128548"/>
                  </a:lnTo>
                  <a:lnTo>
                    <a:pt x="328532" y="123420"/>
                  </a:lnTo>
                  <a:lnTo>
                    <a:pt x="327071" y="118336"/>
                  </a:lnTo>
                  <a:lnTo>
                    <a:pt x="325450" y="113300"/>
                  </a:lnTo>
                  <a:lnTo>
                    <a:pt x="323671" y="108319"/>
                  </a:lnTo>
                  <a:lnTo>
                    <a:pt x="321735" y="103396"/>
                  </a:lnTo>
                  <a:lnTo>
                    <a:pt x="319644" y="98537"/>
                  </a:lnTo>
                  <a:lnTo>
                    <a:pt x="317400" y="93747"/>
                  </a:lnTo>
                  <a:lnTo>
                    <a:pt x="315006" y="89030"/>
                  </a:lnTo>
                  <a:lnTo>
                    <a:pt x="312464" y="84391"/>
                  </a:lnTo>
                  <a:lnTo>
                    <a:pt x="309777" y="79835"/>
                  </a:lnTo>
                  <a:lnTo>
                    <a:pt x="306946" y="75366"/>
                  </a:lnTo>
                  <a:lnTo>
                    <a:pt x="303976" y="70989"/>
                  </a:lnTo>
                  <a:lnTo>
                    <a:pt x="300869" y="66708"/>
                  </a:lnTo>
                  <a:lnTo>
                    <a:pt x="297627" y="62527"/>
                  </a:lnTo>
                  <a:lnTo>
                    <a:pt x="294255" y="58452"/>
                  </a:lnTo>
                  <a:lnTo>
                    <a:pt x="290756" y="54484"/>
                  </a:lnTo>
                  <a:lnTo>
                    <a:pt x="287133" y="50630"/>
                  </a:lnTo>
                  <a:lnTo>
                    <a:pt x="283390" y="46892"/>
                  </a:lnTo>
                  <a:lnTo>
                    <a:pt x="279531" y="43275"/>
                  </a:lnTo>
                  <a:lnTo>
                    <a:pt x="275559" y="39781"/>
                  </a:lnTo>
                  <a:lnTo>
                    <a:pt x="271478" y="36415"/>
                  </a:lnTo>
                  <a:lnTo>
                    <a:pt x="267293" y="33180"/>
                  </a:lnTo>
                  <a:lnTo>
                    <a:pt x="263008" y="30078"/>
                  </a:lnTo>
                  <a:lnTo>
                    <a:pt x="258627" y="27114"/>
                  </a:lnTo>
                  <a:lnTo>
                    <a:pt x="254154" y="24290"/>
                  </a:lnTo>
                  <a:lnTo>
                    <a:pt x="249594" y="21609"/>
                  </a:lnTo>
                  <a:lnTo>
                    <a:pt x="244951" y="19073"/>
                  </a:lnTo>
                  <a:lnTo>
                    <a:pt x="240231" y="16686"/>
                  </a:lnTo>
                  <a:lnTo>
                    <a:pt x="235437" y="14449"/>
                  </a:lnTo>
                  <a:lnTo>
                    <a:pt x="230575" y="12365"/>
                  </a:lnTo>
                  <a:lnTo>
                    <a:pt x="225650" y="10436"/>
                  </a:lnTo>
                  <a:lnTo>
                    <a:pt x="220666" y="8664"/>
                  </a:lnTo>
                  <a:lnTo>
                    <a:pt x="215628" y="7050"/>
                  </a:lnTo>
                  <a:lnTo>
                    <a:pt x="210542" y="5596"/>
                  </a:lnTo>
                  <a:lnTo>
                    <a:pt x="205412" y="4304"/>
                  </a:lnTo>
                  <a:lnTo>
                    <a:pt x="200244" y="3175"/>
                  </a:lnTo>
                  <a:lnTo>
                    <a:pt x="195043" y="2210"/>
                  </a:lnTo>
                  <a:lnTo>
                    <a:pt x="189814" y="1410"/>
                  </a:lnTo>
                  <a:lnTo>
                    <a:pt x="184563" y="776"/>
                  </a:lnTo>
                  <a:lnTo>
                    <a:pt x="179294" y="309"/>
                  </a:lnTo>
                  <a:lnTo>
                    <a:pt x="167155" y="167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647" y="4213821"/>
              <a:ext cx="6640" cy="167167"/>
            </a:xfrm>
            <a:custGeom>
              <a:avLst/>
              <a:pathLst>
                <a:path w="6640" h="167167">
                  <a:moveTo>
                    <a:pt x="6640" y="0"/>
                  </a:moveTo>
                  <a:lnTo>
                    <a:pt x="0" y="131"/>
                  </a:lnTo>
                  <a:lnTo>
                    <a:pt x="664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2" y="4213953"/>
              <a:ext cx="334312" cy="334202"/>
            </a:xfrm>
            <a:custGeom>
              <a:avLst/>
              <a:pathLst>
                <a:path w="334312" h="334202">
                  <a:moveTo>
                    <a:pt x="160515" y="0"/>
                  </a:moveTo>
                  <a:lnTo>
                    <a:pt x="155233" y="293"/>
                  </a:lnTo>
                  <a:lnTo>
                    <a:pt x="149963" y="754"/>
                  </a:lnTo>
                  <a:lnTo>
                    <a:pt x="144711" y="1381"/>
                  </a:lnTo>
                  <a:lnTo>
                    <a:pt x="139481" y="2174"/>
                  </a:lnTo>
                  <a:lnTo>
                    <a:pt x="134278" y="3132"/>
                  </a:lnTo>
                  <a:lnTo>
                    <a:pt x="129109" y="4255"/>
                  </a:lnTo>
                  <a:lnTo>
                    <a:pt x="123978" y="5540"/>
                  </a:lnTo>
                  <a:lnTo>
                    <a:pt x="118890" y="6987"/>
                  </a:lnTo>
                  <a:lnTo>
                    <a:pt x="113850" y="8594"/>
                  </a:lnTo>
                  <a:lnTo>
                    <a:pt x="108864" y="10360"/>
                  </a:lnTo>
                  <a:lnTo>
                    <a:pt x="103936" y="12283"/>
                  </a:lnTo>
                  <a:lnTo>
                    <a:pt x="99071" y="14360"/>
                  </a:lnTo>
                  <a:lnTo>
                    <a:pt x="94275" y="16591"/>
                  </a:lnTo>
                  <a:lnTo>
                    <a:pt x="89551" y="18972"/>
                  </a:lnTo>
                  <a:lnTo>
                    <a:pt x="84905" y="21502"/>
                  </a:lnTo>
                  <a:lnTo>
                    <a:pt x="80342" y="24177"/>
                  </a:lnTo>
                  <a:lnTo>
                    <a:pt x="75865" y="26995"/>
                  </a:lnTo>
                  <a:lnTo>
                    <a:pt x="71480" y="29954"/>
                  </a:lnTo>
                  <a:lnTo>
                    <a:pt x="67191" y="33049"/>
                  </a:lnTo>
                  <a:lnTo>
                    <a:pt x="63002" y="36279"/>
                  </a:lnTo>
                  <a:lnTo>
                    <a:pt x="58917" y="39640"/>
                  </a:lnTo>
                  <a:lnTo>
                    <a:pt x="54940" y="43128"/>
                  </a:lnTo>
                  <a:lnTo>
                    <a:pt x="51076" y="46741"/>
                  </a:lnTo>
                  <a:lnTo>
                    <a:pt x="47328" y="50474"/>
                  </a:lnTo>
                  <a:lnTo>
                    <a:pt x="43700" y="54323"/>
                  </a:lnTo>
                  <a:lnTo>
                    <a:pt x="40196" y="58286"/>
                  </a:lnTo>
                  <a:lnTo>
                    <a:pt x="36818" y="62357"/>
                  </a:lnTo>
                  <a:lnTo>
                    <a:pt x="33572" y="66534"/>
                  </a:lnTo>
                  <a:lnTo>
                    <a:pt x="30459" y="70810"/>
                  </a:lnTo>
                  <a:lnTo>
                    <a:pt x="27483" y="75184"/>
                  </a:lnTo>
                  <a:lnTo>
                    <a:pt x="24646" y="79649"/>
                  </a:lnTo>
                  <a:lnTo>
                    <a:pt x="21953" y="84201"/>
                  </a:lnTo>
                  <a:lnTo>
                    <a:pt x="19405" y="88837"/>
                  </a:lnTo>
                  <a:lnTo>
                    <a:pt x="17005" y="93551"/>
                  </a:lnTo>
                  <a:lnTo>
                    <a:pt x="14755" y="98338"/>
                  </a:lnTo>
                  <a:lnTo>
                    <a:pt x="12658" y="103195"/>
                  </a:lnTo>
                  <a:lnTo>
                    <a:pt x="10715" y="108115"/>
                  </a:lnTo>
                  <a:lnTo>
                    <a:pt x="8929" y="113094"/>
                  </a:lnTo>
                  <a:lnTo>
                    <a:pt x="7302" y="118127"/>
                  </a:lnTo>
                  <a:lnTo>
                    <a:pt x="5834" y="123210"/>
                  </a:lnTo>
                  <a:lnTo>
                    <a:pt x="4528" y="128336"/>
                  </a:lnTo>
                  <a:lnTo>
                    <a:pt x="3385" y="133500"/>
                  </a:lnTo>
                  <a:lnTo>
                    <a:pt x="2406" y="138699"/>
                  </a:lnTo>
                  <a:lnTo>
                    <a:pt x="1592" y="143926"/>
                  </a:lnTo>
                  <a:lnTo>
                    <a:pt x="944" y="149176"/>
                  </a:lnTo>
                  <a:lnTo>
                    <a:pt x="462" y="154443"/>
                  </a:lnTo>
                  <a:lnTo>
                    <a:pt x="147" y="159724"/>
                  </a:lnTo>
                  <a:lnTo>
                    <a:pt x="0" y="165012"/>
                  </a:lnTo>
                  <a:lnTo>
                    <a:pt x="19" y="170301"/>
                  </a:lnTo>
                  <a:lnTo>
                    <a:pt x="206" y="175588"/>
                  </a:lnTo>
                  <a:lnTo>
                    <a:pt x="560" y="180866"/>
                  </a:lnTo>
                  <a:lnTo>
                    <a:pt x="1081" y="186130"/>
                  </a:lnTo>
                  <a:lnTo>
                    <a:pt x="1769" y="191375"/>
                  </a:lnTo>
                  <a:lnTo>
                    <a:pt x="2622" y="196595"/>
                  </a:lnTo>
                  <a:lnTo>
                    <a:pt x="3639" y="201786"/>
                  </a:lnTo>
                  <a:lnTo>
                    <a:pt x="4821" y="206942"/>
                  </a:lnTo>
                  <a:lnTo>
                    <a:pt x="6165" y="212059"/>
                  </a:lnTo>
                  <a:lnTo>
                    <a:pt x="7670" y="217130"/>
                  </a:lnTo>
                  <a:lnTo>
                    <a:pt x="9335" y="222151"/>
                  </a:lnTo>
                  <a:lnTo>
                    <a:pt x="11157" y="227117"/>
                  </a:lnTo>
                  <a:lnTo>
                    <a:pt x="13136" y="232022"/>
                  </a:lnTo>
                  <a:lnTo>
                    <a:pt x="15270" y="236863"/>
                  </a:lnTo>
                  <a:lnTo>
                    <a:pt x="17555" y="241633"/>
                  </a:lnTo>
                  <a:lnTo>
                    <a:pt x="19990" y="246329"/>
                  </a:lnTo>
                  <a:lnTo>
                    <a:pt x="22573" y="250946"/>
                  </a:lnTo>
                  <a:lnTo>
                    <a:pt x="25300" y="255478"/>
                  </a:lnTo>
                  <a:lnTo>
                    <a:pt x="28169" y="259922"/>
                  </a:lnTo>
                  <a:lnTo>
                    <a:pt x="31178" y="264273"/>
                  </a:lnTo>
                  <a:lnTo>
                    <a:pt x="34323" y="268527"/>
                  </a:lnTo>
                  <a:lnTo>
                    <a:pt x="37600" y="272679"/>
                  </a:lnTo>
                  <a:lnTo>
                    <a:pt x="41008" y="276725"/>
                  </a:lnTo>
                  <a:lnTo>
                    <a:pt x="44541" y="280661"/>
                  </a:lnTo>
                  <a:lnTo>
                    <a:pt x="48198" y="284484"/>
                  </a:lnTo>
                  <a:lnTo>
                    <a:pt x="51974" y="288189"/>
                  </a:lnTo>
                  <a:lnTo>
                    <a:pt x="55864" y="291772"/>
                  </a:lnTo>
                  <a:lnTo>
                    <a:pt x="59867" y="295231"/>
                  </a:lnTo>
                  <a:lnTo>
                    <a:pt x="63977" y="298562"/>
                  </a:lnTo>
                  <a:lnTo>
                    <a:pt x="68190" y="301760"/>
                  </a:lnTo>
                  <a:lnTo>
                    <a:pt x="72502" y="304824"/>
                  </a:lnTo>
                  <a:lnTo>
                    <a:pt x="76909" y="307750"/>
                  </a:lnTo>
                  <a:lnTo>
                    <a:pt x="81406" y="310535"/>
                  </a:lnTo>
                  <a:lnTo>
                    <a:pt x="85990" y="313176"/>
                  </a:lnTo>
                  <a:lnTo>
                    <a:pt x="90654" y="315671"/>
                  </a:lnTo>
                  <a:lnTo>
                    <a:pt x="95395" y="318017"/>
                  </a:lnTo>
                  <a:lnTo>
                    <a:pt x="100208" y="320212"/>
                  </a:lnTo>
                  <a:lnTo>
                    <a:pt x="105088" y="322253"/>
                  </a:lnTo>
                  <a:lnTo>
                    <a:pt x="110030" y="324139"/>
                  </a:lnTo>
                  <a:lnTo>
                    <a:pt x="115030" y="325868"/>
                  </a:lnTo>
                  <a:lnTo>
                    <a:pt x="120081" y="327438"/>
                  </a:lnTo>
                  <a:lnTo>
                    <a:pt x="125180" y="328847"/>
                  </a:lnTo>
                  <a:lnTo>
                    <a:pt x="130320" y="330094"/>
                  </a:lnTo>
                  <a:lnTo>
                    <a:pt x="135498" y="331178"/>
                  </a:lnTo>
                  <a:lnTo>
                    <a:pt x="140707" y="332097"/>
                  </a:lnTo>
                  <a:lnTo>
                    <a:pt x="145943" y="332851"/>
                  </a:lnTo>
                  <a:lnTo>
                    <a:pt x="151200" y="333439"/>
                  </a:lnTo>
                  <a:lnTo>
                    <a:pt x="156473" y="333861"/>
                  </a:lnTo>
                  <a:lnTo>
                    <a:pt x="161757" y="334115"/>
                  </a:lnTo>
                  <a:lnTo>
                    <a:pt x="167046" y="334202"/>
                  </a:lnTo>
                  <a:lnTo>
                    <a:pt x="172335" y="334122"/>
                  </a:lnTo>
                  <a:lnTo>
                    <a:pt x="177619" y="333875"/>
                  </a:lnTo>
                  <a:lnTo>
                    <a:pt x="182892" y="333460"/>
                  </a:lnTo>
                  <a:lnTo>
                    <a:pt x="188150" y="332879"/>
                  </a:lnTo>
                  <a:lnTo>
                    <a:pt x="193387" y="332131"/>
                  </a:lnTo>
                  <a:lnTo>
                    <a:pt x="198597" y="331219"/>
                  </a:lnTo>
                  <a:lnTo>
                    <a:pt x="203776" y="330142"/>
                  </a:lnTo>
                  <a:lnTo>
                    <a:pt x="208919" y="328901"/>
                  </a:lnTo>
                  <a:lnTo>
                    <a:pt x="214019" y="327499"/>
                  </a:lnTo>
                  <a:lnTo>
                    <a:pt x="219073" y="325936"/>
                  </a:lnTo>
                  <a:lnTo>
                    <a:pt x="224074" y="324214"/>
                  </a:lnTo>
                  <a:lnTo>
                    <a:pt x="229019" y="322334"/>
                  </a:lnTo>
                  <a:lnTo>
                    <a:pt x="233902" y="320299"/>
                  </a:lnTo>
                  <a:lnTo>
                    <a:pt x="238717" y="318110"/>
                  </a:lnTo>
                  <a:lnTo>
                    <a:pt x="243462" y="315770"/>
                  </a:lnTo>
                  <a:lnTo>
                    <a:pt x="248129" y="313282"/>
                  </a:lnTo>
                  <a:lnTo>
                    <a:pt x="252716" y="310646"/>
                  </a:lnTo>
                  <a:lnTo>
                    <a:pt x="257217" y="307867"/>
                  </a:lnTo>
                  <a:lnTo>
                    <a:pt x="261628" y="304947"/>
                  </a:lnTo>
                  <a:lnTo>
                    <a:pt x="265944" y="301889"/>
                  </a:lnTo>
                  <a:lnTo>
                    <a:pt x="270161" y="298696"/>
                  </a:lnTo>
                  <a:lnTo>
                    <a:pt x="274275" y="295371"/>
                  </a:lnTo>
                  <a:lnTo>
                    <a:pt x="278282" y="291917"/>
                  </a:lnTo>
                  <a:lnTo>
                    <a:pt x="282178" y="288339"/>
                  </a:lnTo>
                  <a:lnTo>
                    <a:pt x="285958" y="284639"/>
                  </a:lnTo>
                  <a:lnTo>
                    <a:pt x="289620" y="280821"/>
                  </a:lnTo>
                  <a:lnTo>
                    <a:pt x="293159" y="276889"/>
                  </a:lnTo>
                  <a:lnTo>
                    <a:pt x="296571" y="272848"/>
                  </a:lnTo>
                  <a:lnTo>
                    <a:pt x="299854" y="268700"/>
                  </a:lnTo>
                  <a:lnTo>
                    <a:pt x="303005" y="264450"/>
                  </a:lnTo>
                  <a:lnTo>
                    <a:pt x="306019" y="260103"/>
                  </a:lnTo>
                  <a:lnTo>
                    <a:pt x="308894" y="255663"/>
                  </a:lnTo>
                  <a:lnTo>
                    <a:pt x="311627" y="251134"/>
                  </a:lnTo>
                  <a:lnTo>
                    <a:pt x="314216" y="246521"/>
                  </a:lnTo>
                  <a:lnTo>
                    <a:pt x="316657" y="241828"/>
                  </a:lnTo>
                  <a:lnTo>
                    <a:pt x="318949" y="237061"/>
                  </a:lnTo>
                  <a:lnTo>
                    <a:pt x="321088" y="232223"/>
                  </a:lnTo>
                  <a:lnTo>
                    <a:pt x="323074" y="227320"/>
                  </a:lnTo>
                  <a:lnTo>
                    <a:pt x="324903" y="222356"/>
                  </a:lnTo>
                  <a:lnTo>
                    <a:pt x="326574" y="217338"/>
                  </a:lnTo>
                  <a:lnTo>
                    <a:pt x="328086" y="212268"/>
                  </a:lnTo>
                  <a:lnTo>
                    <a:pt x="329437" y="207154"/>
                  </a:lnTo>
                  <a:lnTo>
                    <a:pt x="330625" y="201999"/>
                  </a:lnTo>
                  <a:lnTo>
                    <a:pt x="331649" y="196810"/>
                  </a:lnTo>
                  <a:lnTo>
                    <a:pt x="332509" y="191590"/>
                  </a:lnTo>
                  <a:lnTo>
                    <a:pt x="333203" y="186346"/>
                  </a:lnTo>
                  <a:lnTo>
                    <a:pt x="333731" y="181083"/>
                  </a:lnTo>
                  <a:lnTo>
                    <a:pt x="334092" y="175805"/>
                  </a:lnTo>
                  <a:lnTo>
                    <a:pt x="334286" y="170519"/>
                  </a:lnTo>
                  <a:lnTo>
                    <a:pt x="334312" y="165229"/>
                  </a:lnTo>
                  <a:lnTo>
                    <a:pt x="334172" y="159941"/>
                  </a:lnTo>
                  <a:lnTo>
                    <a:pt x="333864" y="154661"/>
                  </a:lnTo>
                  <a:lnTo>
                    <a:pt x="333389" y="149392"/>
                  </a:lnTo>
                  <a:lnTo>
                    <a:pt x="332747" y="144141"/>
                  </a:lnTo>
                  <a:lnTo>
                    <a:pt x="331940" y="138914"/>
                  </a:lnTo>
                  <a:lnTo>
                    <a:pt x="330968" y="133714"/>
                  </a:lnTo>
                  <a:lnTo>
                    <a:pt x="329831" y="128548"/>
                  </a:lnTo>
                  <a:lnTo>
                    <a:pt x="328532" y="123420"/>
                  </a:lnTo>
                  <a:lnTo>
                    <a:pt x="327071" y="118336"/>
                  </a:lnTo>
                  <a:lnTo>
                    <a:pt x="325450" y="113300"/>
                  </a:lnTo>
                  <a:lnTo>
                    <a:pt x="323671" y="108319"/>
                  </a:lnTo>
                  <a:lnTo>
                    <a:pt x="321735" y="103396"/>
                  </a:lnTo>
                  <a:lnTo>
                    <a:pt x="319644" y="98537"/>
                  </a:lnTo>
                  <a:lnTo>
                    <a:pt x="317400" y="93747"/>
                  </a:lnTo>
                  <a:lnTo>
                    <a:pt x="315006" y="89030"/>
                  </a:lnTo>
                  <a:lnTo>
                    <a:pt x="312464" y="84391"/>
                  </a:lnTo>
                  <a:lnTo>
                    <a:pt x="309777" y="79835"/>
                  </a:lnTo>
                  <a:lnTo>
                    <a:pt x="306946" y="75366"/>
                  </a:lnTo>
                  <a:lnTo>
                    <a:pt x="303976" y="70989"/>
                  </a:lnTo>
                  <a:lnTo>
                    <a:pt x="300869" y="66708"/>
                  </a:lnTo>
                  <a:lnTo>
                    <a:pt x="297627" y="62527"/>
                  </a:lnTo>
                  <a:lnTo>
                    <a:pt x="294255" y="58452"/>
                  </a:lnTo>
                  <a:lnTo>
                    <a:pt x="290756" y="54484"/>
                  </a:lnTo>
                  <a:lnTo>
                    <a:pt x="287133" y="50630"/>
                  </a:lnTo>
                  <a:lnTo>
                    <a:pt x="283390" y="46892"/>
                  </a:lnTo>
                  <a:lnTo>
                    <a:pt x="279531" y="43275"/>
                  </a:lnTo>
                  <a:lnTo>
                    <a:pt x="275559" y="39781"/>
                  </a:lnTo>
                  <a:lnTo>
                    <a:pt x="271478" y="36415"/>
                  </a:lnTo>
                  <a:lnTo>
                    <a:pt x="267293" y="33180"/>
                  </a:lnTo>
                  <a:lnTo>
                    <a:pt x="263008" y="30078"/>
                  </a:lnTo>
                  <a:lnTo>
                    <a:pt x="258627" y="27114"/>
                  </a:lnTo>
                  <a:lnTo>
                    <a:pt x="254154" y="24290"/>
                  </a:lnTo>
                  <a:lnTo>
                    <a:pt x="249594" y="21609"/>
                  </a:lnTo>
                  <a:lnTo>
                    <a:pt x="244951" y="19073"/>
                  </a:lnTo>
                  <a:lnTo>
                    <a:pt x="240231" y="16686"/>
                  </a:lnTo>
                  <a:lnTo>
                    <a:pt x="235437" y="14449"/>
                  </a:lnTo>
                  <a:lnTo>
                    <a:pt x="230575" y="12365"/>
                  </a:lnTo>
                  <a:lnTo>
                    <a:pt x="225650" y="10436"/>
                  </a:lnTo>
                  <a:lnTo>
                    <a:pt x="220666" y="8664"/>
                  </a:lnTo>
                  <a:lnTo>
                    <a:pt x="215628" y="7050"/>
                  </a:lnTo>
                  <a:lnTo>
                    <a:pt x="210542" y="5596"/>
                  </a:lnTo>
                  <a:lnTo>
                    <a:pt x="205412" y="4304"/>
                  </a:lnTo>
                  <a:lnTo>
                    <a:pt x="200244" y="3175"/>
                  </a:lnTo>
                  <a:lnTo>
                    <a:pt x="195043" y="2210"/>
                  </a:lnTo>
                  <a:lnTo>
                    <a:pt x="189814" y="1410"/>
                  </a:lnTo>
                  <a:lnTo>
                    <a:pt x="184563" y="776"/>
                  </a:lnTo>
                  <a:lnTo>
                    <a:pt x="179294" y="309"/>
                  </a:lnTo>
                  <a:lnTo>
                    <a:pt x="167155" y="167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188" y="4659281"/>
              <a:ext cx="1336" cy="167167"/>
            </a:xfrm>
            <a:custGeom>
              <a:avLst/>
              <a:pathLst>
                <a:path w="1336" h="167167">
                  <a:moveTo>
                    <a:pt x="1336" y="0"/>
                  </a:moveTo>
                  <a:lnTo>
                    <a:pt x="0" y="5"/>
                  </a:lnTo>
                  <a:lnTo>
                    <a:pt x="133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188" y="465928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208" y="4659287"/>
              <a:ext cx="165316" cy="167162"/>
            </a:xfrm>
            <a:custGeom>
              <a:avLst/>
              <a:pathLst>
                <a:path w="165316" h="167162">
                  <a:moveTo>
                    <a:pt x="163980" y="0"/>
                  </a:moveTo>
                  <a:lnTo>
                    <a:pt x="158610" y="129"/>
                  </a:lnTo>
                  <a:lnTo>
                    <a:pt x="153247" y="430"/>
                  </a:lnTo>
                  <a:lnTo>
                    <a:pt x="147897" y="904"/>
                  </a:lnTo>
                  <a:lnTo>
                    <a:pt x="142564" y="1550"/>
                  </a:lnTo>
                  <a:lnTo>
                    <a:pt x="137255" y="2366"/>
                  </a:lnTo>
                  <a:lnTo>
                    <a:pt x="131975" y="3353"/>
                  </a:lnTo>
                  <a:lnTo>
                    <a:pt x="126729" y="4509"/>
                  </a:lnTo>
                  <a:lnTo>
                    <a:pt x="121524" y="5832"/>
                  </a:lnTo>
                  <a:lnTo>
                    <a:pt x="116363" y="7323"/>
                  </a:lnTo>
                  <a:lnTo>
                    <a:pt x="111253" y="8978"/>
                  </a:lnTo>
                  <a:lnTo>
                    <a:pt x="106199" y="10796"/>
                  </a:lnTo>
                  <a:lnTo>
                    <a:pt x="101206" y="12776"/>
                  </a:lnTo>
                  <a:lnTo>
                    <a:pt x="96279" y="14916"/>
                  </a:lnTo>
                  <a:lnTo>
                    <a:pt x="91423" y="17212"/>
                  </a:lnTo>
                  <a:lnTo>
                    <a:pt x="86644" y="19664"/>
                  </a:lnTo>
                  <a:lnTo>
                    <a:pt x="81946" y="22268"/>
                  </a:lnTo>
                  <a:lnTo>
                    <a:pt x="77333" y="25021"/>
                  </a:lnTo>
                  <a:lnTo>
                    <a:pt x="72812" y="27921"/>
                  </a:lnTo>
                  <a:lnTo>
                    <a:pt x="68386" y="30965"/>
                  </a:lnTo>
                  <a:lnTo>
                    <a:pt x="64061" y="34149"/>
                  </a:lnTo>
                  <a:lnTo>
                    <a:pt x="59840" y="37471"/>
                  </a:lnTo>
                  <a:lnTo>
                    <a:pt x="55727" y="40927"/>
                  </a:lnTo>
                  <a:lnTo>
                    <a:pt x="51728" y="44513"/>
                  </a:lnTo>
                  <a:lnTo>
                    <a:pt x="47847" y="48225"/>
                  </a:lnTo>
                  <a:lnTo>
                    <a:pt x="44086" y="52061"/>
                  </a:lnTo>
                  <a:lnTo>
                    <a:pt x="40451" y="56015"/>
                  </a:lnTo>
                  <a:lnTo>
                    <a:pt x="36944" y="60084"/>
                  </a:lnTo>
                  <a:lnTo>
                    <a:pt x="33570" y="64264"/>
                  </a:lnTo>
                  <a:lnTo>
                    <a:pt x="30333" y="68550"/>
                  </a:lnTo>
                  <a:lnTo>
                    <a:pt x="27234" y="72937"/>
                  </a:lnTo>
                  <a:lnTo>
                    <a:pt x="24278" y="77422"/>
                  </a:lnTo>
                  <a:lnTo>
                    <a:pt x="21468" y="82000"/>
                  </a:lnTo>
                  <a:lnTo>
                    <a:pt x="18806" y="86665"/>
                  </a:lnTo>
                  <a:lnTo>
                    <a:pt x="16295" y="91414"/>
                  </a:lnTo>
                  <a:lnTo>
                    <a:pt x="13939" y="96241"/>
                  </a:lnTo>
                  <a:lnTo>
                    <a:pt x="11738" y="101141"/>
                  </a:lnTo>
                  <a:lnTo>
                    <a:pt x="9697" y="106109"/>
                  </a:lnTo>
                  <a:lnTo>
                    <a:pt x="7815" y="111140"/>
                  </a:lnTo>
                  <a:lnTo>
                    <a:pt x="6097" y="116229"/>
                  </a:lnTo>
                  <a:lnTo>
                    <a:pt x="4543" y="121371"/>
                  </a:lnTo>
                  <a:lnTo>
                    <a:pt x="3155" y="126560"/>
                  </a:lnTo>
                  <a:lnTo>
                    <a:pt x="1934" y="131791"/>
                  </a:lnTo>
                  <a:lnTo>
                    <a:pt x="882" y="137058"/>
                  </a:lnTo>
                  <a:lnTo>
                    <a:pt x="0" y="142357"/>
                  </a:lnTo>
                  <a:lnTo>
                    <a:pt x="165316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5" y="4659281"/>
              <a:ext cx="334310" cy="334333"/>
            </a:xfrm>
            <a:custGeom>
              <a:avLst/>
              <a:pathLst>
                <a:path w="334310" h="334333">
                  <a:moveTo>
                    <a:pt x="1842" y="142362"/>
                  </a:moveTo>
                  <a:lnTo>
                    <a:pt x="1137" y="147626"/>
                  </a:lnTo>
                  <a:lnTo>
                    <a:pt x="600" y="152910"/>
                  </a:lnTo>
                  <a:lnTo>
                    <a:pt x="231" y="158209"/>
                  </a:lnTo>
                  <a:lnTo>
                    <a:pt x="31" y="163516"/>
                  </a:lnTo>
                  <a:lnTo>
                    <a:pt x="0" y="168827"/>
                  </a:lnTo>
                  <a:lnTo>
                    <a:pt x="137" y="174137"/>
                  </a:lnTo>
                  <a:lnTo>
                    <a:pt x="442" y="179439"/>
                  </a:lnTo>
                  <a:lnTo>
                    <a:pt x="916" y="184729"/>
                  </a:lnTo>
                  <a:lnTo>
                    <a:pt x="1558" y="190002"/>
                  </a:lnTo>
                  <a:lnTo>
                    <a:pt x="2367" y="195251"/>
                  </a:lnTo>
                  <a:lnTo>
                    <a:pt x="3343" y="200472"/>
                  </a:lnTo>
                  <a:lnTo>
                    <a:pt x="4483" y="205659"/>
                  </a:lnTo>
                  <a:lnTo>
                    <a:pt x="5788" y="210808"/>
                  </a:lnTo>
                  <a:lnTo>
                    <a:pt x="7256" y="215912"/>
                  </a:lnTo>
                  <a:lnTo>
                    <a:pt x="8885" y="220967"/>
                  </a:lnTo>
                  <a:lnTo>
                    <a:pt x="10674" y="225968"/>
                  </a:lnTo>
                  <a:lnTo>
                    <a:pt x="12621" y="230910"/>
                  </a:lnTo>
                  <a:lnTo>
                    <a:pt x="14724" y="235787"/>
                  </a:lnTo>
                  <a:lnTo>
                    <a:pt x="16981" y="240595"/>
                  </a:lnTo>
                  <a:lnTo>
                    <a:pt x="19390" y="245329"/>
                  </a:lnTo>
                  <a:lnTo>
                    <a:pt x="21947" y="249983"/>
                  </a:lnTo>
                  <a:lnTo>
                    <a:pt x="24651" y="254555"/>
                  </a:lnTo>
                  <a:lnTo>
                    <a:pt x="27499" y="259038"/>
                  </a:lnTo>
                  <a:lnTo>
                    <a:pt x="30488" y="263428"/>
                  </a:lnTo>
                  <a:lnTo>
                    <a:pt x="33615" y="267721"/>
                  </a:lnTo>
                  <a:lnTo>
                    <a:pt x="36877" y="271913"/>
                  </a:lnTo>
                  <a:lnTo>
                    <a:pt x="40271" y="275999"/>
                  </a:lnTo>
                  <a:lnTo>
                    <a:pt x="43792" y="279975"/>
                  </a:lnTo>
                  <a:lnTo>
                    <a:pt x="47438" y="283837"/>
                  </a:lnTo>
                  <a:lnTo>
                    <a:pt x="51205" y="287581"/>
                  </a:lnTo>
                  <a:lnTo>
                    <a:pt x="55089" y="291204"/>
                  </a:lnTo>
                  <a:lnTo>
                    <a:pt x="59086" y="294702"/>
                  </a:lnTo>
                  <a:lnTo>
                    <a:pt x="63192" y="298071"/>
                  </a:lnTo>
                  <a:lnTo>
                    <a:pt x="67403" y="301308"/>
                  </a:lnTo>
                  <a:lnTo>
                    <a:pt x="71714" y="304409"/>
                  </a:lnTo>
                  <a:lnTo>
                    <a:pt x="76123" y="307372"/>
                  </a:lnTo>
                  <a:lnTo>
                    <a:pt x="80622" y="310193"/>
                  </a:lnTo>
                  <a:lnTo>
                    <a:pt x="85210" y="312870"/>
                  </a:lnTo>
                  <a:lnTo>
                    <a:pt x="89880" y="315400"/>
                  </a:lnTo>
                  <a:lnTo>
                    <a:pt x="94628" y="317780"/>
                  </a:lnTo>
                  <a:lnTo>
                    <a:pt x="99449" y="320008"/>
                  </a:lnTo>
                  <a:lnTo>
                    <a:pt x="104339" y="322082"/>
                  </a:lnTo>
                  <a:lnTo>
                    <a:pt x="109292" y="323999"/>
                  </a:lnTo>
                  <a:lnTo>
                    <a:pt x="114303" y="325758"/>
                  </a:lnTo>
                  <a:lnTo>
                    <a:pt x="119368" y="327358"/>
                  </a:lnTo>
                  <a:lnTo>
                    <a:pt x="124481" y="328795"/>
                  </a:lnTo>
                  <a:lnTo>
                    <a:pt x="129637" y="330069"/>
                  </a:lnTo>
                  <a:lnTo>
                    <a:pt x="134831" y="331179"/>
                  </a:lnTo>
                  <a:lnTo>
                    <a:pt x="140058" y="332123"/>
                  </a:lnTo>
                  <a:lnTo>
                    <a:pt x="145312" y="332901"/>
                  </a:lnTo>
                  <a:lnTo>
                    <a:pt x="150588" y="333511"/>
                  </a:lnTo>
                  <a:lnTo>
                    <a:pt x="155881" y="333954"/>
                  </a:lnTo>
                  <a:lnTo>
                    <a:pt x="161185" y="334228"/>
                  </a:lnTo>
                  <a:lnTo>
                    <a:pt x="166495" y="334333"/>
                  </a:lnTo>
                  <a:lnTo>
                    <a:pt x="171806" y="334270"/>
                  </a:lnTo>
                  <a:lnTo>
                    <a:pt x="177112" y="334038"/>
                  </a:lnTo>
                  <a:lnTo>
                    <a:pt x="182408" y="333637"/>
                  </a:lnTo>
                  <a:lnTo>
                    <a:pt x="187689" y="333069"/>
                  </a:lnTo>
                  <a:lnTo>
                    <a:pt x="192949" y="332333"/>
                  </a:lnTo>
                  <a:lnTo>
                    <a:pt x="198183" y="331430"/>
                  </a:lnTo>
                  <a:lnTo>
                    <a:pt x="203386" y="330362"/>
                  </a:lnTo>
                  <a:lnTo>
                    <a:pt x="208552" y="329129"/>
                  </a:lnTo>
                  <a:lnTo>
                    <a:pt x="213676" y="327732"/>
                  </a:lnTo>
                  <a:lnTo>
                    <a:pt x="218754" y="326173"/>
                  </a:lnTo>
                  <a:lnTo>
                    <a:pt x="223779" y="324454"/>
                  </a:lnTo>
                  <a:lnTo>
                    <a:pt x="228747" y="322576"/>
                  </a:lnTo>
                  <a:lnTo>
                    <a:pt x="233653" y="320541"/>
                  </a:lnTo>
                  <a:lnTo>
                    <a:pt x="238492" y="318351"/>
                  </a:lnTo>
                  <a:lnTo>
                    <a:pt x="243258" y="316008"/>
                  </a:lnTo>
                  <a:lnTo>
                    <a:pt x="247948" y="313516"/>
                  </a:lnTo>
                  <a:lnTo>
                    <a:pt x="252557" y="310875"/>
                  </a:lnTo>
                  <a:lnTo>
                    <a:pt x="257079" y="308090"/>
                  </a:lnTo>
                  <a:lnTo>
                    <a:pt x="261511" y="305162"/>
                  </a:lnTo>
                  <a:lnTo>
                    <a:pt x="265847" y="302095"/>
                  </a:lnTo>
                  <a:lnTo>
                    <a:pt x="270083" y="298892"/>
                  </a:lnTo>
                  <a:lnTo>
                    <a:pt x="274216" y="295556"/>
                  </a:lnTo>
                  <a:lnTo>
                    <a:pt x="278241" y="292090"/>
                  </a:lnTo>
                  <a:lnTo>
                    <a:pt x="282153" y="288498"/>
                  </a:lnTo>
                  <a:lnTo>
                    <a:pt x="285950" y="284784"/>
                  </a:lnTo>
                  <a:lnTo>
                    <a:pt x="289626" y="280951"/>
                  </a:lnTo>
                  <a:lnTo>
                    <a:pt x="293179" y="277003"/>
                  </a:lnTo>
                  <a:lnTo>
                    <a:pt x="296605" y="272944"/>
                  </a:lnTo>
                  <a:lnTo>
                    <a:pt x="299900" y="268778"/>
                  </a:lnTo>
                  <a:lnTo>
                    <a:pt x="303061" y="264510"/>
                  </a:lnTo>
                  <a:lnTo>
                    <a:pt x="306084" y="260143"/>
                  </a:lnTo>
                  <a:lnTo>
                    <a:pt x="308968" y="255683"/>
                  </a:lnTo>
                  <a:lnTo>
                    <a:pt x="311708" y="251133"/>
                  </a:lnTo>
                  <a:lnTo>
                    <a:pt x="314303" y="246499"/>
                  </a:lnTo>
                  <a:lnTo>
                    <a:pt x="316749" y="241784"/>
                  </a:lnTo>
                  <a:lnTo>
                    <a:pt x="319044" y="236995"/>
                  </a:lnTo>
                  <a:lnTo>
                    <a:pt x="321185" y="232134"/>
                  </a:lnTo>
                  <a:lnTo>
                    <a:pt x="323171" y="227208"/>
                  </a:lnTo>
                  <a:lnTo>
                    <a:pt x="325000" y="222222"/>
                  </a:lnTo>
                  <a:lnTo>
                    <a:pt x="326669" y="217180"/>
                  </a:lnTo>
                  <a:lnTo>
                    <a:pt x="328178" y="212087"/>
                  </a:lnTo>
                  <a:lnTo>
                    <a:pt x="329523" y="206949"/>
                  </a:lnTo>
                  <a:lnTo>
                    <a:pt x="330705" y="201771"/>
                  </a:lnTo>
                  <a:lnTo>
                    <a:pt x="331722" y="196558"/>
                  </a:lnTo>
                  <a:lnTo>
                    <a:pt x="332573" y="191316"/>
                  </a:lnTo>
                  <a:lnTo>
                    <a:pt x="333256" y="186048"/>
                  </a:lnTo>
                  <a:lnTo>
                    <a:pt x="333772" y="180762"/>
                  </a:lnTo>
                  <a:lnTo>
                    <a:pt x="334120" y="175462"/>
                  </a:lnTo>
                  <a:lnTo>
                    <a:pt x="334299" y="170154"/>
                  </a:lnTo>
                  <a:lnTo>
                    <a:pt x="334310" y="164843"/>
                  </a:lnTo>
                  <a:lnTo>
                    <a:pt x="334152" y="159534"/>
                  </a:lnTo>
                  <a:lnTo>
                    <a:pt x="333825" y="154233"/>
                  </a:lnTo>
                  <a:lnTo>
                    <a:pt x="333330" y="148945"/>
                  </a:lnTo>
                  <a:lnTo>
                    <a:pt x="332667" y="143675"/>
                  </a:lnTo>
                  <a:lnTo>
                    <a:pt x="331837" y="138429"/>
                  </a:lnTo>
                  <a:lnTo>
                    <a:pt x="330841" y="133212"/>
                  </a:lnTo>
                  <a:lnTo>
                    <a:pt x="329680" y="128029"/>
                  </a:lnTo>
                  <a:lnTo>
                    <a:pt x="328355" y="122886"/>
                  </a:lnTo>
                  <a:lnTo>
                    <a:pt x="326867" y="117788"/>
                  </a:lnTo>
                  <a:lnTo>
                    <a:pt x="325217" y="112739"/>
                  </a:lnTo>
                  <a:lnTo>
                    <a:pt x="323409" y="107745"/>
                  </a:lnTo>
                  <a:lnTo>
                    <a:pt x="321442" y="102811"/>
                  </a:lnTo>
                  <a:lnTo>
                    <a:pt x="319320" y="97943"/>
                  </a:lnTo>
                  <a:lnTo>
                    <a:pt x="317044" y="93144"/>
                  </a:lnTo>
                  <a:lnTo>
                    <a:pt x="314616" y="88420"/>
                  </a:lnTo>
                  <a:lnTo>
                    <a:pt x="312040" y="83775"/>
                  </a:lnTo>
                  <a:lnTo>
                    <a:pt x="309318" y="79214"/>
                  </a:lnTo>
                  <a:lnTo>
                    <a:pt x="306452" y="74743"/>
                  </a:lnTo>
                  <a:lnTo>
                    <a:pt x="303446" y="70364"/>
                  </a:lnTo>
                  <a:lnTo>
                    <a:pt x="300302" y="66083"/>
                  </a:lnTo>
                  <a:lnTo>
                    <a:pt x="297023" y="61905"/>
                  </a:lnTo>
                  <a:lnTo>
                    <a:pt x="293614" y="57832"/>
                  </a:lnTo>
                  <a:lnTo>
                    <a:pt x="290077" y="53870"/>
                  </a:lnTo>
                  <a:lnTo>
                    <a:pt x="286415" y="50023"/>
                  </a:lnTo>
                  <a:lnTo>
                    <a:pt x="282634" y="46293"/>
                  </a:lnTo>
                  <a:lnTo>
                    <a:pt x="278736" y="42686"/>
                  </a:lnTo>
                  <a:lnTo>
                    <a:pt x="274725" y="39204"/>
                  </a:lnTo>
                  <a:lnTo>
                    <a:pt x="270605" y="35852"/>
                  </a:lnTo>
                  <a:lnTo>
                    <a:pt x="266381" y="32631"/>
                  </a:lnTo>
                  <a:lnTo>
                    <a:pt x="262057" y="29547"/>
                  </a:lnTo>
                  <a:lnTo>
                    <a:pt x="257638" y="26602"/>
                  </a:lnTo>
                  <a:lnTo>
                    <a:pt x="253127" y="23799"/>
                  </a:lnTo>
                  <a:lnTo>
                    <a:pt x="248529" y="21140"/>
                  </a:lnTo>
                  <a:lnTo>
                    <a:pt x="243849" y="18629"/>
                  </a:lnTo>
                  <a:lnTo>
                    <a:pt x="239091" y="16267"/>
                  </a:lnTo>
                  <a:lnTo>
                    <a:pt x="234261" y="14058"/>
                  </a:lnTo>
                  <a:lnTo>
                    <a:pt x="229363" y="12004"/>
                  </a:lnTo>
                  <a:lnTo>
                    <a:pt x="224403" y="10106"/>
                  </a:lnTo>
                  <a:lnTo>
                    <a:pt x="219384" y="8367"/>
                  </a:lnTo>
                  <a:lnTo>
                    <a:pt x="214313" y="6788"/>
                  </a:lnTo>
                  <a:lnTo>
                    <a:pt x="209194" y="5371"/>
                  </a:lnTo>
                  <a:lnTo>
                    <a:pt x="204033" y="4117"/>
                  </a:lnTo>
                  <a:lnTo>
                    <a:pt x="198835" y="3028"/>
                  </a:lnTo>
                  <a:lnTo>
                    <a:pt x="193604" y="2105"/>
                  </a:lnTo>
                  <a:lnTo>
                    <a:pt x="188347" y="1348"/>
                  </a:lnTo>
                  <a:lnTo>
                    <a:pt x="183069" y="758"/>
                  </a:lnTo>
                  <a:lnTo>
                    <a:pt x="177774" y="337"/>
                  </a:lnTo>
                  <a:lnTo>
                    <a:pt x="172469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283" y="0"/>
                  </a:moveTo>
                  <a:lnTo>
                    <a:pt x="0" y="0"/>
                  </a:lnTo>
                  <a:lnTo>
                    <a:pt x="2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9" y="5018213"/>
              <a:ext cx="334314" cy="334332"/>
            </a:xfrm>
            <a:custGeom>
              <a:avLst/>
              <a:pathLst>
                <a:path w="334314" h="334332">
                  <a:moveTo>
                    <a:pt x="166867" y="0"/>
                  </a:moveTo>
                  <a:lnTo>
                    <a:pt x="161575" y="92"/>
                  </a:lnTo>
                  <a:lnTo>
                    <a:pt x="156289" y="353"/>
                  </a:lnTo>
                  <a:lnTo>
                    <a:pt x="151013" y="780"/>
                  </a:lnTo>
                  <a:lnTo>
                    <a:pt x="145754" y="1374"/>
                  </a:lnTo>
                  <a:lnTo>
                    <a:pt x="140516" y="2135"/>
                  </a:lnTo>
                  <a:lnTo>
                    <a:pt x="135305" y="3061"/>
                  </a:lnTo>
                  <a:lnTo>
                    <a:pt x="130126" y="4151"/>
                  </a:lnTo>
                  <a:lnTo>
                    <a:pt x="124984" y="5405"/>
                  </a:lnTo>
                  <a:lnTo>
                    <a:pt x="119884" y="6821"/>
                  </a:lnTo>
                  <a:lnTo>
                    <a:pt x="114832" y="8397"/>
                  </a:lnTo>
                  <a:lnTo>
                    <a:pt x="109832" y="10133"/>
                  </a:lnTo>
                  <a:lnTo>
                    <a:pt x="104889" y="12026"/>
                  </a:lnTo>
                  <a:lnTo>
                    <a:pt x="100009" y="14075"/>
                  </a:lnTo>
                  <a:lnTo>
                    <a:pt x="95197" y="16277"/>
                  </a:lnTo>
                  <a:lnTo>
                    <a:pt x="90456" y="18631"/>
                  </a:lnTo>
                  <a:lnTo>
                    <a:pt x="85792" y="21133"/>
                  </a:lnTo>
                  <a:lnTo>
                    <a:pt x="81210" y="23782"/>
                  </a:lnTo>
                  <a:lnTo>
                    <a:pt x="76714" y="26574"/>
                  </a:lnTo>
                  <a:lnTo>
                    <a:pt x="72308" y="29508"/>
                  </a:lnTo>
                  <a:lnTo>
                    <a:pt x="67998" y="32579"/>
                  </a:lnTo>
                  <a:lnTo>
                    <a:pt x="63787" y="35786"/>
                  </a:lnTo>
                  <a:lnTo>
                    <a:pt x="59680" y="39124"/>
                  </a:lnTo>
                  <a:lnTo>
                    <a:pt x="55680" y="42590"/>
                  </a:lnTo>
                  <a:lnTo>
                    <a:pt x="51792" y="46181"/>
                  </a:lnTo>
                  <a:lnTo>
                    <a:pt x="48020" y="49894"/>
                  </a:lnTo>
                  <a:lnTo>
                    <a:pt x="44367" y="53724"/>
                  </a:lnTo>
                  <a:lnTo>
                    <a:pt x="40838" y="57668"/>
                  </a:lnTo>
                  <a:lnTo>
                    <a:pt x="37435" y="61721"/>
                  </a:lnTo>
                  <a:lnTo>
                    <a:pt x="34161" y="65881"/>
                  </a:lnTo>
                  <a:lnTo>
                    <a:pt x="31022" y="70141"/>
                  </a:lnTo>
                  <a:lnTo>
                    <a:pt x="28018" y="74500"/>
                  </a:lnTo>
                  <a:lnTo>
                    <a:pt x="25155" y="78951"/>
                  </a:lnTo>
                  <a:lnTo>
                    <a:pt x="22433" y="83490"/>
                  </a:lnTo>
                  <a:lnTo>
                    <a:pt x="19857" y="88113"/>
                  </a:lnTo>
                  <a:lnTo>
                    <a:pt x="17428" y="92816"/>
                  </a:lnTo>
                  <a:lnTo>
                    <a:pt x="15149" y="97593"/>
                  </a:lnTo>
                  <a:lnTo>
                    <a:pt x="13023" y="102440"/>
                  </a:lnTo>
                  <a:lnTo>
                    <a:pt x="11051" y="107351"/>
                  </a:lnTo>
                  <a:lnTo>
                    <a:pt x="9236" y="112323"/>
                  </a:lnTo>
                  <a:lnTo>
                    <a:pt x="7579" y="117349"/>
                  </a:lnTo>
                  <a:lnTo>
                    <a:pt x="6082" y="122426"/>
                  </a:lnTo>
                  <a:lnTo>
                    <a:pt x="4746" y="127547"/>
                  </a:lnTo>
                  <a:lnTo>
                    <a:pt x="3573" y="132709"/>
                  </a:lnTo>
                  <a:lnTo>
                    <a:pt x="2564" y="137904"/>
                  </a:lnTo>
                  <a:lnTo>
                    <a:pt x="1720" y="143129"/>
                  </a:lnTo>
                  <a:lnTo>
                    <a:pt x="1042" y="148378"/>
                  </a:lnTo>
                  <a:lnTo>
                    <a:pt x="531" y="153646"/>
                  </a:lnTo>
                  <a:lnTo>
                    <a:pt x="186" y="158928"/>
                  </a:lnTo>
                  <a:lnTo>
                    <a:pt x="9" y="164217"/>
                  </a:lnTo>
                  <a:lnTo>
                    <a:pt x="0" y="169510"/>
                  </a:lnTo>
                  <a:lnTo>
                    <a:pt x="157" y="174800"/>
                  </a:lnTo>
                  <a:lnTo>
                    <a:pt x="483" y="180083"/>
                  </a:lnTo>
                  <a:lnTo>
                    <a:pt x="975" y="185353"/>
                  </a:lnTo>
                  <a:lnTo>
                    <a:pt x="1634" y="190604"/>
                  </a:lnTo>
                  <a:lnTo>
                    <a:pt x="2459" y="195832"/>
                  </a:lnTo>
                  <a:lnTo>
                    <a:pt x="3449" y="201032"/>
                  </a:lnTo>
                  <a:lnTo>
                    <a:pt x="4603" y="206197"/>
                  </a:lnTo>
                  <a:lnTo>
                    <a:pt x="5920" y="211323"/>
                  </a:lnTo>
                  <a:lnTo>
                    <a:pt x="7399" y="216405"/>
                  </a:lnTo>
                  <a:lnTo>
                    <a:pt x="9038" y="221438"/>
                  </a:lnTo>
                  <a:lnTo>
                    <a:pt x="10835" y="226416"/>
                  </a:lnTo>
                  <a:lnTo>
                    <a:pt x="12789" y="231335"/>
                  </a:lnTo>
                  <a:lnTo>
                    <a:pt x="14898" y="236189"/>
                  </a:lnTo>
                  <a:lnTo>
                    <a:pt x="17159" y="240975"/>
                  </a:lnTo>
                  <a:lnTo>
                    <a:pt x="19571" y="245686"/>
                  </a:lnTo>
                  <a:lnTo>
                    <a:pt x="22131" y="250318"/>
                  </a:lnTo>
                  <a:lnTo>
                    <a:pt x="24836" y="254868"/>
                  </a:lnTo>
                  <a:lnTo>
                    <a:pt x="27683" y="259329"/>
                  </a:lnTo>
                  <a:lnTo>
                    <a:pt x="30671" y="263698"/>
                  </a:lnTo>
                  <a:lnTo>
                    <a:pt x="33795" y="267970"/>
                  </a:lnTo>
                  <a:lnTo>
                    <a:pt x="37053" y="272141"/>
                  </a:lnTo>
                  <a:lnTo>
                    <a:pt x="40442" y="276207"/>
                  </a:lnTo>
                  <a:lnTo>
                    <a:pt x="43957" y="280164"/>
                  </a:lnTo>
                  <a:lnTo>
                    <a:pt x="47596" y="284007"/>
                  </a:lnTo>
                  <a:lnTo>
                    <a:pt x="51355" y="287733"/>
                  </a:lnTo>
                  <a:lnTo>
                    <a:pt x="55229" y="291338"/>
                  </a:lnTo>
                  <a:lnTo>
                    <a:pt x="59216" y="294819"/>
                  </a:lnTo>
                  <a:lnTo>
                    <a:pt x="63312" y="298172"/>
                  </a:lnTo>
                  <a:lnTo>
                    <a:pt x="67511" y="301394"/>
                  </a:lnTo>
                  <a:lnTo>
                    <a:pt x="71810" y="304481"/>
                  </a:lnTo>
                  <a:lnTo>
                    <a:pt x="76205" y="307430"/>
                  </a:lnTo>
                  <a:lnTo>
                    <a:pt x="80691" y="310239"/>
                  </a:lnTo>
                  <a:lnTo>
                    <a:pt x="85263" y="312904"/>
                  </a:lnTo>
                  <a:lnTo>
                    <a:pt x="89918" y="315424"/>
                  </a:lnTo>
                  <a:lnTo>
                    <a:pt x="94650" y="317794"/>
                  </a:lnTo>
                  <a:lnTo>
                    <a:pt x="99455" y="320014"/>
                  </a:lnTo>
                  <a:lnTo>
                    <a:pt x="104328" y="322080"/>
                  </a:lnTo>
                  <a:lnTo>
                    <a:pt x="109263" y="323991"/>
                  </a:lnTo>
                  <a:lnTo>
                    <a:pt x="114257" y="325745"/>
                  </a:lnTo>
                  <a:lnTo>
                    <a:pt x="119303" y="327340"/>
                  </a:lnTo>
                  <a:lnTo>
                    <a:pt x="124398" y="328775"/>
                  </a:lnTo>
                  <a:lnTo>
                    <a:pt x="129536" y="330047"/>
                  </a:lnTo>
                  <a:lnTo>
                    <a:pt x="134711" y="331156"/>
                  </a:lnTo>
                  <a:lnTo>
                    <a:pt x="139918" y="332101"/>
                  </a:lnTo>
                  <a:lnTo>
                    <a:pt x="145153" y="332881"/>
                  </a:lnTo>
                  <a:lnTo>
                    <a:pt x="150410" y="333494"/>
                  </a:lnTo>
                  <a:lnTo>
                    <a:pt x="155684" y="333940"/>
                  </a:lnTo>
                  <a:lnTo>
                    <a:pt x="160970" y="334220"/>
                  </a:lnTo>
                  <a:lnTo>
                    <a:pt x="166261" y="334332"/>
                  </a:lnTo>
                  <a:lnTo>
                    <a:pt x="171554" y="334276"/>
                  </a:lnTo>
                  <a:lnTo>
                    <a:pt x="176841" y="334053"/>
                  </a:lnTo>
                  <a:lnTo>
                    <a:pt x="182120" y="333663"/>
                  </a:lnTo>
                  <a:lnTo>
                    <a:pt x="187383" y="333105"/>
                  </a:lnTo>
                  <a:lnTo>
                    <a:pt x="192626" y="332382"/>
                  </a:lnTo>
                  <a:lnTo>
                    <a:pt x="197843" y="331492"/>
                  </a:lnTo>
                  <a:lnTo>
                    <a:pt x="203030" y="330438"/>
                  </a:lnTo>
                  <a:lnTo>
                    <a:pt x="208181" y="329221"/>
                  </a:lnTo>
                  <a:lnTo>
                    <a:pt x="213290" y="327840"/>
                  </a:lnTo>
                  <a:lnTo>
                    <a:pt x="218354" y="326299"/>
                  </a:lnTo>
                  <a:lnTo>
                    <a:pt x="223366" y="324599"/>
                  </a:lnTo>
                  <a:lnTo>
                    <a:pt x="228322" y="322740"/>
                  </a:lnTo>
                  <a:lnTo>
                    <a:pt x="233216" y="320726"/>
                  </a:lnTo>
                  <a:lnTo>
                    <a:pt x="238044" y="318557"/>
                  </a:lnTo>
                  <a:lnTo>
                    <a:pt x="242801" y="316237"/>
                  </a:lnTo>
                  <a:lnTo>
                    <a:pt x="247482" y="313767"/>
                  </a:lnTo>
                  <a:lnTo>
                    <a:pt x="252083" y="311151"/>
                  </a:lnTo>
                  <a:lnTo>
                    <a:pt x="256598" y="308390"/>
                  </a:lnTo>
                  <a:lnTo>
                    <a:pt x="261024" y="305488"/>
                  </a:lnTo>
                  <a:lnTo>
                    <a:pt x="265356" y="302446"/>
                  </a:lnTo>
                  <a:lnTo>
                    <a:pt x="269589" y="299270"/>
                  </a:lnTo>
                  <a:lnTo>
                    <a:pt x="273720" y="295961"/>
                  </a:lnTo>
                  <a:lnTo>
                    <a:pt x="277744" y="292522"/>
                  </a:lnTo>
                  <a:lnTo>
                    <a:pt x="281657" y="288958"/>
                  </a:lnTo>
                  <a:lnTo>
                    <a:pt x="285455" y="285272"/>
                  </a:lnTo>
                  <a:lnTo>
                    <a:pt x="289135" y="281468"/>
                  </a:lnTo>
                  <a:lnTo>
                    <a:pt x="292692" y="277549"/>
                  </a:lnTo>
                  <a:lnTo>
                    <a:pt x="296123" y="273520"/>
                  </a:lnTo>
                  <a:lnTo>
                    <a:pt x="299426" y="269383"/>
                  </a:lnTo>
                  <a:lnTo>
                    <a:pt x="302595" y="265145"/>
                  </a:lnTo>
                  <a:lnTo>
                    <a:pt x="305629" y="260808"/>
                  </a:lnTo>
                  <a:lnTo>
                    <a:pt x="308524" y="256377"/>
                  </a:lnTo>
                  <a:lnTo>
                    <a:pt x="311277" y="251857"/>
                  </a:lnTo>
                  <a:lnTo>
                    <a:pt x="313886" y="247252"/>
                  </a:lnTo>
                  <a:lnTo>
                    <a:pt x="316348" y="242566"/>
                  </a:lnTo>
                  <a:lnTo>
                    <a:pt x="318660" y="237805"/>
                  </a:lnTo>
                  <a:lnTo>
                    <a:pt x="320820" y="232974"/>
                  </a:lnTo>
                  <a:lnTo>
                    <a:pt x="322827" y="228076"/>
                  </a:lnTo>
                  <a:lnTo>
                    <a:pt x="324677" y="223117"/>
                  </a:lnTo>
                  <a:lnTo>
                    <a:pt x="326369" y="218102"/>
                  </a:lnTo>
                  <a:lnTo>
                    <a:pt x="327902" y="213036"/>
                  </a:lnTo>
                  <a:lnTo>
                    <a:pt x="329273" y="207924"/>
                  </a:lnTo>
                  <a:lnTo>
                    <a:pt x="330482" y="202772"/>
                  </a:lnTo>
                  <a:lnTo>
                    <a:pt x="331527" y="197583"/>
                  </a:lnTo>
                  <a:lnTo>
                    <a:pt x="332408" y="192364"/>
                  </a:lnTo>
                  <a:lnTo>
                    <a:pt x="333123" y="187120"/>
                  </a:lnTo>
                  <a:lnTo>
                    <a:pt x="333671" y="181856"/>
                  </a:lnTo>
                  <a:lnTo>
                    <a:pt x="334053" y="176577"/>
                  </a:lnTo>
                  <a:lnTo>
                    <a:pt x="334267" y="171289"/>
                  </a:lnTo>
                  <a:lnTo>
                    <a:pt x="334314" y="165996"/>
                  </a:lnTo>
                  <a:lnTo>
                    <a:pt x="334193" y="160705"/>
                  </a:lnTo>
                  <a:lnTo>
                    <a:pt x="333905" y="155420"/>
                  </a:lnTo>
                  <a:lnTo>
                    <a:pt x="333449" y="150147"/>
                  </a:lnTo>
                  <a:lnTo>
                    <a:pt x="332827" y="144891"/>
                  </a:lnTo>
                  <a:lnTo>
                    <a:pt x="332039" y="139657"/>
                  </a:lnTo>
                  <a:lnTo>
                    <a:pt x="331085" y="134451"/>
                  </a:lnTo>
                  <a:lnTo>
                    <a:pt x="329968" y="129278"/>
                  </a:lnTo>
                  <a:lnTo>
                    <a:pt x="328686" y="124142"/>
                  </a:lnTo>
                  <a:lnTo>
                    <a:pt x="327244" y="119050"/>
                  </a:lnTo>
                  <a:lnTo>
                    <a:pt x="325640" y="114006"/>
                  </a:lnTo>
                  <a:lnTo>
                    <a:pt x="323878" y="109016"/>
                  </a:lnTo>
                  <a:lnTo>
                    <a:pt x="321958" y="104083"/>
                  </a:lnTo>
                  <a:lnTo>
                    <a:pt x="319884" y="99214"/>
                  </a:lnTo>
                  <a:lnTo>
                    <a:pt x="317656" y="94413"/>
                  </a:lnTo>
                  <a:lnTo>
                    <a:pt x="315277" y="89685"/>
                  </a:lnTo>
                  <a:lnTo>
                    <a:pt x="312750" y="85035"/>
                  </a:lnTo>
                  <a:lnTo>
                    <a:pt x="310077" y="80466"/>
                  </a:lnTo>
                  <a:lnTo>
                    <a:pt x="307261" y="75985"/>
                  </a:lnTo>
                  <a:lnTo>
                    <a:pt x="304304" y="71596"/>
                  </a:lnTo>
                  <a:lnTo>
                    <a:pt x="301210" y="67302"/>
                  </a:lnTo>
                  <a:lnTo>
                    <a:pt x="297981" y="63108"/>
                  </a:lnTo>
                  <a:lnTo>
                    <a:pt x="294621" y="59018"/>
                  </a:lnTo>
                  <a:lnTo>
                    <a:pt x="291134" y="55037"/>
                  </a:lnTo>
                  <a:lnTo>
                    <a:pt x="287522" y="51168"/>
                  </a:lnTo>
                  <a:lnTo>
                    <a:pt x="283790" y="47416"/>
                  </a:lnTo>
                  <a:lnTo>
                    <a:pt x="279940" y="43783"/>
                  </a:lnTo>
                  <a:lnTo>
                    <a:pt x="275978" y="40275"/>
                  </a:lnTo>
                  <a:lnTo>
                    <a:pt x="271906" y="36893"/>
                  </a:lnTo>
                  <a:lnTo>
                    <a:pt x="267729" y="33642"/>
                  </a:lnTo>
                  <a:lnTo>
                    <a:pt x="263452" y="30525"/>
                  </a:lnTo>
                  <a:lnTo>
                    <a:pt x="259078" y="27545"/>
                  </a:lnTo>
                  <a:lnTo>
                    <a:pt x="254612" y="24705"/>
                  </a:lnTo>
                  <a:lnTo>
                    <a:pt x="250058" y="22007"/>
                  </a:lnTo>
                  <a:lnTo>
                    <a:pt x="245421" y="19455"/>
                  </a:lnTo>
                  <a:lnTo>
                    <a:pt x="240706" y="17052"/>
                  </a:lnTo>
                  <a:lnTo>
                    <a:pt x="235917" y="14798"/>
                  </a:lnTo>
                  <a:lnTo>
                    <a:pt x="231059" y="12698"/>
                  </a:lnTo>
                  <a:lnTo>
                    <a:pt x="226137" y="10752"/>
                  </a:lnTo>
                  <a:lnTo>
                    <a:pt x="221156" y="8963"/>
                  </a:lnTo>
                  <a:lnTo>
                    <a:pt x="216120" y="7333"/>
                  </a:lnTo>
                  <a:lnTo>
                    <a:pt x="211036" y="5863"/>
                  </a:lnTo>
                  <a:lnTo>
                    <a:pt x="205907" y="4554"/>
                  </a:lnTo>
                  <a:lnTo>
                    <a:pt x="200740" y="3409"/>
                  </a:lnTo>
                  <a:lnTo>
                    <a:pt x="195539" y="2427"/>
                  </a:lnTo>
                  <a:lnTo>
                    <a:pt x="190310" y="1611"/>
                  </a:lnTo>
                  <a:lnTo>
                    <a:pt x="185057" y="96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7906" cy="167167"/>
            </a:xfrm>
            <a:custGeom>
              <a:avLst/>
              <a:pathLst>
                <a:path w="17906" h="167167">
                  <a:moveTo>
                    <a:pt x="17906" y="961"/>
                  </a:moveTo>
                  <a:lnTo>
                    <a:pt x="8966" y="2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8543" y="5269756"/>
              <a:ext cx="165958" cy="167167"/>
            </a:xfrm>
            <a:custGeom>
              <a:avLst/>
              <a:pathLst>
                <a:path w="165958" h="167167">
                  <a:moveTo>
                    <a:pt x="165958" y="0"/>
                  </a:moveTo>
                  <a:lnTo>
                    <a:pt x="160571" y="86"/>
                  </a:lnTo>
                  <a:lnTo>
                    <a:pt x="155189" y="347"/>
                  </a:lnTo>
                  <a:lnTo>
                    <a:pt x="149818" y="780"/>
                  </a:lnTo>
                  <a:lnTo>
                    <a:pt x="144465" y="1387"/>
                  </a:lnTo>
                  <a:lnTo>
                    <a:pt x="139133" y="2166"/>
                  </a:lnTo>
                  <a:lnTo>
                    <a:pt x="133830" y="3116"/>
                  </a:lnTo>
                  <a:lnTo>
                    <a:pt x="128560" y="4236"/>
                  </a:lnTo>
                  <a:lnTo>
                    <a:pt x="123329" y="5526"/>
                  </a:lnTo>
                  <a:lnTo>
                    <a:pt x="118142" y="6984"/>
                  </a:lnTo>
                  <a:lnTo>
                    <a:pt x="113004" y="8608"/>
                  </a:lnTo>
                  <a:lnTo>
                    <a:pt x="107922" y="10397"/>
                  </a:lnTo>
                  <a:lnTo>
                    <a:pt x="102900" y="12349"/>
                  </a:lnTo>
                  <a:lnTo>
                    <a:pt x="97943" y="14461"/>
                  </a:lnTo>
                  <a:lnTo>
                    <a:pt x="93057" y="16733"/>
                  </a:lnTo>
                  <a:lnTo>
                    <a:pt x="88247" y="19160"/>
                  </a:lnTo>
                  <a:lnTo>
                    <a:pt x="83518" y="21741"/>
                  </a:lnTo>
                  <a:lnTo>
                    <a:pt x="78874" y="24474"/>
                  </a:lnTo>
                  <a:lnTo>
                    <a:pt x="74321" y="27354"/>
                  </a:lnTo>
                  <a:lnTo>
                    <a:pt x="69863" y="30380"/>
                  </a:lnTo>
                  <a:lnTo>
                    <a:pt x="65505" y="33548"/>
                  </a:lnTo>
                  <a:lnTo>
                    <a:pt x="61251" y="36854"/>
                  </a:lnTo>
                  <a:lnTo>
                    <a:pt x="57105" y="40296"/>
                  </a:lnTo>
                  <a:lnTo>
                    <a:pt x="53073" y="43870"/>
                  </a:lnTo>
                  <a:lnTo>
                    <a:pt x="49159" y="47572"/>
                  </a:lnTo>
                  <a:lnTo>
                    <a:pt x="45365" y="51398"/>
                  </a:lnTo>
                  <a:lnTo>
                    <a:pt x="41697" y="55345"/>
                  </a:lnTo>
                  <a:lnTo>
                    <a:pt x="38158" y="59407"/>
                  </a:lnTo>
                  <a:lnTo>
                    <a:pt x="34751" y="63582"/>
                  </a:lnTo>
                  <a:lnTo>
                    <a:pt x="31481" y="67864"/>
                  </a:lnTo>
                  <a:lnTo>
                    <a:pt x="28351" y="72249"/>
                  </a:lnTo>
                  <a:lnTo>
                    <a:pt x="25364" y="76733"/>
                  </a:lnTo>
                  <a:lnTo>
                    <a:pt x="22522" y="81311"/>
                  </a:lnTo>
                  <a:lnTo>
                    <a:pt x="19830" y="85978"/>
                  </a:lnTo>
                  <a:lnTo>
                    <a:pt x="17289" y="90730"/>
                  </a:lnTo>
                  <a:lnTo>
                    <a:pt x="14903" y="95560"/>
                  </a:lnTo>
                  <a:lnTo>
                    <a:pt x="12674" y="100466"/>
                  </a:lnTo>
                  <a:lnTo>
                    <a:pt x="10604" y="105440"/>
                  </a:lnTo>
                  <a:lnTo>
                    <a:pt x="8696" y="110479"/>
                  </a:lnTo>
                  <a:lnTo>
                    <a:pt x="6950" y="115576"/>
                  </a:lnTo>
                  <a:lnTo>
                    <a:pt x="5370" y="120727"/>
                  </a:lnTo>
                  <a:lnTo>
                    <a:pt x="3957" y="125927"/>
                  </a:lnTo>
                  <a:lnTo>
                    <a:pt x="2712" y="131169"/>
                  </a:lnTo>
                  <a:lnTo>
                    <a:pt x="1637" y="136448"/>
                  </a:lnTo>
                  <a:lnTo>
                    <a:pt x="732" y="141760"/>
                  </a:lnTo>
                  <a:lnTo>
                    <a:pt x="0" y="147098"/>
                  </a:lnTo>
                  <a:lnTo>
                    <a:pt x="1659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7" y="5269756"/>
              <a:ext cx="334317" cy="334331"/>
            </a:xfrm>
            <a:custGeom>
              <a:avLst/>
              <a:pathLst>
                <a:path w="334317" h="334331">
                  <a:moveTo>
                    <a:pt x="1205" y="147098"/>
                  </a:moveTo>
                  <a:lnTo>
                    <a:pt x="651" y="152383"/>
                  </a:lnTo>
                  <a:lnTo>
                    <a:pt x="265" y="157684"/>
                  </a:lnTo>
                  <a:lnTo>
                    <a:pt x="48" y="162994"/>
                  </a:lnTo>
                  <a:lnTo>
                    <a:pt x="0" y="168309"/>
                  </a:lnTo>
                  <a:lnTo>
                    <a:pt x="120" y="173622"/>
                  </a:lnTo>
                  <a:lnTo>
                    <a:pt x="410" y="178929"/>
                  </a:lnTo>
                  <a:lnTo>
                    <a:pt x="868" y="184224"/>
                  </a:lnTo>
                  <a:lnTo>
                    <a:pt x="1494" y="189502"/>
                  </a:lnTo>
                  <a:lnTo>
                    <a:pt x="2288" y="194757"/>
                  </a:lnTo>
                  <a:lnTo>
                    <a:pt x="3248" y="199984"/>
                  </a:lnTo>
                  <a:lnTo>
                    <a:pt x="4375" y="205178"/>
                  </a:lnTo>
                  <a:lnTo>
                    <a:pt x="5665" y="210334"/>
                  </a:lnTo>
                  <a:lnTo>
                    <a:pt x="7119" y="215446"/>
                  </a:lnTo>
                  <a:lnTo>
                    <a:pt x="8735" y="220509"/>
                  </a:lnTo>
                  <a:lnTo>
                    <a:pt x="10510" y="225519"/>
                  </a:lnTo>
                  <a:lnTo>
                    <a:pt x="12445" y="230469"/>
                  </a:lnTo>
                  <a:lnTo>
                    <a:pt x="14535" y="235355"/>
                  </a:lnTo>
                  <a:lnTo>
                    <a:pt x="16780" y="240173"/>
                  </a:lnTo>
                  <a:lnTo>
                    <a:pt x="19177" y="244916"/>
                  </a:lnTo>
                  <a:lnTo>
                    <a:pt x="21723" y="249581"/>
                  </a:lnTo>
                  <a:lnTo>
                    <a:pt x="24416" y="254163"/>
                  </a:lnTo>
                  <a:lnTo>
                    <a:pt x="27254" y="258657"/>
                  </a:lnTo>
                  <a:lnTo>
                    <a:pt x="30233" y="263058"/>
                  </a:lnTo>
                  <a:lnTo>
                    <a:pt x="33351" y="267363"/>
                  </a:lnTo>
                  <a:lnTo>
                    <a:pt x="36603" y="271566"/>
                  </a:lnTo>
                  <a:lnTo>
                    <a:pt x="39988" y="275663"/>
                  </a:lnTo>
                  <a:lnTo>
                    <a:pt x="43501" y="279651"/>
                  </a:lnTo>
                  <a:lnTo>
                    <a:pt x="47139" y="283525"/>
                  </a:lnTo>
                  <a:lnTo>
                    <a:pt x="50899" y="287282"/>
                  </a:lnTo>
                  <a:lnTo>
                    <a:pt x="54776" y="290917"/>
                  </a:lnTo>
                  <a:lnTo>
                    <a:pt x="58767" y="294427"/>
                  </a:lnTo>
                  <a:lnTo>
                    <a:pt x="62867" y="297809"/>
                  </a:lnTo>
                  <a:lnTo>
                    <a:pt x="67073" y="301058"/>
                  </a:lnTo>
                  <a:lnTo>
                    <a:pt x="71380" y="304172"/>
                  </a:lnTo>
                  <a:lnTo>
                    <a:pt x="75783" y="307148"/>
                  </a:lnTo>
                  <a:lnTo>
                    <a:pt x="80279" y="309982"/>
                  </a:lnTo>
                  <a:lnTo>
                    <a:pt x="84863" y="312672"/>
                  </a:lnTo>
                  <a:lnTo>
                    <a:pt x="89530" y="315215"/>
                  </a:lnTo>
                  <a:lnTo>
                    <a:pt x="94276" y="317608"/>
                  </a:lnTo>
                  <a:lnTo>
                    <a:pt x="99095" y="319849"/>
                  </a:lnTo>
                  <a:lnTo>
                    <a:pt x="103983" y="321935"/>
                  </a:lnTo>
                  <a:lnTo>
                    <a:pt x="108935" y="323865"/>
                  </a:lnTo>
                  <a:lnTo>
                    <a:pt x="113946" y="325637"/>
                  </a:lnTo>
                  <a:lnTo>
                    <a:pt x="119010" y="327249"/>
                  </a:lnTo>
                  <a:lnTo>
                    <a:pt x="124123" y="328699"/>
                  </a:lnTo>
                  <a:lnTo>
                    <a:pt x="129280" y="329985"/>
                  </a:lnTo>
                  <a:lnTo>
                    <a:pt x="134475" y="331107"/>
                  </a:lnTo>
                  <a:lnTo>
                    <a:pt x="139703" y="332064"/>
                  </a:lnTo>
                  <a:lnTo>
                    <a:pt x="144959" y="332853"/>
                  </a:lnTo>
                  <a:lnTo>
                    <a:pt x="150237" y="333475"/>
                  </a:lnTo>
                  <a:lnTo>
                    <a:pt x="155532" y="333929"/>
                  </a:lnTo>
                  <a:lnTo>
                    <a:pt x="160839" y="334215"/>
                  </a:lnTo>
                  <a:lnTo>
                    <a:pt x="166153" y="334331"/>
                  </a:lnTo>
                  <a:lnTo>
                    <a:pt x="171467" y="334279"/>
                  </a:lnTo>
                  <a:lnTo>
                    <a:pt x="176777" y="334058"/>
                  </a:lnTo>
                  <a:lnTo>
                    <a:pt x="182078" y="333668"/>
                  </a:lnTo>
                  <a:lnTo>
                    <a:pt x="187363" y="333109"/>
                  </a:lnTo>
                  <a:lnTo>
                    <a:pt x="192628" y="332383"/>
                  </a:lnTo>
                  <a:lnTo>
                    <a:pt x="197867" y="331490"/>
                  </a:lnTo>
                  <a:lnTo>
                    <a:pt x="203075" y="330431"/>
                  </a:lnTo>
                  <a:lnTo>
                    <a:pt x="208247" y="329207"/>
                  </a:lnTo>
                  <a:lnTo>
                    <a:pt x="213378" y="327819"/>
                  </a:lnTo>
                  <a:lnTo>
                    <a:pt x="218461" y="326269"/>
                  </a:lnTo>
                  <a:lnTo>
                    <a:pt x="223493" y="324558"/>
                  </a:lnTo>
                  <a:lnTo>
                    <a:pt x="228468" y="322688"/>
                  </a:lnTo>
                  <a:lnTo>
                    <a:pt x="233381" y="320660"/>
                  </a:lnTo>
                  <a:lnTo>
                    <a:pt x="238227" y="318478"/>
                  </a:lnTo>
                  <a:lnTo>
                    <a:pt x="243001" y="316142"/>
                  </a:lnTo>
                  <a:lnTo>
                    <a:pt x="247698" y="313656"/>
                  </a:lnTo>
                  <a:lnTo>
                    <a:pt x="252314" y="311022"/>
                  </a:lnTo>
                  <a:lnTo>
                    <a:pt x="256844" y="308242"/>
                  </a:lnTo>
                  <a:lnTo>
                    <a:pt x="261283" y="305320"/>
                  </a:lnTo>
                  <a:lnTo>
                    <a:pt x="265628" y="302258"/>
                  </a:lnTo>
                  <a:lnTo>
                    <a:pt x="269872" y="299060"/>
                  </a:lnTo>
                  <a:lnTo>
                    <a:pt x="274013" y="295728"/>
                  </a:lnTo>
                  <a:lnTo>
                    <a:pt x="278046" y="292267"/>
                  </a:lnTo>
                  <a:lnTo>
                    <a:pt x="281967" y="288679"/>
                  </a:lnTo>
                  <a:lnTo>
                    <a:pt x="285771" y="284968"/>
                  </a:lnTo>
                  <a:lnTo>
                    <a:pt x="289456" y="281138"/>
                  </a:lnTo>
                  <a:lnTo>
                    <a:pt x="293017" y="277193"/>
                  </a:lnTo>
                  <a:lnTo>
                    <a:pt x="296451" y="273136"/>
                  </a:lnTo>
                  <a:lnTo>
                    <a:pt x="299755" y="268973"/>
                  </a:lnTo>
                  <a:lnTo>
                    <a:pt x="302924" y="264706"/>
                  </a:lnTo>
                  <a:lnTo>
                    <a:pt x="305956" y="260341"/>
                  </a:lnTo>
                  <a:lnTo>
                    <a:pt x="308848" y="255882"/>
                  </a:lnTo>
                  <a:lnTo>
                    <a:pt x="311596" y="251333"/>
                  </a:lnTo>
                  <a:lnTo>
                    <a:pt x="314199" y="246699"/>
                  </a:lnTo>
                  <a:lnTo>
                    <a:pt x="316653" y="241985"/>
                  </a:lnTo>
                  <a:lnTo>
                    <a:pt x="318956" y="237195"/>
                  </a:lnTo>
                  <a:lnTo>
                    <a:pt x="321105" y="232334"/>
                  </a:lnTo>
                  <a:lnTo>
                    <a:pt x="323099" y="227408"/>
                  </a:lnTo>
                  <a:lnTo>
                    <a:pt x="324935" y="222420"/>
                  </a:lnTo>
                  <a:lnTo>
                    <a:pt x="326612" y="217377"/>
                  </a:lnTo>
                  <a:lnTo>
                    <a:pt x="328127" y="212283"/>
                  </a:lnTo>
                  <a:lnTo>
                    <a:pt x="329480" y="207143"/>
                  </a:lnTo>
                  <a:lnTo>
                    <a:pt x="330669" y="201963"/>
                  </a:lnTo>
                  <a:lnTo>
                    <a:pt x="331692" y="196748"/>
                  </a:lnTo>
                  <a:lnTo>
                    <a:pt x="332550" y="191503"/>
                  </a:lnTo>
                  <a:lnTo>
                    <a:pt x="333240" y="186233"/>
                  </a:lnTo>
                  <a:lnTo>
                    <a:pt x="333762" y="180944"/>
                  </a:lnTo>
                  <a:lnTo>
                    <a:pt x="334116" y="175641"/>
                  </a:lnTo>
                  <a:lnTo>
                    <a:pt x="334301" y="170329"/>
                  </a:lnTo>
                  <a:lnTo>
                    <a:pt x="334317" y="165015"/>
                  </a:lnTo>
                  <a:lnTo>
                    <a:pt x="334164" y="159702"/>
                  </a:lnTo>
                  <a:lnTo>
                    <a:pt x="333842" y="154397"/>
                  </a:lnTo>
                  <a:lnTo>
                    <a:pt x="333352" y="149105"/>
                  </a:lnTo>
                  <a:lnTo>
                    <a:pt x="332694" y="143831"/>
                  </a:lnTo>
                  <a:lnTo>
                    <a:pt x="331868" y="138581"/>
                  </a:lnTo>
                  <a:lnTo>
                    <a:pt x="330876" y="133360"/>
                  </a:lnTo>
                  <a:lnTo>
                    <a:pt x="329719" y="128172"/>
                  </a:lnTo>
                  <a:lnTo>
                    <a:pt x="328397" y="123025"/>
                  </a:lnTo>
                  <a:lnTo>
                    <a:pt x="326912" y="117921"/>
                  </a:lnTo>
                  <a:lnTo>
                    <a:pt x="325266" y="112868"/>
                  </a:lnTo>
                  <a:lnTo>
                    <a:pt x="323460" y="107870"/>
                  </a:lnTo>
                  <a:lnTo>
                    <a:pt x="321496" y="102931"/>
                  </a:lnTo>
                  <a:lnTo>
                    <a:pt x="319376" y="98057"/>
                  </a:lnTo>
                  <a:lnTo>
                    <a:pt x="317102" y="93254"/>
                  </a:lnTo>
                  <a:lnTo>
                    <a:pt x="314677" y="88525"/>
                  </a:lnTo>
                  <a:lnTo>
                    <a:pt x="312102" y="83875"/>
                  </a:lnTo>
                  <a:lnTo>
                    <a:pt x="309381" y="79310"/>
                  </a:lnTo>
                  <a:lnTo>
                    <a:pt x="306517" y="74833"/>
                  </a:lnTo>
                  <a:lnTo>
                    <a:pt x="303511" y="70450"/>
                  </a:lnTo>
                  <a:lnTo>
                    <a:pt x="300368" y="66164"/>
                  </a:lnTo>
                  <a:lnTo>
                    <a:pt x="297089" y="61981"/>
                  </a:lnTo>
                  <a:lnTo>
                    <a:pt x="293680" y="57904"/>
                  </a:lnTo>
                  <a:lnTo>
                    <a:pt x="290143" y="53937"/>
                  </a:lnTo>
                  <a:lnTo>
                    <a:pt x="286481" y="50085"/>
                  </a:lnTo>
                  <a:lnTo>
                    <a:pt x="282699" y="46351"/>
                  </a:lnTo>
                  <a:lnTo>
                    <a:pt x="278800" y="42740"/>
                  </a:lnTo>
                  <a:lnTo>
                    <a:pt x="274788" y="39254"/>
                  </a:lnTo>
                  <a:lnTo>
                    <a:pt x="270667" y="35897"/>
                  </a:lnTo>
                  <a:lnTo>
                    <a:pt x="266442" y="32673"/>
                  </a:lnTo>
                  <a:lnTo>
                    <a:pt x="262117" y="29585"/>
                  </a:lnTo>
                  <a:lnTo>
                    <a:pt x="257695" y="26636"/>
                  </a:lnTo>
                  <a:lnTo>
                    <a:pt x="253182" y="23829"/>
                  </a:lnTo>
                  <a:lnTo>
                    <a:pt x="248582" y="21167"/>
                  </a:lnTo>
                  <a:lnTo>
                    <a:pt x="243900" y="18653"/>
                  </a:lnTo>
                  <a:lnTo>
                    <a:pt x="239140" y="16288"/>
                  </a:lnTo>
                  <a:lnTo>
                    <a:pt x="234307" y="14077"/>
                  </a:lnTo>
                  <a:lnTo>
                    <a:pt x="229407" y="12020"/>
                  </a:lnTo>
                  <a:lnTo>
                    <a:pt x="224443" y="10119"/>
                  </a:lnTo>
                  <a:lnTo>
                    <a:pt x="219422" y="8378"/>
                  </a:lnTo>
                  <a:lnTo>
                    <a:pt x="214348" y="6797"/>
                  </a:lnTo>
                  <a:lnTo>
                    <a:pt x="209226" y="5378"/>
                  </a:lnTo>
                  <a:lnTo>
                    <a:pt x="204061" y="4123"/>
                  </a:lnTo>
                  <a:lnTo>
                    <a:pt x="198860" y="3032"/>
                  </a:lnTo>
                  <a:lnTo>
                    <a:pt x="193626" y="2107"/>
                  </a:lnTo>
                  <a:lnTo>
                    <a:pt x="188366" y="1350"/>
                  </a:lnTo>
                  <a:lnTo>
                    <a:pt x="183084" y="759"/>
                  </a:lnTo>
                  <a:lnTo>
                    <a:pt x="177786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928" y="5399291"/>
              <a:ext cx="7287" cy="167167"/>
            </a:xfrm>
            <a:custGeom>
              <a:avLst/>
              <a:pathLst>
                <a:path w="7287" h="167167">
                  <a:moveTo>
                    <a:pt x="7287" y="0"/>
                  </a:moveTo>
                  <a:lnTo>
                    <a:pt x="0" y="158"/>
                  </a:lnTo>
                  <a:lnTo>
                    <a:pt x="728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28" y="5399450"/>
              <a:ext cx="7287" cy="167008"/>
            </a:xfrm>
            <a:custGeom>
              <a:avLst/>
              <a:pathLst>
                <a:path w="7287" h="167008">
                  <a:moveTo>
                    <a:pt x="0" y="0"/>
                  </a:moveTo>
                  <a:lnTo>
                    <a:pt x="7287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7" y="5399450"/>
              <a:ext cx="334320" cy="334175"/>
            </a:xfrm>
            <a:custGeom>
              <a:avLst/>
              <a:pathLst>
                <a:path w="334320" h="334175">
                  <a:moveTo>
                    <a:pt x="159871" y="0"/>
                  </a:moveTo>
                  <a:lnTo>
                    <a:pt x="154597" y="313"/>
                  </a:lnTo>
                  <a:lnTo>
                    <a:pt x="149336" y="793"/>
                  </a:lnTo>
                  <a:lnTo>
                    <a:pt x="144093" y="1439"/>
                  </a:lnTo>
                  <a:lnTo>
                    <a:pt x="138873" y="2251"/>
                  </a:lnTo>
                  <a:lnTo>
                    <a:pt x="133681" y="3227"/>
                  </a:lnTo>
                  <a:lnTo>
                    <a:pt x="128522" y="4367"/>
                  </a:lnTo>
                  <a:lnTo>
                    <a:pt x="123402" y="5669"/>
                  </a:lnTo>
                  <a:lnTo>
                    <a:pt x="118326" y="7132"/>
                  </a:lnTo>
                  <a:lnTo>
                    <a:pt x="113298" y="8755"/>
                  </a:lnTo>
                  <a:lnTo>
                    <a:pt x="108325" y="10536"/>
                  </a:lnTo>
                  <a:lnTo>
                    <a:pt x="103410" y="12473"/>
                  </a:lnTo>
                  <a:lnTo>
                    <a:pt x="98559" y="14564"/>
                  </a:lnTo>
                  <a:lnTo>
                    <a:pt x="93776" y="16808"/>
                  </a:lnTo>
                  <a:lnTo>
                    <a:pt x="89066" y="19202"/>
                  </a:lnTo>
                  <a:lnTo>
                    <a:pt x="84435" y="21743"/>
                  </a:lnTo>
                  <a:lnTo>
                    <a:pt x="79886" y="24430"/>
                  </a:lnTo>
                  <a:lnTo>
                    <a:pt x="75424" y="27259"/>
                  </a:lnTo>
                  <a:lnTo>
                    <a:pt x="71054" y="30227"/>
                  </a:lnTo>
                  <a:lnTo>
                    <a:pt x="66780" y="33332"/>
                  </a:lnTo>
                  <a:lnTo>
                    <a:pt x="62606" y="36571"/>
                  </a:lnTo>
                  <a:lnTo>
                    <a:pt x="58537" y="39940"/>
                  </a:lnTo>
                  <a:lnTo>
                    <a:pt x="54576" y="43435"/>
                  </a:lnTo>
                  <a:lnTo>
                    <a:pt x="50727" y="47055"/>
                  </a:lnTo>
                  <a:lnTo>
                    <a:pt x="46995" y="50794"/>
                  </a:lnTo>
                  <a:lnTo>
                    <a:pt x="43383" y="54649"/>
                  </a:lnTo>
                  <a:lnTo>
                    <a:pt x="39894" y="58616"/>
                  </a:lnTo>
                  <a:lnTo>
                    <a:pt x="36533" y="62691"/>
                  </a:lnTo>
                  <a:lnTo>
                    <a:pt x="33302" y="66871"/>
                  </a:lnTo>
                  <a:lnTo>
                    <a:pt x="30205" y="71151"/>
                  </a:lnTo>
                  <a:lnTo>
                    <a:pt x="27244" y="75526"/>
                  </a:lnTo>
                  <a:lnTo>
                    <a:pt x="24423" y="79993"/>
                  </a:lnTo>
                  <a:lnTo>
                    <a:pt x="21745" y="84546"/>
                  </a:lnTo>
                  <a:lnTo>
                    <a:pt x="19212" y="89183"/>
                  </a:lnTo>
                  <a:lnTo>
                    <a:pt x="16827" y="93896"/>
                  </a:lnTo>
                  <a:lnTo>
                    <a:pt x="14591" y="98683"/>
                  </a:lnTo>
                  <a:lnTo>
                    <a:pt x="12509" y="103538"/>
                  </a:lnTo>
                  <a:lnTo>
                    <a:pt x="10580" y="108457"/>
                  </a:lnTo>
                  <a:lnTo>
                    <a:pt x="8808" y="113433"/>
                  </a:lnTo>
                  <a:lnTo>
                    <a:pt x="7194" y="118464"/>
                  </a:lnTo>
                  <a:lnTo>
                    <a:pt x="5740" y="123543"/>
                  </a:lnTo>
                  <a:lnTo>
                    <a:pt x="4448" y="128665"/>
                  </a:lnTo>
                  <a:lnTo>
                    <a:pt x="3317" y="133826"/>
                  </a:lnTo>
                  <a:lnTo>
                    <a:pt x="2351" y="139019"/>
                  </a:lnTo>
                  <a:lnTo>
                    <a:pt x="1548" y="144241"/>
                  </a:lnTo>
                  <a:lnTo>
                    <a:pt x="912" y="149485"/>
                  </a:lnTo>
                  <a:lnTo>
                    <a:pt x="441" y="154747"/>
                  </a:lnTo>
                  <a:lnTo>
                    <a:pt x="137" y="160021"/>
                  </a:lnTo>
                  <a:lnTo>
                    <a:pt x="0" y="165303"/>
                  </a:lnTo>
                  <a:lnTo>
                    <a:pt x="29" y="170585"/>
                  </a:lnTo>
                  <a:lnTo>
                    <a:pt x="226" y="175865"/>
                  </a:lnTo>
                  <a:lnTo>
                    <a:pt x="589" y="181135"/>
                  </a:lnTo>
                  <a:lnTo>
                    <a:pt x="1118" y="186391"/>
                  </a:lnTo>
                  <a:lnTo>
                    <a:pt x="1814" y="191628"/>
                  </a:lnTo>
                  <a:lnTo>
                    <a:pt x="2674" y="196841"/>
                  </a:lnTo>
                  <a:lnTo>
                    <a:pt x="3699" y="202023"/>
                  </a:lnTo>
                  <a:lnTo>
                    <a:pt x="4887" y="207171"/>
                  </a:lnTo>
                  <a:lnTo>
                    <a:pt x="6237" y="212278"/>
                  </a:lnTo>
                  <a:lnTo>
                    <a:pt x="7748" y="217341"/>
                  </a:lnTo>
                  <a:lnTo>
                    <a:pt x="9418" y="222353"/>
                  </a:lnTo>
                  <a:lnTo>
                    <a:pt x="11246" y="227309"/>
                  </a:lnTo>
                  <a:lnTo>
                    <a:pt x="13229" y="232206"/>
                  </a:lnTo>
                  <a:lnTo>
                    <a:pt x="15366" y="237037"/>
                  </a:lnTo>
                  <a:lnTo>
                    <a:pt x="17655" y="241799"/>
                  </a:lnTo>
                  <a:lnTo>
                    <a:pt x="20093" y="246485"/>
                  </a:lnTo>
                  <a:lnTo>
                    <a:pt x="22677" y="251093"/>
                  </a:lnTo>
                  <a:lnTo>
                    <a:pt x="25407" y="255616"/>
                  </a:lnTo>
                  <a:lnTo>
                    <a:pt x="28277" y="260051"/>
                  </a:lnTo>
                  <a:lnTo>
                    <a:pt x="31287" y="264393"/>
                  </a:lnTo>
                  <a:lnTo>
                    <a:pt x="34432" y="268638"/>
                  </a:lnTo>
                  <a:lnTo>
                    <a:pt x="37709" y="272781"/>
                  </a:lnTo>
                  <a:lnTo>
                    <a:pt x="41116" y="276819"/>
                  </a:lnTo>
                  <a:lnTo>
                    <a:pt x="44649" y="280747"/>
                  </a:lnTo>
                  <a:lnTo>
                    <a:pt x="48304" y="284561"/>
                  </a:lnTo>
                  <a:lnTo>
                    <a:pt x="52078" y="288258"/>
                  </a:lnTo>
                  <a:lnTo>
                    <a:pt x="55967" y="291834"/>
                  </a:lnTo>
                  <a:lnTo>
                    <a:pt x="59967" y="295285"/>
                  </a:lnTo>
                  <a:lnTo>
                    <a:pt x="64074" y="298608"/>
                  </a:lnTo>
                  <a:lnTo>
                    <a:pt x="68283" y="301799"/>
                  </a:lnTo>
                  <a:lnTo>
                    <a:pt x="72592" y="304856"/>
                  </a:lnTo>
                  <a:lnTo>
                    <a:pt x="76995" y="307776"/>
                  </a:lnTo>
                  <a:lnTo>
                    <a:pt x="81488" y="310555"/>
                  </a:lnTo>
                  <a:lnTo>
                    <a:pt x="86067" y="313190"/>
                  </a:lnTo>
                  <a:lnTo>
                    <a:pt x="90726" y="315679"/>
                  </a:lnTo>
                  <a:lnTo>
                    <a:pt x="95462" y="318020"/>
                  </a:lnTo>
                  <a:lnTo>
                    <a:pt x="100270" y="320210"/>
                  </a:lnTo>
                  <a:lnTo>
                    <a:pt x="105144" y="322247"/>
                  </a:lnTo>
                  <a:lnTo>
                    <a:pt x="110081" y="324129"/>
                  </a:lnTo>
                  <a:lnTo>
                    <a:pt x="115074" y="325854"/>
                  </a:lnTo>
                  <a:lnTo>
                    <a:pt x="120119" y="327421"/>
                  </a:lnTo>
                  <a:lnTo>
                    <a:pt x="125212" y="328827"/>
                  </a:lnTo>
                  <a:lnTo>
                    <a:pt x="130346" y="330072"/>
                  </a:lnTo>
                  <a:lnTo>
                    <a:pt x="135517" y="331154"/>
                  </a:lnTo>
                  <a:lnTo>
                    <a:pt x="140719" y="332071"/>
                  </a:lnTo>
                  <a:lnTo>
                    <a:pt x="145948" y="332824"/>
                  </a:lnTo>
                  <a:lnTo>
                    <a:pt x="151199" y="333412"/>
                  </a:lnTo>
                  <a:lnTo>
                    <a:pt x="156465" y="333833"/>
                  </a:lnTo>
                  <a:lnTo>
                    <a:pt x="161741" y="334088"/>
                  </a:lnTo>
                  <a:lnTo>
                    <a:pt x="167024" y="334175"/>
                  </a:lnTo>
                  <a:lnTo>
                    <a:pt x="172306" y="334096"/>
                  </a:lnTo>
                  <a:lnTo>
                    <a:pt x="177583" y="333850"/>
                  </a:lnTo>
                  <a:lnTo>
                    <a:pt x="182850" y="333437"/>
                  </a:lnTo>
                  <a:lnTo>
                    <a:pt x="188101" y="332858"/>
                  </a:lnTo>
                  <a:lnTo>
                    <a:pt x="193331" y="332114"/>
                  </a:lnTo>
                  <a:lnTo>
                    <a:pt x="198535" y="331204"/>
                  </a:lnTo>
                  <a:lnTo>
                    <a:pt x="203708" y="330131"/>
                  </a:lnTo>
                  <a:lnTo>
                    <a:pt x="208844" y="328895"/>
                  </a:lnTo>
                  <a:lnTo>
                    <a:pt x="213939" y="327496"/>
                  </a:lnTo>
                  <a:lnTo>
                    <a:pt x="218987" y="325938"/>
                  </a:lnTo>
                  <a:lnTo>
                    <a:pt x="223983" y="324221"/>
                  </a:lnTo>
                  <a:lnTo>
                    <a:pt x="228922" y="322347"/>
                  </a:lnTo>
                  <a:lnTo>
                    <a:pt x="233800" y="320318"/>
                  </a:lnTo>
                  <a:lnTo>
                    <a:pt x="238611" y="318135"/>
                  </a:lnTo>
                  <a:lnTo>
                    <a:pt x="243350" y="315802"/>
                  </a:lnTo>
                  <a:lnTo>
                    <a:pt x="248014" y="313320"/>
                  </a:lnTo>
                  <a:lnTo>
                    <a:pt x="252597" y="310692"/>
                  </a:lnTo>
                  <a:lnTo>
                    <a:pt x="257095" y="307921"/>
                  </a:lnTo>
                  <a:lnTo>
                    <a:pt x="261502" y="305009"/>
                  </a:lnTo>
                  <a:lnTo>
                    <a:pt x="265816" y="301959"/>
                  </a:lnTo>
                  <a:lnTo>
                    <a:pt x="270031" y="298774"/>
                  </a:lnTo>
                  <a:lnTo>
                    <a:pt x="274143" y="295457"/>
                  </a:lnTo>
                  <a:lnTo>
                    <a:pt x="278148" y="292013"/>
                  </a:lnTo>
                  <a:lnTo>
                    <a:pt x="282043" y="288443"/>
                  </a:lnTo>
                  <a:lnTo>
                    <a:pt x="285823" y="284752"/>
                  </a:lnTo>
                  <a:lnTo>
                    <a:pt x="289484" y="280944"/>
                  </a:lnTo>
                  <a:lnTo>
                    <a:pt x="293023" y="277021"/>
                  </a:lnTo>
                  <a:lnTo>
                    <a:pt x="296437" y="272989"/>
                  </a:lnTo>
                  <a:lnTo>
                    <a:pt x="299721" y="268851"/>
                  </a:lnTo>
                  <a:lnTo>
                    <a:pt x="302873" y="264612"/>
                  </a:lnTo>
                  <a:lnTo>
                    <a:pt x="305889" y="260275"/>
                  </a:lnTo>
                  <a:lnTo>
                    <a:pt x="308767" y="255844"/>
                  </a:lnTo>
                  <a:lnTo>
                    <a:pt x="311503" y="251325"/>
                  </a:lnTo>
                  <a:lnTo>
                    <a:pt x="314096" y="246722"/>
                  </a:lnTo>
                  <a:lnTo>
                    <a:pt x="316541" y="242039"/>
                  </a:lnTo>
                  <a:lnTo>
                    <a:pt x="318837" y="237282"/>
                  </a:lnTo>
                  <a:lnTo>
                    <a:pt x="320982" y="232454"/>
                  </a:lnTo>
                  <a:lnTo>
                    <a:pt x="322973" y="227560"/>
                  </a:lnTo>
                  <a:lnTo>
                    <a:pt x="324809" y="222607"/>
                  </a:lnTo>
                  <a:lnTo>
                    <a:pt x="326487" y="217597"/>
                  </a:lnTo>
                  <a:lnTo>
                    <a:pt x="328006" y="212537"/>
                  </a:lnTo>
                  <a:lnTo>
                    <a:pt x="329364" y="207432"/>
                  </a:lnTo>
                  <a:lnTo>
                    <a:pt x="330561" y="202286"/>
                  </a:lnTo>
                  <a:lnTo>
                    <a:pt x="331594" y="197106"/>
                  </a:lnTo>
                  <a:lnTo>
                    <a:pt x="332463" y="191895"/>
                  </a:lnTo>
                  <a:lnTo>
                    <a:pt x="333167" y="186659"/>
                  </a:lnTo>
                  <a:lnTo>
                    <a:pt x="333705" y="181403"/>
                  </a:lnTo>
                  <a:lnTo>
                    <a:pt x="334076" y="176133"/>
                  </a:lnTo>
                  <a:lnTo>
                    <a:pt x="334281" y="170855"/>
                  </a:lnTo>
                  <a:lnTo>
                    <a:pt x="334320" y="165572"/>
                  </a:lnTo>
                  <a:lnTo>
                    <a:pt x="334191" y="160290"/>
                  </a:lnTo>
                  <a:lnTo>
                    <a:pt x="333895" y="155016"/>
                  </a:lnTo>
                  <a:lnTo>
                    <a:pt x="333433" y="149753"/>
                  </a:lnTo>
                  <a:lnTo>
                    <a:pt x="332805" y="144508"/>
                  </a:lnTo>
                  <a:lnTo>
                    <a:pt x="332011" y="139285"/>
                  </a:lnTo>
                  <a:lnTo>
                    <a:pt x="331052" y="134089"/>
                  </a:lnTo>
                  <a:lnTo>
                    <a:pt x="329930" y="128927"/>
                  </a:lnTo>
                  <a:lnTo>
                    <a:pt x="328646" y="123803"/>
                  </a:lnTo>
                  <a:lnTo>
                    <a:pt x="327200" y="118721"/>
                  </a:lnTo>
                  <a:lnTo>
                    <a:pt x="325594" y="113688"/>
                  </a:lnTo>
                  <a:lnTo>
                    <a:pt x="323830" y="108709"/>
                  </a:lnTo>
                  <a:lnTo>
                    <a:pt x="321910" y="103787"/>
                  </a:lnTo>
                  <a:lnTo>
                    <a:pt x="319835" y="98929"/>
                  </a:lnTo>
                  <a:lnTo>
                    <a:pt x="317608" y="94139"/>
                  </a:lnTo>
                  <a:lnTo>
                    <a:pt x="315230" y="89421"/>
                  </a:lnTo>
                  <a:lnTo>
                    <a:pt x="312704" y="84781"/>
                  </a:lnTo>
                  <a:lnTo>
                    <a:pt x="310033" y="80223"/>
                  </a:lnTo>
                  <a:lnTo>
                    <a:pt x="307220" y="75751"/>
                  </a:lnTo>
                  <a:lnTo>
                    <a:pt x="304266" y="71371"/>
                  </a:lnTo>
                  <a:lnTo>
                    <a:pt x="301176" y="67087"/>
                  </a:lnTo>
                  <a:lnTo>
                    <a:pt x="297951" y="62902"/>
                  </a:lnTo>
                  <a:lnTo>
                    <a:pt x="294596" y="58821"/>
                  </a:lnTo>
                  <a:lnTo>
                    <a:pt x="291114" y="54848"/>
                  </a:lnTo>
                  <a:lnTo>
                    <a:pt x="287508" y="50987"/>
                  </a:lnTo>
                  <a:lnTo>
                    <a:pt x="283782" y="47242"/>
                  </a:lnTo>
                  <a:lnTo>
                    <a:pt x="279939" y="43617"/>
                  </a:lnTo>
                  <a:lnTo>
                    <a:pt x="275984" y="40115"/>
                  </a:lnTo>
                  <a:lnTo>
                    <a:pt x="271920" y="36739"/>
                  </a:lnTo>
                  <a:lnTo>
                    <a:pt x="267751" y="33494"/>
                  </a:lnTo>
                  <a:lnTo>
                    <a:pt x="263482" y="30382"/>
                  </a:lnTo>
                  <a:lnTo>
                    <a:pt x="259117" y="27407"/>
                  </a:lnTo>
                  <a:lnTo>
                    <a:pt x="254660" y="24571"/>
                  </a:lnTo>
                  <a:lnTo>
                    <a:pt x="250115" y="21877"/>
                  </a:lnTo>
                  <a:lnTo>
                    <a:pt x="245488" y="19328"/>
                  </a:lnTo>
                  <a:lnTo>
                    <a:pt x="240782" y="16927"/>
                  </a:lnTo>
                  <a:lnTo>
                    <a:pt x="236003" y="14675"/>
                  </a:lnTo>
                  <a:lnTo>
                    <a:pt x="231155" y="12576"/>
                  </a:lnTo>
                  <a:lnTo>
                    <a:pt x="226244" y="10631"/>
                  </a:lnTo>
                  <a:lnTo>
                    <a:pt x="221273" y="8842"/>
                  </a:lnTo>
                  <a:lnTo>
                    <a:pt x="216248" y="7211"/>
                  </a:lnTo>
                  <a:lnTo>
                    <a:pt x="211174" y="5739"/>
                  </a:lnTo>
                  <a:lnTo>
                    <a:pt x="206056" y="4429"/>
                  </a:lnTo>
                  <a:lnTo>
                    <a:pt x="200900" y="3281"/>
                  </a:lnTo>
                  <a:lnTo>
                    <a:pt x="195709" y="2297"/>
                  </a:lnTo>
                  <a:lnTo>
                    <a:pt x="190490" y="1477"/>
                  </a:lnTo>
                  <a:lnTo>
                    <a:pt x="167158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3332" cy="167167"/>
            </a:xfrm>
            <a:custGeom>
              <a:avLst/>
              <a:pathLst>
                <a:path w="23332" h="167167">
                  <a:moveTo>
                    <a:pt x="23332" y="1636"/>
                  </a:moveTo>
                  <a:lnTo>
                    <a:pt x="15582" y="727"/>
                  </a:lnTo>
                  <a:lnTo>
                    <a:pt x="7799" y="18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8605" y="5399291"/>
              <a:ext cx="84939" cy="167167"/>
            </a:xfrm>
            <a:custGeom>
              <a:avLst/>
              <a:pathLst>
                <a:path w="84939" h="167167">
                  <a:moveTo>
                    <a:pt x="84939" y="0"/>
                  </a:moveTo>
                  <a:lnTo>
                    <a:pt x="79000" y="105"/>
                  </a:lnTo>
                  <a:lnTo>
                    <a:pt x="73069" y="421"/>
                  </a:lnTo>
                  <a:lnTo>
                    <a:pt x="67153" y="948"/>
                  </a:lnTo>
                  <a:lnTo>
                    <a:pt x="61259" y="1685"/>
                  </a:lnTo>
                  <a:lnTo>
                    <a:pt x="55395" y="2631"/>
                  </a:lnTo>
                  <a:lnTo>
                    <a:pt x="49569" y="3784"/>
                  </a:lnTo>
                  <a:lnTo>
                    <a:pt x="43787" y="5144"/>
                  </a:lnTo>
                  <a:lnTo>
                    <a:pt x="38057" y="6708"/>
                  </a:lnTo>
                  <a:lnTo>
                    <a:pt x="32386" y="8475"/>
                  </a:lnTo>
                  <a:lnTo>
                    <a:pt x="26782" y="10442"/>
                  </a:lnTo>
                  <a:lnTo>
                    <a:pt x="21251" y="12607"/>
                  </a:lnTo>
                  <a:lnTo>
                    <a:pt x="15800" y="14967"/>
                  </a:lnTo>
                  <a:lnTo>
                    <a:pt x="10437" y="17519"/>
                  </a:lnTo>
                  <a:lnTo>
                    <a:pt x="5168" y="20260"/>
                  </a:lnTo>
                  <a:lnTo>
                    <a:pt x="0" y="23187"/>
                  </a:lnTo>
                  <a:lnTo>
                    <a:pt x="849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8605" y="5422479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8605" y="5422479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8605" y="5422479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8605" y="5422479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8605" y="5422479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2" y="5422479"/>
              <a:ext cx="220146" cy="311146"/>
            </a:xfrm>
            <a:custGeom>
              <a:avLst/>
              <a:pathLst>
                <a:path w="220146" h="311146">
                  <a:moveTo>
                    <a:pt x="82212" y="0"/>
                  </a:moveTo>
                  <a:lnTo>
                    <a:pt x="77669" y="2778"/>
                  </a:lnTo>
                  <a:lnTo>
                    <a:pt x="73216" y="5700"/>
                  </a:lnTo>
                  <a:lnTo>
                    <a:pt x="68859" y="8763"/>
                  </a:lnTo>
                  <a:lnTo>
                    <a:pt x="64602" y="11963"/>
                  </a:lnTo>
                  <a:lnTo>
                    <a:pt x="60448" y="15297"/>
                  </a:lnTo>
                  <a:lnTo>
                    <a:pt x="56403" y="18761"/>
                  </a:lnTo>
                  <a:lnTo>
                    <a:pt x="52470" y="22352"/>
                  </a:lnTo>
                  <a:lnTo>
                    <a:pt x="48654" y="26067"/>
                  </a:lnTo>
                  <a:lnTo>
                    <a:pt x="44958" y="29902"/>
                  </a:lnTo>
                  <a:lnTo>
                    <a:pt x="41386" y="33852"/>
                  </a:lnTo>
                  <a:lnTo>
                    <a:pt x="37942" y="37914"/>
                  </a:lnTo>
                  <a:lnTo>
                    <a:pt x="34629" y="42084"/>
                  </a:lnTo>
                  <a:lnTo>
                    <a:pt x="31450" y="46358"/>
                  </a:lnTo>
                  <a:lnTo>
                    <a:pt x="28409" y="50730"/>
                  </a:lnTo>
                  <a:lnTo>
                    <a:pt x="25509" y="55197"/>
                  </a:lnTo>
                  <a:lnTo>
                    <a:pt x="22753" y="59754"/>
                  </a:lnTo>
                  <a:lnTo>
                    <a:pt x="20143" y="64397"/>
                  </a:lnTo>
                  <a:lnTo>
                    <a:pt x="17682" y="69120"/>
                  </a:lnTo>
                  <a:lnTo>
                    <a:pt x="15374" y="73919"/>
                  </a:lnTo>
                  <a:lnTo>
                    <a:pt x="13219" y="78790"/>
                  </a:lnTo>
                  <a:lnTo>
                    <a:pt x="11220" y="83727"/>
                  </a:lnTo>
                  <a:lnTo>
                    <a:pt x="9380" y="88724"/>
                  </a:lnTo>
                  <a:lnTo>
                    <a:pt x="7700" y="93778"/>
                  </a:lnTo>
                  <a:lnTo>
                    <a:pt x="6182" y="98883"/>
                  </a:lnTo>
                  <a:lnTo>
                    <a:pt x="4827" y="104034"/>
                  </a:lnTo>
                  <a:lnTo>
                    <a:pt x="3637" y="109225"/>
                  </a:lnTo>
                  <a:lnTo>
                    <a:pt x="2613" y="114451"/>
                  </a:lnTo>
                  <a:lnTo>
                    <a:pt x="1756" y="119708"/>
                  </a:lnTo>
                  <a:lnTo>
                    <a:pt x="1066" y="124989"/>
                  </a:lnTo>
                  <a:lnTo>
                    <a:pt x="546" y="130289"/>
                  </a:lnTo>
                  <a:lnTo>
                    <a:pt x="194" y="135603"/>
                  </a:lnTo>
                  <a:lnTo>
                    <a:pt x="12" y="140926"/>
                  </a:lnTo>
                  <a:lnTo>
                    <a:pt x="0" y="146252"/>
                  </a:lnTo>
                  <a:lnTo>
                    <a:pt x="157" y="151576"/>
                  </a:lnTo>
                  <a:lnTo>
                    <a:pt x="483" y="156891"/>
                  </a:lnTo>
                  <a:lnTo>
                    <a:pt x="979" y="162194"/>
                  </a:lnTo>
                  <a:lnTo>
                    <a:pt x="1644" y="167478"/>
                  </a:lnTo>
                  <a:lnTo>
                    <a:pt x="2476" y="172739"/>
                  </a:lnTo>
                  <a:lnTo>
                    <a:pt x="3476" y="177970"/>
                  </a:lnTo>
                  <a:lnTo>
                    <a:pt x="4642" y="183166"/>
                  </a:lnTo>
                  <a:lnTo>
                    <a:pt x="5973" y="188323"/>
                  </a:lnTo>
                  <a:lnTo>
                    <a:pt x="7467" y="193435"/>
                  </a:lnTo>
                  <a:lnTo>
                    <a:pt x="9124" y="198497"/>
                  </a:lnTo>
                  <a:lnTo>
                    <a:pt x="10940" y="203503"/>
                  </a:lnTo>
                  <a:lnTo>
                    <a:pt x="12916" y="208449"/>
                  </a:lnTo>
                  <a:lnTo>
                    <a:pt x="15048" y="213330"/>
                  </a:lnTo>
                  <a:lnTo>
                    <a:pt x="17334" y="218140"/>
                  </a:lnTo>
                  <a:lnTo>
                    <a:pt x="19773" y="222875"/>
                  </a:lnTo>
                  <a:lnTo>
                    <a:pt x="22361" y="227530"/>
                  </a:lnTo>
                  <a:lnTo>
                    <a:pt x="25096" y="232099"/>
                  </a:lnTo>
                  <a:lnTo>
                    <a:pt x="27975" y="236580"/>
                  </a:lnTo>
                  <a:lnTo>
                    <a:pt x="30995" y="240966"/>
                  </a:lnTo>
                  <a:lnTo>
                    <a:pt x="34154" y="245255"/>
                  </a:lnTo>
                  <a:lnTo>
                    <a:pt x="37448" y="249440"/>
                  </a:lnTo>
                  <a:lnTo>
                    <a:pt x="40873" y="253518"/>
                  </a:lnTo>
                  <a:lnTo>
                    <a:pt x="44426" y="257485"/>
                  </a:lnTo>
                  <a:lnTo>
                    <a:pt x="48104" y="261337"/>
                  </a:lnTo>
                  <a:lnTo>
                    <a:pt x="51903" y="265070"/>
                  </a:lnTo>
                  <a:lnTo>
                    <a:pt x="55819" y="268680"/>
                  </a:lnTo>
                  <a:lnTo>
                    <a:pt x="59848" y="272163"/>
                  </a:lnTo>
                  <a:lnTo>
                    <a:pt x="63986" y="275516"/>
                  </a:lnTo>
                  <a:lnTo>
                    <a:pt x="68228" y="278736"/>
                  </a:lnTo>
                  <a:lnTo>
                    <a:pt x="72571" y="281818"/>
                  </a:lnTo>
                  <a:lnTo>
                    <a:pt x="77010" y="284761"/>
                  </a:lnTo>
                  <a:lnTo>
                    <a:pt x="81540" y="287561"/>
                  </a:lnTo>
                  <a:lnTo>
                    <a:pt x="86158" y="290216"/>
                  </a:lnTo>
                  <a:lnTo>
                    <a:pt x="90857" y="292722"/>
                  </a:lnTo>
                  <a:lnTo>
                    <a:pt x="95634" y="295076"/>
                  </a:lnTo>
                  <a:lnTo>
                    <a:pt x="100484" y="297278"/>
                  </a:lnTo>
                  <a:lnTo>
                    <a:pt x="105401" y="299324"/>
                  </a:lnTo>
                  <a:lnTo>
                    <a:pt x="110381" y="301212"/>
                  </a:lnTo>
                  <a:lnTo>
                    <a:pt x="115418" y="302941"/>
                  </a:lnTo>
                  <a:lnTo>
                    <a:pt x="120508" y="304508"/>
                  </a:lnTo>
                  <a:lnTo>
                    <a:pt x="125646" y="305912"/>
                  </a:lnTo>
                  <a:lnTo>
                    <a:pt x="130825" y="307152"/>
                  </a:lnTo>
                  <a:lnTo>
                    <a:pt x="136041" y="308227"/>
                  </a:lnTo>
                  <a:lnTo>
                    <a:pt x="141289" y="309134"/>
                  </a:lnTo>
                  <a:lnTo>
                    <a:pt x="146563" y="309875"/>
                  </a:lnTo>
                  <a:lnTo>
                    <a:pt x="151859" y="310446"/>
                  </a:lnTo>
                  <a:lnTo>
                    <a:pt x="157169" y="310849"/>
                  </a:lnTo>
                  <a:lnTo>
                    <a:pt x="162490" y="311082"/>
                  </a:lnTo>
                  <a:lnTo>
                    <a:pt x="167815" y="311146"/>
                  </a:lnTo>
                  <a:lnTo>
                    <a:pt x="173140" y="311040"/>
                  </a:lnTo>
                  <a:lnTo>
                    <a:pt x="178459" y="310764"/>
                  </a:lnTo>
                  <a:lnTo>
                    <a:pt x="183766" y="310319"/>
                  </a:lnTo>
                  <a:lnTo>
                    <a:pt x="189056" y="309706"/>
                  </a:lnTo>
                  <a:lnTo>
                    <a:pt x="194325" y="308924"/>
                  </a:lnTo>
                  <a:lnTo>
                    <a:pt x="199565" y="307975"/>
                  </a:lnTo>
                  <a:lnTo>
                    <a:pt x="204773" y="306859"/>
                  </a:lnTo>
                  <a:lnTo>
                    <a:pt x="209942" y="305578"/>
                  </a:lnTo>
                  <a:lnTo>
                    <a:pt x="215068" y="304133"/>
                  </a:lnTo>
                  <a:lnTo>
                    <a:pt x="220146" y="302525"/>
                  </a:lnTo>
                  <a:lnTo>
                    <a:pt x="167151" y="1439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67" cy="325712"/>
            </a:xfrm>
            <a:custGeom>
              <a:avLst/>
              <a:pathLst>
                <a:path w="167167" h="325712">
                  <a:moveTo>
                    <a:pt x="52994" y="325712"/>
                  </a:moveTo>
                  <a:lnTo>
                    <a:pt x="58045" y="323933"/>
                  </a:lnTo>
                  <a:lnTo>
                    <a:pt x="63036" y="321994"/>
                  </a:lnTo>
                  <a:lnTo>
                    <a:pt x="67962" y="319895"/>
                  </a:lnTo>
                  <a:lnTo>
                    <a:pt x="72819" y="317640"/>
                  </a:lnTo>
                  <a:lnTo>
                    <a:pt x="77601" y="315231"/>
                  </a:lnTo>
                  <a:lnTo>
                    <a:pt x="82304" y="312669"/>
                  </a:lnTo>
                  <a:lnTo>
                    <a:pt x="86922" y="309959"/>
                  </a:lnTo>
                  <a:lnTo>
                    <a:pt x="91451" y="307101"/>
                  </a:lnTo>
                  <a:lnTo>
                    <a:pt x="95886" y="304100"/>
                  </a:lnTo>
                  <a:lnTo>
                    <a:pt x="100222" y="300959"/>
                  </a:lnTo>
                  <a:lnTo>
                    <a:pt x="104456" y="297680"/>
                  </a:lnTo>
                  <a:lnTo>
                    <a:pt x="108583" y="294268"/>
                  </a:lnTo>
                  <a:lnTo>
                    <a:pt x="112598" y="290725"/>
                  </a:lnTo>
                  <a:lnTo>
                    <a:pt x="116498" y="287055"/>
                  </a:lnTo>
                  <a:lnTo>
                    <a:pt x="120278" y="283262"/>
                  </a:lnTo>
                  <a:lnTo>
                    <a:pt x="123934" y="279350"/>
                  </a:lnTo>
                  <a:lnTo>
                    <a:pt x="127464" y="275323"/>
                  </a:lnTo>
                  <a:lnTo>
                    <a:pt x="130863" y="271185"/>
                  </a:lnTo>
                  <a:lnTo>
                    <a:pt x="134127" y="266941"/>
                  </a:lnTo>
                  <a:lnTo>
                    <a:pt x="137254" y="262593"/>
                  </a:lnTo>
                  <a:lnTo>
                    <a:pt x="140240" y="258148"/>
                  </a:lnTo>
                  <a:lnTo>
                    <a:pt x="143082" y="253610"/>
                  </a:lnTo>
                  <a:lnTo>
                    <a:pt x="145777" y="248983"/>
                  </a:lnTo>
                  <a:lnTo>
                    <a:pt x="148323" y="244272"/>
                  </a:lnTo>
                  <a:lnTo>
                    <a:pt x="150716" y="239482"/>
                  </a:lnTo>
                  <a:lnTo>
                    <a:pt x="152955" y="234617"/>
                  </a:lnTo>
                  <a:lnTo>
                    <a:pt x="155037" y="229684"/>
                  </a:lnTo>
                  <a:lnTo>
                    <a:pt x="156960" y="224686"/>
                  </a:lnTo>
                  <a:lnTo>
                    <a:pt x="158721" y="219629"/>
                  </a:lnTo>
                  <a:lnTo>
                    <a:pt x="160320" y="214519"/>
                  </a:lnTo>
                  <a:lnTo>
                    <a:pt x="161755" y="209359"/>
                  </a:lnTo>
                  <a:lnTo>
                    <a:pt x="163023" y="204157"/>
                  </a:lnTo>
                  <a:lnTo>
                    <a:pt x="164124" y="198917"/>
                  </a:lnTo>
                  <a:lnTo>
                    <a:pt x="165057" y="193644"/>
                  </a:lnTo>
                  <a:lnTo>
                    <a:pt x="165820" y="188343"/>
                  </a:lnTo>
                  <a:lnTo>
                    <a:pt x="166413" y="183021"/>
                  </a:lnTo>
                  <a:lnTo>
                    <a:pt x="166836" y="177683"/>
                  </a:lnTo>
                  <a:lnTo>
                    <a:pt x="167087" y="172334"/>
                  </a:lnTo>
                  <a:lnTo>
                    <a:pt x="167167" y="166980"/>
                  </a:lnTo>
                  <a:lnTo>
                    <a:pt x="167075" y="161626"/>
                  </a:lnTo>
                  <a:lnTo>
                    <a:pt x="166812" y="156278"/>
                  </a:lnTo>
                  <a:lnTo>
                    <a:pt x="166378" y="150940"/>
                  </a:lnTo>
                  <a:lnTo>
                    <a:pt x="165772" y="145620"/>
                  </a:lnTo>
                  <a:lnTo>
                    <a:pt x="164997" y="140321"/>
                  </a:lnTo>
                  <a:lnTo>
                    <a:pt x="164053" y="135051"/>
                  </a:lnTo>
                  <a:lnTo>
                    <a:pt x="162940" y="129813"/>
                  </a:lnTo>
                  <a:lnTo>
                    <a:pt x="161660" y="124613"/>
                  </a:lnTo>
                  <a:lnTo>
                    <a:pt x="160214" y="119457"/>
                  </a:lnTo>
                  <a:lnTo>
                    <a:pt x="158604" y="114350"/>
                  </a:lnTo>
                  <a:lnTo>
                    <a:pt x="156831" y="109297"/>
                  </a:lnTo>
                  <a:lnTo>
                    <a:pt x="154897" y="104304"/>
                  </a:lnTo>
                  <a:lnTo>
                    <a:pt x="152804" y="99375"/>
                  </a:lnTo>
                  <a:lnTo>
                    <a:pt x="150554" y="94515"/>
                  </a:lnTo>
                  <a:lnTo>
                    <a:pt x="148150" y="89731"/>
                  </a:lnTo>
                  <a:lnTo>
                    <a:pt x="145594" y="85025"/>
                  </a:lnTo>
                  <a:lnTo>
                    <a:pt x="142888" y="80404"/>
                  </a:lnTo>
                  <a:lnTo>
                    <a:pt x="140036" y="75872"/>
                  </a:lnTo>
                  <a:lnTo>
                    <a:pt x="137040" y="71434"/>
                  </a:lnTo>
                  <a:lnTo>
                    <a:pt x="133904" y="67094"/>
                  </a:lnTo>
                  <a:lnTo>
                    <a:pt x="130630" y="62856"/>
                  </a:lnTo>
                  <a:lnTo>
                    <a:pt x="127222" y="58726"/>
                  </a:lnTo>
                  <a:lnTo>
                    <a:pt x="123683" y="54707"/>
                  </a:lnTo>
                  <a:lnTo>
                    <a:pt x="120018" y="50803"/>
                  </a:lnTo>
                  <a:lnTo>
                    <a:pt x="116229" y="47019"/>
                  </a:lnTo>
                  <a:lnTo>
                    <a:pt x="112321" y="43358"/>
                  </a:lnTo>
                  <a:lnTo>
                    <a:pt x="108298" y="39824"/>
                  </a:lnTo>
                  <a:lnTo>
                    <a:pt x="104164" y="36420"/>
                  </a:lnTo>
                  <a:lnTo>
                    <a:pt x="99923" y="33151"/>
                  </a:lnTo>
                  <a:lnTo>
                    <a:pt x="95579" y="30019"/>
                  </a:lnTo>
                  <a:lnTo>
                    <a:pt x="91138" y="27028"/>
                  </a:lnTo>
                  <a:lnTo>
                    <a:pt x="86602" y="24181"/>
                  </a:lnTo>
                  <a:lnTo>
                    <a:pt x="81978" y="21481"/>
                  </a:lnTo>
                  <a:lnTo>
                    <a:pt x="77270" y="18930"/>
                  </a:lnTo>
                  <a:lnTo>
                    <a:pt x="72483" y="16531"/>
                  </a:lnTo>
                  <a:lnTo>
                    <a:pt x="67621" y="14287"/>
                  </a:lnTo>
                  <a:lnTo>
                    <a:pt x="62690" y="12199"/>
                  </a:lnTo>
                  <a:lnTo>
                    <a:pt x="57694" y="10271"/>
                  </a:lnTo>
                  <a:lnTo>
                    <a:pt x="52639" y="8504"/>
                  </a:lnTo>
                  <a:lnTo>
                    <a:pt x="47530" y="6899"/>
                  </a:lnTo>
                  <a:lnTo>
                    <a:pt x="42373" y="5459"/>
                  </a:lnTo>
                  <a:lnTo>
                    <a:pt x="37172" y="4185"/>
                  </a:lnTo>
                  <a:lnTo>
                    <a:pt x="31933" y="3078"/>
                  </a:lnTo>
                  <a:lnTo>
                    <a:pt x="26661" y="2139"/>
                  </a:lnTo>
                  <a:lnTo>
                    <a:pt x="21361" y="1370"/>
                  </a:lnTo>
                  <a:lnTo>
                    <a:pt x="16040" y="771"/>
                  </a:lnTo>
                  <a:lnTo>
                    <a:pt x="10702" y="342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3737" y="5269756"/>
              <a:ext cx="31520" cy="167167"/>
            </a:xfrm>
            <a:custGeom>
              <a:avLst/>
              <a:pathLst>
                <a:path w="31520" h="167167">
                  <a:moveTo>
                    <a:pt x="31520" y="0"/>
                  </a:moveTo>
                  <a:lnTo>
                    <a:pt x="25180" y="120"/>
                  </a:lnTo>
                  <a:lnTo>
                    <a:pt x="18848" y="480"/>
                  </a:lnTo>
                  <a:lnTo>
                    <a:pt x="12535" y="1081"/>
                  </a:lnTo>
                  <a:lnTo>
                    <a:pt x="6249" y="1921"/>
                  </a:lnTo>
                  <a:lnTo>
                    <a:pt x="0" y="2998"/>
                  </a:lnTo>
                  <a:lnTo>
                    <a:pt x="3152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3737" y="5272754"/>
              <a:ext cx="31520" cy="164168"/>
            </a:xfrm>
            <a:custGeom>
              <a:avLst/>
              <a:pathLst>
                <a:path w="31520" h="164168">
                  <a:moveTo>
                    <a:pt x="0" y="0"/>
                  </a:moveTo>
                  <a:lnTo>
                    <a:pt x="31520" y="1641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3737" y="5272754"/>
              <a:ext cx="31520" cy="164168"/>
            </a:xfrm>
            <a:custGeom>
              <a:avLst/>
              <a:pathLst>
                <a:path w="31520" h="164168">
                  <a:moveTo>
                    <a:pt x="0" y="0"/>
                  </a:moveTo>
                  <a:lnTo>
                    <a:pt x="31520" y="1641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3737" y="5272754"/>
              <a:ext cx="31520" cy="164168"/>
            </a:xfrm>
            <a:custGeom>
              <a:avLst/>
              <a:pathLst>
                <a:path w="31520" h="164168">
                  <a:moveTo>
                    <a:pt x="0" y="0"/>
                  </a:moveTo>
                  <a:lnTo>
                    <a:pt x="31520" y="1641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3737" y="5272754"/>
              <a:ext cx="31520" cy="164168"/>
            </a:xfrm>
            <a:custGeom>
              <a:avLst/>
              <a:pathLst>
                <a:path w="31520" h="164168">
                  <a:moveTo>
                    <a:pt x="0" y="0"/>
                  </a:moveTo>
                  <a:lnTo>
                    <a:pt x="31520" y="1641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0966" y="5272754"/>
              <a:ext cx="164291" cy="164168"/>
            </a:xfrm>
            <a:custGeom>
              <a:avLst/>
              <a:pathLst>
                <a:path w="164291" h="164168">
                  <a:moveTo>
                    <a:pt x="132770" y="0"/>
                  </a:moveTo>
                  <a:lnTo>
                    <a:pt x="127484" y="1103"/>
                  </a:lnTo>
                  <a:lnTo>
                    <a:pt x="122236" y="2377"/>
                  </a:lnTo>
                  <a:lnTo>
                    <a:pt x="117032" y="3820"/>
                  </a:lnTo>
                  <a:lnTo>
                    <a:pt x="111877" y="5430"/>
                  </a:lnTo>
                  <a:lnTo>
                    <a:pt x="106777" y="7206"/>
                  </a:lnTo>
                  <a:lnTo>
                    <a:pt x="101737" y="9146"/>
                  </a:lnTo>
                  <a:lnTo>
                    <a:pt x="96762" y="11247"/>
                  </a:lnTo>
                  <a:lnTo>
                    <a:pt x="91858" y="13508"/>
                  </a:lnTo>
                  <a:lnTo>
                    <a:pt x="87029" y="15927"/>
                  </a:lnTo>
                  <a:lnTo>
                    <a:pt x="82281" y="18500"/>
                  </a:lnTo>
                  <a:lnTo>
                    <a:pt x="77619" y="21225"/>
                  </a:lnTo>
                  <a:lnTo>
                    <a:pt x="73047" y="24099"/>
                  </a:lnTo>
                  <a:lnTo>
                    <a:pt x="68570" y="27119"/>
                  </a:lnTo>
                  <a:lnTo>
                    <a:pt x="64193" y="30283"/>
                  </a:lnTo>
                  <a:lnTo>
                    <a:pt x="59921" y="33586"/>
                  </a:lnTo>
                  <a:lnTo>
                    <a:pt x="55757" y="37025"/>
                  </a:lnTo>
                  <a:lnTo>
                    <a:pt x="51707" y="40597"/>
                  </a:lnTo>
                  <a:lnTo>
                    <a:pt x="47774" y="44298"/>
                  </a:lnTo>
                  <a:lnTo>
                    <a:pt x="43963" y="48124"/>
                  </a:lnTo>
                  <a:lnTo>
                    <a:pt x="40278" y="52072"/>
                  </a:lnTo>
                  <a:lnTo>
                    <a:pt x="36722" y="56136"/>
                  </a:lnTo>
                  <a:lnTo>
                    <a:pt x="33299" y="60313"/>
                  </a:lnTo>
                  <a:lnTo>
                    <a:pt x="30012" y="64598"/>
                  </a:lnTo>
                  <a:lnTo>
                    <a:pt x="26866" y="68988"/>
                  </a:lnTo>
                  <a:lnTo>
                    <a:pt x="23864" y="73476"/>
                  </a:lnTo>
                  <a:lnTo>
                    <a:pt x="21007" y="78059"/>
                  </a:lnTo>
                  <a:lnTo>
                    <a:pt x="18301" y="82733"/>
                  </a:lnTo>
                  <a:lnTo>
                    <a:pt x="15746" y="87491"/>
                  </a:lnTo>
                  <a:lnTo>
                    <a:pt x="13347" y="92329"/>
                  </a:lnTo>
                  <a:lnTo>
                    <a:pt x="11105" y="97242"/>
                  </a:lnTo>
                  <a:lnTo>
                    <a:pt x="9024" y="102225"/>
                  </a:lnTo>
                  <a:lnTo>
                    <a:pt x="7104" y="107273"/>
                  </a:lnTo>
                  <a:lnTo>
                    <a:pt x="5348" y="112380"/>
                  </a:lnTo>
                  <a:lnTo>
                    <a:pt x="3758" y="117541"/>
                  </a:lnTo>
                  <a:lnTo>
                    <a:pt x="2336" y="122750"/>
                  </a:lnTo>
                  <a:lnTo>
                    <a:pt x="1083" y="128003"/>
                  </a:lnTo>
                  <a:lnTo>
                    <a:pt x="0" y="133294"/>
                  </a:lnTo>
                  <a:lnTo>
                    <a:pt x="164291" y="1641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3" y="5269756"/>
              <a:ext cx="334320" cy="334330"/>
            </a:xfrm>
            <a:custGeom>
              <a:avLst/>
              <a:pathLst>
                <a:path w="334320" h="334330">
                  <a:moveTo>
                    <a:pt x="2873" y="136293"/>
                  </a:moveTo>
                  <a:lnTo>
                    <a:pt x="1974" y="141533"/>
                  </a:lnTo>
                  <a:lnTo>
                    <a:pt x="1243" y="146799"/>
                  </a:lnTo>
                  <a:lnTo>
                    <a:pt x="679" y="152086"/>
                  </a:lnTo>
                  <a:lnTo>
                    <a:pt x="284" y="157388"/>
                  </a:lnTo>
                  <a:lnTo>
                    <a:pt x="57" y="162700"/>
                  </a:lnTo>
                  <a:lnTo>
                    <a:pt x="0" y="168016"/>
                  </a:lnTo>
                  <a:lnTo>
                    <a:pt x="111" y="173332"/>
                  </a:lnTo>
                  <a:lnTo>
                    <a:pt x="392" y="178641"/>
                  </a:lnTo>
                  <a:lnTo>
                    <a:pt x="841" y="183939"/>
                  </a:lnTo>
                  <a:lnTo>
                    <a:pt x="1458" y="189219"/>
                  </a:lnTo>
                  <a:lnTo>
                    <a:pt x="2243" y="194478"/>
                  </a:lnTo>
                  <a:lnTo>
                    <a:pt x="3195" y="199709"/>
                  </a:lnTo>
                  <a:lnTo>
                    <a:pt x="4313" y="204906"/>
                  </a:lnTo>
                  <a:lnTo>
                    <a:pt x="5596" y="210066"/>
                  </a:lnTo>
                  <a:lnTo>
                    <a:pt x="7042" y="215183"/>
                  </a:lnTo>
                  <a:lnTo>
                    <a:pt x="8649" y="220250"/>
                  </a:lnTo>
                  <a:lnTo>
                    <a:pt x="10418" y="225264"/>
                  </a:lnTo>
                  <a:lnTo>
                    <a:pt x="12345" y="230220"/>
                  </a:lnTo>
                  <a:lnTo>
                    <a:pt x="14428" y="235111"/>
                  </a:lnTo>
                  <a:lnTo>
                    <a:pt x="16666" y="239934"/>
                  </a:lnTo>
                  <a:lnTo>
                    <a:pt x="19056" y="244683"/>
                  </a:lnTo>
                  <a:lnTo>
                    <a:pt x="21596" y="249354"/>
                  </a:lnTo>
                  <a:lnTo>
                    <a:pt x="24283" y="253942"/>
                  </a:lnTo>
                  <a:lnTo>
                    <a:pt x="27115" y="258441"/>
                  </a:lnTo>
                  <a:lnTo>
                    <a:pt x="30088" y="262849"/>
                  </a:lnTo>
                  <a:lnTo>
                    <a:pt x="33201" y="267160"/>
                  </a:lnTo>
                  <a:lnTo>
                    <a:pt x="36448" y="271369"/>
                  </a:lnTo>
                  <a:lnTo>
                    <a:pt x="39828" y="275473"/>
                  </a:lnTo>
                  <a:lnTo>
                    <a:pt x="43337" y="279468"/>
                  </a:lnTo>
                  <a:lnTo>
                    <a:pt x="46971" y="283349"/>
                  </a:lnTo>
                  <a:lnTo>
                    <a:pt x="50726" y="287113"/>
                  </a:lnTo>
                  <a:lnTo>
                    <a:pt x="54599" y="290755"/>
                  </a:lnTo>
                  <a:lnTo>
                    <a:pt x="58586" y="294272"/>
                  </a:lnTo>
                  <a:lnTo>
                    <a:pt x="62683" y="297661"/>
                  </a:lnTo>
                  <a:lnTo>
                    <a:pt x="66886" y="300917"/>
                  </a:lnTo>
                  <a:lnTo>
                    <a:pt x="71190" y="304038"/>
                  </a:lnTo>
                  <a:lnTo>
                    <a:pt x="75591" y="307021"/>
                  </a:lnTo>
                  <a:lnTo>
                    <a:pt x="80085" y="309863"/>
                  </a:lnTo>
                  <a:lnTo>
                    <a:pt x="84667" y="312560"/>
                  </a:lnTo>
                  <a:lnTo>
                    <a:pt x="89332" y="315110"/>
                  </a:lnTo>
                  <a:lnTo>
                    <a:pt x="94076" y="317510"/>
                  </a:lnTo>
                  <a:lnTo>
                    <a:pt x="98894" y="319758"/>
                  </a:lnTo>
                  <a:lnTo>
                    <a:pt x="103781" y="321852"/>
                  </a:lnTo>
                  <a:lnTo>
                    <a:pt x="108733" y="323789"/>
                  </a:lnTo>
                  <a:lnTo>
                    <a:pt x="113743" y="325568"/>
                  </a:lnTo>
                  <a:lnTo>
                    <a:pt x="118807" y="327187"/>
                  </a:lnTo>
                  <a:lnTo>
                    <a:pt x="123920" y="328644"/>
                  </a:lnTo>
                  <a:lnTo>
                    <a:pt x="129077" y="329938"/>
                  </a:lnTo>
                  <a:lnTo>
                    <a:pt x="134273" y="331067"/>
                  </a:lnTo>
                  <a:lnTo>
                    <a:pt x="139502" y="332030"/>
                  </a:lnTo>
                  <a:lnTo>
                    <a:pt x="144758" y="332826"/>
                  </a:lnTo>
                  <a:lnTo>
                    <a:pt x="150038" y="333455"/>
                  </a:lnTo>
                  <a:lnTo>
                    <a:pt x="155334" y="333915"/>
                  </a:lnTo>
                  <a:lnTo>
                    <a:pt x="160643" y="334207"/>
                  </a:lnTo>
                  <a:lnTo>
                    <a:pt x="165959" y="334330"/>
                  </a:lnTo>
                  <a:lnTo>
                    <a:pt x="171275" y="334284"/>
                  </a:lnTo>
                  <a:lnTo>
                    <a:pt x="176587" y="334069"/>
                  </a:lnTo>
                  <a:lnTo>
                    <a:pt x="181890" y="333685"/>
                  </a:lnTo>
                  <a:lnTo>
                    <a:pt x="187178" y="333132"/>
                  </a:lnTo>
                  <a:lnTo>
                    <a:pt x="192446" y="332412"/>
                  </a:lnTo>
                  <a:lnTo>
                    <a:pt x="197688" y="331524"/>
                  </a:lnTo>
                  <a:lnTo>
                    <a:pt x="202899" y="330470"/>
                  </a:lnTo>
                  <a:lnTo>
                    <a:pt x="208074" y="329251"/>
                  </a:lnTo>
                  <a:lnTo>
                    <a:pt x="213208" y="327868"/>
                  </a:lnTo>
                  <a:lnTo>
                    <a:pt x="218295" y="326323"/>
                  </a:lnTo>
                  <a:lnTo>
                    <a:pt x="223331" y="324616"/>
                  </a:lnTo>
                  <a:lnTo>
                    <a:pt x="228309" y="322751"/>
                  </a:lnTo>
                  <a:lnTo>
                    <a:pt x="233226" y="320728"/>
                  </a:lnTo>
                  <a:lnTo>
                    <a:pt x="238076" y="318549"/>
                  </a:lnTo>
                  <a:lnTo>
                    <a:pt x="242854" y="316218"/>
                  </a:lnTo>
                  <a:lnTo>
                    <a:pt x="247556" y="313735"/>
                  </a:lnTo>
                  <a:lnTo>
                    <a:pt x="252176" y="311105"/>
                  </a:lnTo>
                  <a:lnTo>
                    <a:pt x="256710" y="308328"/>
                  </a:lnTo>
                  <a:lnTo>
                    <a:pt x="261154" y="305409"/>
                  </a:lnTo>
                  <a:lnTo>
                    <a:pt x="265503" y="302350"/>
                  </a:lnTo>
                  <a:lnTo>
                    <a:pt x="269752" y="299155"/>
                  </a:lnTo>
                  <a:lnTo>
                    <a:pt x="273898" y="295826"/>
                  </a:lnTo>
                  <a:lnTo>
                    <a:pt x="277935" y="292366"/>
                  </a:lnTo>
                  <a:lnTo>
                    <a:pt x="281860" y="288781"/>
                  </a:lnTo>
                  <a:lnTo>
                    <a:pt x="285670" y="285072"/>
                  </a:lnTo>
                  <a:lnTo>
                    <a:pt x="289359" y="281243"/>
                  </a:lnTo>
                  <a:lnTo>
                    <a:pt x="292925" y="277300"/>
                  </a:lnTo>
                  <a:lnTo>
                    <a:pt x="296364" y="273245"/>
                  </a:lnTo>
                  <a:lnTo>
                    <a:pt x="299672" y="269083"/>
                  </a:lnTo>
                  <a:lnTo>
                    <a:pt x="302846" y="264817"/>
                  </a:lnTo>
                  <a:lnTo>
                    <a:pt x="305883" y="260453"/>
                  </a:lnTo>
                  <a:lnTo>
                    <a:pt x="308779" y="255995"/>
                  </a:lnTo>
                  <a:lnTo>
                    <a:pt x="311532" y="251446"/>
                  </a:lnTo>
                  <a:lnTo>
                    <a:pt x="314139" y="246813"/>
                  </a:lnTo>
                  <a:lnTo>
                    <a:pt x="316598" y="242098"/>
                  </a:lnTo>
                  <a:lnTo>
                    <a:pt x="318905" y="237308"/>
                  </a:lnTo>
                  <a:lnTo>
                    <a:pt x="321059" y="232447"/>
                  </a:lnTo>
                  <a:lnTo>
                    <a:pt x="323057" y="227520"/>
                  </a:lnTo>
                  <a:lnTo>
                    <a:pt x="324898" y="222532"/>
                  </a:lnTo>
                  <a:lnTo>
                    <a:pt x="326578" y="217488"/>
                  </a:lnTo>
                  <a:lnTo>
                    <a:pt x="328098" y="212393"/>
                  </a:lnTo>
                  <a:lnTo>
                    <a:pt x="329455" y="207253"/>
                  </a:lnTo>
                  <a:lnTo>
                    <a:pt x="330648" y="202072"/>
                  </a:lnTo>
                  <a:lnTo>
                    <a:pt x="331675" y="196855"/>
                  </a:lnTo>
                  <a:lnTo>
                    <a:pt x="332536" y="191608"/>
                  </a:lnTo>
                  <a:lnTo>
                    <a:pt x="333229" y="186337"/>
                  </a:lnTo>
                  <a:lnTo>
                    <a:pt x="333755" y="181046"/>
                  </a:lnTo>
                  <a:lnTo>
                    <a:pt x="334112" y="175742"/>
                  </a:lnTo>
                  <a:lnTo>
                    <a:pt x="334300" y="170428"/>
                  </a:lnTo>
                  <a:lnTo>
                    <a:pt x="334320" y="165112"/>
                  </a:lnTo>
                  <a:lnTo>
                    <a:pt x="334170" y="159797"/>
                  </a:lnTo>
                  <a:lnTo>
                    <a:pt x="333851" y="154490"/>
                  </a:lnTo>
                  <a:lnTo>
                    <a:pt x="333363" y="149196"/>
                  </a:lnTo>
                  <a:lnTo>
                    <a:pt x="332708" y="143919"/>
                  </a:lnTo>
                  <a:lnTo>
                    <a:pt x="331885" y="138667"/>
                  </a:lnTo>
                  <a:lnTo>
                    <a:pt x="330895" y="133443"/>
                  </a:lnTo>
                  <a:lnTo>
                    <a:pt x="329740" y="128253"/>
                  </a:lnTo>
                  <a:lnTo>
                    <a:pt x="328420" y="123103"/>
                  </a:lnTo>
                  <a:lnTo>
                    <a:pt x="326937" y="117997"/>
                  </a:lnTo>
                  <a:lnTo>
                    <a:pt x="325293" y="112941"/>
                  </a:lnTo>
                  <a:lnTo>
                    <a:pt x="323489" y="107940"/>
                  </a:lnTo>
                  <a:lnTo>
                    <a:pt x="321526" y="102999"/>
                  </a:lnTo>
                  <a:lnTo>
                    <a:pt x="319407" y="98122"/>
                  </a:lnTo>
                  <a:lnTo>
                    <a:pt x="317135" y="93316"/>
                  </a:lnTo>
                  <a:lnTo>
                    <a:pt x="314710" y="88584"/>
                  </a:lnTo>
                  <a:lnTo>
                    <a:pt x="312137" y="83932"/>
                  </a:lnTo>
                  <a:lnTo>
                    <a:pt x="309416" y="79364"/>
                  </a:lnTo>
                  <a:lnTo>
                    <a:pt x="306552" y="74884"/>
                  </a:lnTo>
                  <a:lnTo>
                    <a:pt x="303547" y="70498"/>
                  </a:lnTo>
                  <a:lnTo>
                    <a:pt x="300404" y="66210"/>
                  </a:lnTo>
                  <a:lnTo>
                    <a:pt x="297126" y="62024"/>
                  </a:lnTo>
                  <a:lnTo>
                    <a:pt x="293717" y="57944"/>
                  </a:lnTo>
                  <a:lnTo>
                    <a:pt x="290179" y="53975"/>
                  </a:lnTo>
                  <a:lnTo>
                    <a:pt x="286518" y="50120"/>
                  </a:lnTo>
                  <a:lnTo>
                    <a:pt x="282735" y="46384"/>
                  </a:lnTo>
                  <a:lnTo>
                    <a:pt x="278836" y="42770"/>
                  </a:lnTo>
                  <a:lnTo>
                    <a:pt x="274823" y="39282"/>
                  </a:lnTo>
                  <a:lnTo>
                    <a:pt x="270702" y="35923"/>
                  </a:lnTo>
                  <a:lnTo>
                    <a:pt x="266476" y="32697"/>
                  </a:lnTo>
                  <a:lnTo>
                    <a:pt x="262149" y="29606"/>
                  </a:lnTo>
                  <a:lnTo>
                    <a:pt x="257727" y="26655"/>
                  </a:lnTo>
                  <a:lnTo>
                    <a:pt x="253213" y="23847"/>
                  </a:lnTo>
                  <a:lnTo>
                    <a:pt x="248611" y="21183"/>
                  </a:lnTo>
                  <a:lnTo>
                    <a:pt x="243928" y="18666"/>
                  </a:lnTo>
                  <a:lnTo>
                    <a:pt x="239166" y="16300"/>
                  </a:lnTo>
                  <a:lnTo>
                    <a:pt x="234332" y="14087"/>
                  </a:lnTo>
                  <a:lnTo>
                    <a:pt x="229430" y="12028"/>
                  </a:lnTo>
                  <a:lnTo>
                    <a:pt x="224465" y="10127"/>
                  </a:lnTo>
                  <a:lnTo>
                    <a:pt x="219442" y="8384"/>
                  </a:lnTo>
                  <a:lnTo>
                    <a:pt x="214367" y="6802"/>
                  </a:lnTo>
                  <a:lnTo>
                    <a:pt x="209243" y="5382"/>
                  </a:lnTo>
                  <a:lnTo>
                    <a:pt x="204077" y="4126"/>
                  </a:lnTo>
                  <a:lnTo>
                    <a:pt x="198873" y="3034"/>
                  </a:lnTo>
                  <a:lnTo>
                    <a:pt x="193638" y="2109"/>
                  </a:lnTo>
                  <a:lnTo>
                    <a:pt x="188375" y="1351"/>
                  </a:lnTo>
                  <a:lnTo>
                    <a:pt x="183091" y="760"/>
                  </a:lnTo>
                  <a:lnTo>
                    <a:pt x="177792" y="338"/>
                  </a:lnTo>
                  <a:lnTo>
                    <a:pt x="172481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6898" y="5018213"/>
              <a:ext cx="44140" cy="167167"/>
            </a:xfrm>
            <a:custGeom>
              <a:avLst/>
              <a:pathLst>
                <a:path w="44140" h="167167">
                  <a:moveTo>
                    <a:pt x="44140" y="0"/>
                  </a:moveTo>
                  <a:lnTo>
                    <a:pt x="37760" y="121"/>
                  </a:lnTo>
                  <a:lnTo>
                    <a:pt x="31390" y="486"/>
                  </a:lnTo>
                  <a:lnTo>
                    <a:pt x="25038" y="1095"/>
                  </a:lnTo>
                  <a:lnTo>
                    <a:pt x="18713" y="1945"/>
                  </a:lnTo>
                  <a:lnTo>
                    <a:pt x="12426" y="3035"/>
                  </a:lnTo>
                  <a:lnTo>
                    <a:pt x="6185" y="4365"/>
                  </a:lnTo>
                  <a:lnTo>
                    <a:pt x="0" y="5932"/>
                  </a:lnTo>
                  <a:lnTo>
                    <a:pt x="441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6898" y="5024146"/>
              <a:ext cx="44140" cy="161234"/>
            </a:xfrm>
            <a:custGeom>
              <a:avLst/>
              <a:pathLst>
                <a:path w="44140" h="161234">
                  <a:moveTo>
                    <a:pt x="0" y="0"/>
                  </a:moveTo>
                  <a:lnTo>
                    <a:pt x="44140" y="1612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6898" y="5024146"/>
              <a:ext cx="44140" cy="161234"/>
            </a:xfrm>
            <a:custGeom>
              <a:avLst/>
              <a:pathLst>
                <a:path w="44140" h="161234">
                  <a:moveTo>
                    <a:pt x="0" y="0"/>
                  </a:moveTo>
                  <a:lnTo>
                    <a:pt x="44140" y="1612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6898" y="5024146"/>
              <a:ext cx="44140" cy="161234"/>
            </a:xfrm>
            <a:custGeom>
              <a:avLst/>
              <a:pathLst>
                <a:path w="44140" h="161234">
                  <a:moveTo>
                    <a:pt x="0" y="0"/>
                  </a:moveTo>
                  <a:lnTo>
                    <a:pt x="44140" y="1612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86" y="5024146"/>
              <a:ext cx="167152" cy="216135"/>
            </a:xfrm>
            <a:custGeom>
              <a:avLst/>
              <a:pathLst>
                <a:path w="167152" h="216135">
                  <a:moveTo>
                    <a:pt x="123011" y="0"/>
                  </a:moveTo>
                  <a:lnTo>
                    <a:pt x="117856" y="1500"/>
                  </a:lnTo>
                  <a:lnTo>
                    <a:pt x="112751" y="3166"/>
                  </a:lnTo>
                  <a:lnTo>
                    <a:pt x="107703" y="4995"/>
                  </a:lnTo>
                  <a:lnTo>
                    <a:pt x="102715" y="6984"/>
                  </a:lnTo>
                  <a:lnTo>
                    <a:pt x="97795" y="9134"/>
                  </a:lnTo>
                  <a:lnTo>
                    <a:pt x="92946" y="11439"/>
                  </a:lnTo>
                  <a:lnTo>
                    <a:pt x="88173" y="13900"/>
                  </a:lnTo>
                  <a:lnTo>
                    <a:pt x="83482" y="16512"/>
                  </a:lnTo>
                  <a:lnTo>
                    <a:pt x="78877" y="19274"/>
                  </a:lnTo>
                  <a:lnTo>
                    <a:pt x="74364" y="22183"/>
                  </a:lnTo>
                  <a:lnTo>
                    <a:pt x="69946" y="25234"/>
                  </a:lnTo>
                  <a:lnTo>
                    <a:pt x="65628" y="28426"/>
                  </a:lnTo>
                  <a:lnTo>
                    <a:pt x="61415" y="31755"/>
                  </a:lnTo>
                  <a:lnTo>
                    <a:pt x="57311" y="35218"/>
                  </a:lnTo>
                  <a:lnTo>
                    <a:pt x="53321" y="38811"/>
                  </a:lnTo>
                  <a:lnTo>
                    <a:pt x="49448" y="42530"/>
                  </a:lnTo>
                  <a:lnTo>
                    <a:pt x="45696" y="46371"/>
                  </a:lnTo>
                  <a:lnTo>
                    <a:pt x="42070" y="50331"/>
                  </a:lnTo>
                  <a:lnTo>
                    <a:pt x="38573" y="54405"/>
                  </a:lnTo>
                  <a:lnTo>
                    <a:pt x="35208" y="58590"/>
                  </a:lnTo>
                  <a:lnTo>
                    <a:pt x="31980" y="62880"/>
                  </a:lnTo>
                  <a:lnTo>
                    <a:pt x="28891" y="67272"/>
                  </a:lnTo>
                  <a:lnTo>
                    <a:pt x="25944" y="71761"/>
                  </a:lnTo>
                  <a:lnTo>
                    <a:pt x="23144" y="76343"/>
                  </a:lnTo>
                  <a:lnTo>
                    <a:pt x="20491" y="81011"/>
                  </a:lnTo>
                  <a:lnTo>
                    <a:pt x="17991" y="85763"/>
                  </a:lnTo>
                  <a:lnTo>
                    <a:pt x="15644" y="90592"/>
                  </a:lnTo>
                  <a:lnTo>
                    <a:pt x="13453" y="95495"/>
                  </a:lnTo>
                  <a:lnTo>
                    <a:pt x="11421" y="100465"/>
                  </a:lnTo>
                  <a:lnTo>
                    <a:pt x="9550" y="105498"/>
                  </a:lnTo>
                  <a:lnTo>
                    <a:pt x="7841" y="110588"/>
                  </a:lnTo>
                  <a:lnTo>
                    <a:pt x="6297" y="115730"/>
                  </a:lnTo>
                  <a:lnTo>
                    <a:pt x="4918" y="120920"/>
                  </a:lnTo>
                  <a:lnTo>
                    <a:pt x="3707" y="126151"/>
                  </a:lnTo>
                  <a:lnTo>
                    <a:pt x="2665" y="131418"/>
                  </a:lnTo>
                  <a:lnTo>
                    <a:pt x="1792" y="136717"/>
                  </a:lnTo>
                  <a:lnTo>
                    <a:pt x="1090" y="142040"/>
                  </a:lnTo>
                  <a:lnTo>
                    <a:pt x="559" y="147383"/>
                  </a:lnTo>
                  <a:lnTo>
                    <a:pt x="200" y="152741"/>
                  </a:lnTo>
                  <a:lnTo>
                    <a:pt x="14" y="158107"/>
                  </a:lnTo>
                  <a:lnTo>
                    <a:pt x="0" y="163476"/>
                  </a:lnTo>
                  <a:lnTo>
                    <a:pt x="158" y="168843"/>
                  </a:lnTo>
                  <a:lnTo>
                    <a:pt x="488" y="174203"/>
                  </a:lnTo>
                  <a:lnTo>
                    <a:pt x="991" y="179549"/>
                  </a:lnTo>
                  <a:lnTo>
                    <a:pt x="1665" y="184876"/>
                  </a:lnTo>
                  <a:lnTo>
                    <a:pt x="2509" y="190178"/>
                  </a:lnTo>
                  <a:lnTo>
                    <a:pt x="3524" y="195451"/>
                  </a:lnTo>
                  <a:lnTo>
                    <a:pt x="4707" y="200688"/>
                  </a:lnTo>
                  <a:lnTo>
                    <a:pt x="6058" y="205885"/>
                  </a:lnTo>
                  <a:lnTo>
                    <a:pt x="7575" y="211036"/>
                  </a:lnTo>
                  <a:lnTo>
                    <a:pt x="9257" y="216135"/>
                  </a:lnTo>
                  <a:lnTo>
                    <a:pt x="167152" y="1612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3144" y="5018213"/>
              <a:ext cx="325042" cy="334334"/>
            </a:xfrm>
            <a:custGeom>
              <a:avLst/>
              <a:pathLst>
                <a:path w="325042" h="334334">
                  <a:moveTo>
                    <a:pt x="0" y="222068"/>
                  </a:moveTo>
                  <a:lnTo>
                    <a:pt x="1820" y="227049"/>
                  </a:lnTo>
                  <a:lnTo>
                    <a:pt x="3798" y="231969"/>
                  </a:lnTo>
                  <a:lnTo>
                    <a:pt x="5931" y="236824"/>
                  </a:lnTo>
                  <a:lnTo>
                    <a:pt x="8217" y="241609"/>
                  </a:lnTo>
                  <a:lnTo>
                    <a:pt x="10653" y="246319"/>
                  </a:lnTo>
                  <a:lnTo>
                    <a:pt x="13238" y="250949"/>
                  </a:lnTo>
                  <a:lnTo>
                    <a:pt x="15968" y="255495"/>
                  </a:lnTo>
                  <a:lnTo>
                    <a:pt x="18841" y="259952"/>
                  </a:lnTo>
                  <a:lnTo>
                    <a:pt x="21854" y="264316"/>
                  </a:lnTo>
                  <a:lnTo>
                    <a:pt x="25004" y="268582"/>
                  </a:lnTo>
                  <a:lnTo>
                    <a:pt x="28287" y="272746"/>
                  </a:lnTo>
                  <a:lnTo>
                    <a:pt x="31701" y="276803"/>
                  </a:lnTo>
                  <a:lnTo>
                    <a:pt x="35242" y="280751"/>
                  </a:lnTo>
                  <a:lnTo>
                    <a:pt x="38906" y="284584"/>
                  </a:lnTo>
                  <a:lnTo>
                    <a:pt x="42690" y="288299"/>
                  </a:lnTo>
                  <a:lnTo>
                    <a:pt x="46590" y="291892"/>
                  </a:lnTo>
                  <a:lnTo>
                    <a:pt x="50602" y="295359"/>
                  </a:lnTo>
                  <a:lnTo>
                    <a:pt x="54722" y="298698"/>
                  </a:lnTo>
                  <a:lnTo>
                    <a:pt x="58946" y="301904"/>
                  </a:lnTo>
                  <a:lnTo>
                    <a:pt x="63269" y="304975"/>
                  </a:lnTo>
                  <a:lnTo>
                    <a:pt x="67688" y="307907"/>
                  </a:lnTo>
                  <a:lnTo>
                    <a:pt x="72197" y="310697"/>
                  </a:lnTo>
                  <a:lnTo>
                    <a:pt x="76792" y="313343"/>
                  </a:lnTo>
                  <a:lnTo>
                    <a:pt x="81470" y="315842"/>
                  </a:lnTo>
                  <a:lnTo>
                    <a:pt x="86224" y="318191"/>
                  </a:lnTo>
                  <a:lnTo>
                    <a:pt x="91050" y="320388"/>
                  </a:lnTo>
                  <a:lnTo>
                    <a:pt x="95943" y="322431"/>
                  </a:lnTo>
                  <a:lnTo>
                    <a:pt x="100899" y="324318"/>
                  </a:lnTo>
                  <a:lnTo>
                    <a:pt x="105912" y="326047"/>
                  </a:lnTo>
                  <a:lnTo>
                    <a:pt x="110978" y="327616"/>
                  </a:lnTo>
                  <a:lnTo>
                    <a:pt x="116090" y="329023"/>
                  </a:lnTo>
                  <a:lnTo>
                    <a:pt x="121245" y="330267"/>
                  </a:lnTo>
                  <a:lnTo>
                    <a:pt x="126437" y="331348"/>
                  </a:lnTo>
                  <a:lnTo>
                    <a:pt x="131660" y="332263"/>
                  </a:lnTo>
                  <a:lnTo>
                    <a:pt x="136909" y="333012"/>
                  </a:lnTo>
                  <a:lnTo>
                    <a:pt x="142180" y="333594"/>
                  </a:lnTo>
                  <a:lnTo>
                    <a:pt x="147467" y="334009"/>
                  </a:lnTo>
                  <a:lnTo>
                    <a:pt x="152764" y="334256"/>
                  </a:lnTo>
                  <a:lnTo>
                    <a:pt x="158066" y="334334"/>
                  </a:lnTo>
                  <a:lnTo>
                    <a:pt x="163368" y="334245"/>
                  </a:lnTo>
                  <a:lnTo>
                    <a:pt x="168665" y="333987"/>
                  </a:lnTo>
                  <a:lnTo>
                    <a:pt x="173950" y="333562"/>
                  </a:lnTo>
                  <a:lnTo>
                    <a:pt x="179220" y="332969"/>
                  </a:lnTo>
                  <a:lnTo>
                    <a:pt x="184468" y="332209"/>
                  </a:lnTo>
                  <a:lnTo>
                    <a:pt x="189689" y="331283"/>
                  </a:lnTo>
                  <a:lnTo>
                    <a:pt x="194879" y="330192"/>
                  </a:lnTo>
                  <a:lnTo>
                    <a:pt x="200031" y="328937"/>
                  </a:lnTo>
                  <a:lnTo>
                    <a:pt x="205141" y="327519"/>
                  </a:lnTo>
                  <a:lnTo>
                    <a:pt x="210203" y="325940"/>
                  </a:lnTo>
                  <a:lnTo>
                    <a:pt x="215212" y="324201"/>
                  </a:lnTo>
                  <a:lnTo>
                    <a:pt x="220164" y="322304"/>
                  </a:lnTo>
                  <a:lnTo>
                    <a:pt x="225054" y="320251"/>
                  </a:lnTo>
                  <a:lnTo>
                    <a:pt x="229875" y="318043"/>
                  </a:lnTo>
                  <a:lnTo>
                    <a:pt x="234624" y="315684"/>
                  </a:lnTo>
                  <a:lnTo>
                    <a:pt x="239296" y="313176"/>
                  </a:lnTo>
                  <a:lnTo>
                    <a:pt x="243887" y="310521"/>
                  </a:lnTo>
                  <a:lnTo>
                    <a:pt x="248390" y="307721"/>
                  </a:lnTo>
                  <a:lnTo>
                    <a:pt x="252803" y="304780"/>
                  </a:lnTo>
                  <a:lnTo>
                    <a:pt x="257120" y="301701"/>
                  </a:lnTo>
                  <a:lnTo>
                    <a:pt x="261337" y="298486"/>
                  </a:lnTo>
                  <a:lnTo>
                    <a:pt x="265450" y="295139"/>
                  </a:lnTo>
                  <a:lnTo>
                    <a:pt x="269455" y="291663"/>
                  </a:lnTo>
                  <a:lnTo>
                    <a:pt x="273347" y="288062"/>
                  </a:lnTo>
                  <a:lnTo>
                    <a:pt x="277124" y="284339"/>
                  </a:lnTo>
                  <a:lnTo>
                    <a:pt x="280780" y="280499"/>
                  </a:lnTo>
                  <a:lnTo>
                    <a:pt x="284313" y="276544"/>
                  </a:lnTo>
                  <a:lnTo>
                    <a:pt x="287718" y="272479"/>
                  </a:lnTo>
                  <a:lnTo>
                    <a:pt x="290993" y="268309"/>
                  </a:lnTo>
                  <a:lnTo>
                    <a:pt x="294134" y="264036"/>
                  </a:lnTo>
                  <a:lnTo>
                    <a:pt x="297138" y="259666"/>
                  </a:lnTo>
                  <a:lnTo>
                    <a:pt x="300002" y="255203"/>
                  </a:lnTo>
                  <a:lnTo>
                    <a:pt x="302723" y="250652"/>
                  </a:lnTo>
                  <a:lnTo>
                    <a:pt x="305298" y="246016"/>
                  </a:lnTo>
                  <a:lnTo>
                    <a:pt x="307725" y="241301"/>
                  </a:lnTo>
                  <a:lnTo>
                    <a:pt x="310001" y="236511"/>
                  </a:lnTo>
                  <a:lnTo>
                    <a:pt x="312124" y="231652"/>
                  </a:lnTo>
                  <a:lnTo>
                    <a:pt x="314091" y="226728"/>
                  </a:lnTo>
                  <a:lnTo>
                    <a:pt x="315902" y="221744"/>
                  </a:lnTo>
                  <a:lnTo>
                    <a:pt x="317553" y="216705"/>
                  </a:lnTo>
                  <a:lnTo>
                    <a:pt x="319044" y="211616"/>
                  </a:lnTo>
                  <a:lnTo>
                    <a:pt x="320373" y="206482"/>
                  </a:lnTo>
                  <a:lnTo>
                    <a:pt x="321538" y="201309"/>
                  </a:lnTo>
                  <a:lnTo>
                    <a:pt x="322539" y="196101"/>
                  </a:lnTo>
                  <a:lnTo>
                    <a:pt x="323374" y="190865"/>
                  </a:lnTo>
                  <a:lnTo>
                    <a:pt x="324042" y="185604"/>
                  </a:lnTo>
                  <a:lnTo>
                    <a:pt x="324543" y="180325"/>
                  </a:lnTo>
                  <a:lnTo>
                    <a:pt x="324877" y="175033"/>
                  </a:lnTo>
                  <a:lnTo>
                    <a:pt x="325042" y="169733"/>
                  </a:lnTo>
                  <a:lnTo>
                    <a:pt x="325039" y="164430"/>
                  </a:lnTo>
                  <a:lnTo>
                    <a:pt x="324869" y="159130"/>
                  </a:lnTo>
                  <a:lnTo>
                    <a:pt x="324530" y="153838"/>
                  </a:lnTo>
                  <a:lnTo>
                    <a:pt x="324023" y="148559"/>
                  </a:lnTo>
                  <a:lnTo>
                    <a:pt x="323349" y="143299"/>
                  </a:lnTo>
                  <a:lnTo>
                    <a:pt x="322509" y="138063"/>
                  </a:lnTo>
                  <a:lnTo>
                    <a:pt x="321503" y="132857"/>
                  </a:lnTo>
                  <a:lnTo>
                    <a:pt x="320333" y="127685"/>
                  </a:lnTo>
                  <a:lnTo>
                    <a:pt x="318999" y="122553"/>
                  </a:lnTo>
                  <a:lnTo>
                    <a:pt x="317502" y="117465"/>
                  </a:lnTo>
                  <a:lnTo>
                    <a:pt x="315846" y="112428"/>
                  </a:lnTo>
                  <a:lnTo>
                    <a:pt x="314030" y="107446"/>
                  </a:lnTo>
                  <a:lnTo>
                    <a:pt x="312057" y="102523"/>
                  </a:lnTo>
                  <a:lnTo>
                    <a:pt x="309929" y="97666"/>
                  </a:lnTo>
                  <a:lnTo>
                    <a:pt x="307648" y="92879"/>
                  </a:lnTo>
                  <a:lnTo>
                    <a:pt x="305217" y="88167"/>
                  </a:lnTo>
                  <a:lnTo>
                    <a:pt x="302637" y="83534"/>
                  </a:lnTo>
                  <a:lnTo>
                    <a:pt x="299912" y="78985"/>
                  </a:lnTo>
                  <a:lnTo>
                    <a:pt x="297043" y="74525"/>
                  </a:lnTo>
                  <a:lnTo>
                    <a:pt x="294035" y="70158"/>
                  </a:lnTo>
                  <a:lnTo>
                    <a:pt x="290889" y="65889"/>
                  </a:lnTo>
                  <a:lnTo>
                    <a:pt x="287610" y="61721"/>
                  </a:lnTo>
                  <a:lnTo>
                    <a:pt x="284200" y="57660"/>
                  </a:lnTo>
                  <a:lnTo>
                    <a:pt x="280664" y="53709"/>
                  </a:lnTo>
                  <a:lnTo>
                    <a:pt x="277003" y="49872"/>
                  </a:lnTo>
                  <a:lnTo>
                    <a:pt x="273223" y="46153"/>
                  </a:lnTo>
                  <a:lnTo>
                    <a:pt x="269327" y="42556"/>
                  </a:lnTo>
                  <a:lnTo>
                    <a:pt x="265318" y="39085"/>
                  </a:lnTo>
                  <a:lnTo>
                    <a:pt x="261202" y="35742"/>
                  </a:lnTo>
                  <a:lnTo>
                    <a:pt x="256981" y="32531"/>
                  </a:lnTo>
                  <a:lnTo>
                    <a:pt x="252661" y="29456"/>
                  </a:lnTo>
                  <a:lnTo>
                    <a:pt x="248246" y="26520"/>
                  </a:lnTo>
                  <a:lnTo>
                    <a:pt x="243739" y="23725"/>
                  </a:lnTo>
                  <a:lnTo>
                    <a:pt x="239146" y="21074"/>
                  </a:lnTo>
                  <a:lnTo>
                    <a:pt x="234472" y="18571"/>
                  </a:lnTo>
                  <a:lnTo>
                    <a:pt x="229720" y="16217"/>
                  </a:lnTo>
                  <a:lnTo>
                    <a:pt x="224896" y="14014"/>
                  </a:lnTo>
                  <a:lnTo>
                    <a:pt x="220005" y="11966"/>
                  </a:lnTo>
                  <a:lnTo>
                    <a:pt x="215051" y="10074"/>
                  </a:lnTo>
                  <a:lnTo>
                    <a:pt x="210040" y="8341"/>
                  </a:lnTo>
                  <a:lnTo>
                    <a:pt x="204976" y="6767"/>
                  </a:lnTo>
                  <a:lnTo>
                    <a:pt x="199865" y="5354"/>
                  </a:lnTo>
                  <a:lnTo>
                    <a:pt x="194711" y="4104"/>
                  </a:lnTo>
                  <a:lnTo>
                    <a:pt x="189521" y="3018"/>
                  </a:lnTo>
                  <a:lnTo>
                    <a:pt x="184299" y="2098"/>
                  </a:lnTo>
                  <a:lnTo>
                    <a:pt x="179050" y="1344"/>
                  </a:lnTo>
                  <a:lnTo>
                    <a:pt x="173780" y="756"/>
                  </a:lnTo>
                  <a:lnTo>
                    <a:pt x="168493" y="336"/>
                  </a:lnTo>
                  <a:lnTo>
                    <a:pt x="163197" y="84"/>
                  </a:lnTo>
                  <a:lnTo>
                    <a:pt x="157894" y="0"/>
                  </a:lnTo>
                  <a:lnTo>
                    <a:pt x="1578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7989" y="4659281"/>
              <a:ext cx="105245" cy="167167"/>
            </a:xfrm>
            <a:custGeom>
              <a:avLst/>
              <a:pathLst>
                <a:path w="105245" h="167167">
                  <a:moveTo>
                    <a:pt x="105245" y="0"/>
                  </a:moveTo>
                  <a:lnTo>
                    <a:pt x="99554" y="96"/>
                  </a:lnTo>
                  <a:lnTo>
                    <a:pt x="93869" y="387"/>
                  </a:lnTo>
                  <a:lnTo>
                    <a:pt x="88198" y="871"/>
                  </a:lnTo>
                  <a:lnTo>
                    <a:pt x="82546" y="1548"/>
                  </a:lnTo>
                  <a:lnTo>
                    <a:pt x="76921" y="2416"/>
                  </a:lnTo>
                  <a:lnTo>
                    <a:pt x="71329" y="3476"/>
                  </a:lnTo>
                  <a:lnTo>
                    <a:pt x="65776" y="4726"/>
                  </a:lnTo>
                  <a:lnTo>
                    <a:pt x="60269" y="6164"/>
                  </a:lnTo>
                  <a:lnTo>
                    <a:pt x="54813" y="7788"/>
                  </a:lnTo>
                  <a:lnTo>
                    <a:pt x="49417" y="9597"/>
                  </a:lnTo>
                  <a:lnTo>
                    <a:pt x="44085" y="11589"/>
                  </a:lnTo>
                  <a:lnTo>
                    <a:pt x="38824" y="13762"/>
                  </a:lnTo>
                  <a:lnTo>
                    <a:pt x="33640" y="16112"/>
                  </a:lnTo>
                  <a:lnTo>
                    <a:pt x="28539" y="18637"/>
                  </a:lnTo>
                  <a:lnTo>
                    <a:pt x="23527" y="21334"/>
                  </a:lnTo>
                  <a:lnTo>
                    <a:pt x="18609" y="24201"/>
                  </a:lnTo>
                  <a:lnTo>
                    <a:pt x="13792" y="27233"/>
                  </a:lnTo>
                  <a:lnTo>
                    <a:pt x="9081" y="30428"/>
                  </a:lnTo>
                  <a:lnTo>
                    <a:pt x="4482" y="33781"/>
                  </a:lnTo>
                  <a:lnTo>
                    <a:pt x="0" y="37288"/>
                  </a:lnTo>
                  <a:lnTo>
                    <a:pt x="1052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7989" y="4696570"/>
              <a:ext cx="105245" cy="129878"/>
            </a:xfrm>
            <a:custGeom>
              <a:avLst/>
              <a:pathLst>
                <a:path w="105245" h="129878">
                  <a:moveTo>
                    <a:pt x="0" y="0"/>
                  </a:moveTo>
                  <a:lnTo>
                    <a:pt x="105245" y="129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7989" y="4696570"/>
              <a:ext cx="105245" cy="129878"/>
            </a:xfrm>
            <a:custGeom>
              <a:avLst/>
              <a:pathLst>
                <a:path w="105245" h="129878">
                  <a:moveTo>
                    <a:pt x="0" y="0"/>
                  </a:moveTo>
                  <a:lnTo>
                    <a:pt x="105245" y="129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2" y="4696570"/>
              <a:ext cx="276338" cy="297042"/>
            </a:xfrm>
            <a:custGeom>
              <a:avLst/>
              <a:pathLst>
                <a:path w="276338" h="297042">
                  <a:moveTo>
                    <a:pt x="61917" y="0"/>
                  </a:moveTo>
                  <a:lnTo>
                    <a:pt x="57810" y="3438"/>
                  </a:lnTo>
                  <a:lnTo>
                    <a:pt x="53816" y="7006"/>
                  </a:lnTo>
                  <a:lnTo>
                    <a:pt x="49937" y="10701"/>
                  </a:lnTo>
                  <a:lnTo>
                    <a:pt x="46179" y="14517"/>
                  </a:lnTo>
                  <a:lnTo>
                    <a:pt x="42546" y="18453"/>
                  </a:lnTo>
                  <a:lnTo>
                    <a:pt x="39040" y="22502"/>
                  </a:lnTo>
                  <a:lnTo>
                    <a:pt x="35666" y="26662"/>
                  </a:lnTo>
                  <a:lnTo>
                    <a:pt x="32426" y="30928"/>
                  </a:lnTo>
                  <a:lnTo>
                    <a:pt x="29325" y="35295"/>
                  </a:lnTo>
                  <a:lnTo>
                    <a:pt x="26366" y="39760"/>
                  </a:lnTo>
                  <a:lnTo>
                    <a:pt x="23551" y="44317"/>
                  </a:lnTo>
                  <a:lnTo>
                    <a:pt x="20884" y="48961"/>
                  </a:lnTo>
                  <a:lnTo>
                    <a:pt x="18366" y="53689"/>
                  </a:lnTo>
                  <a:lnTo>
                    <a:pt x="16002" y="58496"/>
                  </a:lnTo>
                  <a:lnTo>
                    <a:pt x="13793" y="63375"/>
                  </a:lnTo>
                  <a:lnTo>
                    <a:pt x="11741" y="68323"/>
                  </a:lnTo>
                  <a:lnTo>
                    <a:pt x="9848" y="73334"/>
                  </a:lnTo>
                  <a:lnTo>
                    <a:pt x="8118" y="78402"/>
                  </a:lnTo>
                  <a:lnTo>
                    <a:pt x="6550" y="83524"/>
                  </a:lnTo>
                  <a:lnTo>
                    <a:pt x="5148" y="88694"/>
                  </a:lnTo>
                  <a:lnTo>
                    <a:pt x="3911" y="93905"/>
                  </a:lnTo>
                  <a:lnTo>
                    <a:pt x="2843" y="99154"/>
                  </a:lnTo>
                  <a:lnTo>
                    <a:pt x="1943" y="104434"/>
                  </a:lnTo>
                  <a:lnTo>
                    <a:pt x="1212" y="109740"/>
                  </a:lnTo>
                  <a:lnTo>
                    <a:pt x="652" y="115067"/>
                  </a:lnTo>
                  <a:lnTo>
                    <a:pt x="263" y="120409"/>
                  </a:lnTo>
                  <a:lnTo>
                    <a:pt x="46" y="125761"/>
                  </a:lnTo>
                  <a:lnTo>
                    <a:pt x="0" y="131117"/>
                  </a:lnTo>
                  <a:lnTo>
                    <a:pt x="125" y="136472"/>
                  </a:lnTo>
                  <a:lnTo>
                    <a:pt x="422" y="141820"/>
                  </a:lnTo>
                  <a:lnTo>
                    <a:pt x="890" y="147156"/>
                  </a:lnTo>
                  <a:lnTo>
                    <a:pt x="1529" y="152474"/>
                  </a:lnTo>
                  <a:lnTo>
                    <a:pt x="2338" y="157769"/>
                  </a:lnTo>
                  <a:lnTo>
                    <a:pt x="3316" y="163035"/>
                  </a:lnTo>
                  <a:lnTo>
                    <a:pt x="4463" y="168267"/>
                  </a:lnTo>
                  <a:lnTo>
                    <a:pt x="5776" y="173460"/>
                  </a:lnTo>
                  <a:lnTo>
                    <a:pt x="7255" y="178608"/>
                  </a:lnTo>
                  <a:lnTo>
                    <a:pt x="8898" y="183706"/>
                  </a:lnTo>
                  <a:lnTo>
                    <a:pt x="10704" y="188749"/>
                  </a:lnTo>
                  <a:lnTo>
                    <a:pt x="12670" y="193731"/>
                  </a:lnTo>
                  <a:lnTo>
                    <a:pt x="14795" y="198648"/>
                  </a:lnTo>
                  <a:lnTo>
                    <a:pt x="17077" y="203494"/>
                  </a:lnTo>
                  <a:lnTo>
                    <a:pt x="19512" y="208264"/>
                  </a:lnTo>
                  <a:lnTo>
                    <a:pt x="22099" y="212955"/>
                  </a:lnTo>
                  <a:lnTo>
                    <a:pt x="24836" y="217559"/>
                  </a:lnTo>
                  <a:lnTo>
                    <a:pt x="27718" y="222074"/>
                  </a:lnTo>
                  <a:lnTo>
                    <a:pt x="30743" y="226494"/>
                  </a:lnTo>
                  <a:lnTo>
                    <a:pt x="33908" y="230815"/>
                  </a:lnTo>
                  <a:lnTo>
                    <a:pt x="37210" y="235032"/>
                  </a:lnTo>
                  <a:lnTo>
                    <a:pt x="40646" y="239142"/>
                  </a:lnTo>
                  <a:lnTo>
                    <a:pt x="44212" y="243139"/>
                  </a:lnTo>
                  <a:lnTo>
                    <a:pt x="47903" y="247020"/>
                  </a:lnTo>
                  <a:lnTo>
                    <a:pt x="51717" y="250780"/>
                  </a:lnTo>
                  <a:lnTo>
                    <a:pt x="55650" y="254417"/>
                  </a:lnTo>
                  <a:lnTo>
                    <a:pt x="59697" y="257926"/>
                  </a:lnTo>
                  <a:lnTo>
                    <a:pt x="63855" y="261303"/>
                  </a:lnTo>
                  <a:lnTo>
                    <a:pt x="68118" y="264545"/>
                  </a:lnTo>
                  <a:lnTo>
                    <a:pt x="72483" y="267649"/>
                  </a:lnTo>
                  <a:lnTo>
                    <a:pt x="76946" y="270611"/>
                  </a:lnTo>
                  <a:lnTo>
                    <a:pt x="81501" y="273430"/>
                  </a:lnTo>
                  <a:lnTo>
                    <a:pt x="86144" y="276100"/>
                  </a:lnTo>
                  <a:lnTo>
                    <a:pt x="90870" y="278621"/>
                  </a:lnTo>
                  <a:lnTo>
                    <a:pt x="95674" y="280989"/>
                  </a:lnTo>
                  <a:lnTo>
                    <a:pt x="100552" y="283201"/>
                  </a:lnTo>
                  <a:lnTo>
                    <a:pt x="105499" y="285257"/>
                  </a:lnTo>
                  <a:lnTo>
                    <a:pt x="110508" y="287152"/>
                  </a:lnTo>
                  <a:lnTo>
                    <a:pt x="115576" y="288887"/>
                  </a:lnTo>
                  <a:lnTo>
                    <a:pt x="120697" y="290458"/>
                  </a:lnTo>
                  <a:lnTo>
                    <a:pt x="125865" y="291864"/>
                  </a:lnTo>
                  <a:lnTo>
                    <a:pt x="131076" y="293104"/>
                  </a:lnTo>
                  <a:lnTo>
                    <a:pt x="136324" y="294176"/>
                  </a:lnTo>
                  <a:lnTo>
                    <a:pt x="141603" y="295080"/>
                  </a:lnTo>
                  <a:lnTo>
                    <a:pt x="146909" y="295814"/>
                  </a:lnTo>
                  <a:lnTo>
                    <a:pt x="152235" y="296378"/>
                  </a:lnTo>
                  <a:lnTo>
                    <a:pt x="157577" y="296770"/>
                  </a:lnTo>
                  <a:lnTo>
                    <a:pt x="162929" y="296992"/>
                  </a:lnTo>
                  <a:lnTo>
                    <a:pt x="168285" y="297042"/>
                  </a:lnTo>
                  <a:lnTo>
                    <a:pt x="173640" y="296920"/>
                  </a:lnTo>
                  <a:lnTo>
                    <a:pt x="178988" y="296627"/>
                  </a:lnTo>
                  <a:lnTo>
                    <a:pt x="184324" y="296162"/>
                  </a:lnTo>
                  <a:lnTo>
                    <a:pt x="189643" y="295527"/>
                  </a:lnTo>
                  <a:lnTo>
                    <a:pt x="194938" y="294722"/>
                  </a:lnTo>
                  <a:lnTo>
                    <a:pt x="200205" y="293747"/>
                  </a:lnTo>
                  <a:lnTo>
                    <a:pt x="205438" y="292604"/>
                  </a:lnTo>
                  <a:lnTo>
                    <a:pt x="210632" y="291295"/>
                  </a:lnTo>
                  <a:lnTo>
                    <a:pt x="215781" y="289819"/>
                  </a:lnTo>
                  <a:lnTo>
                    <a:pt x="220880" y="288179"/>
                  </a:lnTo>
                  <a:lnTo>
                    <a:pt x="225924" y="286377"/>
                  </a:lnTo>
                  <a:lnTo>
                    <a:pt x="230908" y="284414"/>
                  </a:lnTo>
                  <a:lnTo>
                    <a:pt x="235826" y="282293"/>
                  </a:lnTo>
                  <a:lnTo>
                    <a:pt x="240674" y="280015"/>
                  </a:lnTo>
                  <a:lnTo>
                    <a:pt x="245446" y="277583"/>
                  </a:lnTo>
                  <a:lnTo>
                    <a:pt x="250138" y="274999"/>
                  </a:lnTo>
                  <a:lnTo>
                    <a:pt x="254744" y="272266"/>
                  </a:lnTo>
                  <a:lnTo>
                    <a:pt x="259261" y="269387"/>
                  </a:lnTo>
                  <a:lnTo>
                    <a:pt x="263683" y="266365"/>
                  </a:lnTo>
                  <a:lnTo>
                    <a:pt x="268006" y="263202"/>
                  </a:lnTo>
                  <a:lnTo>
                    <a:pt x="272226" y="259903"/>
                  </a:lnTo>
                  <a:lnTo>
                    <a:pt x="276338" y="256470"/>
                  </a:lnTo>
                  <a:lnTo>
                    <a:pt x="167162" y="129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6" cy="293759"/>
            </a:xfrm>
            <a:custGeom>
              <a:avLst/>
              <a:pathLst>
                <a:path w="167166" h="293759">
                  <a:moveTo>
                    <a:pt x="109175" y="293759"/>
                  </a:moveTo>
                  <a:lnTo>
                    <a:pt x="113166" y="290205"/>
                  </a:lnTo>
                  <a:lnTo>
                    <a:pt x="117041" y="286524"/>
                  </a:lnTo>
                  <a:lnTo>
                    <a:pt x="120797" y="282722"/>
                  </a:lnTo>
                  <a:lnTo>
                    <a:pt x="124429" y="278801"/>
                  </a:lnTo>
                  <a:lnTo>
                    <a:pt x="127934" y="274766"/>
                  </a:lnTo>
                  <a:lnTo>
                    <a:pt x="131309" y="270622"/>
                  </a:lnTo>
                  <a:lnTo>
                    <a:pt x="134549" y="266371"/>
                  </a:lnTo>
                  <a:lnTo>
                    <a:pt x="137651" y="262019"/>
                  </a:lnTo>
                  <a:lnTo>
                    <a:pt x="140613" y="257570"/>
                  </a:lnTo>
                  <a:lnTo>
                    <a:pt x="143431" y="253029"/>
                  </a:lnTo>
                  <a:lnTo>
                    <a:pt x="146103" y="248400"/>
                  </a:lnTo>
                  <a:lnTo>
                    <a:pt x="148625" y="243688"/>
                  </a:lnTo>
                  <a:lnTo>
                    <a:pt x="150995" y="238898"/>
                  </a:lnTo>
                  <a:lnTo>
                    <a:pt x="153211" y="234034"/>
                  </a:lnTo>
                  <a:lnTo>
                    <a:pt x="155270" y="229102"/>
                  </a:lnTo>
                  <a:lnTo>
                    <a:pt x="157171" y="224107"/>
                  </a:lnTo>
                  <a:lnTo>
                    <a:pt x="158911" y="219054"/>
                  </a:lnTo>
                  <a:lnTo>
                    <a:pt x="160488" y="213947"/>
                  </a:lnTo>
                  <a:lnTo>
                    <a:pt x="161901" y="208793"/>
                  </a:lnTo>
                  <a:lnTo>
                    <a:pt x="163149" y="203596"/>
                  </a:lnTo>
                  <a:lnTo>
                    <a:pt x="164231" y="198362"/>
                  </a:lnTo>
                  <a:lnTo>
                    <a:pt x="165144" y="193096"/>
                  </a:lnTo>
                  <a:lnTo>
                    <a:pt x="165888" y="187803"/>
                  </a:lnTo>
                  <a:lnTo>
                    <a:pt x="166463" y="182490"/>
                  </a:lnTo>
                  <a:lnTo>
                    <a:pt x="166868" y="177161"/>
                  </a:lnTo>
                  <a:lnTo>
                    <a:pt x="167102" y="171821"/>
                  </a:lnTo>
                  <a:lnTo>
                    <a:pt x="167166" y="166477"/>
                  </a:lnTo>
                  <a:lnTo>
                    <a:pt x="167058" y="161133"/>
                  </a:lnTo>
                  <a:lnTo>
                    <a:pt x="166780" y="155796"/>
                  </a:lnTo>
                  <a:lnTo>
                    <a:pt x="166331" y="150470"/>
                  </a:lnTo>
                  <a:lnTo>
                    <a:pt x="165712" y="145162"/>
                  </a:lnTo>
                  <a:lnTo>
                    <a:pt x="164924" y="139875"/>
                  </a:lnTo>
                  <a:lnTo>
                    <a:pt x="163967" y="134617"/>
                  </a:lnTo>
                  <a:lnTo>
                    <a:pt x="162843" y="129392"/>
                  </a:lnTo>
                  <a:lnTo>
                    <a:pt x="161552" y="124206"/>
                  </a:lnTo>
                  <a:lnTo>
                    <a:pt x="160096" y="119063"/>
                  </a:lnTo>
                  <a:lnTo>
                    <a:pt x="158477" y="113970"/>
                  </a:lnTo>
                  <a:lnTo>
                    <a:pt x="156695" y="108931"/>
                  </a:lnTo>
                  <a:lnTo>
                    <a:pt x="154754" y="103952"/>
                  </a:lnTo>
                  <a:lnTo>
                    <a:pt x="152654" y="99037"/>
                  </a:lnTo>
                  <a:lnTo>
                    <a:pt x="150398" y="94192"/>
                  </a:lnTo>
                  <a:lnTo>
                    <a:pt x="147988" y="89421"/>
                  </a:lnTo>
                  <a:lnTo>
                    <a:pt x="145427" y="84730"/>
                  </a:lnTo>
                  <a:lnTo>
                    <a:pt x="142717" y="80124"/>
                  </a:lnTo>
                  <a:lnTo>
                    <a:pt x="139862" y="75606"/>
                  </a:lnTo>
                  <a:lnTo>
                    <a:pt x="136863" y="71181"/>
                  </a:lnTo>
                  <a:lnTo>
                    <a:pt x="133725" y="66855"/>
                  </a:lnTo>
                  <a:lnTo>
                    <a:pt x="130450" y="62632"/>
                  </a:lnTo>
                  <a:lnTo>
                    <a:pt x="127042" y="58515"/>
                  </a:lnTo>
                  <a:lnTo>
                    <a:pt x="123503" y="54509"/>
                  </a:lnTo>
                  <a:lnTo>
                    <a:pt x="119839" y="50619"/>
                  </a:lnTo>
                  <a:lnTo>
                    <a:pt x="116052" y="46847"/>
                  </a:lnTo>
                  <a:lnTo>
                    <a:pt x="112146" y="43199"/>
                  </a:lnTo>
                  <a:lnTo>
                    <a:pt x="108126" y="39677"/>
                  </a:lnTo>
                  <a:lnTo>
                    <a:pt x="103995" y="36286"/>
                  </a:lnTo>
                  <a:lnTo>
                    <a:pt x="99758" y="33028"/>
                  </a:lnTo>
                  <a:lnTo>
                    <a:pt x="95419" y="29908"/>
                  </a:lnTo>
                  <a:lnTo>
                    <a:pt x="90983" y="26928"/>
                  </a:lnTo>
                  <a:lnTo>
                    <a:pt x="86453" y="24091"/>
                  </a:lnTo>
                  <a:lnTo>
                    <a:pt x="81835" y="21400"/>
                  </a:lnTo>
                  <a:lnTo>
                    <a:pt x="77133" y="18859"/>
                  </a:lnTo>
                  <a:lnTo>
                    <a:pt x="72353" y="16469"/>
                  </a:lnTo>
                  <a:lnTo>
                    <a:pt x="67499" y="14233"/>
                  </a:lnTo>
                  <a:lnTo>
                    <a:pt x="62575" y="12153"/>
                  </a:lnTo>
                  <a:lnTo>
                    <a:pt x="57588" y="10232"/>
                  </a:lnTo>
                  <a:lnTo>
                    <a:pt x="52542" y="8471"/>
                  </a:lnTo>
                  <a:lnTo>
                    <a:pt x="47442" y="6873"/>
                  </a:lnTo>
                  <a:lnTo>
                    <a:pt x="42293" y="5438"/>
                  </a:lnTo>
                  <a:lnTo>
                    <a:pt x="37102" y="4169"/>
                  </a:lnTo>
                  <a:lnTo>
                    <a:pt x="31872" y="3066"/>
                  </a:lnTo>
                  <a:lnTo>
                    <a:pt x="26610" y="2131"/>
                  </a:lnTo>
                  <a:lnTo>
                    <a:pt x="21321" y="1365"/>
                  </a:lnTo>
                  <a:lnTo>
                    <a:pt x="16009" y="768"/>
                  </a:lnTo>
                  <a:lnTo>
                    <a:pt x="10682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9639" y="4213821"/>
              <a:ext cx="128833" cy="167167"/>
            </a:xfrm>
            <a:custGeom>
              <a:avLst/>
              <a:pathLst>
                <a:path w="128833" h="167167">
                  <a:moveTo>
                    <a:pt x="128833" y="0"/>
                  </a:moveTo>
                  <a:lnTo>
                    <a:pt x="123386" y="88"/>
                  </a:lnTo>
                  <a:lnTo>
                    <a:pt x="117945" y="354"/>
                  </a:lnTo>
                  <a:lnTo>
                    <a:pt x="112515" y="798"/>
                  </a:lnTo>
                  <a:lnTo>
                    <a:pt x="107103" y="1418"/>
                  </a:lnTo>
                  <a:lnTo>
                    <a:pt x="101714" y="2214"/>
                  </a:lnTo>
                  <a:lnTo>
                    <a:pt x="96353" y="3185"/>
                  </a:lnTo>
                  <a:lnTo>
                    <a:pt x="91027" y="4330"/>
                  </a:lnTo>
                  <a:lnTo>
                    <a:pt x="85742" y="5649"/>
                  </a:lnTo>
                  <a:lnTo>
                    <a:pt x="80502" y="7139"/>
                  </a:lnTo>
                  <a:lnTo>
                    <a:pt x="75313" y="8798"/>
                  </a:lnTo>
                  <a:lnTo>
                    <a:pt x="70181" y="10626"/>
                  </a:lnTo>
                  <a:lnTo>
                    <a:pt x="65112" y="12620"/>
                  </a:lnTo>
                  <a:lnTo>
                    <a:pt x="60110" y="14779"/>
                  </a:lnTo>
                  <a:lnTo>
                    <a:pt x="55181" y="17099"/>
                  </a:lnTo>
                  <a:lnTo>
                    <a:pt x="50330" y="19578"/>
                  </a:lnTo>
                  <a:lnTo>
                    <a:pt x="45563" y="22215"/>
                  </a:lnTo>
                  <a:lnTo>
                    <a:pt x="40884" y="25005"/>
                  </a:lnTo>
                  <a:lnTo>
                    <a:pt x="36299" y="27946"/>
                  </a:lnTo>
                  <a:lnTo>
                    <a:pt x="31812" y="31035"/>
                  </a:lnTo>
                  <a:lnTo>
                    <a:pt x="27428" y="34269"/>
                  </a:lnTo>
                  <a:lnTo>
                    <a:pt x="23151" y="37643"/>
                  </a:lnTo>
                  <a:lnTo>
                    <a:pt x="18987" y="41156"/>
                  </a:lnTo>
                  <a:lnTo>
                    <a:pt x="14939" y="44802"/>
                  </a:lnTo>
                  <a:lnTo>
                    <a:pt x="11013" y="48578"/>
                  </a:lnTo>
                  <a:lnTo>
                    <a:pt x="7211" y="52480"/>
                  </a:lnTo>
                  <a:lnTo>
                    <a:pt x="3539" y="56503"/>
                  </a:lnTo>
                  <a:lnTo>
                    <a:pt x="0" y="60645"/>
                  </a:lnTo>
                  <a:lnTo>
                    <a:pt x="12883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9639" y="4274466"/>
              <a:ext cx="128833" cy="106522"/>
            </a:xfrm>
            <a:custGeom>
              <a:avLst/>
              <a:pathLst>
                <a:path w="128833" h="106522">
                  <a:moveTo>
                    <a:pt x="0" y="0"/>
                  </a:moveTo>
                  <a:lnTo>
                    <a:pt x="128833" y="1065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9" y="4274466"/>
              <a:ext cx="334282" cy="273683"/>
            </a:xfrm>
            <a:custGeom>
              <a:avLst/>
              <a:pathLst>
                <a:path w="334282" h="273683">
                  <a:moveTo>
                    <a:pt x="38329" y="0"/>
                  </a:moveTo>
                  <a:lnTo>
                    <a:pt x="35014" y="4141"/>
                  </a:lnTo>
                  <a:lnTo>
                    <a:pt x="31832" y="8386"/>
                  </a:lnTo>
                  <a:lnTo>
                    <a:pt x="28786" y="12730"/>
                  </a:lnTo>
                  <a:lnTo>
                    <a:pt x="25880" y="17168"/>
                  </a:lnTo>
                  <a:lnTo>
                    <a:pt x="23115" y="21696"/>
                  </a:lnTo>
                  <a:lnTo>
                    <a:pt x="20496" y="26310"/>
                  </a:lnTo>
                  <a:lnTo>
                    <a:pt x="18025" y="31004"/>
                  </a:lnTo>
                  <a:lnTo>
                    <a:pt x="15704" y="35774"/>
                  </a:lnTo>
                  <a:lnTo>
                    <a:pt x="13535" y="40616"/>
                  </a:lnTo>
                  <a:lnTo>
                    <a:pt x="11521" y="45524"/>
                  </a:lnTo>
                  <a:lnTo>
                    <a:pt x="9664" y="50493"/>
                  </a:lnTo>
                  <a:lnTo>
                    <a:pt x="7965" y="55519"/>
                  </a:lnTo>
                  <a:lnTo>
                    <a:pt x="6427" y="60597"/>
                  </a:lnTo>
                  <a:lnTo>
                    <a:pt x="5051" y="65720"/>
                  </a:lnTo>
                  <a:lnTo>
                    <a:pt x="3838" y="70885"/>
                  </a:lnTo>
                  <a:lnTo>
                    <a:pt x="2789" y="76085"/>
                  </a:lnTo>
                  <a:lnTo>
                    <a:pt x="1906" y="81316"/>
                  </a:lnTo>
                  <a:lnTo>
                    <a:pt x="1190" y="86573"/>
                  </a:lnTo>
                  <a:lnTo>
                    <a:pt x="640" y="91850"/>
                  </a:lnTo>
                  <a:lnTo>
                    <a:pt x="258" y="97141"/>
                  </a:lnTo>
                  <a:lnTo>
                    <a:pt x="45" y="102442"/>
                  </a:lnTo>
                  <a:lnTo>
                    <a:pt x="0" y="107747"/>
                  </a:lnTo>
                  <a:lnTo>
                    <a:pt x="123" y="113051"/>
                  </a:lnTo>
                  <a:lnTo>
                    <a:pt x="414" y="118348"/>
                  </a:lnTo>
                  <a:lnTo>
                    <a:pt x="873" y="123633"/>
                  </a:lnTo>
                  <a:lnTo>
                    <a:pt x="1500" y="128901"/>
                  </a:lnTo>
                  <a:lnTo>
                    <a:pt x="2293" y="134146"/>
                  </a:lnTo>
                  <a:lnTo>
                    <a:pt x="3253" y="139364"/>
                  </a:lnTo>
                  <a:lnTo>
                    <a:pt x="4378" y="144549"/>
                  </a:lnTo>
                  <a:lnTo>
                    <a:pt x="5666" y="149695"/>
                  </a:lnTo>
                  <a:lnTo>
                    <a:pt x="7118" y="154798"/>
                  </a:lnTo>
                  <a:lnTo>
                    <a:pt x="8730" y="159852"/>
                  </a:lnTo>
                  <a:lnTo>
                    <a:pt x="10502" y="164852"/>
                  </a:lnTo>
                  <a:lnTo>
                    <a:pt x="12432" y="169794"/>
                  </a:lnTo>
                  <a:lnTo>
                    <a:pt x="14517" y="174672"/>
                  </a:lnTo>
                  <a:lnTo>
                    <a:pt x="16757" y="179481"/>
                  </a:lnTo>
                  <a:lnTo>
                    <a:pt x="19148" y="184217"/>
                  </a:lnTo>
                  <a:lnTo>
                    <a:pt x="21688" y="188875"/>
                  </a:lnTo>
                  <a:lnTo>
                    <a:pt x="24374" y="193450"/>
                  </a:lnTo>
                  <a:lnTo>
                    <a:pt x="27204" y="197937"/>
                  </a:lnTo>
                  <a:lnTo>
                    <a:pt x="30176" y="202332"/>
                  </a:lnTo>
                  <a:lnTo>
                    <a:pt x="33285" y="206630"/>
                  </a:lnTo>
                  <a:lnTo>
                    <a:pt x="36529" y="210828"/>
                  </a:lnTo>
                  <a:lnTo>
                    <a:pt x="39904" y="214921"/>
                  </a:lnTo>
                  <a:lnTo>
                    <a:pt x="43408" y="218904"/>
                  </a:lnTo>
                  <a:lnTo>
                    <a:pt x="47037" y="222775"/>
                  </a:lnTo>
                  <a:lnTo>
                    <a:pt x="50786" y="226528"/>
                  </a:lnTo>
                  <a:lnTo>
                    <a:pt x="54653" y="230160"/>
                  </a:lnTo>
                  <a:lnTo>
                    <a:pt x="58632" y="233668"/>
                  </a:lnTo>
                  <a:lnTo>
                    <a:pt x="62722" y="237048"/>
                  </a:lnTo>
                  <a:lnTo>
                    <a:pt x="66916" y="240296"/>
                  </a:lnTo>
                  <a:lnTo>
                    <a:pt x="71211" y="243410"/>
                  </a:lnTo>
                  <a:lnTo>
                    <a:pt x="75603" y="246386"/>
                  </a:lnTo>
                  <a:lnTo>
                    <a:pt x="80088" y="249220"/>
                  </a:lnTo>
                  <a:lnTo>
                    <a:pt x="84660" y="251912"/>
                  </a:lnTo>
                  <a:lnTo>
                    <a:pt x="89315" y="254456"/>
                  </a:lnTo>
                  <a:lnTo>
                    <a:pt x="94048" y="256852"/>
                  </a:lnTo>
                  <a:lnTo>
                    <a:pt x="98855" y="259096"/>
                  </a:lnTo>
                  <a:lnTo>
                    <a:pt x="103731" y="261187"/>
                  </a:lnTo>
                  <a:lnTo>
                    <a:pt x="108671" y="263122"/>
                  </a:lnTo>
                  <a:lnTo>
                    <a:pt x="113669" y="264899"/>
                  </a:lnTo>
                  <a:lnTo>
                    <a:pt x="118722" y="266517"/>
                  </a:lnTo>
                  <a:lnTo>
                    <a:pt x="123823" y="267973"/>
                  </a:lnTo>
                  <a:lnTo>
                    <a:pt x="128968" y="269267"/>
                  </a:lnTo>
                  <a:lnTo>
                    <a:pt x="134151" y="270397"/>
                  </a:lnTo>
                  <a:lnTo>
                    <a:pt x="139368" y="271362"/>
                  </a:lnTo>
                  <a:lnTo>
                    <a:pt x="144613" y="272161"/>
                  </a:lnTo>
                  <a:lnTo>
                    <a:pt x="149880" y="272793"/>
                  </a:lnTo>
                  <a:lnTo>
                    <a:pt x="155165" y="273258"/>
                  </a:lnTo>
                  <a:lnTo>
                    <a:pt x="160462" y="273555"/>
                  </a:lnTo>
                  <a:lnTo>
                    <a:pt x="165765" y="273683"/>
                  </a:lnTo>
                  <a:lnTo>
                    <a:pt x="171070" y="273643"/>
                  </a:lnTo>
                  <a:lnTo>
                    <a:pt x="176371" y="273435"/>
                  </a:lnTo>
                  <a:lnTo>
                    <a:pt x="181663" y="273059"/>
                  </a:lnTo>
                  <a:lnTo>
                    <a:pt x="186940" y="272515"/>
                  </a:lnTo>
                  <a:lnTo>
                    <a:pt x="192198" y="271804"/>
                  </a:lnTo>
                  <a:lnTo>
                    <a:pt x="197430" y="270926"/>
                  </a:lnTo>
                  <a:lnTo>
                    <a:pt x="202631" y="269883"/>
                  </a:lnTo>
                  <a:lnTo>
                    <a:pt x="207797" y="268675"/>
                  </a:lnTo>
                  <a:lnTo>
                    <a:pt x="212922" y="267304"/>
                  </a:lnTo>
                  <a:lnTo>
                    <a:pt x="218001" y="265771"/>
                  </a:lnTo>
                  <a:lnTo>
                    <a:pt x="223029" y="264078"/>
                  </a:lnTo>
                  <a:lnTo>
                    <a:pt x="228000" y="262226"/>
                  </a:lnTo>
                  <a:lnTo>
                    <a:pt x="232910" y="260217"/>
                  </a:lnTo>
                  <a:lnTo>
                    <a:pt x="237754" y="258053"/>
                  </a:lnTo>
                  <a:lnTo>
                    <a:pt x="242527" y="255737"/>
                  </a:lnTo>
                  <a:lnTo>
                    <a:pt x="247224" y="253270"/>
                  </a:lnTo>
                  <a:lnTo>
                    <a:pt x="251840" y="250656"/>
                  </a:lnTo>
                  <a:lnTo>
                    <a:pt x="256371" y="247896"/>
                  </a:lnTo>
                  <a:lnTo>
                    <a:pt x="260812" y="244995"/>
                  </a:lnTo>
                  <a:lnTo>
                    <a:pt x="265159" y="241953"/>
                  </a:lnTo>
                  <a:lnTo>
                    <a:pt x="269407" y="238775"/>
                  </a:lnTo>
                  <a:lnTo>
                    <a:pt x="273552" y="235464"/>
                  </a:lnTo>
                  <a:lnTo>
                    <a:pt x="277590" y="232024"/>
                  </a:lnTo>
                  <a:lnTo>
                    <a:pt x="281517" y="228456"/>
                  </a:lnTo>
                  <a:lnTo>
                    <a:pt x="285328" y="224766"/>
                  </a:lnTo>
                  <a:lnTo>
                    <a:pt x="289021" y="220957"/>
                  </a:lnTo>
                  <a:lnTo>
                    <a:pt x="292591" y="217033"/>
                  </a:lnTo>
                  <a:lnTo>
                    <a:pt x="296034" y="212997"/>
                  </a:lnTo>
                  <a:lnTo>
                    <a:pt x="299348" y="208854"/>
                  </a:lnTo>
                  <a:lnTo>
                    <a:pt x="302529" y="204608"/>
                  </a:lnTo>
                  <a:lnTo>
                    <a:pt x="305573" y="200263"/>
                  </a:lnTo>
                  <a:lnTo>
                    <a:pt x="308478" y="195824"/>
                  </a:lnTo>
                  <a:lnTo>
                    <a:pt x="311240" y="191295"/>
                  </a:lnTo>
                  <a:lnTo>
                    <a:pt x="313858" y="186681"/>
                  </a:lnTo>
                  <a:lnTo>
                    <a:pt x="316327" y="181985"/>
                  </a:lnTo>
                  <a:lnTo>
                    <a:pt x="318647" y="177214"/>
                  </a:lnTo>
                  <a:lnTo>
                    <a:pt x="320814" y="172372"/>
                  </a:lnTo>
                  <a:lnTo>
                    <a:pt x="322826" y="167463"/>
                  </a:lnTo>
                  <a:lnTo>
                    <a:pt x="324681" y="162493"/>
                  </a:lnTo>
                  <a:lnTo>
                    <a:pt x="326378" y="157466"/>
                  </a:lnTo>
                  <a:lnTo>
                    <a:pt x="327914" y="152388"/>
                  </a:lnTo>
                  <a:lnTo>
                    <a:pt x="329289" y="147264"/>
                  </a:lnTo>
                  <a:lnTo>
                    <a:pt x="330500" y="142099"/>
                  </a:lnTo>
                  <a:lnTo>
                    <a:pt x="331547" y="136898"/>
                  </a:lnTo>
                  <a:lnTo>
                    <a:pt x="332428" y="131667"/>
                  </a:lnTo>
                  <a:lnTo>
                    <a:pt x="333143" y="126410"/>
                  </a:lnTo>
                  <a:lnTo>
                    <a:pt x="333690" y="121133"/>
                  </a:lnTo>
                  <a:lnTo>
                    <a:pt x="334070" y="115842"/>
                  </a:lnTo>
                  <a:lnTo>
                    <a:pt x="334282" y="110541"/>
                  </a:lnTo>
                  <a:lnTo>
                    <a:pt x="167162" y="106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61" cy="171186"/>
            </a:xfrm>
            <a:custGeom>
              <a:avLst/>
              <a:pathLst>
                <a:path w="167161" h="171186">
                  <a:moveTo>
                    <a:pt x="167119" y="171186"/>
                  </a:moveTo>
                  <a:lnTo>
                    <a:pt x="167161" y="165746"/>
                  </a:lnTo>
                  <a:lnTo>
                    <a:pt x="167026" y="160307"/>
                  </a:lnTo>
                  <a:lnTo>
                    <a:pt x="166714" y="154875"/>
                  </a:lnTo>
                  <a:lnTo>
                    <a:pt x="166226" y="149456"/>
                  </a:lnTo>
                  <a:lnTo>
                    <a:pt x="165562" y="144056"/>
                  </a:lnTo>
                  <a:lnTo>
                    <a:pt x="164722" y="138681"/>
                  </a:lnTo>
                  <a:lnTo>
                    <a:pt x="163708" y="133335"/>
                  </a:lnTo>
                  <a:lnTo>
                    <a:pt x="162520" y="128026"/>
                  </a:lnTo>
                  <a:lnTo>
                    <a:pt x="161160" y="122758"/>
                  </a:lnTo>
                  <a:lnTo>
                    <a:pt x="159630" y="117537"/>
                  </a:lnTo>
                  <a:lnTo>
                    <a:pt x="157930" y="112368"/>
                  </a:lnTo>
                  <a:lnTo>
                    <a:pt x="156063" y="107258"/>
                  </a:lnTo>
                  <a:lnTo>
                    <a:pt x="154031" y="102211"/>
                  </a:lnTo>
                  <a:lnTo>
                    <a:pt x="151836" y="97233"/>
                  </a:lnTo>
                  <a:lnTo>
                    <a:pt x="149479" y="92329"/>
                  </a:lnTo>
                  <a:lnTo>
                    <a:pt x="146965" y="87504"/>
                  </a:lnTo>
                  <a:lnTo>
                    <a:pt x="144295" y="82764"/>
                  </a:lnTo>
                  <a:lnTo>
                    <a:pt x="141472" y="78113"/>
                  </a:lnTo>
                  <a:lnTo>
                    <a:pt x="138499" y="73556"/>
                  </a:lnTo>
                  <a:lnTo>
                    <a:pt x="135379" y="69099"/>
                  </a:lnTo>
                  <a:lnTo>
                    <a:pt x="132116" y="64745"/>
                  </a:lnTo>
                  <a:lnTo>
                    <a:pt x="128713" y="60500"/>
                  </a:lnTo>
                  <a:lnTo>
                    <a:pt x="125174" y="56368"/>
                  </a:lnTo>
                  <a:lnTo>
                    <a:pt x="121502" y="52353"/>
                  </a:lnTo>
                  <a:lnTo>
                    <a:pt x="117701" y="48460"/>
                  </a:lnTo>
                  <a:lnTo>
                    <a:pt x="113776" y="44693"/>
                  </a:lnTo>
                  <a:lnTo>
                    <a:pt x="109730" y="41055"/>
                  </a:lnTo>
                  <a:lnTo>
                    <a:pt x="105568" y="37551"/>
                  </a:lnTo>
                  <a:lnTo>
                    <a:pt x="101294" y="34184"/>
                  </a:lnTo>
                  <a:lnTo>
                    <a:pt x="96913" y="30958"/>
                  </a:lnTo>
                  <a:lnTo>
                    <a:pt x="92429" y="27877"/>
                  </a:lnTo>
                  <a:lnTo>
                    <a:pt x="87847" y="24943"/>
                  </a:lnTo>
                  <a:lnTo>
                    <a:pt x="83173" y="22159"/>
                  </a:lnTo>
                  <a:lnTo>
                    <a:pt x="78410" y="19530"/>
                  </a:lnTo>
                  <a:lnTo>
                    <a:pt x="73564" y="17056"/>
                  </a:lnTo>
                  <a:lnTo>
                    <a:pt x="68640" y="14742"/>
                  </a:lnTo>
                  <a:lnTo>
                    <a:pt x="63643" y="12589"/>
                  </a:lnTo>
                  <a:lnTo>
                    <a:pt x="58579" y="10599"/>
                  </a:lnTo>
                  <a:lnTo>
                    <a:pt x="53453" y="8776"/>
                  </a:lnTo>
                  <a:lnTo>
                    <a:pt x="48271" y="7121"/>
                  </a:lnTo>
                  <a:lnTo>
                    <a:pt x="43037" y="5634"/>
                  </a:lnTo>
                  <a:lnTo>
                    <a:pt x="37757" y="4319"/>
                  </a:lnTo>
                  <a:lnTo>
                    <a:pt x="32438" y="3177"/>
                  </a:lnTo>
                  <a:lnTo>
                    <a:pt x="27084" y="2208"/>
                  </a:lnTo>
                  <a:lnTo>
                    <a:pt x="21702" y="1414"/>
                  </a:lnTo>
                  <a:lnTo>
                    <a:pt x="16296" y="796"/>
                  </a:lnTo>
                  <a:lnTo>
                    <a:pt x="10874" y="354"/>
                  </a:lnTo>
                  <a:lnTo>
                    <a:pt x="543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92" y="3707720"/>
              <a:ext cx="167118" cy="167167"/>
            </a:xfrm>
            <a:custGeom>
              <a:avLst/>
              <a:pathLst>
                <a:path w="167118" h="167167">
                  <a:moveTo>
                    <a:pt x="167118" y="0"/>
                  </a:moveTo>
                  <a:lnTo>
                    <a:pt x="161733" y="86"/>
                  </a:lnTo>
                  <a:lnTo>
                    <a:pt x="156353" y="346"/>
                  </a:lnTo>
                  <a:lnTo>
                    <a:pt x="150984" y="780"/>
                  </a:lnTo>
                  <a:lnTo>
                    <a:pt x="145632" y="1386"/>
                  </a:lnTo>
                  <a:lnTo>
                    <a:pt x="140303" y="2164"/>
                  </a:lnTo>
                  <a:lnTo>
                    <a:pt x="135001" y="3114"/>
                  </a:lnTo>
                  <a:lnTo>
                    <a:pt x="129732" y="4234"/>
                  </a:lnTo>
                  <a:lnTo>
                    <a:pt x="124503" y="5523"/>
                  </a:lnTo>
                  <a:lnTo>
                    <a:pt x="119317" y="6979"/>
                  </a:lnTo>
                  <a:lnTo>
                    <a:pt x="114182" y="8603"/>
                  </a:lnTo>
                  <a:lnTo>
                    <a:pt x="109101" y="10390"/>
                  </a:lnTo>
                  <a:lnTo>
                    <a:pt x="104080" y="12341"/>
                  </a:lnTo>
                  <a:lnTo>
                    <a:pt x="99125" y="14452"/>
                  </a:lnTo>
                  <a:lnTo>
                    <a:pt x="94240" y="16722"/>
                  </a:lnTo>
                  <a:lnTo>
                    <a:pt x="89432" y="19148"/>
                  </a:lnTo>
                  <a:lnTo>
                    <a:pt x="84703" y="21727"/>
                  </a:lnTo>
                  <a:lnTo>
                    <a:pt x="80061" y="24458"/>
                  </a:lnTo>
                  <a:lnTo>
                    <a:pt x="75508" y="27336"/>
                  </a:lnTo>
                  <a:lnTo>
                    <a:pt x="71051" y="30360"/>
                  </a:lnTo>
                  <a:lnTo>
                    <a:pt x="66694" y="33526"/>
                  </a:lnTo>
                  <a:lnTo>
                    <a:pt x="62440" y="36831"/>
                  </a:lnTo>
                  <a:lnTo>
                    <a:pt x="58296" y="40271"/>
                  </a:lnTo>
                  <a:lnTo>
                    <a:pt x="54264" y="43842"/>
                  </a:lnTo>
                  <a:lnTo>
                    <a:pt x="50350" y="47542"/>
                  </a:lnTo>
                  <a:lnTo>
                    <a:pt x="46557" y="51366"/>
                  </a:lnTo>
                  <a:lnTo>
                    <a:pt x="42889" y="55310"/>
                  </a:lnTo>
                  <a:lnTo>
                    <a:pt x="39349" y="59370"/>
                  </a:lnTo>
                  <a:lnTo>
                    <a:pt x="35943" y="63542"/>
                  </a:lnTo>
                  <a:lnTo>
                    <a:pt x="32673" y="67822"/>
                  </a:lnTo>
                  <a:lnTo>
                    <a:pt x="29542" y="72205"/>
                  </a:lnTo>
                  <a:lnTo>
                    <a:pt x="26554" y="76686"/>
                  </a:lnTo>
                  <a:lnTo>
                    <a:pt x="23712" y="81262"/>
                  </a:lnTo>
                  <a:lnTo>
                    <a:pt x="21019" y="85926"/>
                  </a:lnTo>
                  <a:lnTo>
                    <a:pt x="18478" y="90675"/>
                  </a:lnTo>
                  <a:lnTo>
                    <a:pt x="16091" y="95504"/>
                  </a:lnTo>
                  <a:lnTo>
                    <a:pt x="13860" y="100406"/>
                  </a:lnTo>
                  <a:lnTo>
                    <a:pt x="11789" y="105378"/>
                  </a:lnTo>
                  <a:lnTo>
                    <a:pt x="9879" y="110414"/>
                  </a:lnTo>
                  <a:lnTo>
                    <a:pt x="8132" y="115509"/>
                  </a:lnTo>
                  <a:lnTo>
                    <a:pt x="6551" y="120658"/>
                  </a:lnTo>
                  <a:lnTo>
                    <a:pt x="5136" y="125855"/>
                  </a:lnTo>
                  <a:lnTo>
                    <a:pt x="3889" y="131095"/>
                  </a:lnTo>
                  <a:lnTo>
                    <a:pt x="2812" y="136372"/>
                  </a:lnTo>
                  <a:lnTo>
                    <a:pt x="1905" y="141681"/>
                  </a:lnTo>
                  <a:lnTo>
                    <a:pt x="1170" y="147017"/>
                  </a:lnTo>
                  <a:lnTo>
                    <a:pt x="607" y="152374"/>
                  </a:lnTo>
                  <a:lnTo>
                    <a:pt x="216" y="157746"/>
                  </a:lnTo>
                  <a:lnTo>
                    <a:pt x="0" y="163128"/>
                  </a:lnTo>
                  <a:lnTo>
                    <a:pt x="16711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48" y="3713337"/>
              <a:ext cx="334323" cy="328713"/>
            </a:xfrm>
            <a:custGeom>
              <a:avLst/>
              <a:pathLst>
                <a:path w="334323" h="328713">
                  <a:moveTo>
                    <a:pt x="44" y="157511"/>
                  </a:moveTo>
                  <a:lnTo>
                    <a:pt x="0" y="162818"/>
                  </a:lnTo>
                  <a:lnTo>
                    <a:pt x="124" y="168124"/>
                  </a:lnTo>
                  <a:lnTo>
                    <a:pt x="417" y="173423"/>
                  </a:lnTo>
                  <a:lnTo>
                    <a:pt x="878" y="178710"/>
                  </a:lnTo>
                  <a:lnTo>
                    <a:pt x="1506" y="183980"/>
                  </a:lnTo>
                  <a:lnTo>
                    <a:pt x="2302" y="189227"/>
                  </a:lnTo>
                  <a:lnTo>
                    <a:pt x="3263" y="194446"/>
                  </a:lnTo>
                  <a:lnTo>
                    <a:pt x="4390" y="199633"/>
                  </a:lnTo>
                  <a:lnTo>
                    <a:pt x="5681" y="204780"/>
                  </a:lnTo>
                  <a:lnTo>
                    <a:pt x="7135" y="209885"/>
                  </a:lnTo>
                  <a:lnTo>
                    <a:pt x="8750" y="214940"/>
                  </a:lnTo>
                  <a:lnTo>
                    <a:pt x="10524" y="219942"/>
                  </a:lnTo>
                  <a:lnTo>
                    <a:pt x="12457" y="224885"/>
                  </a:lnTo>
                  <a:lnTo>
                    <a:pt x="14545" y="229764"/>
                  </a:lnTo>
                  <a:lnTo>
                    <a:pt x="16787" y="234574"/>
                  </a:lnTo>
                  <a:lnTo>
                    <a:pt x="19181" y="239310"/>
                  </a:lnTo>
                  <a:lnTo>
                    <a:pt x="21724" y="243969"/>
                  </a:lnTo>
                  <a:lnTo>
                    <a:pt x="24414" y="248544"/>
                  </a:lnTo>
                  <a:lnTo>
                    <a:pt x="27247" y="253031"/>
                  </a:lnTo>
                  <a:lnTo>
                    <a:pt x="30222" y="257427"/>
                  </a:lnTo>
                  <a:lnTo>
                    <a:pt x="33334" y="261725"/>
                  </a:lnTo>
                  <a:lnTo>
                    <a:pt x="36581" y="265923"/>
                  </a:lnTo>
                  <a:lnTo>
                    <a:pt x="39960" y="270016"/>
                  </a:lnTo>
                  <a:lnTo>
                    <a:pt x="43468" y="273999"/>
                  </a:lnTo>
                  <a:lnTo>
                    <a:pt x="47099" y="277869"/>
                  </a:lnTo>
                  <a:lnTo>
                    <a:pt x="50852" y="281621"/>
                  </a:lnTo>
                  <a:lnTo>
                    <a:pt x="54722" y="285253"/>
                  </a:lnTo>
                  <a:lnTo>
                    <a:pt x="58706" y="288760"/>
                  </a:lnTo>
                  <a:lnTo>
                    <a:pt x="62799" y="292138"/>
                  </a:lnTo>
                  <a:lnTo>
                    <a:pt x="66996" y="295385"/>
                  </a:lnTo>
                  <a:lnTo>
                    <a:pt x="71295" y="298498"/>
                  </a:lnTo>
                  <a:lnTo>
                    <a:pt x="75691" y="301472"/>
                  </a:lnTo>
                  <a:lnTo>
                    <a:pt x="80179" y="304305"/>
                  </a:lnTo>
                  <a:lnTo>
                    <a:pt x="84754" y="306994"/>
                  </a:lnTo>
                  <a:lnTo>
                    <a:pt x="89412" y="309537"/>
                  </a:lnTo>
                  <a:lnTo>
                    <a:pt x="94149" y="311930"/>
                  </a:lnTo>
                  <a:lnTo>
                    <a:pt x="98960" y="314172"/>
                  </a:lnTo>
                  <a:lnTo>
                    <a:pt x="103839" y="316260"/>
                  </a:lnTo>
                  <a:lnTo>
                    <a:pt x="108782" y="318192"/>
                  </a:lnTo>
                  <a:lnTo>
                    <a:pt x="113783" y="319967"/>
                  </a:lnTo>
                  <a:lnTo>
                    <a:pt x="118839" y="321581"/>
                  </a:lnTo>
                  <a:lnTo>
                    <a:pt x="123943" y="323035"/>
                  </a:lnTo>
                  <a:lnTo>
                    <a:pt x="129091" y="324325"/>
                  </a:lnTo>
                  <a:lnTo>
                    <a:pt x="134277" y="325452"/>
                  </a:lnTo>
                  <a:lnTo>
                    <a:pt x="139497" y="326413"/>
                  </a:lnTo>
                  <a:lnTo>
                    <a:pt x="144744" y="327208"/>
                  </a:lnTo>
                  <a:lnTo>
                    <a:pt x="150014" y="327836"/>
                  </a:lnTo>
                  <a:lnTo>
                    <a:pt x="155301" y="328297"/>
                  </a:lnTo>
                  <a:lnTo>
                    <a:pt x="160600" y="328589"/>
                  </a:lnTo>
                  <a:lnTo>
                    <a:pt x="165906" y="328713"/>
                  </a:lnTo>
                  <a:lnTo>
                    <a:pt x="171213" y="328669"/>
                  </a:lnTo>
                  <a:lnTo>
                    <a:pt x="176516" y="328456"/>
                  </a:lnTo>
                  <a:lnTo>
                    <a:pt x="181809" y="328075"/>
                  </a:lnTo>
                  <a:lnTo>
                    <a:pt x="187088" y="327526"/>
                  </a:lnTo>
                  <a:lnTo>
                    <a:pt x="192347" y="326810"/>
                  </a:lnTo>
                  <a:lnTo>
                    <a:pt x="197580" y="325927"/>
                  </a:lnTo>
                  <a:lnTo>
                    <a:pt x="202782" y="324879"/>
                  </a:lnTo>
                  <a:lnTo>
                    <a:pt x="207949" y="323666"/>
                  </a:lnTo>
                  <a:lnTo>
                    <a:pt x="213075" y="322289"/>
                  </a:lnTo>
                  <a:lnTo>
                    <a:pt x="218154" y="320751"/>
                  </a:lnTo>
                  <a:lnTo>
                    <a:pt x="223182" y="319052"/>
                  </a:lnTo>
                  <a:lnTo>
                    <a:pt x="228153" y="317194"/>
                  </a:lnTo>
                  <a:lnTo>
                    <a:pt x="233063" y="315180"/>
                  </a:lnTo>
                  <a:lnTo>
                    <a:pt x="237907" y="313011"/>
                  </a:lnTo>
                  <a:lnTo>
                    <a:pt x="242679" y="310688"/>
                  </a:lnTo>
                  <a:lnTo>
                    <a:pt x="247375" y="308216"/>
                  </a:lnTo>
                  <a:lnTo>
                    <a:pt x="251991" y="305596"/>
                  </a:lnTo>
                  <a:lnTo>
                    <a:pt x="256520" y="302831"/>
                  </a:lnTo>
                  <a:lnTo>
                    <a:pt x="260960" y="299923"/>
                  </a:lnTo>
                  <a:lnTo>
                    <a:pt x="265305" y="296876"/>
                  </a:lnTo>
                  <a:lnTo>
                    <a:pt x="269551" y="293692"/>
                  </a:lnTo>
                  <a:lnTo>
                    <a:pt x="273694" y="290375"/>
                  </a:lnTo>
                  <a:lnTo>
                    <a:pt x="277730" y="286929"/>
                  </a:lnTo>
                  <a:lnTo>
                    <a:pt x="281654" y="283356"/>
                  </a:lnTo>
                  <a:lnTo>
                    <a:pt x="285463" y="279660"/>
                  </a:lnTo>
                  <a:lnTo>
                    <a:pt x="289153" y="275845"/>
                  </a:lnTo>
                  <a:lnTo>
                    <a:pt x="292719" y="271915"/>
                  </a:lnTo>
                  <a:lnTo>
                    <a:pt x="296160" y="267874"/>
                  </a:lnTo>
                  <a:lnTo>
                    <a:pt x="299470" y="263725"/>
                  </a:lnTo>
                  <a:lnTo>
                    <a:pt x="302646" y="259474"/>
                  </a:lnTo>
                  <a:lnTo>
                    <a:pt x="305687" y="255124"/>
                  </a:lnTo>
                  <a:lnTo>
                    <a:pt x="308587" y="250679"/>
                  </a:lnTo>
                  <a:lnTo>
                    <a:pt x="311345" y="246145"/>
                  </a:lnTo>
                  <a:lnTo>
                    <a:pt x="313958" y="241526"/>
                  </a:lnTo>
                  <a:lnTo>
                    <a:pt x="316422" y="236825"/>
                  </a:lnTo>
                  <a:lnTo>
                    <a:pt x="318737" y="232049"/>
                  </a:lnTo>
                  <a:lnTo>
                    <a:pt x="320898" y="227202"/>
                  </a:lnTo>
                  <a:lnTo>
                    <a:pt x="322905" y="222289"/>
                  </a:lnTo>
                  <a:lnTo>
                    <a:pt x="324754" y="217315"/>
                  </a:lnTo>
                  <a:lnTo>
                    <a:pt x="326445" y="212284"/>
                  </a:lnTo>
                  <a:lnTo>
                    <a:pt x="327975" y="207202"/>
                  </a:lnTo>
                  <a:lnTo>
                    <a:pt x="329343" y="202074"/>
                  </a:lnTo>
                  <a:lnTo>
                    <a:pt x="330548" y="196906"/>
                  </a:lnTo>
                  <a:lnTo>
                    <a:pt x="331588" y="191702"/>
                  </a:lnTo>
                  <a:lnTo>
                    <a:pt x="332462" y="186467"/>
                  </a:lnTo>
                  <a:lnTo>
                    <a:pt x="333170" y="181207"/>
                  </a:lnTo>
                  <a:lnTo>
                    <a:pt x="333710" y="175927"/>
                  </a:lnTo>
                  <a:lnTo>
                    <a:pt x="334083" y="170633"/>
                  </a:lnTo>
                  <a:lnTo>
                    <a:pt x="334287" y="165330"/>
                  </a:lnTo>
                  <a:lnTo>
                    <a:pt x="334323" y="160023"/>
                  </a:lnTo>
                  <a:lnTo>
                    <a:pt x="334190" y="154718"/>
                  </a:lnTo>
                  <a:lnTo>
                    <a:pt x="333889" y="149419"/>
                  </a:lnTo>
                  <a:lnTo>
                    <a:pt x="333420" y="144133"/>
                  </a:lnTo>
                  <a:lnTo>
                    <a:pt x="332783" y="138864"/>
                  </a:lnTo>
                  <a:lnTo>
                    <a:pt x="331979" y="133618"/>
                  </a:lnTo>
                  <a:lnTo>
                    <a:pt x="331010" y="128400"/>
                  </a:lnTo>
                  <a:lnTo>
                    <a:pt x="329875" y="123216"/>
                  </a:lnTo>
                  <a:lnTo>
                    <a:pt x="328576" y="118070"/>
                  </a:lnTo>
                  <a:lnTo>
                    <a:pt x="327114" y="112968"/>
                  </a:lnTo>
                  <a:lnTo>
                    <a:pt x="325491" y="107915"/>
                  </a:lnTo>
                  <a:lnTo>
                    <a:pt x="323709" y="102916"/>
                  </a:lnTo>
                  <a:lnTo>
                    <a:pt x="321769" y="97976"/>
                  </a:lnTo>
                  <a:lnTo>
                    <a:pt x="319673" y="93100"/>
                  </a:lnTo>
                  <a:lnTo>
                    <a:pt x="317423" y="88294"/>
                  </a:lnTo>
                  <a:lnTo>
                    <a:pt x="315022" y="83561"/>
                  </a:lnTo>
                  <a:lnTo>
                    <a:pt x="312472" y="78906"/>
                  </a:lnTo>
                  <a:lnTo>
                    <a:pt x="309775" y="74335"/>
                  </a:lnTo>
                  <a:lnTo>
                    <a:pt x="306935" y="69852"/>
                  </a:lnTo>
                  <a:lnTo>
                    <a:pt x="303954" y="65462"/>
                  </a:lnTo>
                  <a:lnTo>
                    <a:pt x="300834" y="61168"/>
                  </a:lnTo>
                  <a:lnTo>
                    <a:pt x="297581" y="56975"/>
                  </a:lnTo>
                  <a:lnTo>
                    <a:pt x="294195" y="52888"/>
                  </a:lnTo>
                  <a:lnTo>
                    <a:pt x="290682" y="48910"/>
                  </a:lnTo>
                  <a:lnTo>
                    <a:pt x="287044" y="45046"/>
                  </a:lnTo>
                  <a:lnTo>
                    <a:pt x="283285" y="41299"/>
                  </a:lnTo>
                  <a:lnTo>
                    <a:pt x="279410" y="37674"/>
                  </a:lnTo>
                  <a:lnTo>
                    <a:pt x="275421" y="34173"/>
                  </a:lnTo>
                  <a:lnTo>
                    <a:pt x="271323" y="30801"/>
                  </a:lnTo>
                  <a:lnTo>
                    <a:pt x="267120" y="27560"/>
                  </a:lnTo>
                  <a:lnTo>
                    <a:pt x="262816" y="24455"/>
                  </a:lnTo>
                  <a:lnTo>
                    <a:pt x="258416" y="21487"/>
                  </a:lnTo>
                  <a:lnTo>
                    <a:pt x="253924" y="18661"/>
                  </a:lnTo>
                  <a:lnTo>
                    <a:pt x="249344" y="15979"/>
                  </a:lnTo>
                  <a:lnTo>
                    <a:pt x="244682" y="13444"/>
                  </a:lnTo>
                  <a:lnTo>
                    <a:pt x="239941" y="11057"/>
                  </a:lnTo>
                  <a:lnTo>
                    <a:pt x="235127" y="8823"/>
                  </a:lnTo>
                  <a:lnTo>
                    <a:pt x="230245" y="6743"/>
                  </a:lnTo>
                  <a:lnTo>
                    <a:pt x="225299" y="4818"/>
                  </a:lnTo>
                  <a:lnTo>
                    <a:pt x="220295" y="3052"/>
                  </a:lnTo>
                  <a:lnTo>
                    <a:pt x="215236" y="1445"/>
                  </a:lnTo>
                  <a:lnTo>
                    <a:pt x="210130" y="0"/>
                  </a:lnTo>
                  <a:lnTo>
                    <a:pt x="167162" y="1615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2967" cy="167167"/>
            </a:xfrm>
            <a:custGeom>
              <a:avLst/>
              <a:pathLst>
                <a:path w="42967" h="167167">
                  <a:moveTo>
                    <a:pt x="42967" y="5616"/>
                  </a:moveTo>
                  <a:lnTo>
                    <a:pt x="36940" y="4132"/>
                  </a:lnTo>
                  <a:lnTo>
                    <a:pt x="30861" y="2873"/>
                  </a:lnTo>
                  <a:lnTo>
                    <a:pt x="24740" y="1840"/>
                  </a:lnTo>
                  <a:lnTo>
                    <a:pt x="18585" y="1036"/>
                  </a:lnTo>
                  <a:lnTo>
                    <a:pt x="12404" y="460"/>
                  </a:lnTo>
                  <a:lnTo>
                    <a:pt x="6206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2025-06-05T17:28:54Z</dcterms:modified>
  <cp:category/>
</cp:coreProperties>
</file>