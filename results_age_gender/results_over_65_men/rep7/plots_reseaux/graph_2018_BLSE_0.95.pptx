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00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242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220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46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4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29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42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57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0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74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220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1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312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246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6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3695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246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6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0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28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33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313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246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298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94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294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73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20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62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60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68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0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688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347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33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1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3601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2716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369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419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3778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175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241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605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3208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20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1512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96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001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2330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734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0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2716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653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00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17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7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200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175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200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3122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2684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28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1869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2684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58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587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18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202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2429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2202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1946" y="3170392"/>
              <a:ext cx="51832" cy="167167"/>
            </a:xfrm>
            <a:custGeom>
              <a:avLst/>
              <a:pathLst>
                <a:path w="51832" h="167167">
                  <a:moveTo>
                    <a:pt x="51832" y="0"/>
                  </a:moveTo>
                  <a:lnTo>
                    <a:pt x="45977" y="102"/>
                  </a:lnTo>
                  <a:lnTo>
                    <a:pt x="40130" y="410"/>
                  </a:lnTo>
                  <a:lnTo>
                    <a:pt x="34297" y="922"/>
                  </a:lnTo>
                  <a:lnTo>
                    <a:pt x="28486" y="1638"/>
                  </a:lnTo>
                  <a:lnTo>
                    <a:pt x="22703" y="2557"/>
                  </a:lnTo>
                  <a:lnTo>
                    <a:pt x="16956" y="3678"/>
                  </a:lnTo>
                  <a:lnTo>
                    <a:pt x="11252" y="5000"/>
                  </a:lnTo>
                  <a:lnTo>
                    <a:pt x="5597" y="6520"/>
                  </a:lnTo>
                  <a:lnTo>
                    <a:pt x="0" y="8238"/>
                  </a:lnTo>
                  <a:lnTo>
                    <a:pt x="5183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31946" y="3178631"/>
              <a:ext cx="51832" cy="158928"/>
            </a:xfrm>
            <a:custGeom>
              <a:avLst/>
              <a:pathLst>
                <a:path w="51832" h="158928">
                  <a:moveTo>
                    <a:pt x="0" y="0"/>
                  </a:moveTo>
                  <a:lnTo>
                    <a:pt x="51832" y="15892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816617" y="3170680"/>
              <a:ext cx="334327" cy="334031"/>
            </a:xfrm>
            <a:custGeom>
              <a:avLst/>
              <a:pathLst>
                <a:path w="334327" h="334031">
                  <a:moveTo>
                    <a:pt x="115329" y="7951"/>
                  </a:moveTo>
                  <a:lnTo>
                    <a:pt x="110333" y="9668"/>
                  </a:lnTo>
                  <a:lnTo>
                    <a:pt x="105394" y="11542"/>
                  </a:lnTo>
                  <a:lnTo>
                    <a:pt x="100517" y="13571"/>
                  </a:lnTo>
                  <a:lnTo>
                    <a:pt x="95707" y="15753"/>
                  </a:lnTo>
                  <a:lnTo>
                    <a:pt x="90967" y="18086"/>
                  </a:lnTo>
                  <a:lnTo>
                    <a:pt x="86304" y="20568"/>
                  </a:lnTo>
                  <a:lnTo>
                    <a:pt x="81722" y="23195"/>
                  </a:lnTo>
                  <a:lnTo>
                    <a:pt x="77225" y="25967"/>
                  </a:lnTo>
                  <a:lnTo>
                    <a:pt x="72818" y="28878"/>
                  </a:lnTo>
                  <a:lnTo>
                    <a:pt x="68505" y="31928"/>
                  </a:lnTo>
                  <a:lnTo>
                    <a:pt x="64290" y="35113"/>
                  </a:lnTo>
                  <a:lnTo>
                    <a:pt x="60178" y="38429"/>
                  </a:lnTo>
                  <a:lnTo>
                    <a:pt x="56173" y="41873"/>
                  </a:lnTo>
                  <a:lnTo>
                    <a:pt x="52279" y="45442"/>
                  </a:lnTo>
                  <a:lnTo>
                    <a:pt x="48500" y="49132"/>
                  </a:lnTo>
                  <a:lnTo>
                    <a:pt x="44839" y="52940"/>
                  </a:lnTo>
                  <a:lnTo>
                    <a:pt x="41300" y="56862"/>
                  </a:lnTo>
                  <a:lnTo>
                    <a:pt x="37886" y="60893"/>
                  </a:lnTo>
                  <a:lnTo>
                    <a:pt x="34602" y="65031"/>
                  </a:lnTo>
                  <a:lnTo>
                    <a:pt x="31451" y="69270"/>
                  </a:lnTo>
                  <a:lnTo>
                    <a:pt x="28434" y="73606"/>
                  </a:lnTo>
                  <a:lnTo>
                    <a:pt x="25557" y="78036"/>
                  </a:lnTo>
                  <a:lnTo>
                    <a:pt x="22820" y="82554"/>
                  </a:lnTo>
                  <a:lnTo>
                    <a:pt x="20228" y="87157"/>
                  </a:lnTo>
                  <a:lnTo>
                    <a:pt x="17783" y="91839"/>
                  </a:lnTo>
                  <a:lnTo>
                    <a:pt x="15486" y="96596"/>
                  </a:lnTo>
                  <a:lnTo>
                    <a:pt x="13341" y="101423"/>
                  </a:lnTo>
                  <a:lnTo>
                    <a:pt x="11350" y="106316"/>
                  </a:lnTo>
                  <a:lnTo>
                    <a:pt x="9514" y="111269"/>
                  </a:lnTo>
                  <a:lnTo>
                    <a:pt x="7836" y="116278"/>
                  </a:lnTo>
                  <a:lnTo>
                    <a:pt x="6317" y="121337"/>
                  </a:lnTo>
                  <a:lnTo>
                    <a:pt x="4958" y="126441"/>
                  </a:lnTo>
                  <a:lnTo>
                    <a:pt x="3762" y="131586"/>
                  </a:lnTo>
                  <a:lnTo>
                    <a:pt x="2728" y="136767"/>
                  </a:lnTo>
                  <a:lnTo>
                    <a:pt x="1859" y="141977"/>
                  </a:lnTo>
                  <a:lnTo>
                    <a:pt x="1154" y="147212"/>
                  </a:lnTo>
                  <a:lnTo>
                    <a:pt x="616" y="152467"/>
                  </a:lnTo>
                  <a:lnTo>
                    <a:pt x="244" y="157736"/>
                  </a:lnTo>
                  <a:lnTo>
                    <a:pt x="38" y="163015"/>
                  </a:lnTo>
                  <a:lnTo>
                    <a:pt x="0" y="168297"/>
                  </a:lnTo>
                  <a:lnTo>
                    <a:pt x="128" y="173578"/>
                  </a:lnTo>
                  <a:lnTo>
                    <a:pt x="423" y="178852"/>
                  </a:lnTo>
                  <a:lnTo>
                    <a:pt x="884" y="184114"/>
                  </a:lnTo>
                  <a:lnTo>
                    <a:pt x="1512" y="189359"/>
                  </a:lnTo>
                  <a:lnTo>
                    <a:pt x="2305" y="194581"/>
                  </a:lnTo>
                  <a:lnTo>
                    <a:pt x="3262" y="199776"/>
                  </a:lnTo>
                  <a:lnTo>
                    <a:pt x="4383" y="204938"/>
                  </a:lnTo>
                  <a:lnTo>
                    <a:pt x="5667" y="210062"/>
                  </a:lnTo>
                  <a:lnTo>
                    <a:pt x="7112" y="215143"/>
                  </a:lnTo>
                  <a:lnTo>
                    <a:pt x="8717" y="220176"/>
                  </a:lnTo>
                  <a:lnTo>
                    <a:pt x="10480" y="225155"/>
                  </a:lnTo>
                  <a:lnTo>
                    <a:pt x="12399" y="230076"/>
                  </a:lnTo>
                  <a:lnTo>
                    <a:pt x="14473" y="234934"/>
                  </a:lnTo>
                  <a:lnTo>
                    <a:pt x="16700" y="239725"/>
                  </a:lnTo>
                  <a:lnTo>
                    <a:pt x="19076" y="244442"/>
                  </a:lnTo>
                  <a:lnTo>
                    <a:pt x="21601" y="249082"/>
                  </a:lnTo>
                  <a:lnTo>
                    <a:pt x="24271" y="253640"/>
                  </a:lnTo>
                  <a:lnTo>
                    <a:pt x="27083" y="258111"/>
                  </a:lnTo>
                  <a:lnTo>
                    <a:pt x="30036" y="262492"/>
                  </a:lnTo>
                  <a:lnTo>
                    <a:pt x="33125" y="266776"/>
                  </a:lnTo>
                  <a:lnTo>
                    <a:pt x="36348" y="270961"/>
                  </a:lnTo>
                  <a:lnTo>
                    <a:pt x="39702" y="275042"/>
                  </a:lnTo>
                  <a:lnTo>
                    <a:pt x="43183" y="279015"/>
                  </a:lnTo>
                  <a:lnTo>
                    <a:pt x="46788" y="282877"/>
                  </a:lnTo>
                  <a:lnTo>
                    <a:pt x="50513" y="286622"/>
                  </a:lnTo>
                  <a:lnTo>
                    <a:pt x="54355" y="290248"/>
                  </a:lnTo>
                  <a:lnTo>
                    <a:pt x="58309" y="293750"/>
                  </a:lnTo>
                  <a:lnTo>
                    <a:pt x="62372" y="297126"/>
                  </a:lnTo>
                  <a:lnTo>
                    <a:pt x="66539" y="300372"/>
                  </a:lnTo>
                  <a:lnTo>
                    <a:pt x="70807" y="303484"/>
                  </a:lnTo>
                  <a:lnTo>
                    <a:pt x="75171" y="306460"/>
                  </a:lnTo>
                  <a:lnTo>
                    <a:pt x="79627" y="309297"/>
                  </a:lnTo>
                  <a:lnTo>
                    <a:pt x="84171" y="311992"/>
                  </a:lnTo>
                  <a:lnTo>
                    <a:pt x="88797" y="314541"/>
                  </a:lnTo>
                  <a:lnTo>
                    <a:pt x="93501" y="316944"/>
                  </a:lnTo>
                  <a:lnTo>
                    <a:pt x="98279" y="319196"/>
                  </a:lnTo>
                  <a:lnTo>
                    <a:pt x="103126" y="321296"/>
                  </a:lnTo>
                  <a:lnTo>
                    <a:pt x="108037" y="323242"/>
                  </a:lnTo>
                  <a:lnTo>
                    <a:pt x="113007" y="325032"/>
                  </a:lnTo>
                  <a:lnTo>
                    <a:pt x="118031" y="326664"/>
                  </a:lnTo>
                  <a:lnTo>
                    <a:pt x="123104" y="328137"/>
                  </a:lnTo>
                  <a:lnTo>
                    <a:pt x="128221" y="329448"/>
                  </a:lnTo>
                  <a:lnTo>
                    <a:pt x="133377" y="330597"/>
                  </a:lnTo>
                  <a:lnTo>
                    <a:pt x="138566" y="331583"/>
                  </a:lnTo>
                  <a:lnTo>
                    <a:pt x="143784" y="332404"/>
                  </a:lnTo>
                  <a:lnTo>
                    <a:pt x="149026" y="333060"/>
                  </a:lnTo>
                  <a:lnTo>
                    <a:pt x="154285" y="333550"/>
                  </a:lnTo>
                  <a:lnTo>
                    <a:pt x="159558" y="333874"/>
                  </a:lnTo>
                  <a:lnTo>
                    <a:pt x="164838" y="334031"/>
                  </a:lnTo>
                  <a:lnTo>
                    <a:pt x="170120" y="334021"/>
                  </a:lnTo>
                  <a:lnTo>
                    <a:pt x="175399" y="333844"/>
                  </a:lnTo>
                  <a:lnTo>
                    <a:pt x="180670" y="333500"/>
                  </a:lnTo>
                  <a:lnTo>
                    <a:pt x="185928" y="332990"/>
                  </a:lnTo>
                  <a:lnTo>
                    <a:pt x="191167" y="332314"/>
                  </a:lnTo>
                  <a:lnTo>
                    <a:pt x="196382" y="331473"/>
                  </a:lnTo>
                  <a:lnTo>
                    <a:pt x="201568" y="330468"/>
                  </a:lnTo>
                  <a:lnTo>
                    <a:pt x="206719" y="329299"/>
                  </a:lnTo>
                  <a:lnTo>
                    <a:pt x="211831" y="327968"/>
                  </a:lnTo>
                  <a:lnTo>
                    <a:pt x="216898" y="326476"/>
                  </a:lnTo>
                  <a:lnTo>
                    <a:pt x="221916" y="324825"/>
                  </a:lnTo>
                  <a:lnTo>
                    <a:pt x="226879" y="323016"/>
                  </a:lnTo>
                  <a:lnTo>
                    <a:pt x="231782" y="321052"/>
                  </a:lnTo>
                  <a:lnTo>
                    <a:pt x="236621" y="318933"/>
                  </a:lnTo>
                  <a:lnTo>
                    <a:pt x="241391" y="316662"/>
                  </a:lnTo>
                  <a:lnTo>
                    <a:pt x="246086" y="314242"/>
                  </a:lnTo>
                  <a:lnTo>
                    <a:pt x="250703" y="311675"/>
                  </a:lnTo>
                  <a:lnTo>
                    <a:pt x="255236" y="308963"/>
                  </a:lnTo>
                  <a:lnTo>
                    <a:pt x="259681" y="306110"/>
                  </a:lnTo>
                  <a:lnTo>
                    <a:pt x="264034" y="303117"/>
                  </a:lnTo>
                  <a:lnTo>
                    <a:pt x="268290" y="299988"/>
                  </a:lnTo>
                  <a:lnTo>
                    <a:pt x="272445" y="296727"/>
                  </a:lnTo>
                  <a:lnTo>
                    <a:pt x="276495" y="293335"/>
                  </a:lnTo>
                  <a:lnTo>
                    <a:pt x="280436" y="289818"/>
                  </a:lnTo>
                  <a:lnTo>
                    <a:pt x="284263" y="286177"/>
                  </a:lnTo>
                  <a:lnTo>
                    <a:pt x="287974" y="282418"/>
                  </a:lnTo>
                  <a:lnTo>
                    <a:pt x="291564" y="278543"/>
                  </a:lnTo>
                  <a:lnTo>
                    <a:pt x="295030" y="274557"/>
                  </a:lnTo>
                  <a:lnTo>
                    <a:pt x="298368" y="270463"/>
                  </a:lnTo>
                  <a:lnTo>
                    <a:pt x="301576" y="266266"/>
                  </a:lnTo>
                  <a:lnTo>
                    <a:pt x="304649" y="261969"/>
                  </a:lnTo>
                  <a:lnTo>
                    <a:pt x="307584" y="257578"/>
                  </a:lnTo>
                  <a:lnTo>
                    <a:pt x="310380" y="253096"/>
                  </a:lnTo>
                  <a:lnTo>
                    <a:pt x="313032" y="248528"/>
                  </a:lnTo>
                  <a:lnTo>
                    <a:pt x="315539" y="243878"/>
                  </a:lnTo>
                  <a:lnTo>
                    <a:pt x="317898" y="239152"/>
                  </a:lnTo>
                  <a:lnTo>
                    <a:pt x="320106" y="234353"/>
                  </a:lnTo>
                  <a:lnTo>
                    <a:pt x="322162" y="229487"/>
                  </a:lnTo>
                  <a:lnTo>
                    <a:pt x="324062" y="224559"/>
                  </a:lnTo>
                  <a:lnTo>
                    <a:pt x="325806" y="219573"/>
                  </a:lnTo>
                  <a:lnTo>
                    <a:pt x="327392" y="214534"/>
                  </a:lnTo>
                  <a:lnTo>
                    <a:pt x="328818" y="209448"/>
                  </a:lnTo>
                  <a:lnTo>
                    <a:pt x="330082" y="204319"/>
                  </a:lnTo>
                  <a:lnTo>
                    <a:pt x="331184" y="199152"/>
                  </a:lnTo>
                  <a:lnTo>
                    <a:pt x="332121" y="193954"/>
                  </a:lnTo>
                  <a:lnTo>
                    <a:pt x="332894" y="188729"/>
                  </a:lnTo>
                  <a:lnTo>
                    <a:pt x="333502" y="183481"/>
                  </a:lnTo>
                  <a:lnTo>
                    <a:pt x="333943" y="178217"/>
                  </a:lnTo>
                  <a:lnTo>
                    <a:pt x="334218" y="172942"/>
                  </a:lnTo>
                  <a:lnTo>
                    <a:pt x="334327" y="167661"/>
                  </a:lnTo>
                  <a:lnTo>
                    <a:pt x="334268" y="162379"/>
                  </a:lnTo>
                  <a:lnTo>
                    <a:pt x="334042" y="157102"/>
                  </a:lnTo>
                  <a:lnTo>
                    <a:pt x="333650" y="151834"/>
                  </a:lnTo>
                  <a:lnTo>
                    <a:pt x="333091" y="146581"/>
                  </a:lnTo>
                  <a:lnTo>
                    <a:pt x="332367" y="141349"/>
                  </a:lnTo>
                  <a:lnTo>
                    <a:pt x="331478" y="136142"/>
                  </a:lnTo>
                  <a:lnTo>
                    <a:pt x="330425" y="130965"/>
                  </a:lnTo>
                  <a:lnTo>
                    <a:pt x="329209" y="125825"/>
                  </a:lnTo>
                  <a:lnTo>
                    <a:pt x="327831" y="120725"/>
                  </a:lnTo>
                  <a:lnTo>
                    <a:pt x="326292" y="115672"/>
                  </a:lnTo>
                  <a:lnTo>
                    <a:pt x="324595" y="110670"/>
                  </a:lnTo>
                  <a:lnTo>
                    <a:pt x="322740" y="105724"/>
                  </a:lnTo>
                  <a:lnTo>
                    <a:pt x="320730" y="100839"/>
                  </a:lnTo>
                  <a:lnTo>
                    <a:pt x="318567" y="96020"/>
                  </a:lnTo>
                  <a:lnTo>
                    <a:pt x="316253" y="91271"/>
                  </a:lnTo>
                  <a:lnTo>
                    <a:pt x="313789" y="86599"/>
                  </a:lnTo>
                  <a:lnTo>
                    <a:pt x="311180" y="82006"/>
                  </a:lnTo>
                  <a:lnTo>
                    <a:pt x="308426" y="77498"/>
                  </a:lnTo>
                  <a:lnTo>
                    <a:pt x="305532" y="73079"/>
                  </a:lnTo>
                  <a:lnTo>
                    <a:pt x="302499" y="68754"/>
                  </a:lnTo>
                  <a:lnTo>
                    <a:pt x="299331" y="64527"/>
                  </a:lnTo>
                  <a:lnTo>
                    <a:pt x="296031" y="60402"/>
                  </a:lnTo>
                  <a:lnTo>
                    <a:pt x="292603" y="56384"/>
                  </a:lnTo>
                  <a:lnTo>
                    <a:pt x="289049" y="52476"/>
                  </a:lnTo>
                  <a:lnTo>
                    <a:pt x="285374" y="48682"/>
                  </a:lnTo>
                  <a:lnTo>
                    <a:pt x="281580" y="45006"/>
                  </a:lnTo>
                  <a:lnTo>
                    <a:pt x="277672" y="41452"/>
                  </a:lnTo>
                  <a:lnTo>
                    <a:pt x="273654" y="38023"/>
                  </a:lnTo>
                  <a:lnTo>
                    <a:pt x="269530" y="34722"/>
                  </a:lnTo>
                  <a:lnTo>
                    <a:pt x="265303" y="31554"/>
                  </a:lnTo>
                  <a:lnTo>
                    <a:pt x="260979" y="28521"/>
                  </a:lnTo>
                  <a:lnTo>
                    <a:pt x="256560" y="25625"/>
                  </a:lnTo>
                  <a:lnTo>
                    <a:pt x="252053" y="22871"/>
                  </a:lnTo>
                  <a:lnTo>
                    <a:pt x="247460" y="20261"/>
                  </a:lnTo>
                  <a:lnTo>
                    <a:pt x="242788" y="17797"/>
                  </a:lnTo>
                  <a:lnTo>
                    <a:pt x="238040" y="15482"/>
                  </a:lnTo>
                  <a:lnTo>
                    <a:pt x="233221" y="13318"/>
                  </a:lnTo>
                  <a:lnTo>
                    <a:pt x="228336" y="11308"/>
                  </a:lnTo>
                  <a:lnTo>
                    <a:pt x="223391" y="9453"/>
                  </a:lnTo>
                  <a:lnTo>
                    <a:pt x="218389" y="7755"/>
                  </a:lnTo>
                  <a:lnTo>
                    <a:pt x="213335" y="6216"/>
                  </a:lnTo>
                  <a:lnTo>
                    <a:pt x="208236" y="4837"/>
                  </a:lnTo>
                  <a:lnTo>
                    <a:pt x="203096" y="3620"/>
                  </a:lnTo>
                  <a:lnTo>
                    <a:pt x="197920" y="2566"/>
                  </a:lnTo>
                  <a:lnTo>
                    <a:pt x="192713" y="1676"/>
                  </a:lnTo>
                  <a:lnTo>
                    <a:pt x="187481" y="952"/>
                  </a:lnTo>
                  <a:lnTo>
                    <a:pt x="182228" y="392"/>
                  </a:lnTo>
                  <a:lnTo>
                    <a:pt x="176960" y="0"/>
                  </a:lnTo>
                  <a:lnTo>
                    <a:pt x="167161" y="1668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83779" y="3170392"/>
              <a:ext cx="9799" cy="167167"/>
            </a:xfrm>
            <a:custGeom>
              <a:avLst/>
              <a:pathLst>
                <a:path w="9799" h="167167">
                  <a:moveTo>
                    <a:pt x="9799" y="28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1853" y="2633064"/>
              <a:ext cx="167158" cy="192500"/>
            </a:xfrm>
            <a:custGeom>
              <a:avLst/>
              <a:pathLst>
                <a:path w="167158" h="192500">
                  <a:moveTo>
                    <a:pt x="167158" y="0"/>
                  </a:moveTo>
                  <a:lnTo>
                    <a:pt x="161725" y="88"/>
                  </a:lnTo>
                  <a:lnTo>
                    <a:pt x="156297" y="353"/>
                  </a:lnTo>
                  <a:lnTo>
                    <a:pt x="150881" y="794"/>
                  </a:lnTo>
                  <a:lnTo>
                    <a:pt x="145482" y="1411"/>
                  </a:lnTo>
                  <a:lnTo>
                    <a:pt x="140106" y="2203"/>
                  </a:lnTo>
                  <a:lnTo>
                    <a:pt x="134758" y="3169"/>
                  </a:lnTo>
                  <a:lnTo>
                    <a:pt x="129445" y="4309"/>
                  </a:lnTo>
                  <a:lnTo>
                    <a:pt x="124172" y="5621"/>
                  </a:lnTo>
                  <a:lnTo>
                    <a:pt x="118944" y="7103"/>
                  </a:lnTo>
                  <a:lnTo>
                    <a:pt x="113767" y="8755"/>
                  </a:lnTo>
                  <a:lnTo>
                    <a:pt x="108647" y="10574"/>
                  </a:lnTo>
                  <a:lnTo>
                    <a:pt x="103588" y="12558"/>
                  </a:lnTo>
                  <a:lnTo>
                    <a:pt x="98596" y="14706"/>
                  </a:lnTo>
                  <a:lnTo>
                    <a:pt x="93677" y="17015"/>
                  </a:lnTo>
                  <a:lnTo>
                    <a:pt x="88836" y="19483"/>
                  </a:lnTo>
                  <a:lnTo>
                    <a:pt x="84077" y="22107"/>
                  </a:lnTo>
                  <a:lnTo>
                    <a:pt x="79406" y="24884"/>
                  </a:lnTo>
                  <a:lnTo>
                    <a:pt x="74828" y="27811"/>
                  </a:lnTo>
                  <a:lnTo>
                    <a:pt x="70347" y="30885"/>
                  </a:lnTo>
                  <a:lnTo>
                    <a:pt x="65969" y="34104"/>
                  </a:lnTo>
                  <a:lnTo>
                    <a:pt x="61698" y="37463"/>
                  </a:lnTo>
                  <a:lnTo>
                    <a:pt x="57538" y="40959"/>
                  </a:lnTo>
                  <a:lnTo>
                    <a:pt x="53493" y="44589"/>
                  </a:lnTo>
                  <a:lnTo>
                    <a:pt x="49569" y="48348"/>
                  </a:lnTo>
                  <a:lnTo>
                    <a:pt x="45770" y="52233"/>
                  </a:lnTo>
                  <a:lnTo>
                    <a:pt x="42098" y="56239"/>
                  </a:lnTo>
                  <a:lnTo>
                    <a:pt x="38559" y="60362"/>
                  </a:lnTo>
                  <a:lnTo>
                    <a:pt x="35155" y="64598"/>
                  </a:lnTo>
                  <a:lnTo>
                    <a:pt x="31891" y="68943"/>
                  </a:lnTo>
                  <a:lnTo>
                    <a:pt x="28770" y="73391"/>
                  </a:lnTo>
                  <a:lnTo>
                    <a:pt x="25796" y="77939"/>
                  </a:lnTo>
                  <a:lnTo>
                    <a:pt x="22970" y="82581"/>
                  </a:lnTo>
                  <a:lnTo>
                    <a:pt x="20297" y="87312"/>
                  </a:lnTo>
                  <a:lnTo>
                    <a:pt x="17779" y="92127"/>
                  </a:lnTo>
                  <a:lnTo>
                    <a:pt x="15419" y="97022"/>
                  </a:lnTo>
                  <a:lnTo>
                    <a:pt x="13219" y="101991"/>
                  </a:lnTo>
                  <a:lnTo>
                    <a:pt x="11182" y="107029"/>
                  </a:lnTo>
                  <a:lnTo>
                    <a:pt x="9310" y="112130"/>
                  </a:lnTo>
                  <a:lnTo>
                    <a:pt x="7605" y="117290"/>
                  </a:lnTo>
                  <a:lnTo>
                    <a:pt x="6068" y="122502"/>
                  </a:lnTo>
                  <a:lnTo>
                    <a:pt x="4701" y="127761"/>
                  </a:lnTo>
                  <a:lnTo>
                    <a:pt x="3506" y="133062"/>
                  </a:lnTo>
                  <a:lnTo>
                    <a:pt x="2484" y="138399"/>
                  </a:lnTo>
                  <a:lnTo>
                    <a:pt x="1636" y="143767"/>
                  </a:lnTo>
                  <a:lnTo>
                    <a:pt x="963" y="149159"/>
                  </a:lnTo>
                  <a:lnTo>
                    <a:pt x="466" y="154570"/>
                  </a:lnTo>
                  <a:lnTo>
                    <a:pt x="144" y="159995"/>
                  </a:lnTo>
                  <a:lnTo>
                    <a:pt x="0" y="165427"/>
                  </a:lnTo>
                  <a:lnTo>
                    <a:pt x="31" y="170861"/>
                  </a:lnTo>
                  <a:lnTo>
                    <a:pt x="240" y="176291"/>
                  </a:lnTo>
                  <a:lnTo>
                    <a:pt x="624" y="181711"/>
                  </a:lnTo>
                  <a:lnTo>
                    <a:pt x="1185" y="187116"/>
                  </a:lnTo>
                  <a:lnTo>
                    <a:pt x="1921" y="19250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774" y="2800231"/>
              <a:ext cx="165236" cy="25333"/>
            </a:xfrm>
            <a:custGeom>
              <a:avLst/>
              <a:pathLst>
                <a:path w="165236" h="25333">
                  <a:moveTo>
                    <a:pt x="0" y="25333"/>
                  </a:moveTo>
                  <a:lnTo>
                    <a:pt x="16523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774" y="2659661"/>
              <a:ext cx="332396" cy="307719"/>
            </a:xfrm>
            <a:custGeom>
              <a:avLst/>
              <a:pathLst>
                <a:path w="332396" h="307719">
                  <a:moveTo>
                    <a:pt x="0" y="165903"/>
                  </a:moveTo>
                  <a:lnTo>
                    <a:pt x="892" y="171161"/>
                  </a:lnTo>
                  <a:lnTo>
                    <a:pt x="1951" y="176389"/>
                  </a:lnTo>
                  <a:lnTo>
                    <a:pt x="3177" y="181579"/>
                  </a:lnTo>
                  <a:lnTo>
                    <a:pt x="4568" y="186728"/>
                  </a:lnTo>
                  <a:lnTo>
                    <a:pt x="6122" y="191831"/>
                  </a:lnTo>
                  <a:lnTo>
                    <a:pt x="7839" y="196880"/>
                  </a:lnTo>
                  <a:lnTo>
                    <a:pt x="9715" y="201873"/>
                  </a:lnTo>
                  <a:lnTo>
                    <a:pt x="11750" y="206803"/>
                  </a:lnTo>
                  <a:lnTo>
                    <a:pt x="13941" y="211666"/>
                  </a:lnTo>
                  <a:lnTo>
                    <a:pt x="16286" y="216456"/>
                  </a:lnTo>
                  <a:lnTo>
                    <a:pt x="18783" y="221170"/>
                  </a:lnTo>
                  <a:lnTo>
                    <a:pt x="21429" y="225801"/>
                  </a:lnTo>
                  <a:lnTo>
                    <a:pt x="24221" y="230345"/>
                  </a:lnTo>
                  <a:lnTo>
                    <a:pt x="27157" y="234798"/>
                  </a:lnTo>
                  <a:lnTo>
                    <a:pt x="30233" y="239155"/>
                  </a:lnTo>
                  <a:lnTo>
                    <a:pt x="33447" y="243412"/>
                  </a:lnTo>
                  <a:lnTo>
                    <a:pt x="36795" y="247564"/>
                  </a:lnTo>
                  <a:lnTo>
                    <a:pt x="40273" y="251607"/>
                  </a:lnTo>
                  <a:lnTo>
                    <a:pt x="43879" y="255537"/>
                  </a:lnTo>
                  <a:lnTo>
                    <a:pt x="47609" y="259350"/>
                  </a:lnTo>
                  <a:lnTo>
                    <a:pt x="51458" y="263042"/>
                  </a:lnTo>
                  <a:lnTo>
                    <a:pt x="55423" y="266609"/>
                  </a:lnTo>
                  <a:lnTo>
                    <a:pt x="59500" y="270048"/>
                  </a:lnTo>
                  <a:lnTo>
                    <a:pt x="63684" y="273355"/>
                  </a:lnTo>
                  <a:lnTo>
                    <a:pt x="67972" y="276527"/>
                  </a:lnTo>
                  <a:lnTo>
                    <a:pt x="72359" y="279561"/>
                  </a:lnTo>
                  <a:lnTo>
                    <a:pt x="76840" y="282453"/>
                  </a:lnTo>
                  <a:lnTo>
                    <a:pt x="81411" y="285201"/>
                  </a:lnTo>
                  <a:lnTo>
                    <a:pt x="86068" y="287802"/>
                  </a:lnTo>
                  <a:lnTo>
                    <a:pt x="90805" y="290252"/>
                  </a:lnTo>
                  <a:lnTo>
                    <a:pt x="95618" y="292551"/>
                  </a:lnTo>
                  <a:lnTo>
                    <a:pt x="100502" y="294694"/>
                  </a:lnTo>
                  <a:lnTo>
                    <a:pt x="105452" y="296681"/>
                  </a:lnTo>
                  <a:lnTo>
                    <a:pt x="110463" y="298509"/>
                  </a:lnTo>
                  <a:lnTo>
                    <a:pt x="115529" y="300176"/>
                  </a:lnTo>
                  <a:lnTo>
                    <a:pt x="120646" y="301680"/>
                  </a:lnTo>
                  <a:lnTo>
                    <a:pt x="125808" y="303021"/>
                  </a:lnTo>
                  <a:lnTo>
                    <a:pt x="131011" y="304196"/>
                  </a:lnTo>
                  <a:lnTo>
                    <a:pt x="136248" y="305204"/>
                  </a:lnTo>
                  <a:lnTo>
                    <a:pt x="141515" y="306045"/>
                  </a:lnTo>
                  <a:lnTo>
                    <a:pt x="146806" y="306718"/>
                  </a:lnTo>
                  <a:lnTo>
                    <a:pt x="152116" y="307221"/>
                  </a:lnTo>
                  <a:lnTo>
                    <a:pt x="157439" y="307555"/>
                  </a:lnTo>
                  <a:lnTo>
                    <a:pt x="162770" y="307719"/>
                  </a:lnTo>
                  <a:lnTo>
                    <a:pt x="168104" y="307712"/>
                  </a:lnTo>
                  <a:lnTo>
                    <a:pt x="173435" y="307536"/>
                  </a:lnTo>
                  <a:lnTo>
                    <a:pt x="178757" y="307189"/>
                  </a:lnTo>
                  <a:lnTo>
                    <a:pt x="184066" y="306673"/>
                  </a:lnTo>
                  <a:lnTo>
                    <a:pt x="189355" y="305988"/>
                  </a:lnTo>
                  <a:lnTo>
                    <a:pt x="194620" y="305134"/>
                  </a:lnTo>
                  <a:lnTo>
                    <a:pt x="199855" y="304113"/>
                  </a:lnTo>
                  <a:lnTo>
                    <a:pt x="205055" y="302925"/>
                  </a:lnTo>
                  <a:lnTo>
                    <a:pt x="210214" y="301572"/>
                  </a:lnTo>
                  <a:lnTo>
                    <a:pt x="215327" y="300056"/>
                  </a:lnTo>
                  <a:lnTo>
                    <a:pt x="220389" y="298377"/>
                  </a:lnTo>
                  <a:lnTo>
                    <a:pt x="225396" y="296537"/>
                  </a:lnTo>
                  <a:lnTo>
                    <a:pt x="230341" y="294538"/>
                  </a:lnTo>
                  <a:lnTo>
                    <a:pt x="235219" y="292383"/>
                  </a:lnTo>
                  <a:lnTo>
                    <a:pt x="240027" y="290073"/>
                  </a:lnTo>
                  <a:lnTo>
                    <a:pt x="244758" y="287611"/>
                  </a:lnTo>
                  <a:lnTo>
                    <a:pt x="249409" y="284999"/>
                  </a:lnTo>
                  <a:lnTo>
                    <a:pt x="253973" y="282240"/>
                  </a:lnTo>
                  <a:lnTo>
                    <a:pt x="258448" y="279337"/>
                  </a:lnTo>
                  <a:lnTo>
                    <a:pt x="262827" y="276293"/>
                  </a:lnTo>
                  <a:lnTo>
                    <a:pt x="267107" y="273111"/>
                  </a:lnTo>
                  <a:lnTo>
                    <a:pt x="271284" y="269793"/>
                  </a:lnTo>
                  <a:lnTo>
                    <a:pt x="275352" y="266345"/>
                  </a:lnTo>
                  <a:lnTo>
                    <a:pt x="279309" y="262768"/>
                  </a:lnTo>
                  <a:lnTo>
                    <a:pt x="283149" y="259066"/>
                  </a:lnTo>
                  <a:lnTo>
                    <a:pt x="286869" y="255244"/>
                  </a:lnTo>
                  <a:lnTo>
                    <a:pt x="290466" y="251306"/>
                  </a:lnTo>
                  <a:lnTo>
                    <a:pt x="293935" y="247254"/>
                  </a:lnTo>
                  <a:lnTo>
                    <a:pt x="297273" y="243094"/>
                  </a:lnTo>
                  <a:lnTo>
                    <a:pt x="300476" y="238830"/>
                  </a:lnTo>
                  <a:lnTo>
                    <a:pt x="303542" y="234466"/>
                  </a:lnTo>
                  <a:lnTo>
                    <a:pt x="306467" y="230006"/>
                  </a:lnTo>
                  <a:lnTo>
                    <a:pt x="309248" y="225455"/>
                  </a:lnTo>
                  <a:lnTo>
                    <a:pt x="311883" y="220817"/>
                  </a:lnTo>
                  <a:lnTo>
                    <a:pt x="314368" y="216098"/>
                  </a:lnTo>
                  <a:lnTo>
                    <a:pt x="316702" y="211302"/>
                  </a:lnTo>
                  <a:lnTo>
                    <a:pt x="318881" y="206434"/>
                  </a:lnTo>
                  <a:lnTo>
                    <a:pt x="320904" y="201499"/>
                  </a:lnTo>
                  <a:lnTo>
                    <a:pt x="322769" y="196502"/>
                  </a:lnTo>
                  <a:lnTo>
                    <a:pt x="324473" y="191448"/>
                  </a:lnTo>
                  <a:lnTo>
                    <a:pt x="326015" y="186342"/>
                  </a:lnTo>
                  <a:lnTo>
                    <a:pt x="327393" y="181190"/>
                  </a:lnTo>
                  <a:lnTo>
                    <a:pt x="328607" y="175996"/>
                  </a:lnTo>
                  <a:lnTo>
                    <a:pt x="329654" y="170766"/>
                  </a:lnTo>
                  <a:lnTo>
                    <a:pt x="330533" y="165505"/>
                  </a:lnTo>
                  <a:lnTo>
                    <a:pt x="331245" y="160219"/>
                  </a:lnTo>
                  <a:lnTo>
                    <a:pt x="331787" y="154913"/>
                  </a:lnTo>
                  <a:lnTo>
                    <a:pt x="332160" y="149593"/>
                  </a:lnTo>
                  <a:lnTo>
                    <a:pt x="332363" y="144263"/>
                  </a:lnTo>
                  <a:lnTo>
                    <a:pt x="332396" y="138930"/>
                  </a:lnTo>
                  <a:lnTo>
                    <a:pt x="332258" y="133598"/>
                  </a:lnTo>
                  <a:lnTo>
                    <a:pt x="331951" y="128273"/>
                  </a:lnTo>
                  <a:lnTo>
                    <a:pt x="331474" y="122961"/>
                  </a:lnTo>
                  <a:lnTo>
                    <a:pt x="330827" y="117666"/>
                  </a:lnTo>
                  <a:lnTo>
                    <a:pt x="330012" y="112396"/>
                  </a:lnTo>
                  <a:lnTo>
                    <a:pt x="329030" y="107153"/>
                  </a:lnTo>
                  <a:lnTo>
                    <a:pt x="327880" y="101945"/>
                  </a:lnTo>
                  <a:lnTo>
                    <a:pt x="326565" y="96776"/>
                  </a:lnTo>
                  <a:lnTo>
                    <a:pt x="325086" y="91652"/>
                  </a:lnTo>
                  <a:lnTo>
                    <a:pt x="323444" y="86577"/>
                  </a:lnTo>
                  <a:lnTo>
                    <a:pt x="321641" y="81557"/>
                  </a:lnTo>
                  <a:lnTo>
                    <a:pt x="319679" y="76598"/>
                  </a:lnTo>
                  <a:lnTo>
                    <a:pt x="317560" y="71703"/>
                  </a:lnTo>
                  <a:lnTo>
                    <a:pt x="315285" y="66879"/>
                  </a:lnTo>
                  <a:lnTo>
                    <a:pt x="312858" y="62130"/>
                  </a:lnTo>
                  <a:lnTo>
                    <a:pt x="310280" y="57460"/>
                  </a:lnTo>
                  <a:lnTo>
                    <a:pt x="307555" y="52875"/>
                  </a:lnTo>
                  <a:lnTo>
                    <a:pt x="304685" y="48380"/>
                  </a:lnTo>
                  <a:lnTo>
                    <a:pt x="301673" y="43978"/>
                  </a:lnTo>
                  <a:lnTo>
                    <a:pt x="298522" y="39675"/>
                  </a:lnTo>
                  <a:lnTo>
                    <a:pt x="295236" y="35474"/>
                  </a:lnTo>
                  <a:lnTo>
                    <a:pt x="291817" y="31380"/>
                  </a:lnTo>
                  <a:lnTo>
                    <a:pt x="288269" y="27398"/>
                  </a:lnTo>
                  <a:lnTo>
                    <a:pt x="284596" y="23530"/>
                  </a:lnTo>
                  <a:lnTo>
                    <a:pt x="280802" y="19782"/>
                  </a:lnTo>
                  <a:lnTo>
                    <a:pt x="276890" y="16157"/>
                  </a:lnTo>
                  <a:lnTo>
                    <a:pt x="272864" y="12658"/>
                  </a:lnTo>
                  <a:lnTo>
                    <a:pt x="268728" y="9290"/>
                  </a:lnTo>
                  <a:lnTo>
                    <a:pt x="264488" y="6055"/>
                  </a:lnTo>
                  <a:lnTo>
                    <a:pt x="260146" y="2957"/>
                  </a:lnTo>
                  <a:lnTo>
                    <a:pt x="255707" y="0"/>
                  </a:lnTo>
                  <a:lnTo>
                    <a:pt x="165236" y="1405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919011" y="2633064"/>
              <a:ext cx="90471" cy="167167"/>
            </a:xfrm>
            <a:custGeom>
              <a:avLst/>
              <a:pathLst>
                <a:path w="90471" h="167167">
                  <a:moveTo>
                    <a:pt x="90471" y="26597"/>
                  </a:moveTo>
                  <a:lnTo>
                    <a:pt x="85692" y="23634"/>
                  </a:lnTo>
                  <a:lnTo>
                    <a:pt x="80816" y="20833"/>
                  </a:lnTo>
                  <a:lnTo>
                    <a:pt x="75849" y="18198"/>
                  </a:lnTo>
                  <a:lnTo>
                    <a:pt x="70795" y="15731"/>
                  </a:lnTo>
                  <a:lnTo>
                    <a:pt x="65662" y="13435"/>
                  </a:lnTo>
                  <a:lnTo>
                    <a:pt x="60455" y="11314"/>
                  </a:lnTo>
                  <a:lnTo>
                    <a:pt x="55179" y="9369"/>
                  </a:lnTo>
                  <a:lnTo>
                    <a:pt x="49840" y="7602"/>
                  </a:lnTo>
                  <a:lnTo>
                    <a:pt x="44445" y="6016"/>
                  </a:lnTo>
                  <a:lnTo>
                    <a:pt x="39000" y="4613"/>
                  </a:lnTo>
                  <a:lnTo>
                    <a:pt x="33511" y="3393"/>
                  </a:lnTo>
                  <a:lnTo>
                    <a:pt x="27984" y="2358"/>
                  </a:lnTo>
                  <a:lnTo>
                    <a:pt x="22425" y="1511"/>
                  </a:lnTo>
                  <a:lnTo>
                    <a:pt x="16841" y="850"/>
                  </a:lnTo>
                  <a:lnTo>
                    <a:pt x="11238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1789" y="2126963"/>
              <a:ext cx="76683" cy="167167"/>
            </a:xfrm>
            <a:custGeom>
              <a:avLst/>
              <a:pathLst>
                <a:path w="76683" h="167167">
                  <a:moveTo>
                    <a:pt x="76683" y="0"/>
                  </a:moveTo>
                  <a:lnTo>
                    <a:pt x="70993" y="96"/>
                  </a:lnTo>
                  <a:lnTo>
                    <a:pt x="65311" y="387"/>
                  </a:lnTo>
                  <a:lnTo>
                    <a:pt x="59641" y="870"/>
                  </a:lnTo>
                  <a:lnTo>
                    <a:pt x="53992" y="1547"/>
                  </a:lnTo>
                  <a:lnTo>
                    <a:pt x="48368" y="2415"/>
                  </a:lnTo>
                  <a:lnTo>
                    <a:pt x="42778" y="3474"/>
                  </a:lnTo>
                  <a:lnTo>
                    <a:pt x="37226" y="4723"/>
                  </a:lnTo>
                  <a:lnTo>
                    <a:pt x="31721" y="6160"/>
                  </a:lnTo>
                  <a:lnTo>
                    <a:pt x="26267" y="7783"/>
                  </a:lnTo>
                  <a:lnTo>
                    <a:pt x="20872" y="9591"/>
                  </a:lnTo>
                  <a:lnTo>
                    <a:pt x="15542" y="11582"/>
                  </a:lnTo>
                  <a:lnTo>
                    <a:pt x="10282" y="13753"/>
                  </a:lnTo>
                  <a:lnTo>
                    <a:pt x="5099" y="16101"/>
                  </a:lnTo>
                  <a:lnTo>
                    <a:pt x="0" y="18625"/>
                  </a:lnTo>
                  <a:lnTo>
                    <a:pt x="766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51789" y="2145589"/>
              <a:ext cx="76683" cy="148541"/>
            </a:xfrm>
            <a:custGeom>
              <a:avLst/>
              <a:pathLst>
                <a:path w="76683" h="148541">
                  <a:moveTo>
                    <a:pt x="0" y="0"/>
                  </a:moveTo>
                  <a:lnTo>
                    <a:pt x="76683" y="1485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561314" y="2145589"/>
              <a:ext cx="268171" cy="315698"/>
            </a:xfrm>
            <a:custGeom>
              <a:avLst/>
              <a:pathLst>
                <a:path w="268171" h="315698">
                  <a:moveTo>
                    <a:pt x="90474" y="0"/>
                  </a:moveTo>
                  <a:lnTo>
                    <a:pt x="85781" y="2518"/>
                  </a:lnTo>
                  <a:lnTo>
                    <a:pt x="81170" y="5185"/>
                  </a:lnTo>
                  <a:lnTo>
                    <a:pt x="76646" y="7997"/>
                  </a:lnTo>
                  <a:lnTo>
                    <a:pt x="72215" y="10952"/>
                  </a:lnTo>
                  <a:lnTo>
                    <a:pt x="67879" y="14046"/>
                  </a:lnTo>
                  <a:lnTo>
                    <a:pt x="63645" y="17278"/>
                  </a:lnTo>
                  <a:lnTo>
                    <a:pt x="59515" y="20642"/>
                  </a:lnTo>
                  <a:lnTo>
                    <a:pt x="55495" y="24136"/>
                  </a:lnTo>
                  <a:lnTo>
                    <a:pt x="51589" y="27757"/>
                  </a:lnTo>
                  <a:lnTo>
                    <a:pt x="47799" y="31500"/>
                  </a:lnTo>
                  <a:lnTo>
                    <a:pt x="44131" y="35362"/>
                  </a:lnTo>
                  <a:lnTo>
                    <a:pt x="40588" y="39339"/>
                  </a:lnTo>
                  <a:lnTo>
                    <a:pt x="37173" y="43427"/>
                  </a:lnTo>
                  <a:lnTo>
                    <a:pt x="33890" y="47621"/>
                  </a:lnTo>
                  <a:lnTo>
                    <a:pt x="30743" y="51918"/>
                  </a:lnTo>
                  <a:lnTo>
                    <a:pt x="27733" y="56313"/>
                  </a:lnTo>
                  <a:lnTo>
                    <a:pt x="24866" y="60802"/>
                  </a:lnTo>
                  <a:lnTo>
                    <a:pt x="22143" y="65380"/>
                  </a:lnTo>
                  <a:lnTo>
                    <a:pt x="19567" y="70042"/>
                  </a:lnTo>
                  <a:lnTo>
                    <a:pt x="17141" y="74784"/>
                  </a:lnTo>
                  <a:lnTo>
                    <a:pt x="14867" y="79601"/>
                  </a:lnTo>
                  <a:lnTo>
                    <a:pt x="12748" y="84487"/>
                  </a:lnTo>
                  <a:lnTo>
                    <a:pt x="10786" y="89439"/>
                  </a:lnTo>
                  <a:lnTo>
                    <a:pt x="8983" y="94451"/>
                  </a:lnTo>
                  <a:lnTo>
                    <a:pt x="7340" y="99518"/>
                  </a:lnTo>
                  <a:lnTo>
                    <a:pt x="5859" y="104634"/>
                  </a:lnTo>
                  <a:lnTo>
                    <a:pt x="4542" y="109795"/>
                  </a:lnTo>
                  <a:lnTo>
                    <a:pt x="3390" y="114996"/>
                  </a:lnTo>
                  <a:lnTo>
                    <a:pt x="2404" y="120230"/>
                  </a:lnTo>
                  <a:lnTo>
                    <a:pt x="1586" y="125493"/>
                  </a:lnTo>
                  <a:lnTo>
                    <a:pt x="936" y="130780"/>
                  </a:lnTo>
                  <a:lnTo>
                    <a:pt x="454" y="136085"/>
                  </a:lnTo>
                  <a:lnTo>
                    <a:pt x="142" y="141402"/>
                  </a:lnTo>
                  <a:lnTo>
                    <a:pt x="0" y="146726"/>
                  </a:lnTo>
                  <a:lnTo>
                    <a:pt x="27" y="152053"/>
                  </a:lnTo>
                  <a:lnTo>
                    <a:pt x="223" y="157376"/>
                  </a:lnTo>
                  <a:lnTo>
                    <a:pt x="589" y="162690"/>
                  </a:lnTo>
                  <a:lnTo>
                    <a:pt x="1125" y="167989"/>
                  </a:lnTo>
                  <a:lnTo>
                    <a:pt x="1829" y="173269"/>
                  </a:lnTo>
                  <a:lnTo>
                    <a:pt x="2700" y="178523"/>
                  </a:lnTo>
                  <a:lnTo>
                    <a:pt x="3739" y="183748"/>
                  </a:lnTo>
                  <a:lnTo>
                    <a:pt x="4944" y="188936"/>
                  </a:lnTo>
                  <a:lnTo>
                    <a:pt x="6313" y="194083"/>
                  </a:lnTo>
                  <a:lnTo>
                    <a:pt x="7845" y="199185"/>
                  </a:lnTo>
                  <a:lnTo>
                    <a:pt x="9540" y="204234"/>
                  </a:lnTo>
                  <a:lnTo>
                    <a:pt x="11394" y="209228"/>
                  </a:lnTo>
                  <a:lnTo>
                    <a:pt x="13407" y="214159"/>
                  </a:lnTo>
                  <a:lnTo>
                    <a:pt x="15575" y="219024"/>
                  </a:lnTo>
                  <a:lnTo>
                    <a:pt x="17898" y="223818"/>
                  </a:lnTo>
                  <a:lnTo>
                    <a:pt x="20372" y="228535"/>
                  </a:lnTo>
                  <a:lnTo>
                    <a:pt x="22995" y="233171"/>
                  </a:lnTo>
                  <a:lnTo>
                    <a:pt x="25764" y="237720"/>
                  </a:lnTo>
                  <a:lnTo>
                    <a:pt x="28677" y="242180"/>
                  </a:lnTo>
                  <a:lnTo>
                    <a:pt x="31730" y="246544"/>
                  </a:lnTo>
                  <a:lnTo>
                    <a:pt x="34921" y="250809"/>
                  </a:lnTo>
                  <a:lnTo>
                    <a:pt x="38247" y="254970"/>
                  </a:lnTo>
                  <a:lnTo>
                    <a:pt x="41703" y="259023"/>
                  </a:lnTo>
                  <a:lnTo>
                    <a:pt x="45286" y="262964"/>
                  </a:lnTo>
                  <a:lnTo>
                    <a:pt x="48994" y="266788"/>
                  </a:lnTo>
                  <a:lnTo>
                    <a:pt x="52821" y="270493"/>
                  </a:lnTo>
                  <a:lnTo>
                    <a:pt x="56764" y="274073"/>
                  </a:lnTo>
                  <a:lnTo>
                    <a:pt x="60819" y="277527"/>
                  </a:lnTo>
                  <a:lnTo>
                    <a:pt x="64983" y="280849"/>
                  </a:lnTo>
                  <a:lnTo>
                    <a:pt x="69250" y="284037"/>
                  </a:lnTo>
                  <a:lnTo>
                    <a:pt x="73616" y="287087"/>
                  </a:lnTo>
                  <a:lnTo>
                    <a:pt x="78078" y="289997"/>
                  </a:lnTo>
                  <a:lnTo>
                    <a:pt x="82629" y="292763"/>
                  </a:lnTo>
                  <a:lnTo>
                    <a:pt x="87267" y="295383"/>
                  </a:lnTo>
                  <a:lnTo>
                    <a:pt x="91986" y="297854"/>
                  </a:lnTo>
                  <a:lnTo>
                    <a:pt x="96781" y="300173"/>
                  </a:lnTo>
                  <a:lnTo>
                    <a:pt x="101647" y="302338"/>
                  </a:lnTo>
                  <a:lnTo>
                    <a:pt x="106581" y="304347"/>
                  </a:lnTo>
                  <a:lnTo>
                    <a:pt x="111575" y="306198"/>
                  </a:lnTo>
                  <a:lnTo>
                    <a:pt x="116626" y="307889"/>
                  </a:lnTo>
                  <a:lnTo>
                    <a:pt x="121728" y="309418"/>
                  </a:lnTo>
                  <a:lnTo>
                    <a:pt x="126877" y="310783"/>
                  </a:lnTo>
                  <a:lnTo>
                    <a:pt x="132066" y="311984"/>
                  </a:lnTo>
                  <a:lnTo>
                    <a:pt x="137291" y="313019"/>
                  </a:lnTo>
                  <a:lnTo>
                    <a:pt x="142546" y="313887"/>
                  </a:lnTo>
                  <a:lnTo>
                    <a:pt x="147826" y="314587"/>
                  </a:lnTo>
                  <a:lnTo>
                    <a:pt x="153126" y="315119"/>
                  </a:lnTo>
                  <a:lnTo>
                    <a:pt x="158440" y="315481"/>
                  </a:lnTo>
                  <a:lnTo>
                    <a:pt x="163763" y="315674"/>
                  </a:lnTo>
                  <a:lnTo>
                    <a:pt x="169090" y="315698"/>
                  </a:lnTo>
                  <a:lnTo>
                    <a:pt x="174414" y="315551"/>
                  </a:lnTo>
                  <a:lnTo>
                    <a:pt x="179731" y="315235"/>
                  </a:lnTo>
                  <a:lnTo>
                    <a:pt x="185036" y="314750"/>
                  </a:lnTo>
                  <a:lnTo>
                    <a:pt x="190322" y="314096"/>
                  </a:lnTo>
                  <a:lnTo>
                    <a:pt x="195584" y="313274"/>
                  </a:lnTo>
                  <a:lnTo>
                    <a:pt x="200818" y="312285"/>
                  </a:lnTo>
                  <a:lnTo>
                    <a:pt x="206018" y="311129"/>
                  </a:lnTo>
                  <a:lnTo>
                    <a:pt x="211178" y="309809"/>
                  </a:lnTo>
                  <a:lnTo>
                    <a:pt x="216293" y="308324"/>
                  </a:lnTo>
                  <a:lnTo>
                    <a:pt x="221359" y="306678"/>
                  </a:lnTo>
                  <a:lnTo>
                    <a:pt x="226369" y="304871"/>
                  </a:lnTo>
                  <a:lnTo>
                    <a:pt x="231320" y="302905"/>
                  </a:lnTo>
                  <a:lnTo>
                    <a:pt x="236205" y="300782"/>
                  </a:lnTo>
                  <a:lnTo>
                    <a:pt x="241020" y="298505"/>
                  </a:lnTo>
                  <a:lnTo>
                    <a:pt x="245760" y="296076"/>
                  </a:lnTo>
                  <a:lnTo>
                    <a:pt x="250421" y="293497"/>
                  </a:lnTo>
                  <a:lnTo>
                    <a:pt x="254997" y="290771"/>
                  </a:lnTo>
                  <a:lnTo>
                    <a:pt x="259483" y="287900"/>
                  </a:lnTo>
                  <a:lnTo>
                    <a:pt x="263876" y="284888"/>
                  </a:lnTo>
                  <a:lnTo>
                    <a:pt x="268171" y="281737"/>
                  </a:lnTo>
                  <a:lnTo>
                    <a:pt x="167157" y="1485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728472" y="2126963"/>
              <a:ext cx="167165" cy="300363"/>
            </a:xfrm>
            <a:custGeom>
              <a:avLst/>
              <a:pathLst>
                <a:path w="167165" h="300363">
                  <a:moveTo>
                    <a:pt x="101013" y="300363"/>
                  </a:moveTo>
                  <a:lnTo>
                    <a:pt x="105218" y="297067"/>
                  </a:lnTo>
                  <a:lnTo>
                    <a:pt x="109315" y="293639"/>
                  </a:lnTo>
                  <a:lnTo>
                    <a:pt x="113300" y="290081"/>
                  </a:lnTo>
                  <a:lnTo>
                    <a:pt x="117170" y="286398"/>
                  </a:lnTo>
                  <a:lnTo>
                    <a:pt x="120920" y="282593"/>
                  </a:lnTo>
                  <a:lnTo>
                    <a:pt x="124546" y="278671"/>
                  </a:lnTo>
                  <a:lnTo>
                    <a:pt x="128045" y="274634"/>
                  </a:lnTo>
                  <a:lnTo>
                    <a:pt x="131414" y="270488"/>
                  </a:lnTo>
                  <a:lnTo>
                    <a:pt x="134648" y="266236"/>
                  </a:lnTo>
                  <a:lnTo>
                    <a:pt x="137745" y="261883"/>
                  </a:lnTo>
                  <a:lnTo>
                    <a:pt x="140701" y="257433"/>
                  </a:lnTo>
                  <a:lnTo>
                    <a:pt x="143514" y="252891"/>
                  </a:lnTo>
                  <a:lnTo>
                    <a:pt x="146179" y="248262"/>
                  </a:lnTo>
                  <a:lnTo>
                    <a:pt x="148696" y="243550"/>
                  </a:lnTo>
                  <a:lnTo>
                    <a:pt x="151061" y="238759"/>
                  </a:lnTo>
                  <a:lnTo>
                    <a:pt x="153271" y="233896"/>
                  </a:lnTo>
                  <a:lnTo>
                    <a:pt x="155325" y="228964"/>
                  </a:lnTo>
                  <a:lnTo>
                    <a:pt x="157220" y="223970"/>
                  </a:lnTo>
                  <a:lnTo>
                    <a:pt x="158955" y="218917"/>
                  </a:lnTo>
                  <a:lnTo>
                    <a:pt x="160527" y="213812"/>
                  </a:lnTo>
                  <a:lnTo>
                    <a:pt x="161936" y="208659"/>
                  </a:lnTo>
                  <a:lnTo>
                    <a:pt x="163179" y="203463"/>
                  </a:lnTo>
                  <a:lnTo>
                    <a:pt x="164255" y="198230"/>
                  </a:lnTo>
                  <a:lnTo>
                    <a:pt x="165164" y="192966"/>
                  </a:lnTo>
                  <a:lnTo>
                    <a:pt x="165904" y="187675"/>
                  </a:lnTo>
                  <a:lnTo>
                    <a:pt x="166475" y="182364"/>
                  </a:lnTo>
                  <a:lnTo>
                    <a:pt x="166875" y="177037"/>
                  </a:lnTo>
                  <a:lnTo>
                    <a:pt x="167105" y="171700"/>
                  </a:lnTo>
                  <a:lnTo>
                    <a:pt x="167165" y="166358"/>
                  </a:lnTo>
                  <a:lnTo>
                    <a:pt x="167054" y="161017"/>
                  </a:lnTo>
                  <a:lnTo>
                    <a:pt x="166772" y="155682"/>
                  </a:lnTo>
                  <a:lnTo>
                    <a:pt x="166320" y="150359"/>
                  </a:lnTo>
                  <a:lnTo>
                    <a:pt x="165698" y="145053"/>
                  </a:lnTo>
                  <a:lnTo>
                    <a:pt x="164907" y="139770"/>
                  </a:lnTo>
                  <a:lnTo>
                    <a:pt x="163947" y="134515"/>
                  </a:lnTo>
                  <a:lnTo>
                    <a:pt x="162820" y="129293"/>
                  </a:lnTo>
                  <a:lnTo>
                    <a:pt x="161527" y="124110"/>
                  </a:lnTo>
                  <a:lnTo>
                    <a:pt x="160068" y="118970"/>
                  </a:lnTo>
                  <a:lnTo>
                    <a:pt x="158447" y="113880"/>
                  </a:lnTo>
                  <a:lnTo>
                    <a:pt x="156663" y="108845"/>
                  </a:lnTo>
                  <a:lnTo>
                    <a:pt x="154719" y="103869"/>
                  </a:lnTo>
                  <a:lnTo>
                    <a:pt x="152618" y="98957"/>
                  </a:lnTo>
                  <a:lnTo>
                    <a:pt x="150360" y="94115"/>
                  </a:lnTo>
                  <a:lnTo>
                    <a:pt x="147949" y="89348"/>
                  </a:lnTo>
                  <a:lnTo>
                    <a:pt x="145387" y="84661"/>
                  </a:lnTo>
                  <a:lnTo>
                    <a:pt x="142677" y="80057"/>
                  </a:lnTo>
                  <a:lnTo>
                    <a:pt x="139821" y="75543"/>
                  </a:lnTo>
                  <a:lnTo>
                    <a:pt x="136822" y="71122"/>
                  </a:lnTo>
                  <a:lnTo>
                    <a:pt x="133683" y="66799"/>
                  </a:lnTo>
                  <a:lnTo>
                    <a:pt x="130407" y="62579"/>
                  </a:lnTo>
                  <a:lnTo>
                    <a:pt x="126999" y="58465"/>
                  </a:lnTo>
                  <a:lnTo>
                    <a:pt x="123461" y="54463"/>
                  </a:lnTo>
                  <a:lnTo>
                    <a:pt x="119797" y="50575"/>
                  </a:lnTo>
                  <a:lnTo>
                    <a:pt x="116010" y="46807"/>
                  </a:lnTo>
                  <a:lnTo>
                    <a:pt x="112105" y="43162"/>
                  </a:lnTo>
                  <a:lnTo>
                    <a:pt x="108085" y="39643"/>
                  </a:lnTo>
                  <a:lnTo>
                    <a:pt x="103955" y="36254"/>
                  </a:lnTo>
                  <a:lnTo>
                    <a:pt x="99719" y="32999"/>
                  </a:lnTo>
                  <a:lnTo>
                    <a:pt x="95381" y="29882"/>
                  </a:lnTo>
                  <a:lnTo>
                    <a:pt x="90946" y="26904"/>
                  </a:lnTo>
                  <a:lnTo>
                    <a:pt x="86418" y="24070"/>
                  </a:lnTo>
                  <a:lnTo>
                    <a:pt x="81801" y="21381"/>
                  </a:lnTo>
                  <a:lnTo>
                    <a:pt x="77101" y="18842"/>
                  </a:lnTo>
                  <a:lnTo>
                    <a:pt x="72322" y="16454"/>
                  </a:lnTo>
                  <a:lnTo>
                    <a:pt x="67470" y="14220"/>
                  </a:lnTo>
                  <a:lnTo>
                    <a:pt x="62548" y="12142"/>
                  </a:lnTo>
                  <a:lnTo>
                    <a:pt x="57563" y="10223"/>
                  </a:lnTo>
                  <a:lnTo>
                    <a:pt x="52519" y="8464"/>
                  </a:lnTo>
                  <a:lnTo>
                    <a:pt x="47421" y="6867"/>
                  </a:lnTo>
                  <a:lnTo>
                    <a:pt x="42274" y="5433"/>
                  </a:lnTo>
                  <a:lnTo>
                    <a:pt x="37085" y="4165"/>
                  </a:lnTo>
                  <a:lnTo>
                    <a:pt x="31858" y="3063"/>
                  </a:lnTo>
                  <a:lnTo>
                    <a:pt x="26598" y="2129"/>
                  </a:lnTo>
                  <a:lnTo>
                    <a:pt x="21311" y="1364"/>
                  </a:lnTo>
                  <a:lnTo>
                    <a:pt x="16002" y="767"/>
                  </a:lnTo>
                  <a:lnTo>
                    <a:pt x="10677" y="341"/>
                  </a:lnTo>
                  <a:lnTo>
                    <a:pt x="5341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83183" y="1681503"/>
              <a:ext cx="40051" cy="167167"/>
            </a:xfrm>
            <a:custGeom>
              <a:avLst/>
              <a:pathLst>
                <a:path w="40051" h="167167">
                  <a:moveTo>
                    <a:pt x="40051" y="0"/>
                  </a:moveTo>
                  <a:lnTo>
                    <a:pt x="33312" y="135"/>
                  </a:lnTo>
                  <a:lnTo>
                    <a:pt x="26584" y="543"/>
                  </a:lnTo>
                  <a:lnTo>
                    <a:pt x="19878" y="1221"/>
                  </a:lnTo>
                  <a:lnTo>
                    <a:pt x="13204" y="2169"/>
                  </a:lnTo>
                  <a:lnTo>
                    <a:pt x="6575" y="3386"/>
                  </a:lnTo>
                  <a:lnTo>
                    <a:pt x="0" y="4868"/>
                  </a:lnTo>
                  <a:lnTo>
                    <a:pt x="40051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83183" y="168637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256068" y="1686372"/>
              <a:ext cx="334332" cy="329453"/>
            </a:xfrm>
            <a:custGeom>
              <a:avLst/>
              <a:pathLst>
                <a:path w="334332" h="329453">
                  <a:moveTo>
                    <a:pt x="127114" y="0"/>
                  </a:moveTo>
                  <a:lnTo>
                    <a:pt x="121986" y="1352"/>
                  </a:lnTo>
                  <a:lnTo>
                    <a:pt x="116903" y="2866"/>
                  </a:lnTo>
                  <a:lnTo>
                    <a:pt x="111870" y="4541"/>
                  </a:lnTo>
                  <a:lnTo>
                    <a:pt x="106893" y="6374"/>
                  </a:lnTo>
                  <a:lnTo>
                    <a:pt x="101977" y="8365"/>
                  </a:lnTo>
                  <a:lnTo>
                    <a:pt x="97127" y="10510"/>
                  </a:lnTo>
                  <a:lnTo>
                    <a:pt x="92347" y="12809"/>
                  </a:lnTo>
                  <a:lnTo>
                    <a:pt x="87642" y="15257"/>
                  </a:lnTo>
                  <a:lnTo>
                    <a:pt x="83017" y="17854"/>
                  </a:lnTo>
                  <a:lnTo>
                    <a:pt x="78478" y="20596"/>
                  </a:lnTo>
                  <a:lnTo>
                    <a:pt x="74027" y="23481"/>
                  </a:lnTo>
                  <a:lnTo>
                    <a:pt x="69670" y="26506"/>
                  </a:lnTo>
                  <a:lnTo>
                    <a:pt x="65411" y="29667"/>
                  </a:lnTo>
                  <a:lnTo>
                    <a:pt x="61255" y="32962"/>
                  </a:lnTo>
                  <a:lnTo>
                    <a:pt x="57205" y="36387"/>
                  </a:lnTo>
                  <a:lnTo>
                    <a:pt x="53266" y="39938"/>
                  </a:lnTo>
                  <a:lnTo>
                    <a:pt x="49442" y="43613"/>
                  </a:lnTo>
                  <a:lnTo>
                    <a:pt x="45736" y="47408"/>
                  </a:lnTo>
                  <a:lnTo>
                    <a:pt x="42152" y="51318"/>
                  </a:lnTo>
                  <a:lnTo>
                    <a:pt x="38695" y="55339"/>
                  </a:lnTo>
                  <a:lnTo>
                    <a:pt x="35366" y="59469"/>
                  </a:lnTo>
                  <a:lnTo>
                    <a:pt x="32171" y="63702"/>
                  </a:lnTo>
                  <a:lnTo>
                    <a:pt x="29111" y="68034"/>
                  </a:lnTo>
                  <a:lnTo>
                    <a:pt x="26190" y="72461"/>
                  </a:lnTo>
                  <a:lnTo>
                    <a:pt x="23411" y="76978"/>
                  </a:lnTo>
                  <a:lnTo>
                    <a:pt x="20776" y="81582"/>
                  </a:lnTo>
                  <a:lnTo>
                    <a:pt x="18290" y="86266"/>
                  </a:lnTo>
                  <a:lnTo>
                    <a:pt x="15952" y="91028"/>
                  </a:lnTo>
                  <a:lnTo>
                    <a:pt x="13768" y="95860"/>
                  </a:lnTo>
                  <a:lnTo>
                    <a:pt x="11737" y="100760"/>
                  </a:lnTo>
                  <a:lnTo>
                    <a:pt x="9863" y="105722"/>
                  </a:lnTo>
                  <a:lnTo>
                    <a:pt x="8148" y="110741"/>
                  </a:lnTo>
                  <a:lnTo>
                    <a:pt x="6592" y="115811"/>
                  </a:lnTo>
                  <a:lnTo>
                    <a:pt x="5198" y="120929"/>
                  </a:lnTo>
                  <a:lnTo>
                    <a:pt x="3967" y="126088"/>
                  </a:lnTo>
                  <a:lnTo>
                    <a:pt x="2901" y="131283"/>
                  </a:lnTo>
                  <a:lnTo>
                    <a:pt x="1999" y="136510"/>
                  </a:lnTo>
                  <a:lnTo>
                    <a:pt x="1264" y="141762"/>
                  </a:lnTo>
                  <a:lnTo>
                    <a:pt x="697" y="147036"/>
                  </a:lnTo>
                  <a:lnTo>
                    <a:pt x="296" y="152324"/>
                  </a:lnTo>
                  <a:lnTo>
                    <a:pt x="64" y="157623"/>
                  </a:lnTo>
                  <a:lnTo>
                    <a:pt x="0" y="162926"/>
                  </a:lnTo>
                  <a:lnTo>
                    <a:pt x="104" y="168229"/>
                  </a:lnTo>
                  <a:lnTo>
                    <a:pt x="376" y="173526"/>
                  </a:lnTo>
                  <a:lnTo>
                    <a:pt x="816" y="178812"/>
                  </a:lnTo>
                  <a:lnTo>
                    <a:pt x="1424" y="184080"/>
                  </a:lnTo>
                  <a:lnTo>
                    <a:pt x="2198" y="189327"/>
                  </a:lnTo>
                  <a:lnTo>
                    <a:pt x="3138" y="194547"/>
                  </a:lnTo>
                  <a:lnTo>
                    <a:pt x="4244" y="199734"/>
                  </a:lnTo>
                  <a:lnTo>
                    <a:pt x="5514" y="204884"/>
                  </a:lnTo>
                  <a:lnTo>
                    <a:pt x="6946" y="209991"/>
                  </a:lnTo>
                  <a:lnTo>
                    <a:pt x="8540" y="215050"/>
                  </a:lnTo>
                  <a:lnTo>
                    <a:pt x="10293" y="220055"/>
                  </a:lnTo>
                  <a:lnTo>
                    <a:pt x="12204" y="225003"/>
                  </a:lnTo>
                  <a:lnTo>
                    <a:pt x="14271" y="229887"/>
                  </a:lnTo>
                  <a:lnTo>
                    <a:pt x="16493" y="234703"/>
                  </a:lnTo>
                  <a:lnTo>
                    <a:pt x="18865" y="239447"/>
                  </a:lnTo>
                  <a:lnTo>
                    <a:pt x="21387" y="244113"/>
                  </a:lnTo>
                  <a:lnTo>
                    <a:pt x="24056" y="248696"/>
                  </a:lnTo>
                  <a:lnTo>
                    <a:pt x="26869" y="253193"/>
                  </a:lnTo>
                  <a:lnTo>
                    <a:pt x="29823" y="257597"/>
                  </a:lnTo>
                  <a:lnTo>
                    <a:pt x="32916" y="261906"/>
                  </a:lnTo>
                  <a:lnTo>
                    <a:pt x="36143" y="266115"/>
                  </a:lnTo>
                  <a:lnTo>
                    <a:pt x="39502" y="270220"/>
                  </a:lnTo>
                  <a:lnTo>
                    <a:pt x="42990" y="274215"/>
                  </a:lnTo>
                  <a:lnTo>
                    <a:pt x="46603" y="278098"/>
                  </a:lnTo>
                  <a:lnTo>
                    <a:pt x="50338" y="281864"/>
                  </a:lnTo>
                  <a:lnTo>
                    <a:pt x="54189" y="285510"/>
                  </a:lnTo>
                  <a:lnTo>
                    <a:pt x="58155" y="289032"/>
                  </a:lnTo>
                  <a:lnTo>
                    <a:pt x="62230" y="292427"/>
                  </a:lnTo>
                  <a:lnTo>
                    <a:pt x="66411" y="295690"/>
                  </a:lnTo>
                  <a:lnTo>
                    <a:pt x="70694" y="298819"/>
                  </a:lnTo>
                  <a:lnTo>
                    <a:pt x="75073" y="301811"/>
                  </a:lnTo>
                  <a:lnTo>
                    <a:pt x="79545" y="304662"/>
                  </a:lnTo>
                  <a:lnTo>
                    <a:pt x="84106" y="307370"/>
                  </a:lnTo>
                  <a:lnTo>
                    <a:pt x="88750" y="309932"/>
                  </a:lnTo>
                  <a:lnTo>
                    <a:pt x="93473" y="312346"/>
                  </a:lnTo>
                  <a:lnTo>
                    <a:pt x="98270" y="314608"/>
                  </a:lnTo>
                  <a:lnTo>
                    <a:pt x="103136" y="316717"/>
                  </a:lnTo>
                  <a:lnTo>
                    <a:pt x="108067" y="318670"/>
                  </a:lnTo>
                  <a:lnTo>
                    <a:pt x="113058" y="320467"/>
                  </a:lnTo>
                  <a:lnTo>
                    <a:pt x="118103" y="322103"/>
                  </a:lnTo>
                  <a:lnTo>
                    <a:pt x="123197" y="323579"/>
                  </a:lnTo>
                  <a:lnTo>
                    <a:pt x="128335" y="324893"/>
                  </a:lnTo>
                  <a:lnTo>
                    <a:pt x="133513" y="326043"/>
                  </a:lnTo>
                  <a:lnTo>
                    <a:pt x="138725" y="327028"/>
                  </a:lnTo>
                  <a:lnTo>
                    <a:pt x="143965" y="327848"/>
                  </a:lnTo>
                  <a:lnTo>
                    <a:pt x="149228" y="328500"/>
                  </a:lnTo>
                  <a:lnTo>
                    <a:pt x="154510" y="328986"/>
                  </a:lnTo>
                  <a:lnTo>
                    <a:pt x="159804" y="329303"/>
                  </a:lnTo>
                  <a:lnTo>
                    <a:pt x="165106" y="329453"/>
                  </a:lnTo>
                  <a:lnTo>
                    <a:pt x="170410" y="329434"/>
                  </a:lnTo>
                  <a:lnTo>
                    <a:pt x="175710" y="329247"/>
                  </a:lnTo>
                  <a:lnTo>
                    <a:pt x="181002" y="328892"/>
                  </a:lnTo>
                  <a:lnTo>
                    <a:pt x="186280" y="328369"/>
                  </a:lnTo>
                  <a:lnTo>
                    <a:pt x="191539" y="327679"/>
                  </a:lnTo>
                  <a:lnTo>
                    <a:pt x="196773" y="326823"/>
                  </a:lnTo>
                  <a:lnTo>
                    <a:pt x="201977" y="325801"/>
                  </a:lnTo>
                  <a:lnTo>
                    <a:pt x="207147" y="324614"/>
                  </a:lnTo>
                  <a:lnTo>
                    <a:pt x="212276" y="323264"/>
                  </a:lnTo>
                  <a:lnTo>
                    <a:pt x="217360" y="321752"/>
                  </a:lnTo>
                  <a:lnTo>
                    <a:pt x="222393" y="320079"/>
                  </a:lnTo>
                  <a:lnTo>
                    <a:pt x="227370" y="318248"/>
                  </a:lnTo>
                  <a:lnTo>
                    <a:pt x="232287" y="316260"/>
                  </a:lnTo>
                  <a:lnTo>
                    <a:pt x="237139" y="314116"/>
                  </a:lnTo>
                  <a:lnTo>
                    <a:pt x="241920" y="311820"/>
                  </a:lnTo>
                  <a:lnTo>
                    <a:pt x="246625" y="309373"/>
                  </a:lnTo>
                  <a:lnTo>
                    <a:pt x="251251" y="306778"/>
                  </a:lnTo>
                  <a:lnTo>
                    <a:pt x="255792" y="304038"/>
                  </a:lnTo>
                  <a:lnTo>
                    <a:pt x="260244" y="301155"/>
                  </a:lnTo>
                  <a:lnTo>
                    <a:pt x="264602" y="298133"/>
                  </a:lnTo>
                  <a:lnTo>
                    <a:pt x="268863" y="294973"/>
                  </a:lnTo>
                  <a:lnTo>
                    <a:pt x="273020" y="291680"/>
                  </a:lnTo>
                  <a:lnTo>
                    <a:pt x="277071" y="288257"/>
                  </a:lnTo>
                  <a:lnTo>
                    <a:pt x="281012" y="284707"/>
                  </a:lnTo>
                  <a:lnTo>
                    <a:pt x="284838" y="281034"/>
                  </a:lnTo>
                  <a:lnTo>
                    <a:pt x="288545" y="277241"/>
                  </a:lnTo>
                  <a:lnTo>
                    <a:pt x="292131" y="273333"/>
                  </a:lnTo>
                  <a:lnTo>
                    <a:pt x="295590" y="269313"/>
                  </a:lnTo>
                  <a:lnTo>
                    <a:pt x="298921" y="265185"/>
                  </a:lnTo>
                  <a:lnTo>
                    <a:pt x="302118" y="260953"/>
                  </a:lnTo>
                  <a:lnTo>
                    <a:pt x="305180" y="256622"/>
                  </a:lnTo>
                  <a:lnTo>
                    <a:pt x="308103" y="252197"/>
                  </a:lnTo>
                  <a:lnTo>
                    <a:pt x="310884" y="247680"/>
                  </a:lnTo>
                  <a:lnTo>
                    <a:pt x="313520" y="243078"/>
                  </a:lnTo>
                  <a:lnTo>
                    <a:pt x="316009" y="238394"/>
                  </a:lnTo>
                  <a:lnTo>
                    <a:pt x="318348" y="233634"/>
                  </a:lnTo>
                  <a:lnTo>
                    <a:pt x="320535" y="228802"/>
                  </a:lnTo>
                  <a:lnTo>
                    <a:pt x="322568" y="223904"/>
                  </a:lnTo>
                  <a:lnTo>
                    <a:pt x="324444" y="218943"/>
                  </a:lnTo>
                  <a:lnTo>
                    <a:pt x="326161" y="213925"/>
                  </a:lnTo>
                  <a:lnTo>
                    <a:pt x="327719" y="208855"/>
                  </a:lnTo>
                  <a:lnTo>
                    <a:pt x="329115" y="203738"/>
                  </a:lnTo>
                  <a:lnTo>
                    <a:pt x="330348" y="198580"/>
                  </a:lnTo>
                  <a:lnTo>
                    <a:pt x="331417" y="193385"/>
                  </a:lnTo>
                  <a:lnTo>
                    <a:pt x="332321" y="188158"/>
                  </a:lnTo>
                  <a:lnTo>
                    <a:pt x="333058" y="182906"/>
                  </a:lnTo>
                  <a:lnTo>
                    <a:pt x="333628" y="177633"/>
                  </a:lnTo>
                  <a:lnTo>
                    <a:pt x="334031" y="172344"/>
                  </a:lnTo>
                  <a:lnTo>
                    <a:pt x="334266" y="167046"/>
                  </a:lnTo>
                  <a:lnTo>
                    <a:pt x="334332" y="161742"/>
                  </a:lnTo>
                  <a:lnTo>
                    <a:pt x="334231" y="156440"/>
                  </a:lnTo>
                  <a:lnTo>
                    <a:pt x="333961" y="151143"/>
                  </a:lnTo>
                  <a:lnTo>
                    <a:pt x="333523" y="145857"/>
                  </a:lnTo>
                  <a:lnTo>
                    <a:pt x="332917" y="140588"/>
                  </a:lnTo>
                  <a:lnTo>
                    <a:pt x="332145" y="135340"/>
                  </a:lnTo>
                  <a:lnTo>
                    <a:pt x="331207" y="130120"/>
                  </a:lnTo>
                  <a:lnTo>
                    <a:pt x="330104" y="124933"/>
                  </a:lnTo>
                  <a:lnTo>
                    <a:pt x="328836" y="119782"/>
                  </a:lnTo>
                  <a:lnTo>
                    <a:pt x="327406" y="114675"/>
                  </a:lnTo>
                  <a:lnTo>
                    <a:pt x="325815" y="109616"/>
                  </a:lnTo>
                  <a:lnTo>
                    <a:pt x="324064" y="104609"/>
                  </a:lnTo>
                  <a:lnTo>
                    <a:pt x="322155" y="99661"/>
                  </a:lnTo>
                  <a:lnTo>
                    <a:pt x="320089" y="94776"/>
                  </a:lnTo>
                  <a:lnTo>
                    <a:pt x="317870" y="89958"/>
                  </a:lnTo>
                  <a:lnTo>
                    <a:pt x="315500" y="85214"/>
                  </a:lnTo>
                  <a:lnTo>
                    <a:pt x="312980" y="80547"/>
                  </a:lnTo>
                  <a:lnTo>
                    <a:pt x="310313" y="75962"/>
                  </a:lnTo>
                  <a:lnTo>
                    <a:pt x="307502" y="71465"/>
                  </a:lnTo>
                  <a:lnTo>
                    <a:pt x="304550" y="67058"/>
                  </a:lnTo>
                  <a:lnTo>
                    <a:pt x="301459" y="62748"/>
                  </a:lnTo>
                  <a:lnTo>
                    <a:pt x="298234" y="58538"/>
                  </a:lnTo>
                  <a:lnTo>
                    <a:pt x="294876" y="54432"/>
                  </a:lnTo>
                  <a:lnTo>
                    <a:pt x="291390" y="50435"/>
                  </a:lnTo>
                  <a:lnTo>
                    <a:pt x="287779" y="46551"/>
                  </a:lnTo>
                  <a:lnTo>
                    <a:pt x="284046" y="42783"/>
                  </a:lnTo>
                  <a:lnTo>
                    <a:pt x="280196" y="39135"/>
                  </a:lnTo>
                  <a:lnTo>
                    <a:pt x="276232" y="35611"/>
                  </a:lnTo>
                  <a:lnTo>
                    <a:pt x="272158" y="32215"/>
                  </a:lnTo>
                  <a:lnTo>
                    <a:pt x="267978" y="28950"/>
                  </a:lnTo>
                  <a:lnTo>
                    <a:pt x="263697" y="25819"/>
                  </a:lnTo>
                  <a:lnTo>
                    <a:pt x="259319" y="22825"/>
                  </a:lnTo>
                  <a:lnTo>
                    <a:pt x="254848" y="19972"/>
                  </a:lnTo>
                  <a:lnTo>
                    <a:pt x="250289" y="17262"/>
                  </a:lnTo>
                  <a:lnTo>
                    <a:pt x="245646" y="14698"/>
                  </a:lnTo>
                  <a:lnTo>
                    <a:pt x="240924" y="12282"/>
                  </a:lnTo>
                  <a:lnTo>
                    <a:pt x="236128" y="10018"/>
                  </a:lnTo>
                  <a:lnTo>
                    <a:pt x="167166" y="162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423235" y="1681503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853888" y="1322571"/>
              <a:ext cx="334309" cy="334333"/>
            </a:xfrm>
            <a:custGeom>
              <a:avLst/>
              <a:pathLst>
                <a:path w="334309" h="334333">
                  <a:moveTo>
                    <a:pt x="167151" y="0"/>
                  </a:moveTo>
                  <a:lnTo>
                    <a:pt x="161853" y="83"/>
                  </a:lnTo>
                  <a:lnTo>
                    <a:pt x="156560" y="335"/>
                  </a:lnTo>
                  <a:lnTo>
                    <a:pt x="151279" y="755"/>
                  </a:lnTo>
                  <a:lnTo>
                    <a:pt x="146013" y="1341"/>
                  </a:lnTo>
                  <a:lnTo>
                    <a:pt x="140768" y="2094"/>
                  </a:lnTo>
                  <a:lnTo>
                    <a:pt x="135550" y="3013"/>
                  </a:lnTo>
                  <a:lnTo>
                    <a:pt x="130364" y="4097"/>
                  </a:lnTo>
                  <a:lnTo>
                    <a:pt x="125215" y="5345"/>
                  </a:lnTo>
                  <a:lnTo>
                    <a:pt x="120107" y="6755"/>
                  </a:lnTo>
                  <a:lnTo>
                    <a:pt x="115048" y="8327"/>
                  </a:lnTo>
                  <a:lnTo>
                    <a:pt x="110040" y="10058"/>
                  </a:lnTo>
                  <a:lnTo>
                    <a:pt x="105090" y="11946"/>
                  </a:lnTo>
                  <a:lnTo>
                    <a:pt x="100202" y="13991"/>
                  </a:lnTo>
                  <a:lnTo>
                    <a:pt x="95381" y="16190"/>
                  </a:lnTo>
                  <a:lnTo>
                    <a:pt x="90633" y="18540"/>
                  </a:lnTo>
                  <a:lnTo>
                    <a:pt x="85961" y="21040"/>
                  </a:lnTo>
                  <a:lnTo>
                    <a:pt x="81371" y="23686"/>
                  </a:lnTo>
                  <a:lnTo>
                    <a:pt x="76867" y="26477"/>
                  </a:lnTo>
                  <a:lnTo>
                    <a:pt x="72453" y="29408"/>
                  </a:lnTo>
                  <a:lnTo>
                    <a:pt x="68135" y="32479"/>
                  </a:lnTo>
                  <a:lnTo>
                    <a:pt x="63917" y="35684"/>
                  </a:lnTo>
                  <a:lnTo>
                    <a:pt x="59802" y="39022"/>
                  </a:lnTo>
                  <a:lnTo>
                    <a:pt x="55795" y="42488"/>
                  </a:lnTo>
                  <a:lnTo>
                    <a:pt x="51899" y="46080"/>
                  </a:lnTo>
                  <a:lnTo>
                    <a:pt x="48120" y="49793"/>
                  </a:lnTo>
                  <a:lnTo>
                    <a:pt x="44460" y="53624"/>
                  </a:lnTo>
                  <a:lnTo>
                    <a:pt x="40923" y="57569"/>
                  </a:lnTo>
                  <a:lnTo>
                    <a:pt x="37513" y="61625"/>
                  </a:lnTo>
                  <a:lnTo>
                    <a:pt x="34234" y="65786"/>
                  </a:lnTo>
                  <a:lnTo>
                    <a:pt x="31088" y="70049"/>
                  </a:lnTo>
                  <a:lnTo>
                    <a:pt x="28078" y="74410"/>
                  </a:lnTo>
                  <a:lnTo>
                    <a:pt x="25209" y="78864"/>
                  </a:lnTo>
                  <a:lnTo>
                    <a:pt x="22482" y="83406"/>
                  </a:lnTo>
                  <a:lnTo>
                    <a:pt x="19900" y="88033"/>
                  </a:lnTo>
                  <a:lnTo>
                    <a:pt x="17466" y="92739"/>
                  </a:lnTo>
                  <a:lnTo>
                    <a:pt x="15182" y="97520"/>
                  </a:lnTo>
                  <a:lnTo>
                    <a:pt x="13052" y="102371"/>
                  </a:lnTo>
                  <a:lnTo>
                    <a:pt x="11076" y="107288"/>
                  </a:lnTo>
                  <a:lnTo>
                    <a:pt x="9256" y="112264"/>
                  </a:lnTo>
                  <a:lnTo>
                    <a:pt x="7596" y="117295"/>
                  </a:lnTo>
                  <a:lnTo>
                    <a:pt x="6095" y="122377"/>
                  </a:lnTo>
                  <a:lnTo>
                    <a:pt x="4757" y="127503"/>
                  </a:lnTo>
                  <a:lnTo>
                    <a:pt x="3581" y="132669"/>
                  </a:lnTo>
                  <a:lnTo>
                    <a:pt x="2570" y="137870"/>
                  </a:lnTo>
                  <a:lnTo>
                    <a:pt x="1724" y="143101"/>
                  </a:lnTo>
                  <a:lnTo>
                    <a:pt x="1045" y="148355"/>
                  </a:lnTo>
                  <a:lnTo>
                    <a:pt x="532" y="153629"/>
                  </a:lnTo>
                  <a:lnTo>
                    <a:pt x="187" y="158916"/>
                  </a:lnTo>
                  <a:lnTo>
                    <a:pt x="9" y="164211"/>
                  </a:lnTo>
                  <a:lnTo>
                    <a:pt x="0" y="169510"/>
                  </a:lnTo>
                  <a:lnTo>
                    <a:pt x="158" y="174806"/>
                  </a:lnTo>
                  <a:lnTo>
                    <a:pt x="484" y="180094"/>
                  </a:lnTo>
                  <a:lnTo>
                    <a:pt x="977" y="185369"/>
                  </a:lnTo>
                  <a:lnTo>
                    <a:pt x="1637" y="190626"/>
                  </a:lnTo>
                  <a:lnTo>
                    <a:pt x="2464" y="195860"/>
                  </a:lnTo>
                  <a:lnTo>
                    <a:pt x="3456" y="201065"/>
                  </a:lnTo>
                  <a:lnTo>
                    <a:pt x="4612" y="206235"/>
                  </a:lnTo>
                  <a:lnTo>
                    <a:pt x="5932" y="211367"/>
                  </a:lnTo>
                  <a:lnTo>
                    <a:pt x="7414" y="216454"/>
                  </a:lnTo>
                  <a:lnTo>
                    <a:pt x="9056" y="221491"/>
                  </a:lnTo>
                  <a:lnTo>
                    <a:pt x="10857" y="226474"/>
                  </a:lnTo>
                  <a:lnTo>
                    <a:pt x="12815" y="231397"/>
                  </a:lnTo>
                  <a:lnTo>
                    <a:pt x="14928" y="236256"/>
                  </a:lnTo>
                  <a:lnTo>
                    <a:pt x="17194" y="241045"/>
                  </a:lnTo>
                  <a:lnTo>
                    <a:pt x="19611" y="245760"/>
                  </a:lnTo>
                  <a:lnTo>
                    <a:pt x="22175" y="250397"/>
                  </a:lnTo>
                  <a:lnTo>
                    <a:pt x="24886" y="254949"/>
                  </a:lnTo>
                  <a:lnTo>
                    <a:pt x="27739" y="259414"/>
                  </a:lnTo>
                  <a:lnTo>
                    <a:pt x="30733" y="263785"/>
                  </a:lnTo>
                  <a:lnTo>
                    <a:pt x="33863" y="268060"/>
                  </a:lnTo>
                  <a:lnTo>
                    <a:pt x="37127" y="272233"/>
                  </a:lnTo>
                  <a:lnTo>
                    <a:pt x="40522" y="276301"/>
                  </a:lnTo>
                  <a:lnTo>
                    <a:pt x="44045" y="280259"/>
                  </a:lnTo>
                  <a:lnTo>
                    <a:pt x="47690" y="284104"/>
                  </a:lnTo>
                  <a:lnTo>
                    <a:pt x="51456" y="287831"/>
                  </a:lnTo>
                  <a:lnTo>
                    <a:pt x="55338" y="291437"/>
                  </a:lnTo>
                  <a:lnTo>
                    <a:pt x="59333" y="294918"/>
                  </a:lnTo>
                  <a:lnTo>
                    <a:pt x="63435" y="298270"/>
                  </a:lnTo>
                  <a:lnTo>
                    <a:pt x="67642" y="301491"/>
                  </a:lnTo>
                  <a:lnTo>
                    <a:pt x="71949" y="304577"/>
                  </a:lnTo>
                  <a:lnTo>
                    <a:pt x="76352" y="307525"/>
                  </a:lnTo>
                  <a:lnTo>
                    <a:pt x="80845" y="310332"/>
                  </a:lnTo>
                  <a:lnTo>
                    <a:pt x="85426" y="312996"/>
                  </a:lnTo>
                  <a:lnTo>
                    <a:pt x="90088" y="315512"/>
                  </a:lnTo>
                  <a:lnTo>
                    <a:pt x="94828" y="317880"/>
                  </a:lnTo>
                  <a:lnTo>
                    <a:pt x="99641" y="320096"/>
                  </a:lnTo>
                  <a:lnTo>
                    <a:pt x="104521" y="322159"/>
                  </a:lnTo>
                  <a:lnTo>
                    <a:pt x="109464" y="324066"/>
                  </a:lnTo>
                  <a:lnTo>
                    <a:pt x="114466" y="325815"/>
                  </a:lnTo>
                  <a:lnTo>
                    <a:pt x="119520" y="327405"/>
                  </a:lnTo>
                  <a:lnTo>
                    <a:pt x="124622" y="328834"/>
                  </a:lnTo>
                  <a:lnTo>
                    <a:pt x="129767" y="330101"/>
                  </a:lnTo>
                  <a:lnTo>
                    <a:pt x="134949" y="331204"/>
                  </a:lnTo>
                  <a:lnTo>
                    <a:pt x="140163" y="332142"/>
                  </a:lnTo>
                  <a:lnTo>
                    <a:pt x="145405" y="332914"/>
                  </a:lnTo>
                  <a:lnTo>
                    <a:pt x="150669" y="333520"/>
                  </a:lnTo>
                  <a:lnTo>
                    <a:pt x="155949" y="333959"/>
                  </a:lnTo>
                  <a:lnTo>
                    <a:pt x="161240" y="334230"/>
                  </a:lnTo>
                  <a:lnTo>
                    <a:pt x="166538" y="334333"/>
                  </a:lnTo>
                  <a:lnTo>
                    <a:pt x="171836" y="334269"/>
                  </a:lnTo>
                  <a:lnTo>
                    <a:pt x="177129" y="334036"/>
                  </a:lnTo>
                  <a:lnTo>
                    <a:pt x="182412" y="333636"/>
                  </a:lnTo>
                  <a:lnTo>
                    <a:pt x="187680" y="333069"/>
                  </a:lnTo>
                  <a:lnTo>
                    <a:pt x="192927" y="332335"/>
                  </a:lnTo>
                  <a:lnTo>
                    <a:pt x="198149" y="331435"/>
                  </a:lnTo>
                  <a:lnTo>
                    <a:pt x="203339" y="330370"/>
                  </a:lnTo>
                  <a:lnTo>
                    <a:pt x="208493" y="329142"/>
                  </a:lnTo>
                  <a:lnTo>
                    <a:pt x="213605" y="327750"/>
                  </a:lnTo>
                  <a:lnTo>
                    <a:pt x="218671" y="326197"/>
                  </a:lnTo>
                  <a:lnTo>
                    <a:pt x="223685" y="324485"/>
                  </a:lnTo>
                  <a:lnTo>
                    <a:pt x="228642" y="322614"/>
                  </a:lnTo>
                  <a:lnTo>
                    <a:pt x="233537" y="320587"/>
                  </a:lnTo>
                  <a:lnTo>
                    <a:pt x="238366" y="318406"/>
                  </a:lnTo>
                  <a:lnTo>
                    <a:pt x="243123" y="316073"/>
                  </a:lnTo>
                  <a:lnTo>
                    <a:pt x="247804" y="313591"/>
                  </a:lnTo>
                  <a:lnTo>
                    <a:pt x="252404" y="310961"/>
                  </a:lnTo>
                  <a:lnTo>
                    <a:pt x="256918" y="308187"/>
                  </a:lnTo>
                  <a:lnTo>
                    <a:pt x="261342" y="305272"/>
                  </a:lnTo>
                  <a:lnTo>
                    <a:pt x="265671" y="302217"/>
                  </a:lnTo>
                  <a:lnTo>
                    <a:pt x="269902" y="299027"/>
                  </a:lnTo>
                  <a:lnTo>
                    <a:pt x="274029" y="295705"/>
                  </a:lnTo>
                  <a:lnTo>
                    <a:pt x="278049" y="292253"/>
                  </a:lnTo>
                  <a:lnTo>
                    <a:pt x="281957" y="288676"/>
                  </a:lnTo>
                  <a:lnTo>
                    <a:pt x="285750" y="284976"/>
                  </a:lnTo>
                  <a:lnTo>
                    <a:pt x="289424" y="281159"/>
                  </a:lnTo>
                  <a:lnTo>
                    <a:pt x="292975" y="277227"/>
                  </a:lnTo>
                  <a:lnTo>
                    <a:pt x="296400" y="273184"/>
                  </a:lnTo>
                  <a:lnTo>
                    <a:pt x="299695" y="269035"/>
                  </a:lnTo>
                  <a:lnTo>
                    <a:pt x="302856" y="264783"/>
                  </a:lnTo>
                  <a:lnTo>
                    <a:pt x="305882" y="260433"/>
                  </a:lnTo>
                  <a:lnTo>
                    <a:pt x="308768" y="255990"/>
                  </a:lnTo>
                  <a:lnTo>
                    <a:pt x="311512" y="251457"/>
                  </a:lnTo>
                  <a:lnTo>
                    <a:pt x="314110" y="246840"/>
                  </a:lnTo>
                  <a:lnTo>
                    <a:pt x="316561" y="242143"/>
                  </a:lnTo>
                  <a:lnTo>
                    <a:pt x="318862" y="237370"/>
                  </a:lnTo>
                  <a:lnTo>
                    <a:pt x="321011" y="232527"/>
                  </a:lnTo>
                  <a:lnTo>
                    <a:pt x="323005" y="227618"/>
                  </a:lnTo>
                  <a:lnTo>
                    <a:pt x="324842" y="222649"/>
                  </a:lnTo>
                  <a:lnTo>
                    <a:pt x="326522" y="217623"/>
                  </a:lnTo>
                  <a:lnTo>
                    <a:pt x="328040" y="212547"/>
                  </a:lnTo>
                  <a:lnTo>
                    <a:pt x="329398" y="207426"/>
                  </a:lnTo>
                  <a:lnTo>
                    <a:pt x="330592" y="202264"/>
                  </a:lnTo>
                  <a:lnTo>
                    <a:pt x="331622" y="197067"/>
                  </a:lnTo>
                  <a:lnTo>
                    <a:pt x="332487" y="191839"/>
                  </a:lnTo>
                  <a:lnTo>
                    <a:pt x="333186" y="186587"/>
                  </a:lnTo>
                  <a:lnTo>
                    <a:pt x="333718" y="181316"/>
                  </a:lnTo>
                  <a:lnTo>
                    <a:pt x="334083" y="176030"/>
                  </a:lnTo>
                  <a:lnTo>
                    <a:pt x="334280" y="170735"/>
                  </a:lnTo>
                  <a:lnTo>
                    <a:pt x="334309" y="165437"/>
                  </a:lnTo>
                  <a:lnTo>
                    <a:pt x="334170" y="160140"/>
                  </a:lnTo>
                  <a:lnTo>
                    <a:pt x="333864" y="154851"/>
                  </a:lnTo>
                  <a:lnTo>
                    <a:pt x="333390" y="149574"/>
                  </a:lnTo>
                  <a:lnTo>
                    <a:pt x="332749" y="144314"/>
                  </a:lnTo>
                  <a:lnTo>
                    <a:pt x="331941" y="139078"/>
                  </a:lnTo>
                  <a:lnTo>
                    <a:pt x="330968" y="133870"/>
                  </a:lnTo>
                  <a:lnTo>
                    <a:pt x="329831" y="128695"/>
                  </a:lnTo>
                  <a:lnTo>
                    <a:pt x="328530" y="123559"/>
                  </a:lnTo>
                  <a:lnTo>
                    <a:pt x="327067" y="118466"/>
                  </a:lnTo>
                  <a:lnTo>
                    <a:pt x="325443" y="113423"/>
                  </a:lnTo>
                  <a:lnTo>
                    <a:pt x="323660" y="108433"/>
                  </a:lnTo>
                  <a:lnTo>
                    <a:pt x="321720" y="103503"/>
                  </a:lnTo>
                  <a:lnTo>
                    <a:pt x="319625" y="98636"/>
                  </a:lnTo>
                  <a:lnTo>
                    <a:pt x="317377" y="93839"/>
                  </a:lnTo>
                  <a:lnTo>
                    <a:pt x="314978" y="89115"/>
                  </a:lnTo>
                  <a:lnTo>
                    <a:pt x="312430" y="84469"/>
                  </a:lnTo>
                  <a:lnTo>
                    <a:pt x="309736" y="79907"/>
                  </a:lnTo>
                  <a:lnTo>
                    <a:pt x="306899" y="75432"/>
                  </a:lnTo>
                  <a:lnTo>
                    <a:pt x="303922" y="71049"/>
                  </a:lnTo>
                  <a:lnTo>
                    <a:pt x="300807" y="66763"/>
                  </a:lnTo>
                  <a:lnTo>
                    <a:pt x="297558" y="62578"/>
                  </a:lnTo>
                  <a:lnTo>
                    <a:pt x="294178" y="58498"/>
                  </a:lnTo>
                  <a:lnTo>
                    <a:pt x="290670" y="54527"/>
                  </a:lnTo>
                  <a:lnTo>
                    <a:pt x="287039" y="50669"/>
                  </a:lnTo>
                  <a:lnTo>
                    <a:pt x="283286" y="46928"/>
                  </a:lnTo>
                  <a:lnTo>
                    <a:pt x="279418" y="43308"/>
                  </a:lnTo>
                  <a:lnTo>
                    <a:pt x="275436" y="39812"/>
                  </a:lnTo>
                  <a:lnTo>
                    <a:pt x="271346" y="36445"/>
                  </a:lnTo>
                  <a:lnTo>
                    <a:pt x="267151" y="33208"/>
                  </a:lnTo>
                  <a:lnTo>
                    <a:pt x="262855" y="30106"/>
                  </a:lnTo>
                  <a:lnTo>
                    <a:pt x="258463" y="27142"/>
                  </a:lnTo>
                  <a:lnTo>
                    <a:pt x="253980" y="24319"/>
                  </a:lnTo>
                  <a:lnTo>
                    <a:pt x="249409" y="21639"/>
                  </a:lnTo>
                  <a:lnTo>
                    <a:pt x="244756" y="19105"/>
                  </a:lnTo>
                  <a:lnTo>
                    <a:pt x="240025" y="16720"/>
                  </a:lnTo>
                  <a:lnTo>
                    <a:pt x="235221" y="14486"/>
                  </a:lnTo>
                  <a:lnTo>
                    <a:pt x="230348" y="12406"/>
                  </a:lnTo>
                  <a:lnTo>
                    <a:pt x="225411" y="10481"/>
                  </a:lnTo>
                  <a:lnTo>
                    <a:pt x="220417" y="8713"/>
                  </a:lnTo>
                  <a:lnTo>
                    <a:pt x="215368" y="7104"/>
                  </a:lnTo>
                  <a:lnTo>
                    <a:pt x="210272" y="5657"/>
                  </a:lnTo>
                  <a:lnTo>
                    <a:pt x="205132" y="4371"/>
                  </a:lnTo>
                  <a:lnTo>
                    <a:pt x="199953" y="3249"/>
                  </a:lnTo>
                  <a:lnTo>
                    <a:pt x="194742" y="2292"/>
                  </a:lnTo>
                  <a:lnTo>
                    <a:pt x="189503" y="1501"/>
                  </a:lnTo>
                  <a:lnTo>
                    <a:pt x="184242" y="876"/>
                  </a:lnTo>
                  <a:lnTo>
                    <a:pt x="178963" y="417"/>
                  </a:lnTo>
                  <a:lnTo>
                    <a:pt x="173673" y="127"/>
                  </a:lnTo>
                  <a:lnTo>
                    <a:pt x="168376" y="4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22576"/>
              <a:ext cx="1225" cy="167162"/>
            </a:xfrm>
            <a:custGeom>
              <a:avLst/>
              <a:pathLst>
                <a:path w="1225" h="167162">
                  <a:moveTo>
                    <a:pt x="1225" y="0"/>
                  </a:moveTo>
                  <a:lnTo>
                    <a:pt x="0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22571"/>
              <a:ext cx="1225" cy="167167"/>
            </a:xfrm>
            <a:custGeom>
              <a:avLst/>
              <a:pathLst>
                <a:path w="1225" h="167167">
                  <a:moveTo>
                    <a:pt x="1225" y="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378105" y="1071028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57" y="83"/>
                  </a:lnTo>
                  <a:lnTo>
                    <a:pt x="156567" y="335"/>
                  </a:lnTo>
                  <a:lnTo>
                    <a:pt x="151288" y="754"/>
                  </a:lnTo>
                  <a:lnTo>
                    <a:pt x="146024" y="1340"/>
                  </a:lnTo>
                  <a:lnTo>
                    <a:pt x="140782" y="2092"/>
                  </a:lnTo>
                  <a:lnTo>
                    <a:pt x="135567" y="3011"/>
                  </a:lnTo>
                  <a:lnTo>
                    <a:pt x="130383" y="4093"/>
                  </a:lnTo>
                  <a:lnTo>
                    <a:pt x="125236" y="5340"/>
                  </a:lnTo>
                  <a:lnTo>
                    <a:pt x="120131" y="6749"/>
                  </a:lnTo>
                  <a:lnTo>
                    <a:pt x="115073" y="8319"/>
                  </a:lnTo>
                  <a:lnTo>
                    <a:pt x="110067" y="10048"/>
                  </a:lnTo>
                  <a:lnTo>
                    <a:pt x="105119" y="11935"/>
                  </a:lnTo>
                  <a:lnTo>
                    <a:pt x="100233" y="13978"/>
                  </a:lnTo>
                  <a:lnTo>
                    <a:pt x="95414" y="16175"/>
                  </a:lnTo>
                  <a:lnTo>
                    <a:pt x="90667" y="18523"/>
                  </a:lnTo>
                  <a:lnTo>
                    <a:pt x="85997" y="21020"/>
                  </a:lnTo>
                  <a:lnTo>
                    <a:pt x="81409" y="23664"/>
                  </a:lnTo>
                  <a:lnTo>
                    <a:pt x="76906" y="26452"/>
                  </a:lnTo>
                  <a:lnTo>
                    <a:pt x="72494" y="29382"/>
                  </a:lnTo>
                  <a:lnTo>
                    <a:pt x="68177" y="32449"/>
                  </a:lnTo>
                  <a:lnTo>
                    <a:pt x="63959" y="35652"/>
                  </a:lnTo>
                  <a:lnTo>
                    <a:pt x="59845" y="38987"/>
                  </a:lnTo>
                  <a:lnTo>
                    <a:pt x="55839" y="42450"/>
                  </a:lnTo>
                  <a:lnTo>
                    <a:pt x="51944" y="46039"/>
                  </a:lnTo>
                  <a:lnTo>
                    <a:pt x="48165" y="49749"/>
                  </a:lnTo>
                  <a:lnTo>
                    <a:pt x="44505" y="53577"/>
                  </a:lnTo>
                  <a:lnTo>
                    <a:pt x="40969" y="57519"/>
                  </a:lnTo>
                  <a:lnTo>
                    <a:pt x="37559" y="61571"/>
                  </a:lnTo>
                  <a:lnTo>
                    <a:pt x="34279" y="65729"/>
                  </a:lnTo>
                  <a:lnTo>
                    <a:pt x="31133" y="69989"/>
                  </a:lnTo>
                  <a:lnTo>
                    <a:pt x="28123" y="74346"/>
                  </a:lnTo>
                  <a:lnTo>
                    <a:pt x="25252" y="78796"/>
                  </a:lnTo>
                  <a:lnTo>
                    <a:pt x="22524" y="83336"/>
                  </a:lnTo>
                  <a:lnTo>
                    <a:pt x="19941" y="87959"/>
                  </a:lnTo>
                  <a:lnTo>
                    <a:pt x="17506" y="92662"/>
                  </a:lnTo>
                  <a:lnTo>
                    <a:pt x="15221" y="97439"/>
                  </a:lnTo>
                  <a:lnTo>
                    <a:pt x="13089" y="102287"/>
                  </a:lnTo>
                  <a:lnTo>
                    <a:pt x="11111" y="107200"/>
                  </a:lnTo>
                  <a:lnTo>
                    <a:pt x="9290" y="112173"/>
                  </a:lnTo>
                  <a:lnTo>
                    <a:pt x="7627" y="117201"/>
                  </a:lnTo>
                  <a:lnTo>
                    <a:pt x="6124" y="122279"/>
                  </a:lnTo>
                  <a:lnTo>
                    <a:pt x="4783" y="127402"/>
                  </a:lnTo>
                  <a:lnTo>
                    <a:pt x="3605" y="132565"/>
                  </a:lnTo>
                  <a:lnTo>
                    <a:pt x="2591" y="137763"/>
                  </a:lnTo>
                  <a:lnTo>
                    <a:pt x="1742" y="142991"/>
                  </a:lnTo>
                  <a:lnTo>
                    <a:pt x="1059" y="148242"/>
                  </a:lnTo>
                  <a:lnTo>
                    <a:pt x="543" y="153513"/>
                  </a:lnTo>
                  <a:lnTo>
                    <a:pt x="194" y="158797"/>
                  </a:lnTo>
                  <a:lnTo>
                    <a:pt x="13" y="164090"/>
                  </a:lnTo>
                  <a:lnTo>
                    <a:pt x="0" y="169386"/>
                  </a:lnTo>
                  <a:lnTo>
                    <a:pt x="154" y="174680"/>
                  </a:lnTo>
                  <a:lnTo>
                    <a:pt x="475" y="179966"/>
                  </a:lnTo>
                  <a:lnTo>
                    <a:pt x="964" y="185239"/>
                  </a:lnTo>
                  <a:lnTo>
                    <a:pt x="1620" y="190494"/>
                  </a:lnTo>
                  <a:lnTo>
                    <a:pt x="2442" y="195726"/>
                  </a:lnTo>
                  <a:lnTo>
                    <a:pt x="3430" y="200929"/>
                  </a:lnTo>
                  <a:lnTo>
                    <a:pt x="4581" y="206098"/>
                  </a:lnTo>
                  <a:lnTo>
                    <a:pt x="5896" y="211228"/>
                  </a:lnTo>
                  <a:lnTo>
                    <a:pt x="7373" y="216314"/>
                  </a:lnTo>
                  <a:lnTo>
                    <a:pt x="9010" y="221350"/>
                  </a:lnTo>
                  <a:lnTo>
                    <a:pt x="10805" y="226333"/>
                  </a:lnTo>
                  <a:lnTo>
                    <a:pt x="12758" y="231255"/>
                  </a:lnTo>
                  <a:lnTo>
                    <a:pt x="14865" y="236114"/>
                  </a:lnTo>
                  <a:lnTo>
                    <a:pt x="17126" y="240903"/>
                  </a:lnTo>
                  <a:lnTo>
                    <a:pt x="19537" y="245618"/>
                  </a:lnTo>
                  <a:lnTo>
                    <a:pt x="22096" y="250255"/>
                  </a:lnTo>
                  <a:lnTo>
                    <a:pt x="24801" y="254808"/>
                  </a:lnTo>
                  <a:lnTo>
                    <a:pt x="27648" y="259273"/>
                  </a:lnTo>
                  <a:lnTo>
                    <a:pt x="30636" y="263646"/>
                  </a:lnTo>
                  <a:lnTo>
                    <a:pt x="33760" y="267922"/>
                  </a:lnTo>
                  <a:lnTo>
                    <a:pt x="37019" y="272097"/>
                  </a:lnTo>
                  <a:lnTo>
                    <a:pt x="40408" y="276166"/>
                  </a:lnTo>
                  <a:lnTo>
                    <a:pt x="43924" y="280126"/>
                  </a:lnTo>
                  <a:lnTo>
                    <a:pt x="47564" y="283973"/>
                  </a:lnTo>
                  <a:lnTo>
                    <a:pt x="51324" y="287702"/>
                  </a:lnTo>
                  <a:lnTo>
                    <a:pt x="55200" y="291311"/>
                  </a:lnTo>
                  <a:lnTo>
                    <a:pt x="59189" y="294795"/>
                  </a:lnTo>
                  <a:lnTo>
                    <a:pt x="63286" y="298151"/>
                  </a:lnTo>
                  <a:lnTo>
                    <a:pt x="67487" y="301375"/>
                  </a:lnTo>
                  <a:lnTo>
                    <a:pt x="71788" y="304465"/>
                  </a:lnTo>
                  <a:lnTo>
                    <a:pt x="76185" y="307416"/>
                  </a:lnTo>
                  <a:lnTo>
                    <a:pt x="80673" y="310228"/>
                  </a:lnTo>
                  <a:lnTo>
                    <a:pt x="85248" y="312895"/>
                  </a:lnTo>
                  <a:lnTo>
                    <a:pt x="89905" y="315416"/>
                  </a:lnTo>
                  <a:lnTo>
                    <a:pt x="94640" y="317789"/>
                  </a:lnTo>
                  <a:lnTo>
                    <a:pt x="99448" y="320010"/>
                  </a:lnTo>
                  <a:lnTo>
                    <a:pt x="104323" y="322078"/>
                  </a:lnTo>
                  <a:lnTo>
                    <a:pt x="109262" y="323990"/>
                  </a:lnTo>
                  <a:lnTo>
                    <a:pt x="114258" y="325746"/>
                  </a:lnTo>
                  <a:lnTo>
                    <a:pt x="119308" y="327341"/>
                  </a:lnTo>
                  <a:lnTo>
                    <a:pt x="124406" y="328777"/>
                  </a:lnTo>
                  <a:lnTo>
                    <a:pt x="129546" y="330050"/>
                  </a:lnTo>
                  <a:lnTo>
                    <a:pt x="134725" y="331159"/>
                  </a:lnTo>
                  <a:lnTo>
                    <a:pt x="139935" y="332104"/>
                  </a:lnTo>
                  <a:lnTo>
                    <a:pt x="145174" y="332883"/>
                  </a:lnTo>
                  <a:lnTo>
                    <a:pt x="150434" y="333496"/>
                  </a:lnTo>
                  <a:lnTo>
                    <a:pt x="155711" y="333942"/>
                  </a:lnTo>
                  <a:lnTo>
                    <a:pt x="161000" y="334221"/>
                  </a:lnTo>
                  <a:lnTo>
                    <a:pt x="166294" y="334332"/>
                  </a:lnTo>
                  <a:lnTo>
                    <a:pt x="171590" y="334275"/>
                  </a:lnTo>
                  <a:lnTo>
                    <a:pt x="176881" y="334051"/>
                  </a:lnTo>
                  <a:lnTo>
                    <a:pt x="182162" y="333659"/>
                  </a:lnTo>
                  <a:lnTo>
                    <a:pt x="187429" y="333100"/>
                  </a:lnTo>
                  <a:lnTo>
                    <a:pt x="192675" y="332375"/>
                  </a:lnTo>
                  <a:lnTo>
                    <a:pt x="197895" y="331483"/>
                  </a:lnTo>
                  <a:lnTo>
                    <a:pt x="203084" y="330427"/>
                  </a:lnTo>
                  <a:lnTo>
                    <a:pt x="208238" y="329207"/>
                  </a:lnTo>
                  <a:lnTo>
                    <a:pt x="213350" y="327824"/>
                  </a:lnTo>
                  <a:lnTo>
                    <a:pt x="218416" y="326280"/>
                  </a:lnTo>
                  <a:lnTo>
                    <a:pt x="223430" y="324576"/>
                  </a:lnTo>
                  <a:lnTo>
                    <a:pt x="228388" y="322715"/>
                  </a:lnTo>
                  <a:lnTo>
                    <a:pt x="233284" y="320697"/>
                  </a:lnTo>
                  <a:lnTo>
                    <a:pt x="238115" y="318525"/>
                  </a:lnTo>
                  <a:lnTo>
                    <a:pt x="242873" y="316201"/>
                  </a:lnTo>
                  <a:lnTo>
                    <a:pt x="247556" y="313728"/>
                  </a:lnTo>
                  <a:lnTo>
                    <a:pt x="252158" y="311108"/>
                  </a:lnTo>
                  <a:lnTo>
                    <a:pt x="256675" y="308343"/>
                  </a:lnTo>
                  <a:lnTo>
                    <a:pt x="261102" y="305436"/>
                  </a:lnTo>
                  <a:lnTo>
                    <a:pt x="265435" y="302391"/>
                  </a:lnTo>
                  <a:lnTo>
                    <a:pt x="269669" y="299210"/>
                  </a:lnTo>
                  <a:lnTo>
                    <a:pt x="273800" y="295896"/>
                  </a:lnTo>
                  <a:lnTo>
                    <a:pt x="277824" y="292453"/>
                  </a:lnTo>
                  <a:lnTo>
                    <a:pt x="281737" y="288885"/>
                  </a:lnTo>
                  <a:lnTo>
                    <a:pt x="285535" y="285194"/>
                  </a:lnTo>
                  <a:lnTo>
                    <a:pt x="289214" y="281385"/>
                  </a:lnTo>
                  <a:lnTo>
                    <a:pt x="292771" y="277461"/>
                  </a:lnTo>
                  <a:lnTo>
                    <a:pt x="296202" y="273427"/>
                  </a:lnTo>
                  <a:lnTo>
                    <a:pt x="299503" y="269286"/>
                  </a:lnTo>
                  <a:lnTo>
                    <a:pt x="302671" y="265042"/>
                  </a:lnTo>
                  <a:lnTo>
                    <a:pt x="305704" y="260700"/>
                  </a:lnTo>
                  <a:lnTo>
                    <a:pt x="308597" y="256264"/>
                  </a:lnTo>
                  <a:lnTo>
                    <a:pt x="311348" y="251739"/>
                  </a:lnTo>
                  <a:lnTo>
                    <a:pt x="313955" y="247129"/>
                  </a:lnTo>
                  <a:lnTo>
                    <a:pt x="316414" y="242439"/>
                  </a:lnTo>
                  <a:lnTo>
                    <a:pt x="318723" y="237673"/>
                  </a:lnTo>
                  <a:lnTo>
                    <a:pt x="320881" y="232837"/>
                  </a:lnTo>
                  <a:lnTo>
                    <a:pt x="322884" y="227934"/>
                  </a:lnTo>
                  <a:lnTo>
                    <a:pt x="324730" y="222971"/>
                  </a:lnTo>
                  <a:lnTo>
                    <a:pt x="326419" y="217951"/>
                  </a:lnTo>
                  <a:lnTo>
                    <a:pt x="327948" y="212881"/>
                  </a:lnTo>
                  <a:lnTo>
                    <a:pt x="329315" y="207765"/>
                  </a:lnTo>
                  <a:lnTo>
                    <a:pt x="330520" y="202607"/>
                  </a:lnTo>
                  <a:lnTo>
                    <a:pt x="331560" y="197415"/>
                  </a:lnTo>
                  <a:lnTo>
                    <a:pt x="332436" y="192192"/>
                  </a:lnTo>
                  <a:lnTo>
                    <a:pt x="333146" y="186944"/>
                  </a:lnTo>
                  <a:lnTo>
                    <a:pt x="333689" y="181676"/>
                  </a:lnTo>
                  <a:lnTo>
                    <a:pt x="334065" y="176393"/>
                  </a:lnTo>
                  <a:lnTo>
                    <a:pt x="334273" y="171102"/>
                  </a:lnTo>
                  <a:lnTo>
                    <a:pt x="334314" y="165806"/>
                  </a:lnTo>
                  <a:lnTo>
                    <a:pt x="334187" y="160511"/>
                  </a:lnTo>
                  <a:lnTo>
                    <a:pt x="333892" y="155224"/>
                  </a:lnTo>
                  <a:lnTo>
                    <a:pt x="333430" y="149948"/>
                  </a:lnTo>
                  <a:lnTo>
                    <a:pt x="332802" y="144690"/>
                  </a:lnTo>
                  <a:lnTo>
                    <a:pt x="332006" y="139454"/>
                  </a:lnTo>
                  <a:lnTo>
                    <a:pt x="331046" y="134246"/>
                  </a:lnTo>
                  <a:lnTo>
                    <a:pt x="329921" y="129071"/>
                  </a:lnTo>
                  <a:lnTo>
                    <a:pt x="328632" y="123934"/>
                  </a:lnTo>
                  <a:lnTo>
                    <a:pt x="327182" y="118841"/>
                  </a:lnTo>
                  <a:lnTo>
                    <a:pt x="325571" y="113796"/>
                  </a:lnTo>
                  <a:lnTo>
                    <a:pt x="323801" y="108804"/>
                  </a:lnTo>
                  <a:lnTo>
                    <a:pt x="321873" y="103872"/>
                  </a:lnTo>
                  <a:lnTo>
                    <a:pt x="319791" y="99003"/>
                  </a:lnTo>
                  <a:lnTo>
                    <a:pt x="317555" y="94202"/>
                  </a:lnTo>
                  <a:lnTo>
                    <a:pt x="315168" y="89474"/>
                  </a:lnTo>
                  <a:lnTo>
                    <a:pt x="312633" y="8482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155853"/>
              <a:ext cx="145480" cy="82342"/>
            </a:xfrm>
            <a:custGeom>
              <a:avLst/>
              <a:pathLst>
                <a:path w="145480" h="82342">
                  <a:moveTo>
                    <a:pt x="145480" y="0"/>
                  </a:moveTo>
                  <a:lnTo>
                    <a:pt x="0" y="823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071028"/>
              <a:ext cx="145480" cy="167167"/>
            </a:xfrm>
            <a:custGeom>
              <a:avLst/>
              <a:pathLst>
                <a:path w="145480" h="167167">
                  <a:moveTo>
                    <a:pt x="145480" y="84825"/>
                  </a:moveTo>
                  <a:lnTo>
                    <a:pt x="142685" y="80071"/>
                  </a:lnTo>
                  <a:lnTo>
                    <a:pt x="139734" y="75411"/>
                  </a:lnTo>
                  <a:lnTo>
                    <a:pt x="136632" y="70852"/>
                  </a:lnTo>
                  <a:lnTo>
                    <a:pt x="133380" y="66397"/>
                  </a:lnTo>
                  <a:lnTo>
                    <a:pt x="129984" y="62052"/>
                  </a:lnTo>
                  <a:lnTo>
                    <a:pt x="126446" y="57822"/>
                  </a:lnTo>
                  <a:lnTo>
                    <a:pt x="122770" y="53710"/>
                  </a:lnTo>
                  <a:lnTo>
                    <a:pt x="118961" y="49722"/>
                  </a:lnTo>
                  <a:lnTo>
                    <a:pt x="115022" y="45862"/>
                  </a:lnTo>
                  <a:lnTo>
                    <a:pt x="110958" y="42134"/>
                  </a:lnTo>
                  <a:lnTo>
                    <a:pt x="106773" y="38542"/>
                  </a:lnTo>
                  <a:lnTo>
                    <a:pt x="102472" y="35090"/>
                  </a:lnTo>
                  <a:lnTo>
                    <a:pt x="98060" y="31782"/>
                  </a:lnTo>
                  <a:lnTo>
                    <a:pt x="93540" y="28621"/>
                  </a:lnTo>
                  <a:lnTo>
                    <a:pt x="88919" y="25611"/>
                  </a:lnTo>
                  <a:lnTo>
                    <a:pt x="84202" y="22754"/>
                  </a:lnTo>
                  <a:lnTo>
                    <a:pt x="79392" y="20056"/>
                  </a:lnTo>
                  <a:lnTo>
                    <a:pt x="74496" y="17517"/>
                  </a:lnTo>
                  <a:lnTo>
                    <a:pt x="69519" y="15141"/>
                  </a:lnTo>
                  <a:lnTo>
                    <a:pt x="64467" y="12930"/>
                  </a:lnTo>
                  <a:lnTo>
                    <a:pt x="59344" y="10888"/>
                  </a:lnTo>
                  <a:lnTo>
                    <a:pt x="54157" y="9015"/>
                  </a:lnTo>
                  <a:lnTo>
                    <a:pt x="48910" y="7315"/>
                  </a:lnTo>
                  <a:lnTo>
                    <a:pt x="43611" y="5788"/>
                  </a:lnTo>
                  <a:lnTo>
                    <a:pt x="38264" y="4438"/>
                  </a:lnTo>
                  <a:lnTo>
                    <a:pt x="32875" y="3264"/>
                  </a:lnTo>
                  <a:lnTo>
                    <a:pt x="27451" y="2269"/>
                  </a:lnTo>
                  <a:lnTo>
                    <a:pt x="21996" y="1453"/>
                  </a:lnTo>
                  <a:lnTo>
                    <a:pt x="16518" y="818"/>
                  </a:lnTo>
                  <a:lnTo>
                    <a:pt x="11022" y="363"/>
                  </a:lnTo>
                  <a:lnTo>
                    <a:pt x="5514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24988" y="941493"/>
              <a:ext cx="98555" cy="167167"/>
            </a:xfrm>
            <a:custGeom>
              <a:avLst/>
              <a:pathLst>
                <a:path w="98555" h="167167">
                  <a:moveTo>
                    <a:pt x="98555" y="0"/>
                  </a:moveTo>
                  <a:lnTo>
                    <a:pt x="93009" y="92"/>
                  </a:lnTo>
                  <a:lnTo>
                    <a:pt x="87468" y="368"/>
                  </a:lnTo>
                  <a:lnTo>
                    <a:pt x="81940" y="827"/>
                  </a:lnTo>
                  <a:lnTo>
                    <a:pt x="76430" y="1470"/>
                  </a:lnTo>
                  <a:lnTo>
                    <a:pt x="70945" y="2295"/>
                  </a:lnTo>
                  <a:lnTo>
                    <a:pt x="65490" y="3302"/>
                  </a:lnTo>
                  <a:lnTo>
                    <a:pt x="60071" y="4490"/>
                  </a:lnTo>
                  <a:lnTo>
                    <a:pt x="54695" y="5856"/>
                  </a:lnTo>
                  <a:lnTo>
                    <a:pt x="49367" y="7400"/>
                  </a:lnTo>
                  <a:lnTo>
                    <a:pt x="44093" y="9120"/>
                  </a:lnTo>
                  <a:lnTo>
                    <a:pt x="38879" y="11014"/>
                  </a:lnTo>
                  <a:lnTo>
                    <a:pt x="33731" y="13080"/>
                  </a:lnTo>
                  <a:lnTo>
                    <a:pt x="28654" y="15316"/>
                  </a:lnTo>
                  <a:lnTo>
                    <a:pt x="23655" y="17719"/>
                  </a:lnTo>
                  <a:lnTo>
                    <a:pt x="18737" y="20286"/>
                  </a:lnTo>
                  <a:lnTo>
                    <a:pt x="13908" y="23015"/>
                  </a:lnTo>
                  <a:lnTo>
                    <a:pt x="9172" y="25903"/>
                  </a:lnTo>
                  <a:lnTo>
                    <a:pt x="4534" y="28946"/>
                  </a:lnTo>
                  <a:lnTo>
                    <a:pt x="0" y="32142"/>
                  </a:lnTo>
                  <a:lnTo>
                    <a:pt x="985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24988" y="973635"/>
              <a:ext cx="98555" cy="135024"/>
            </a:xfrm>
            <a:custGeom>
              <a:avLst/>
              <a:pathLst>
                <a:path w="98555" h="135024">
                  <a:moveTo>
                    <a:pt x="0" y="0"/>
                  </a:moveTo>
                  <a:lnTo>
                    <a:pt x="98555" y="1350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856385" y="956380"/>
              <a:ext cx="334324" cy="319441"/>
            </a:xfrm>
            <a:custGeom>
              <a:avLst/>
              <a:pathLst>
                <a:path w="334324" h="319441">
                  <a:moveTo>
                    <a:pt x="68603" y="17255"/>
                  </a:moveTo>
                  <a:lnTo>
                    <a:pt x="64375" y="20444"/>
                  </a:lnTo>
                  <a:lnTo>
                    <a:pt x="60250" y="23766"/>
                  </a:lnTo>
                  <a:lnTo>
                    <a:pt x="56233" y="27217"/>
                  </a:lnTo>
                  <a:lnTo>
                    <a:pt x="52327" y="30793"/>
                  </a:lnTo>
                  <a:lnTo>
                    <a:pt x="48537" y="34492"/>
                  </a:lnTo>
                  <a:lnTo>
                    <a:pt x="44865" y="38308"/>
                  </a:lnTo>
                  <a:lnTo>
                    <a:pt x="41317" y="42239"/>
                  </a:lnTo>
                  <a:lnTo>
                    <a:pt x="37894" y="46281"/>
                  </a:lnTo>
                  <a:lnTo>
                    <a:pt x="34601" y="50429"/>
                  </a:lnTo>
                  <a:lnTo>
                    <a:pt x="31442" y="54679"/>
                  </a:lnTo>
                  <a:lnTo>
                    <a:pt x="28418" y="59027"/>
                  </a:lnTo>
                  <a:lnTo>
                    <a:pt x="25534" y="63468"/>
                  </a:lnTo>
                  <a:lnTo>
                    <a:pt x="22792" y="67999"/>
                  </a:lnTo>
                  <a:lnTo>
                    <a:pt x="20194" y="72614"/>
                  </a:lnTo>
                  <a:lnTo>
                    <a:pt x="17745" y="77309"/>
                  </a:lnTo>
                  <a:lnTo>
                    <a:pt x="15445" y="82080"/>
                  </a:lnTo>
                  <a:lnTo>
                    <a:pt x="13297" y="86921"/>
                  </a:lnTo>
                  <a:lnTo>
                    <a:pt x="11304" y="91827"/>
                  </a:lnTo>
                  <a:lnTo>
                    <a:pt x="9468" y="96794"/>
                  </a:lnTo>
                  <a:lnTo>
                    <a:pt x="7789" y="101817"/>
                  </a:lnTo>
                  <a:lnTo>
                    <a:pt x="6271" y="106891"/>
                  </a:lnTo>
                  <a:lnTo>
                    <a:pt x="4914" y="112010"/>
                  </a:lnTo>
                  <a:lnTo>
                    <a:pt x="3720" y="117169"/>
                  </a:lnTo>
                  <a:lnTo>
                    <a:pt x="2689" y="122364"/>
                  </a:lnTo>
                  <a:lnTo>
                    <a:pt x="1824" y="127589"/>
                  </a:lnTo>
                  <a:lnTo>
                    <a:pt x="1125" y="132838"/>
                  </a:lnTo>
                  <a:lnTo>
                    <a:pt x="593" y="138107"/>
                  </a:lnTo>
                  <a:lnTo>
                    <a:pt x="227" y="143391"/>
                  </a:lnTo>
                  <a:lnTo>
                    <a:pt x="30" y="148683"/>
                  </a:lnTo>
                  <a:lnTo>
                    <a:pt x="0" y="153979"/>
                  </a:lnTo>
                  <a:lnTo>
                    <a:pt x="137" y="159273"/>
                  </a:lnTo>
                  <a:lnTo>
                    <a:pt x="443" y="164560"/>
                  </a:lnTo>
                  <a:lnTo>
                    <a:pt x="915" y="169834"/>
                  </a:lnTo>
                  <a:lnTo>
                    <a:pt x="1555" y="175092"/>
                  </a:lnTo>
                  <a:lnTo>
                    <a:pt x="2360" y="180326"/>
                  </a:lnTo>
                  <a:lnTo>
                    <a:pt x="3331" y="185532"/>
                  </a:lnTo>
                  <a:lnTo>
                    <a:pt x="4467" y="190705"/>
                  </a:lnTo>
                  <a:lnTo>
                    <a:pt x="5766" y="195839"/>
                  </a:lnTo>
                  <a:lnTo>
                    <a:pt x="7227" y="200929"/>
                  </a:lnTo>
                  <a:lnTo>
                    <a:pt x="8848" y="205971"/>
                  </a:lnTo>
                  <a:lnTo>
                    <a:pt x="10628" y="210959"/>
                  </a:lnTo>
                  <a:lnTo>
                    <a:pt x="12565" y="215887"/>
                  </a:lnTo>
                  <a:lnTo>
                    <a:pt x="14658" y="220752"/>
                  </a:lnTo>
                  <a:lnTo>
                    <a:pt x="16903" y="225549"/>
                  </a:lnTo>
                  <a:lnTo>
                    <a:pt x="19300" y="230271"/>
                  </a:lnTo>
                  <a:lnTo>
                    <a:pt x="21844" y="234916"/>
                  </a:lnTo>
                  <a:lnTo>
                    <a:pt x="24535" y="239477"/>
                  </a:lnTo>
                  <a:lnTo>
                    <a:pt x="27368" y="243951"/>
                  </a:lnTo>
                  <a:lnTo>
                    <a:pt x="30342" y="248333"/>
                  </a:lnTo>
                  <a:lnTo>
                    <a:pt x="33454" y="252619"/>
                  </a:lnTo>
                  <a:lnTo>
                    <a:pt x="36699" y="256804"/>
                  </a:lnTo>
                  <a:lnTo>
                    <a:pt x="40075" y="260884"/>
                  </a:lnTo>
                  <a:lnTo>
                    <a:pt x="43579" y="264855"/>
                  </a:lnTo>
                  <a:lnTo>
                    <a:pt x="47207" y="268713"/>
                  </a:lnTo>
                  <a:lnTo>
                    <a:pt x="50956" y="272454"/>
                  </a:lnTo>
                  <a:lnTo>
                    <a:pt x="54821" y="276074"/>
                  </a:lnTo>
                  <a:lnTo>
                    <a:pt x="58798" y="279571"/>
                  </a:lnTo>
                  <a:lnTo>
                    <a:pt x="62885" y="282939"/>
                  </a:lnTo>
                  <a:lnTo>
                    <a:pt x="67076" y="286177"/>
                  </a:lnTo>
                  <a:lnTo>
                    <a:pt x="71368" y="289280"/>
                  </a:lnTo>
                  <a:lnTo>
                    <a:pt x="75755" y="292245"/>
                  </a:lnTo>
                  <a:lnTo>
                    <a:pt x="80235" y="295070"/>
                  </a:lnTo>
                  <a:lnTo>
                    <a:pt x="84801" y="297752"/>
                  </a:lnTo>
                  <a:lnTo>
                    <a:pt x="89451" y="300288"/>
                  </a:lnTo>
                  <a:lnTo>
                    <a:pt x="94178" y="302675"/>
                  </a:lnTo>
                  <a:lnTo>
                    <a:pt x="98979" y="304911"/>
                  </a:lnTo>
                  <a:lnTo>
                    <a:pt x="103848" y="306994"/>
                  </a:lnTo>
                  <a:lnTo>
                    <a:pt x="108780" y="308922"/>
                  </a:lnTo>
                  <a:lnTo>
                    <a:pt x="113771" y="310693"/>
                  </a:lnTo>
                  <a:lnTo>
                    <a:pt x="118816" y="312304"/>
                  </a:lnTo>
                  <a:lnTo>
                    <a:pt x="123909" y="313755"/>
                  </a:lnTo>
                  <a:lnTo>
                    <a:pt x="129046" y="315044"/>
                  </a:lnTo>
                  <a:lnTo>
                    <a:pt x="134221" y="316170"/>
                  </a:lnTo>
                  <a:lnTo>
                    <a:pt x="139429" y="317131"/>
                  </a:lnTo>
                  <a:lnTo>
                    <a:pt x="144664" y="317927"/>
                  </a:lnTo>
                  <a:lnTo>
                    <a:pt x="149923" y="318556"/>
                  </a:lnTo>
                  <a:lnTo>
                    <a:pt x="155198" y="319019"/>
                  </a:lnTo>
                  <a:lnTo>
                    <a:pt x="160486" y="319314"/>
                  </a:lnTo>
                  <a:lnTo>
                    <a:pt x="165780" y="319441"/>
                  </a:lnTo>
                  <a:lnTo>
                    <a:pt x="171076" y="319401"/>
                  </a:lnTo>
                  <a:lnTo>
                    <a:pt x="176368" y="319193"/>
                  </a:lnTo>
                  <a:lnTo>
                    <a:pt x="181651" y="318818"/>
                  </a:lnTo>
                  <a:lnTo>
                    <a:pt x="186919" y="318275"/>
                  </a:lnTo>
                  <a:lnTo>
                    <a:pt x="192167" y="317566"/>
                  </a:lnTo>
                  <a:lnTo>
                    <a:pt x="197390" y="316691"/>
                  </a:lnTo>
                  <a:lnTo>
                    <a:pt x="202583" y="315650"/>
                  </a:lnTo>
                  <a:lnTo>
                    <a:pt x="207740" y="314446"/>
                  </a:lnTo>
                  <a:lnTo>
                    <a:pt x="212856" y="313080"/>
                  </a:lnTo>
                  <a:lnTo>
                    <a:pt x="217927" y="311551"/>
                  </a:lnTo>
                  <a:lnTo>
                    <a:pt x="222946" y="309863"/>
                  </a:lnTo>
                  <a:lnTo>
                    <a:pt x="227910" y="308017"/>
                  </a:lnTo>
                  <a:lnTo>
                    <a:pt x="232813" y="306014"/>
                  </a:lnTo>
                  <a:lnTo>
                    <a:pt x="237649" y="303858"/>
                  </a:lnTo>
                  <a:lnTo>
                    <a:pt x="242416" y="301549"/>
                  </a:lnTo>
                  <a:lnTo>
                    <a:pt x="247106" y="299090"/>
                  </a:lnTo>
                  <a:lnTo>
                    <a:pt x="251716" y="296484"/>
                  </a:lnTo>
                  <a:lnTo>
                    <a:pt x="256242" y="293733"/>
                  </a:lnTo>
                  <a:lnTo>
                    <a:pt x="260678" y="290840"/>
                  </a:lnTo>
                  <a:lnTo>
                    <a:pt x="265020" y="287808"/>
                  </a:lnTo>
                  <a:lnTo>
                    <a:pt x="269264" y="284640"/>
                  </a:lnTo>
                  <a:lnTo>
                    <a:pt x="273405" y="281340"/>
                  </a:lnTo>
                  <a:lnTo>
                    <a:pt x="277440" y="277909"/>
                  </a:lnTo>
                  <a:lnTo>
                    <a:pt x="281364" y="274353"/>
                  </a:lnTo>
                  <a:lnTo>
                    <a:pt x="285174" y="270674"/>
                  </a:lnTo>
                  <a:lnTo>
                    <a:pt x="288865" y="266877"/>
                  </a:lnTo>
                  <a:lnTo>
                    <a:pt x="292434" y="262964"/>
                  </a:lnTo>
                  <a:lnTo>
                    <a:pt x="295877" y="258940"/>
                  </a:lnTo>
                  <a:lnTo>
                    <a:pt x="299191" y="254809"/>
                  </a:lnTo>
                  <a:lnTo>
                    <a:pt x="302372" y="250576"/>
                  </a:lnTo>
                  <a:lnTo>
                    <a:pt x="305418" y="246243"/>
                  </a:lnTo>
                  <a:lnTo>
                    <a:pt x="308325" y="241816"/>
                  </a:lnTo>
                  <a:lnTo>
                    <a:pt x="311090" y="237300"/>
                  </a:lnTo>
                  <a:lnTo>
                    <a:pt x="313711" y="232698"/>
                  </a:lnTo>
                  <a:lnTo>
                    <a:pt x="316185" y="228015"/>
                  </a:lnTo>
                  <a:lnTo>
                    <a:pt x="318509" y="223257"/>
                  </a:lnTo>
                  <a:lnTo>
                    <a:pt x="320682" y="218427"/>
                  </a:lnTo>
                  <a:lnTo>
                    <a:pt x="322700" y="213531"/>
                  </a:lnTo>
                  <a:lnTo>
                    <a:pt x="324562" y="208573"/>
                  </a:lnTo>
                  <a:lnTo>
                    <a:pt x="326266" y="203559"/>
                  </a:lnTo>
                  <a:lnTo>
                    <a:pt x="327811" y="198493"/>
                  </a:lnTo>
                  <a:lnTo>
                    <a:pt x="329194" y="193381"/>
                  </a:lnTo>
                  <a:lnTo>
                    <a:pt x="330415" y="188228"/>
                  </a:lnTo>
                  <a:lnTo>
                    <a:pt x="331472" y="183039"/>
                  </a:lnTo>
                  <a:lnTo>
                    <a:pt x="332363" y="177818"/>
                  </a:lnTo>
                  <a:lnTo>
                    <a:pt x="333089" y="172572"/>
                  </a:lnTo>
                  <a:lnTo>
                    <a:pt x="333649" y="167306"/>
                  </a:lnTo>
                  <a:lnTo>
                    <a:pt x="334041" y="162025"/>
                  </a:lnTo>
                  <a:lnTo>
                    <a:pt x="334266" y="156734"/>
                  </a:lnTo>
                  <a:lnTo>
                    <a:pt x="334324" y="151438"/>
                  </a:lnTo>
                  <a:lnTo>
                    <a:pt x="334213" y="146144"/>
                  </a:lnTo>
                  <a:lnTo>
                    <a:pt x="333935" y="140855"/>
                  </a:lnTo>
                  <a:lnTo>
                    <a:pt x="333489" y="135578"/>
                  </a:lnTo>
                  <a:lnTo>
                    <a:pt x="332877" y="130317"/>
                  </a:lnTo>
                  <a:lnTo>
                    <a:pt x="332098" y="125079"/>
                  </a:lnTo>
                  <a:lnTo>
                    <a:pt x="331154" y="119868"/>
                  </a:lnTo>
                  <a:lnTo>
                    <a:pt x="330045" y="114690"/>
                  </a:lnTo>
                  <a:lnTo>
                    <a:pt x="328772" y="109549"/>
                  </a:lnTo>
                  <a:lnTo>
                    <a:pt x="327338" y="104451"/>
                  </a:lnTo>
                  <a:lnTo>
                    <a:pt x="325742" y="99401"/>
                  </a:lnTo>
                  <a:lnTo>
                    <a:pt x="323988" y="94404"/>
                  </a:lnTo>
                  <a:lnTo>
                    <a:pt x="322076" y="89466"/>
                  </a:lnTo>
                  <a:lnTo>
                    <a:pt x="320008" y="84590"/>
                  </a:lnTo>
                  <a:lnTo>
                    <a:pt x="317787" y="79782"/>
                  </a:lnTo>
                  <a:lnTo>
                    <a:pt x="315415" y="75047"/>
                  </a:lnTo>
                  <a:lnTo>
                    <a:pt x="312895" y="70390"/>
                  </a:lnTo>
                  <a:lnTo>
                    <a:pt x="310228" y="65815"/>
                  </a:lnTo>
                  <a:lnTo>
                    <a:pt x="307417" y="61326"/>
                  </a:lnTo>
                  <a:lnTo>
                    <a:pt x="304465" y="56929"/>
                  </a:lnTo>
                  <a:lnTo>
                    <a:pt x="301376" y="52628"/>
                  </a:lnTo>
                  <a:lnTo>
                    <a:pt x="298152" y="48426"/>
                  </a:lnTo>
                  <a:lnTo>
                    <a:pt x="294797" y="44329"/>
                  </a:lnTo>
                  <a:lnTo>
                    <a:pt x="291313" y="40340"/>
                  </a:lnTo>
                  <a:lnTo>
                    <a:pt x="287705" y="36463"/>
                  </a:lnTo>
                  <a:lnTo>
                    <a:pt x="283976" y="32703"/>
                  </a:lnTo>
                  <a:lnTo>
                    <a:pt x="280130" y="29063"/>
                  </a:lnTo>
                  <a:lnTo>
                    <a:pt x="276170" y="25546"/>
                  </a:lnTo>
                  <a:lnTo>
                    <a:pt x="272101" y="22156"/>
                  </a:lnTo>
                  <a:lnTo>
                    <a:pt x="267926" y="18898"/>
                  </a:lnTo>
                  <a:lnTo>
                    <a:pt x="263651" y="15773"/>
                  </a:lnTo>
                  <a:lnTo>
                    <a:pt x="259278" y="12785"/>
                  </a:lnTo>
                  <a:lnTo>
                    <a:pt x="254814" y="9937"/>
                  </a:lnTo>
                  <a:lnTo>
                    <a:pt x="250261" y="7231"/>
                  </a:lnTo>
                  <a:lnTo>
                    <a:pt x="245624" y="4672"/>
                  </a:lnTo>
                  <a:lnTo>
                    <a:pt x="240909" y="2260"/>
                  </a:lnTo>
                  <a:lnTo>
                    <a:pt x="236120" y="0"/>
                  </a:lnTo>
                  <a:lnTo>
                    <a:pt x="167158" y="15227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5023544" y="941493"/>
              <a:ext cx="68962" cy="167167"/>
            </a:xfrm>
            <a:custGeom>
              <a:avLst/>
              <a:pathLst>
                <a:path w="68962" h="167167">
                  <a:moveTo>
                    <a:pt x="68962" y="14887"/>
                  </a:moveTo>
                  <a:lnTo>
                    <a:pt x="63523" y="12539"/>
                  </a:lnTo>
                  <a:lnTo>
                    <a:pt x="58005" y="10386"/>
                  </a:lnTo>
                  <a:lnTo>
                    <a:pt x="52414" y="8429"/>
                  </a:lnTo>
                  <a:lnTo>
                    <a:pt x="46757" y="6672"/>
                  </a:lnTo>
                  <a:lnTo>
                    <a:pt x="41042" y="5116"/>
                  </a:lnTo>
                  <a:lnTo>
                    <a:pt x="35275" y="3764"/>
                  </a:lnTo>
                  <a:lnTo>
                    <a:pt x="29464" y="2617"/>
                  </a:lnTo>
                  <a:lnTo>
                    <a:pt x="23615" y="1676"/>
                  </a:lnTo>
                  <a:lnTo>
                    <a:pt x="17737" y="943"/>
                  </a:lnTo>
                  <a:lnTo>
                    <a:pt x="11837" y="419"/>
                  </a:lnTo>
                  <a:lnTo>
                    <a:pt x="5922" y="10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86672" y="941493"/>
              <a:ext cx="99543" cy="167167"/>
            </a:xfrm>
            <a:custGeom>
              <a:avLst/>
              <a:pathLst>
                <a:path w="99543" h="167167">
                  <a:moveTo>
                    <a:pt x="99543" y="0"/>
                  </a:moveTo>
                  <a:lnTo>
                    <a:pt x="93932" y="94"/>
                  </a:lnTo>
                  <a:lnTo>
                    <a:pt x="88327" y="376"/>
                  </a:lnTo>
                  <a:lnTo>
                    <a:pt x="82735" y="847"/>
                  </a:lnTo>
                  <a:lnTo>
                    <a:pt x="77162" y="1504"/>
                  </a:lnTo>
                  <a:lnTo>
                    <a:pt x="71614" y="2349"/>
                  </a:lnTo>
                  <a:lnTo>
                    <a:pt x="66098" y="3379"/>
                  </a:lnTo>
                  <a:lnTo>
                    <a:pt x="60619" y="4594"/>
                  </a:lnTo>
                  <a:lnTo>
                    <a:pt x="55184" y="5992"/>
                  </a:lnTo>
                  <a:lnTo>
                    <a:pt x="49800" y="7572"/>
                  </a:lnTo>
                  <a:lnTo>
                    <a:pt x="44471" y="9331"/>
                  </a:lnTo>
                  <a:lnTo>
                    <a:pt x="39204" y="11269"/>
                  </a:lnTo>
                  <a:lnTo>
                    <a:pt x="34006" y="13382"/>
                  </a:lnTo>
                  <a:lnTo>
                    <a:pt x="28881" y="15668"/>
                  </a:lnTo>
                  <a:lnTo>
                    <a:pt x="23836" y="18125"/>
                  </a:lnTo>
                  <a:lnTo>
                    <a:pt x="18876" y="20750"/>
                  </a:lnTo>
                  <a:lnTo>
                    <a:pt x="14007" y="23540"/>
                  </a:lnTo>
                  <a:lnTo>
                    <a:pt x="9234" y="26492"/>
                  </a:lnTo>
                  <a:lnTo>
                    <a:pt x="4563" y="29603"/>
                  </a:lnTo>
                  <a:lnTo>
                    <a:pt x="0" y="32868"/>
                  </a:lnTo>
                  <a:lnTo>
                    <a:pt x="9954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86672" y="974362"/>
              <a:ext cx="99543" cy="134298"/>
            </a:xfrm>
            <a:custGeom>
              <a:avLst/>
              <a:pathLst>
                <a:path w="99543" h="134298">
                  <a:moveTo>
                    <a:pt x="0" y="0"/>
                  </a:moveTo>
                  <a:lnTo>
                    <a:pt x="99543" y="134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19050" y="974362"/>
              <a:ext cx="167164" cy="267494"/>
            </a:xfrm>
            <a:custGeom>
              <a:avLst/>
              <a:pathLst>
                <a:path w="167164" h="267494">
                  <a:moveTo>
                    <a:pt x="67621" y="0"/>
                  </a:moveTo>
                  <a:lnTo>
                    <a:pt x="63378" y="3251"/>
                  </a:lnTo>
                  <a:lnTo>
                    <a:pt x="59241" y="6637"/>
                  </a:lnTo>
                  <a:lnTo>
                    <a:pt x="55214" y="10153"/>
                  </a:lnTo>
                  <a:lnTo>
                    <a:pt x="51302" y="13796"/>
                  </a:lnTo>
                  <a:lnTo>
                    <a:pt x="47508" y="17562"/>
                  </a:lnTo>
                  <a:lnTo>
                    <a:pt x="43836" y="21448"/>
                  </a:lnTo>
                  <a:lnTo>
                    <a:pt x="40291" y="25449"/>
                  </a:lnTo>
                  <a:lnTo>
                    <a:pt x="36875" y="29562"/>
                  </a:lnTo>
                  <a:lnTo>
                    <a:pt x="33593" y="33782"/>
                  </a:lnTo>
                  <a:lnTo>
                    <a:pt x="30447" y="38104"/>
                  </a:lnTo>
                  <a:lnTo>
                    <a:pt x="27441" y="42525"/>
                  </a:lnTo>
                  <a:lnTo>
                    <a:pt x="24578" y="47039"/>
                  </a:lnTo>
                  <a:lnTo>
                    <a:pt x="21861" y="51643"/>
                  </a:lnTo>
                  <a:lnTo>
                    <a:pt x="19292" y="56332"/>
                  </a:lnTo>
                  <a:lnTo>
                    <a:pt x="16875" y="61100"/>
                  </a:lnTo>
                  <a:lnTo>
                    <a:pt x="14611" y="65943"/>
                  </a:lnTo>
                  <a:lnTo>
                    <a:pt x="12503" y="70856"/>
                  </a:lnTo>
                  <a:lnTo>
                    <a:pt x="10554" y="75834"/>
                  </a:lnTo>
                  <a:lnTo>
                    <a:pt x="8765" y="80871"/>
                  </a:lnTo>
                  <a:lnTo>
                    <a:pt x="7137" y="85964"/>
                  </a:lnTo>
                  <a:lnTo>
                    <a:pt x="5673" y="91105"/>
                  </a:lnTo>
                  <a:lnTo>
                    <a:pt x="4375" y="96291"/>
                  </a:lnTo>
                  <a:lnTo>
                    <a:pt x="3243" y="101516"/>
                  </a:lnTo>
                  <a:lnTo>
                    <a:pt x="2278" y="106774"/>
                  </a:lnTo>
                  <a:lnTo>
                    <a:pt x="1483" y="112060"/>
                  </a:lnTo>
                  <a:lnTo>
                    <a:pt x="856" y="117369"/>
                  </a:lnTo>
                  <a:lnTo>
                    <a:pt x="400" y="122696"/>
                  </a:lnTo>
                  <a:lnTo>
                    <a:pt x="114" y="128034"/>
                  </a:lnTo>
                  <a:lnTo>
                    <a:pt x="0" y="133379"/>
                  </a:lnTo>
                  <a:lnTo>
                    <a:pt x="56" y="138725"/>
                  </a:lnTo>
                  <a:lnTo>
                    <a:pt x="283" y="144066"/>
                  </a:lnTo>
                  <a:lnTo>
                    <a:pt x="680" y="149397"/>
                  </a:lnTo>
                  <a:lnTo>
                    <a:pt x="1248" y="154713"/>
                  </a:lnTo>
                  <a:lnTo>
                    <a:pt x="1986" y="160007"/>
                  </a:lnTo>
                  <a:lnTo>
                    <a:pt x="2892" y="165276"/>
                  </a:lnTo>
                  <a:lnTo>
                    <a:pt x="3967" y="170513"/>
                  </a:lnTo>
                  <a:lnTo>
                    <a:pt x="5208" y="175713"/>
                  </a:lnTo>
                  <a:lnTo>
                    <a:pt x="6615" y="180870"/>
                  </a:lnTo>
                  <a:lnTo>
                    <a:pt x="8187" y="185980"/>
                  </a:lnTo>
                  <a:lnTo>
                    <a:pt x="9920" y="191037"/>
                  </a:lnTo>
                  <a:lnTo>
                    <a:pt x="11815" y="196036"/>
                  </a:lnTo>
                  <a:lnTo>
                    <a:pt x="13869" y="200972"/>
                  </a:lnTo>
                  <a:lnTo>
                    <a:pt x="16079" y="205839"/>
                  </a:lnTo>
                  <a:lnTo>
                    <a:pt x="18444" y="210634"/>
                  </a:lnTo>
                  <a:lnTo>
                    <a:pt x="20961" y="215350"/>
                  </a:lnTo>
                  <a:lnTo>
                    <a:pt x="23627" y="219984"/>
                  </a:lnTo>
                  <a:lnTo>
                    <a:pt x="26440" y="224529"/>
                  </a:lnTo>
                  <a:lnTo>
                    <a:pt x="29397" y="228983"/>
                  </a:lnTo>
                  <a:lnTo>
                    <a:pt x="32495" y="233340"/>
                  </a:lnTo>
                  <a:lnTo>
                    <a:pt x="35731" y="237595"/>
                  </a:lnTo>
                  <a:lnTo>
                    <a:pt x="39101" y="241745"/>
                  </a:lnTo>
                  <a:lnTo>
                    <a:pt x="42603" y="245785"/>
                  </a:lnTo>
                  <a:lnTo>
                    <a:pt x="46231" y="249711"/>
                  </a:lnTo>
                  <a:lnTo>
                    <a:pt x="49983" y="253519"/>
                  </a:lnTo>
                  <a:lnTo>
                    <a:pt x="53855" y="257205"/>
                  </a:lnTo>
                  <a:lnTo>
                    <a:pt x="57843" y="260765"/>
                  </a:lnTo>
                  <a:lnTo>
                    <a:pt x="61943" y="264196"/>
                  </a:lnTo>
                  <a:lnTo>
                    <a:pt x="66150" y="267494"/>
                  </a:lnTo>
                  <a:lnTo>
                    <a:pt x="167164" y="134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85201" y="941493"/>
              <a:ext cx="268172" cy="334323"/>
            </a:xfrm>
            <a:custGeom>
              <a:avLst/>
              <a:pathLst>
                <a:path w="268172" h="334323">
                  <a:moveTo>
                    <a:pt x="0" y="300363"/>
                  </a:moveTo>
                  <a:lnTo>
                    <a:pt x="4293" y="303512"/>
                  </a:lnTo>
                  <a:lnTo>
                    <a:pt x="8684" y="306523"/>
                  </a:lnTo>
                  <a:lnTo>
                    <a:pt x="13169" y="309393"/>
                  </a:lnTo>
                  <a:lnTo>
                    <a:pt x="17743" y="312119"/>
                  </a:lnTo>
                  <a:lnTo>
                    <a:pt x="22401" y="314697"/>
                  </a:lnTo>
                  <a:lnTo>
                    <a:pt x="27140" y="317126"/>
                  </a:lnTo>
                  <a:lnTo>
                    <a:pt x="31953" y="319402"/>
                  </a:lnTo>
                  <a:lnTo>
                    <a:pt x="36836" y="321524"/>
                  </a:lnTo>
                  <a:lnTo>
                    <a:pt x="41785" y="323490"/>
                  </a:lnTo>
                  <a:lnTo>
                    <a:pt x="46793" y="325297"/>
                  </a:lnTo>
                  <a:lnTo>
                    <a:pt x="51856" y="326943"/>
                  </a:lnTo>
                  <a:lnTo>
                    <a:pt x="56970" y="328428"/>
                  </a:lnTo>
                  <a:lnTo>
                    <a:pt x="62128" y="329749"/>
                  </a:lnTo>
                  <a:lnTo>
                    <a:pt x="67325" y="330905"/>
                  </a:lnTo>
                  <a:lnTo>
                    <a:pt x="72557" y="331895"/>
                  </a:lnTo>
                  <a:lnTo>
                    <a:pt x="77817" y="332717"/>
                  </a:lnTo>
                  <a:lnTo>
                    <a:pt x="83102" y="333372"/>
                  </a:lnTo>
                  <a:lnTo>
                    <a:pt x="88404" y="333858"/>
                  </a:lnTo>
                  <a:lnTo>
                    <a:pt x="93719" y="334175"/>
                  </a:lnTo>
                  <a:lnTo>
                    <a:pt x="99041" y="334323"/>
                  </a:lnTo>
                  <a:lnTo>
                    <a:pt x="104366" y="334301"/>
                  </a:lnTo>
                  <a:lnTo>
                    <a:pt x="109687" y="334109"/>
                  </a:lnTo>
                  <a:lnTo>
                    <a:pt x="114999" y="333748"/>
                  </a:lnTo>
                  <a:lnTo>
                    <a:pt x="120297" y="333218"/>
                  </a:lnTo>
                  <a:lnTo>
                    <a:pt x="125575" y="332520"/>
                  </a:lnTo>
                  <a:lnTo>
                    <a:pt x="130829" y="331654"/>
                  </a:lnTo>
                  <a:lnTo>
                    <a:pt x="136052" y="330621"/>
                  </a:lnTo>
                  <a:lnTo>
                    <a:pt x="141240" y="329422"/>
                  </a:lnTo>
                  <a:lnTo>
                    <a:pt x="146387" y="328059"/>
                  </a:lnTo>
                  <a:lnTo>
                    <a:pt x="151488" y="326532"/>
                  </a:lnTo>
                  <a:lnTo>
                    <a:pt x="156538" y="324844"/>
                  </a:lnTo>
                  <a:lnTo>
                    <a:pt x="161531" y="322996"/>
                  </a:lnTo>
                  <a:lnTo>
                    <a:pt x="166463" y="320989"/>
                  </a:lnTo>
                  <a:lnTo>
                    <a:pt x="171329" y="318827"/>
                  </a:lnTo>
                  <a:lnTo>
                    <a:pt x="176123" y="316511"/>
                  </a:lnTo>
                  <a:lnTo>
                    <a:pt x="180841" y="314043"/>
                  </a:lnTo>
                  <a:lnTo>
                    <a:pt x="185478" y="311426"/>
                  </a:lnTo>
                  <a:lnTo>
                    <a:pt x="190029" y="308663"/>
                  </a:lnTo>
                  <a:lnTo>
                    <a:pt x="194490" y="305756"/>
                  </a:lnTo>
                  <a:lnTo>
                    <a:pt x="198857" y="302709"/>
                  </a:lnTo>
                  <a:lnTo>
                    <a:pt x="203124" y="299524"/>
                  </a:lnTo>
                  <a:lnTo>
                    <a:pt x="207287" y="296205"/>
                  </a:lnTo>
                  <a:lnTo>
                    <a:pt x="211343" y="292755"/>
                  </a:lnTo>
                  <a:lnTo>
                    <a:pt x="215286" y="289178"/>
                  </a:lnTo>
                  <a:lnTo>
                    <a:pt x="219114" y="285477"/>
                  </a:lnTo>
                  <a:lnTo>
                    <a:pt x="222822" y="281656"/>
                  </a:lnTo>
                  <a:lnTo>
                    <a:pt x="226406" y="277718"/>
                  </a:lnTo>
                  <a:lnTo>
                    <a:pt x="229863" y="273669"/>
                  </a:lnTo>
                  <a:lnTo>
                    <a:pt x="233190" y="269511"/>
                  </a:lnTo>
                  <a:lnTo>
                    <a:pt x="236382" y="265250"/>
                  </a:lnTo>
                  <a:lnTo>
                    <a:pt x="239437" y="260889"/>
                  </a:lnTo>
                  <a:lnTo>
                    <a:pt x="242352" y="256433"/>
                  </a:lnTo>
                  <a:lnTo>
                    <a:pt x="245123" y="251887"/>
                  </a:lnTo>
                  <a:lnTo>
                    <a:pt x="247748" y="247254"/>
                  </a:lnTo>
                  <a:lnTo>
                    <a:pt x="250224" y="242541"/>
                  </a:lnTo>
                  <a:lnTo>
                    <a:pt x="252549" y="237751"/>
                  </a:lnTo>
                  <a:lnTo>
                    <a:pt x="254720" y="232889"/>
                  </a:lnTo>
                  <a:lnTo>
                    <a:pt x="256735" y="227960"/>
                  </a:lnTo>
                  <a:lnTo>
                    <a:pt x="258592" y="222970"/>
                  </a:lnTo>
                  <a:lnTo>
                    <a:pt x="260289" y="217924"/>
                  </a:lnTo>
                  <a:lnTo>
                    <a:pt x="261825" y="212825"/>
                  </a:lnTo>
                  <a:lnTo>
                    <a:pt x="263197" y="207681"/>
                  </a:lnTo>
                  <a:lnTo>
                    <a:pt x="264405" y="202495"/>
                  </a:lnTo>
                  <a:lnTo>
                    <a:pt x="265447" y="197274"/>
                  </a:lnTo>
                  <a:lnTo>
                    <a:pt x="266323" y="192022"/>
                  </a:lnTo>
                  <a:lnTo>
                    <a:pt x="267031" y="186744"/>
                  </a:lnTo>
                  <a:lnTo>
                    <a:pt x="267570" y="181447"/>
                  </a:lnTo>
                  <a:lnTo>
                    <a:pt x="267940" y="176136"/>
                  </a:lnTo>
                  <a:lnTo>
                    <a:pt x="268141" y="170815"/>
                  </a:lnTo>
                  <a:lnTo>
                    <a:pt x="268172" y="165491"/>
                  </a:lnTo>
                  <a:lnTo>
                    <a:pt x="268034" y="160168"/>
                  </a:lnTo>
                  <a:lnTo>
                    <a:pt x="267727" y="154853"/>
                  </a:lnTo>
                  <a:lnTo>
                    <a:pt x="267250" y="149549"/>
                  </a:lnTo>
                  <a:lnTo>
                    <a:pt x="266605" y="144264"/>
                  </a:lnTo>
                  <a:lnTo>
                    <a:pt x="265791" y="139002"/>
                  </a:lnTo>
                  <a:lnTo>
                    <a:pt x="264811" y="133769"/>
                  </a:lnTo>
                  <a:lnTo>
                    <a:pt x="263664" y="128569"/>
                  </a:lnTo>
                  <a:lnTo>
                    <a:pt x="262352" y="123409"/>
                  </a:lnTo>
                  <a:lnTo>
                    <a:pt x="260877" y="118293"/>
                  </a:lnTo>
                  <a:lnTo>
                    <a:pt x="259239" y="113227"/>
                  </a:lnTo>
                  <a:lnTo>
                    <a:pt x="257441" y="108215"/>
                  </a:lnTo>
                  <a:lnTo>
                    <a:pt x="255484" y="103263"/>
                  </a:lnTo>
                  <a:lnTo>
                    <a:pt x="253371" y="98376"/>
                  </a:lnTo>
                  <a:lnTo>
                    <a:pt x="251103" y="93559"/>
                  </a:lnTo>
                  <a:lnTo>
                    <a:pt x="248682" y="88816"/>
                  </a:lnTo>
                  <a:lnTo>
                    <a:pt x="246112" y="84153"/>
                  </a:lnTo>
                  <a:lnTo>
                    <a:pt x="243395" y="79574"/>
                  </a:lnTo>
                  <a:lnTo>
                    <a:pt x="240533" y="75084"/>
                  </a:lnTo>
                  <a:lnTo>
                    <a:pt x="237530" y="70688"/>
                  </a:lnTo>
                  <a:lnTo>
                    <a:pt x="234388" y="66389"/>
                  </a:lnTo>
                  <a:lnTo>
                    <a:pt x="231111" y="62193"/>
                  </a:lnTo>
                  <a:lnTo>
                    <a:pt x="227702" y="58103"/>
                  </a:lnTo>
                  <a:lnTo>
                    <a:pt x="224164" y="54123"/>
                  </a:lnTo>
                  <a:lnTo>
                    <a:pt x="220502" y="50259"/>
                  </a:lnTo>
                  <a:lnTo>
                    <a:pt x="216718" y="46513"/>
                  </a:lnTo>
                  <a:lnTo>
                    <a:pt x="212817" y="42889"/>
                  </a:lnTo>
                  <a:lnTo>
                    <a:pt x="208802" y="39391"/>
                  </a:lnTo>
                  <a:lnTo>
                    <a:pt x="204678" y="36023"/>
                  </a:lnTo>
                  <a:lnTo>
                    <a:pt x="200449" y="32789"/>
                  </a:lnTo>
                  <a:lnTo>
                    <a:pt x="196119" y="29690"/>
                  </a:lnTo>
                  <a:lnTo>
                    <a:pt x="191692" y="26731"/>
                  </a:lnTo>
                  <a:lnTo>
                    <a:pt x="187174" y="23914"/>
                  </a:lnTo>
                  <a:lnTo>
                    <a:pt x="182568" y="21243"/>
                  </a:lnTo>
                  <a:lnTo>
                    <a:pt x="177880" y="18720"/>
                  </a:lnTo>
                  <a:lnTo>
                    <a:pt x="173113" y="16347"/>
                  </a:lnTo>
                  <a:lnTo>
                    <a:pt x="168273" y="14127"/>
                  </a:lnTo>
                  <a:lnTo>
                    <a:pt x="163365" y="12063"/>
                  </a:lnTo>
                  <a:lnTo>
                    <a:pt x="158394" y="10156"/>
                  </a:lnTo>
                  <a:lnTo>
                    <a:pt x="153365" y="8408"/>
                  </a:lnTo>
                  <a:lnTo>
                    <a:pt x="148282" y="6822"/>
                  </a:lnTo>
                  <a:lnTo>
                    <a:pt x="143151" y="5398"/>
                  </a:lnTo>
                  <a:lnTo>
                    <a:pt x="137978" y="4138"/>
                  </a:lnTo>
                  <a:lnTo>
                    <a:pt x="132767" y="3043"/>
                  </a:lnTo>
                  <a:lnTo>
                    <a:pt x="127525" y="2115"/>
                  </a:lnTo>
                  <a:lnTo>
                    <a:pt x="122255" y="1355"/>
                  </a:lnTo>
                  <a:lnTo>
                    <a:pt x="116963" y="762"/>
                  </a:lnTo>
                  <a:lnTo>
                    <a:pt x="111656" y="339"/>
                  </a:lnTo>
                  <a:lnTo>
                    <a:pt x="106337" y="84"/>
                  </a:lnTo>
                  <a:lnTo>
                    <a:pt x="101013" y="0"/>
                  </a:lnTo>
                  <a:lnTo>
                    <a:pt x="10101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797342" y="1071028"/>
              <a:ext cx="291579" cy="334324"/>
            </a:xfrm>
            <a:custGeom>
              <a:avLst/>
              <a:pathLst>
                <a:path w="291579" h="334324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20" y="1354"/>
                  </a:lnTo>
                  <a:lnTo>
                    <a:pt x="140650" y="2115"/>
                  </a:lnTo>
                  <a:lnTo>
                    <a:pt x="135408" y="3042"/>
                  </a:lnTo>
                  <a:lnTo>
                    <a:pt x="130198" y="4137"/>
                  </a:lnTo>
                  <a:lnTo>
                    <a:pt x="125025" y="5396"/>
                  </a:lnTo>
                  <a:lnTo>
                    <a:pt x="119895" y="6820"/>
                  </a:lnTo>
                  <a:lnTo>
                    <a:pt x="114813" y="8406"/>
                  </a:lnTo>
                  <a:lnTo>
                    <a:pt x="109785" y="10154"/>
                  </a:lnTo>
                  <a:lnTo>
                    <a:pt x="104814" y="12060"/>
                  </a:lnTo>
                  <a:lnTo>
                    <a:pt x="99906" y="14124"/>
                  </a:lnTo>
                  <a:lnTo>
                    <a:pt x="95067" y="16343"/>
                  </a:lnTo>
                  <a:lnTo>
                    <a:pt x="90301" y="18715"/>
                  </a:lnTo>
                  <a:lnTo>
                    <a:pt x="85613" y="21238"/>
                  </a:lnTo>
                  <a:lnTo>
                    <a:pt x="81007" y="23909"/>
                  </a:lnTo>
                  <a:lnTo>
                    <a:pt x="76489" y="26725"/>
                  </a:lnTo>
                  <a:lnTo>
                    <a:pt x="72063" y="29683"/>
                  </a:lnTo>
                  <a:lnTo>
                    <a:pt x="67733" y="32781"/>
                  </a:lnTo>
                  <a:lnTo>
                    <a:pt x="63504" y="36015"/>
                  </a:lnTo>
                  <a:lnTo>
                    <a:pt x="59381" y="39382"/>
                  </a:lnTo>
                  <a:lnTo>
                    <a:pt x="55366" y="42879"/>
                  </a:lnTo>
                  <a:lnTo>
                    <a:pt x="51465" y="46502"/>
                  </a:lnTo>
                  <a:lnTo>
                    <a:pt x="47682" y="50247"/>
                  </a:lnTo>
                  <a:lnTo>
                    <a:pt x="44019" y="54111"/>
                  </a:lnTo>
                  <a:lnTo>
                    <a:pt x="40482" y="58089"/>
                  </a:lnTo>
                  <a:lnTo>
                    <a:pt x="37072" y="62178"/>
                  </a:lnTo>
                  <a:lnTo>
                    <a:pt x="33795" y="66374"/>
                  </a:lnTo>
                  <a:lnTo>
                    <a:pt x="30653" y="70672"/>
                  </a:lnTo>
                  <a:lnTo>
                    <a:pt x="27650" y="75067"/>
                  </a:lnTo>
                  <a:lnTo>
                    <a:pt x="24788" y="79556"/>
                  </a:lnTo>
                  <a:lnTo>
                    <a:pt x="22070" y="84134"/>
                  </a:lnTo>
                  <a:lnTo>
                    <a:pt x="19500" y="88797"/>
                  </a:lnTo>
                  <a:lnTo>
                    <a:pt x="17079" y="93538"/>
                  </a:lnTo>
                  <a:lnTo>
                    <a:pt x="14811" y="98354"/>
                  </a:lnTo>
                  <a:lnTo>
                    <a:pt x="12697" y="103241"/>
                  </a:lnTo>
                  <a:lnTo>
                    <a:pt x="10739" y="108192"/>
                  </a:lnTo>
                  <a:lnTo>
                    <a:pt x="8941" y="113202"/>
                  </a:lnTo>
                  <a:lnTo>
                    <a:pt x="7303" y="118268"/>
                  </a:lnTo>
                  <a:lnTo>
                    <a:pt x="5827" y="123383"/>
                  </a:lnTo>
                  <a:lnTo>
                    <a:pt x="4514" y="128542"/>
                  </a:lnTo>
                  <a:lnTo>
                    <a:pt x="3367" y="133741"/>
                  </a:lnTo>
                  <a:lnTo>
                    <a:pt x="2385" y="138974"/>
                  </a:lnTo>
                  <a:lnTo>
                    <a:pt x="1571" y="144235"/>
                  </a:lnTo>
                  <a:lnTo>
                    <a:pt x="925" y="149519"/>
                  </a:lnTo>
                  <a:lnTo>
                    <a:pt x="447" y="154822"/>
                  </a:lnTo>
                  <a:lnTo>
                    <a:pt x="139" y="160136"/>
                  </a:lnTo>
                  <a:lnTo>
                    <a:pt x="0" y="165458"/>
                  </a:lnTo>
                  <a:lnTo>
                    <a:pt x="30" y="170782"/>
                  </a:lnTo>
                  <a:lnTo>
                    <a:pt x="230" y="176102"/>
                  </a:lnTo>
                  <a:lnTo>
                    <a:pt x="599" y="181413"/>
                  </a:lnTo>
                  <a:lnTo>
                    <a:pt x="1137" y="186710"/>
                  </a:lnTo>
                  <a:lnTo>
                    <a:pt x="1844" y="191986"/>
                  </a:lnTo>
                  <a:lnTo>
                    <a:pt x="2718" y="197238"/>
                  </a:lnTo>
                  <a:lnTo>
                    <a:pt x="3759" y="202459"/>
                  </a:lnTo>
                  <a:lnTo>
                    <a:pt x="4965" y="207644"/>
                  </a:lnTo>
                  <a:lnTo>
                    <a:pt x="6336" y="212789"/>
                  </a:lnTo>
                  <a:lnTo>
                    <a:pt x="7871" y="217886"/>
                  </a:lnTo>
                  <a:lnTo>
                    <a:pt x="9567" y="222933"/>
                  </a:lnTo>
                  <a:lnTo>
                    <a:pt x="11422" y="227923"/>
                  </a:lnTo>
                  <a:lnTo>
                    <a:pt x="13436" y="232851"/>
                  </a:lnTo>
                  <a:lnTo>
                    <a:pt x="15605" y="237713"/>
                  </a:lnTo>
                  <a:lnTo>
                    <a:pt x="17929" y="242503"/>
                  </a:lnTo>
                  <a:lnTo>
                    <a:pt x="20403" y="247217"/>
                  </a:lnTo>
                  <a:lnTo>
                    <a:pt x="23027" y="251849"/>
                  </a:lnTo>
                  <a:lnTo>
                    <a:pt x="25796" y="256396"/>
                  </a:lnTo>
                  <a:lnTo>
                    <a:pt x="28709" y="260852"/>
                  </a:lnTo>
                  <a:lnTo>
                    <a:pt x="31763" y="265213"/>
                  </a:lnTo>
                  <a:lnTo>
                    <a:pt x="34954" y="269475"/>
                  </a:lnTo>
                  <a:lnTo>
                    <a:pt x="38279" y="273633"/>
                  </a:lnTo>
                  <a:lnTo>
                    <a:pt x="41734" y="277683"/>
                  </a:lnTo>
                  <a:lnTo>
                    <a:pt x="45317" y="281621"/>
                  </a:lnTo>
                  <a:lnTo>
                    <a:pt x="49023" y="285442"/>
                  </a:lnTo>
                  <a:lnTo>
                    <a:pt x="52849" y="289144"/>
                  </a:lnTo>
                  <a:lnTo>
                    <a:pt x="56791" y="292722"/>
                  </a:lnTo>
                  <a:lnTo>
                    <a:pt x="60846" y="296173"/>
                  </a:lnTo>
                  <a:lnTo>
                    <a:pt x="65007" y="299493"/>
                  </a:lnTo>
                  <a:lnTo>
                    <a:pt x="69273" y="302679"/>
                  </a:lnTo>
                  <a:lnTo>
                    <a:pt x="73638" y="305727"/>
                  </a:lnTo>
                  <a:lnTo>
                    <a:pt x="78097" y="308635"/>
                  </a:lnTo>
                  <a:lnTo>
                    <a:pt x="82647" y="311399"/>
                  </a:lnTo>
                  <a:lnTo>
                    <a:pt x="87283" y="314017"/>
                  </a:lnTo>
                  <a:lnTo>
                    <a:pt x="91999" y="316486"/>
                  </a:lnTo>
                  <a:lnTo>
                    <a:pt x="96792" y="318803"/>
                  </a:lnTo>
                  <a:lnTo>
                    <a:pt x="101657" y="320967"/>
                  </a:lnTo>
                  <a:lnTo>
                    <a:pt x="106587" y="322975"/>
                  </a:lnTo>
                  <a:lnTo>
                    <a:pt x="111579" y="324825"/>
                  </a:lnTo>
                  <a:lnTo>
                    <a:pt x="116628" y="326514"/>
                  </a:lnTo>
                  <a:lnTo>
                    <a:pt x="121728" y="328043"/>
                  </a:lnTo>
                  <a:lnTo>
                    <a:pt x="126873" y="329408"/>
                  </a:lnTo>
                  <a:lnTo>
                    <a:pt x="132060" y="330608"/>
                  </a:lnTo>
                  <a:lnTo>
                    <a:pt x="137282" y="331643"/>
                  </a:lnTo>
                  <a:lnTo>
                    <a:pt x="142535" y="332511"/>
                  </a:lnTo>
                  <a:lnTo>
                    <a:pt x="147813" y="333211"/>
                  </a:lnTo>
                  <a:lnTo>
                    <a:pt x="153110" y="333743"/>
                  </a:lnTo>
                  <a:lnTo>
                    <a:pt x="158421" y="334106"/>
                  </a:lnTo>
                  <a:lnTo>
                    <a:pt x="163741" y="334299"/>
                  </a:lnTo>
                  <a:lnTo>
                    <a:pt x="169065" y="334324"/>
                  </a:lnTo>
                  <a:lnTo>
                    <a:pt x="174387" y="334178"/>
                  </a:lnTo>
                  <a:lnTo>
                    <a:pt x="179702" y="333863"/>
                  </a:lnTo>
                  <a:lnTo>
                    <a:pt x="185003" y="333379"/>
                  </a:lnTo>
                  <a:lnTo>
                    <a:pt x="190287" y="332727"/>
                  </a:lnTo>
                  <a:lnTo>
                    <a:pt x="195547" y="331906"/>
                  </a:lnTo>
                  <a:lnTo>
                    <a:pt x="200779" y="330919"/>
                  </a:lnTo>
                  <a:lnTo>
                    <a:pt x="205976" y="329765"/>
                  </a:lnTo>
                  <a:lnTo>
                    <a:pt x="211134" y="328447"/>
                  </a:lnTo>
                  <a:lnTo>
                    <a:pt x="216247" y="326964"/>
                  </a:lnTo>
                  <a:lnTo>
                    <a:pt x="221311" y="325320"/>
                  </a:lnTo>
                  <a:lnTo>
                    <a:pt x="226319" y="323516"/>
                  </a:lnTo>
                  <a:lnTo>
                    <a:pt x="231268" y="321552"/>
                  </a:lnTo>
                  <a:lnTo>
                    <a:pt x="236152" y="319433"/>
                  </a:lnTo>
                  <a:lnTo>
                    <a:pt x="240965" y="317159"/>
                  </a:lnTo>
                  <a:lnTo>
                    <a:pt x="245704" y="314732"/>
                  </a:lnTo>
                  <a:lnTo>
                    <a:pt x="250363" y="312156"/>
                  </a:lnTo>
                  <a:lnTo>
                    <a:pt x="254938" y="309433"/>
                  </a:lnTo>
                  <a:lnTo>
                    <a:pt x="259423" y="306566"/>
                  </a:lnTo>
                  <a:lnTo>
                    <a:pt x="263816" y="303557"/>
                  </a:lnTo>
                  <a:lnTo>
                    <a:pt x="268110" y="300410"/>
                  </a:lnTo>
                  <a:lnTo>
                    <a:pt x="272301" y="297128"/>
                  </a:lnTo>
                  <a:lnTo>
                    <a:pt x="276386" y="293714"/>
                  </a:lnTo>
                  <a:lnTo>
                    <a:pt x="280361" y="290172"/>
                  </a:lnTo>
                  <a:lnTo>
                    <a:pt x="284220" y="286505"/>
                  </a:lnTo>
                  <a:lnTo>
                    <a:pt x="287961" y="282716"/>
                  </a:lnTo>
                  <a:lnTo>
                    <a:pt x="291579" y="278811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964501" y="1238196"/>
              <a:ext cx="124420" cy="111644"/>
            </a:xfrm>
            <a:custGeom>
              <a:avLst/>
              <a:pathLst>
                <a:path w="124420" h="111644">
                  <a:moveTo>
                    <a:pt x="124420" y="11164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964501" y="1079651"/>
              <a:ext cx="167166" cy="270188"/>
            </a:xfrm>
            <a:custGeom>
              <a:avLst/>
              <a:pathLst>
                <a:path w="167166" h="270188">
                  <a:moveTo>
                    <a:pt x="124420" y="270188"/>
                  </a:moveTo>
                  <a:lnTo>
                    <a:pt x="127921" y="266159"/>
                  </a:lnTo>
                  <a:lnTo>
                    <a:pt x="131291" y="262021"/>
                  </a:lnTo>
                  <a:lnTo>
                    <a:pt x="134527" y="257777"/>
                  </a:lnTo>
                  <a:lnTo>
                    <a:pt x="137627" y="253432"/>
                  </a:lnTo>
                  <a:lnTo>
                    <a:pt x="140585" y="248990"/>
                  </a:lnTo>
                  <a:lnTo>
                    <a:pt x="143401" y="244456"/>
                  </a:lnTo>
                  <a:lnTo>
                    <a:pt x="146071" y="239835"/>
                  </a:lnTo>
                  <a:lnTo>
                    <a:pt x="148591" y="235130"/>
                  </a:lnTo>
                  <a:lnTo>
                    <a:pt x="150960" y="230348"/>
                  </a:lnTo>
                  <a:lnTo>
                    <a:pt x="153175" y="225492"/>
                  </a:lnTo>
                  <a:lnTo>
                    <a:pt x="155235" y="220568"/>
                  </a:lnTo>
                  <a:lnTo>
                    <a:pt x="157135" y="215581"/>
                  </a:lnTo>
                  <a:lnTo>
                    <a:pt x="158876" y="210536"/>
                  </a:lnTo>
                  <a:lnTo>
                    <a:pt x="160455" y="205438"/>
                  </a:lnTo>
                  <a:lnTo>
                    <a:pt x="161870" y="200292"/>
                  </a:lnTo>
                  <a:lnTo>
                    <a:pt x="163120" y="195103"/>
                  </a:lnTo>
                  <a:lnTo>
                    <a:pt x="164204" y="189877"/>
                  </a:lnTo>
                  <a:lnTo>
                    <a:pt x="165121" y="184620"/>
                  </a:lnTo>
                  <a:lnTo>
                    <a:pt x="165869" y="179335"/>
                  </a:lnTo>
                  <a:lnTo>
                    <a:pt x="166448" y="174030"/>
                  </a:lnTo>
                  <a:lnTo>
                    <a:pt x="166858" y="168708"/>
                  </a:lnTo>
                  <a:lnTo>
                    <a:pt x="167097" y="163377"/>
                  </a:lnTo>
                  <a:lnTo>
                    <a:pt x="167166" y="158040"/>
                  </a:lnTo>
                  <a:lnTo>
                    <a:pt x="167065" y="152704"/>
                  </a:lnTo>
                  <a:lnTo>
                    <a:pt x="166793" y="147374"/>
                  </a:lnTo>
                  <a:lnTo>
                    <a:pt x="166352" y="142055"/>
                  </a:lnTo>
                  <a:lnTo>
                    <a:pt x="165741" y="136753"/>
                  </a:lnTo>
                  <a:lnTo>
                    <a:pt x="164960" y="131473"/>
                  </a:lnTo>
                  <a:lnTo>
                    <a:pt x="164012" y="126221"/>
                  </a:lnTo>
                  <a:lnTo>
                    <a:pt x="162897" y="121002"/>
                  </a:lnTo>
                  <a:lnTo>
                    <a:pt x="161615" y="115821"/>
                  </a:lnTo>
                  <a:lnTo>
                    <a:pt x="160169" y="110683"/>
                  </a:lnTo>
                  <a:lnTo>
                    <a:pt x="158560" y="105595"/>
                  </a:lnTo>
                  <a:lnTo>
                    <a:pt x="156789" y="100560"/>
                  </a:lnTo>
                  <a:lnTo>
                    <a:pt x="154858" y="95584"/>
                  </a:lnTo>
                  <a:lnTo>
                    <a:pt x="152769" y="90673"/>
                  </a:lnTo>
                  <a:lnTo>
                    <a:pt x="150524" y="85831"/>
                  </a:lnTo>
                  <a:lnTo>
                    <a:pt x="148127" y="81063"/>
                  </a:lnTo>
                  <a:lnTo>
                    <a:pt x="145578" y="76374"/>
                  </a:lnTo>
                  <a:lnTo>
                    <a:pt x="142880" y="71768"/>
                  </a:lnTo>
                  <a:lnTo>
                    <a:pt x="140037" y="67251"/>
                  </a:lnTo>
                  <a:lnTo>
                    <a:pt x="137052" y="62828"/>
                  </a:lnTo>
                  <a:lnTo>
                    <a:pt x="133926" y="58501"/>
                  </a:lnTo>
                  <a:lnTo>
                    <a:pt x="130665" y="54277"/>
                  </a:lnTo>
                  <a:lnTo>
                    <a:pt x="127270" y="50159"/>
                  </a:lnTo>
                  <a:lnTo>
                    <a:pt x="123745" y="46152"/>
                  </a:lnTo>
                  <a:lnTo>
                    <a:pt x="120094" y="42259"/>
                  </a:lnTo>
                  <a:lnTo>
                    <a:pt x="116320" y="38484"/>
                  </a:lnTo>
                  <a:lnTo>
                    <a:pt x="112429" y="34832"/>
                  </a:lnTo>
                  <a:lnTo>
                    <a:pt x="108422" y="31306"/>
                  </a:lnTo>
                  <a:lnTo>
                    <a:pt x="104305" y="27910"/>
                  </a:lnTo>
                  <a:lnTo>
                    <a:pt x="100082" y="24647"/>
                  </a:lnTo>
                  <a:lnTo>
                    <a:pt x="95756" y="21520"/>
                  </a:lnTo>
                  <a:lnTo>
                    <a:pt x="91333" y="18533"/>
                  </a:lnTo>
                  <a:lnTo>
                    <a:pt x="86817" y="15689"/>
                  </a:lnTo>
                  <a:lnTo>
                    <a:pt x="82213" y="12990"/>
                  </a:lnTo>
                  <a:lnTo>
                    <a:pt x="77524" y="10440"/>
                  </a:lnTo>
                  <a:lnTo>
                    <a:pt x="72757" y="8041"/>
                  </a:lnTo>
                  <a:lnTo>
                    <a:pt x="67916" y="5795"/>
                  </a:lnTo>
                  <a:lnTo>
                    <a:pt x="63005" y="3704"/>
                  </a:lnTo>
                  <a:lnTo>
                    <a:pt x="58030" y="1772"/>
                  </a:lnTo>
                  <a:lnTo>
                    <a:pt x="52996" y="0"/>
                  </a:lnTo>
                  <a:lnTo>
                    <a:pt x="0" y="158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964501" y="1071028"/>
              <a:ext cx="52996" cy="167167"/>
            </a:xfrm>
            <a:custGeom>
              <a:avLst/>
              <a:pathLst>
                <a:path w="52996" h="167167">
                  <a:moveTo>
                    <a:pt x="52996" y="8622"/>
                  </a:moveTo>
                  <a:lnTo>
                    <a:pt x="47280" y="6825"/>
                  </a:lnTo>
                  <a:lnTo>
                    <a:pt x="41504" y="5234"/>
                  </a:lnTo>
                  <a:lnTo>
                    <a:pt x="35674" y="3850"/>
                  </a:lnTo>
                  <a:lnTo>
                    <a:pt x="29799" y="2677"/>
                  </a:lnTo>
                  <a:lnTo>
                    <a:pt x="23885" y="1715"/>
                  </a:lnTo>
                  <a:lnTo>
                    <a:pt x="17940" y="965"/>
                  </a:lnTo>
                  <a:lnTo>
                    <a:pt x="11973" y="429"/>
                  </a:lnTo>
                  <a:lnTo>
                    <a:pt x="5990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69759" y="1322571"/>
              <a:ext cx="118961" cy="167167"/>
            </a:xfrm>
            <a:custGeom>
              <a:avLst/>
              <a:pathLst>
                <a:path w="118961" h="167167">
                  <a:moveTo>
                    <a:pt x="118961" y="0"/>
                  </a:moveTo>
                  <a:lnTo>
                    <a:pt x="113446" y="90"/>
                  </a:lnTo>
                  <a:lnTo>
                    <a:pt x="107938" y="363"/>
                  </a:lnTo>
                  <a:lnTo>
                    <a:pt x="102442" y="818"/>
                  </a:lnTo>
                  <a:lnTo>
                    <a:pt x="96964" y="1453"/>
                  </a:lnTo>
                  <a:lnTo>
                    <a:pt x="91509" y="2269"/>
                  </a:lnTo>
                  <a:lnTo>
                    <a:pt x="86085" y="3264"/>
                  </a:lnTo>
                  <a:lnTo>
                    <a:pt x="80696" y="4438"/>
                  </a:lnTo>
                  <a:lnTo>
                    <a:pt x="75349" y="5788"/>
                  </a:lnTo>
                  <a:lnTo>
                    <a:pt x="70050" y="7315"/>
                  </a:lnTo>
                  <a:lnTo>
                    <a:pt x="64803" y="9015"/>
                  </a:lnTo>
                  <a:lnTo>
                    <a:pt x="59616" y="10888"/>
                  </a:lnTo>
                  <a:lnTo>
                    <a:pt x="54493" y="12930"/>
                  </a:lnTo>
                  <a:lnTo>
                    <a:pt x="49441" y="15141"/>
                  </a:lnTo>
                  <a:lnTo>
                    <a:pt x="44464" y="17517"/>
                  </a:lnTo>
                  <a:lnTo>
                    <a:pt x="39568" y="20056"/>
                  </a:lnTo>
                  <a:lnTo>
                    <a:pt x="34758" y="22754"/>
                  </a:lnTo>
                  <a:lnTo>
                    <a:pt x="30041" y="25611"/>
                  </a:lnTo>
                  <a:lnTo>
                    <a:pt x="25420" y="28621"/>
                  </a:lnTo>
                  <a:lnTo>
                    <a:pt x="20900" y="31782"/>
                  </a:lnTo>
                  <a:lnTo>
                    <a:pt x="16488" y="35090"/>
                  </a:lnTo>
                  <a:lnTo>
                    <a:pt x="12187" y="38542"/>
                  </a:lnTo>
                  <a:lnTo>
                    <a:pt x="8002" y="42134"/>
                  </a:lnTo>
                  <a:lnTo>
                    <a:pt x="3938" y="45862"/>
                  </a:lnTo>
                  <a:lnTo>
                    <a:pt x="0" y="49722"/>
                  </a:lnTo>
                  <a:lnTo>
                    <a:pt x="11896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69759" y="1372294"/>
              <a:ext cx="118961" cy="117444"/>
            </a:xfrm>
            <a:custGeom>
              <a:avLst/>
              <a:pathLst>
                <a:path w="118961" h="117444">
                  <a:moveTo>
                    <a:pt x="0" y="0"/>
                  </a:moveTo>
                  <a:lnTo>
                    <a:pt x="118961" y="1174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21569" y="1372294"/>
              <a:ext cx="334305" cy="284611"/>
            </a:xfrm>
            <a:custGeom>
              <a:avLst/>
              <a:pathLst>
                <a:path w="334305" h="284611">
                  <a:moveTo>
                    <a:pt x="48190" y="0"/>
                  </a:moveTo>
                  <a:lnTo>
                    <a:pt x="44525" y="3831"/>
                  </a:lnTo>
                  <a:lnTo>
                    <a:pt x="40984" y="7777"/>
                  </a:lnTo>
                  <a:lnTo>
                    <a:pt x="37570" y="11833"/>
                  </a:lnTo>
                  <a:lnTo>
                    <a:pt x="34286" y="15995"/>
                  </a:lnTo>
                  <a:lnTo>
                    <a:pt x="31135" y="20260"/>
                  </a:lnTo>
                  <a:lnTo>
                    <a:pt x="28122" y="24622"/>
                  </a:lnTo>
                  <a:lnTo>
                    <a:pt x="25248" y="29078"/>
                  </a:lnTo>
                  <a:lnTo>
                    <a:pt x="22517" y="33622"/>
                  </a:lnTo>
                  <a:lnTo>
                    <a:pt x="19932" y="38251"/>
                  </a:lnTo>
                  <a:lnTo>
                    <a:pt x="17495" y="42959"/>
                  </a:lnTo>
                  <a:lnTo>
                    <a:pt x="15208" y="47742"/>
                  </a:lnTo>
                  <a:lnTo>
                    <a:pt x="13074" y="52596"/>
                  </a:lnTo>
                  <a:lnTo>
                    <a:pt x="11095" y="57515"/>
                  </a:lnTo>
                  <a:lnTo>
                    <a:pt x="9273" y="62494"/>
                  </a:lnTo>
                  <a:lnTo>
                    <a:pt x="7610" y="67528"/>
                  </a:lnTo>
                  <a:lnTo>
                    <a:pt x="6107" y="72612"/>
                  </a:lnTo>
                  <a:lnTo>
                    <a:pt x="4766" y="77742"/>
                  </a:lnTo>
                  <a:lnTo>
                    <a:pt x="3589" y="82911"/>
                  </a:lnTo>
                  <a:lnTo>
                    <a:pt x="2576" y="88115"/>
                  </a:lnTo>
                  <a:lnTo>
                    <a:pt x="1729" y="93349"/>
                  </a:lnTo>
                  <a:lnTo>
                    <a:pt x="1048" y="98607"/>
                  </a:lnTo>
                  <a:lnTo>
                    <a:pt x="534" y="103884"/>
                  </a:lnTo>
                  <a:lnTo>
                    <a:pt x="188" y="109175"/>
                  </a:lnTo>
                  <a:lnTo>
                    <a:pt x="10" y="114473"/>
                  </a:lnTo>
                  <a:lnTo>
                    <a:pt x="0" y="119775"/>
                  </a:lnTo>
                  <a:lnTo>
                    <a:pt x="157" y="125075"/>
                  </a:lnTo>
                  <a:lnTo>
                    <a:pt x="483" y="130367"/>
                  </a:lnTo>
                  <a:lnTo>
                    <a:pt x="977" y="135645"/>
                  </a:lnTo>
                  <a:lnTo>
                    <a:pt x="1638" y="140906"/>
                  </a:lnTo>
                  <a:lnTo>
                    <a:pt x="2465" y="146143"/>
                  </a:lnTo>
                  <a:lnTo>
                    <a:pt x="3458" y="151351"/>
                  </a:lnTo>
                  <a:lnTo>
                    <a:pt x="4616" y="156525"/>
                  </a:lnTo>
                  <a:lnTo>
                    <a:pt x="5937" y="161659"/>
                  </a:lnTo>
                  <a:lnTo>
                    <a:pt x="7420" y="166750"/>
                  </a:lnTo>
                  <a:lnTo>
                    <a:pt x="9064" y="171790"/>
                  </a:lnTo>
                  <a:lnTo>
                    <a:pt x="10867" y="176776"/>
                  </a:lnTo>
                  <a:lnTo>
                    <a:pt x="12827" y="181702"/>
                  </a:lnTo>
                  <a:lnTo>
                    <a:pt x="14942" y="186564"/>
                  </a:lnTo>
                  <a:lnTo>
                    <a:pt x="17211" y="191356"/>
                  </a:lnTo>
                  <a:lnTo>
                    <a:pt x="19630" y="196074"/>
                  </a:lnTo>
                  <a:lnTo>
                    <a:pt x="22198" y="200712"/>
                  </a:lnTo>
                  <a:lnTo>
                    <a:pt x="24911" y="205267"/>
                  </a:lnTo>
                  <a:lnTo>
                    <a:pt x="27768" y="209734"/>
                  </a:lnTo>
                  <a:lnTo>
                    <a:pt x="30765" y="214107"/>
                  </a:lnTo>
                  <a:lnTo>
                    <a:pt x="33899" y="218384"/>
                  </a:lnTo>
                  <a:lnTo>
                    <a:pt x="37167" y="222559"/>
                  </a:lnTo>
                  <a:lnTo>
                    <a:pt x="40565" y="226628"/>
                  </a:lnTo>
                  <a:lnTo>
                    <a:pt x="44091" y="230587"/>
                  </a:lnTo>
                  <a:lnTo>
                    <a:pt x="47741" y="234433"/>
                  </a:lnTo>
                  <a:lnTo>
                    <a:pt x="51511" y="238160"/>
                  </a:lnTo>
                  <a:lnTo>
                    <a:pt x="55397" y="241767"/>
                  </a:lnTo>
                  <a:lnTo>
                    <a:pt x="59396" y="245248"/>
                  </a:lnTo>
                  <a:lnTo>
                    <a:pt x="63503" y="248601"/>
                  </a:lnTo>
                  <a:lnTo>
                    <a:pt x="67715" y="251822"/>
                  </a:lnTo>
                  <a:lnTo>
                    <a:pt x="72026" y="254908"/>
                  </a:lnTo>
                  <a:lnTo>
                    <a:pt x="76433" y="257855"/>
                  </a:lnTo>
                  <a:lnTo>
                    <a:pt x="80931" y="260661"/>
                  </a:lnTo>
                  <a:lnTo>
                    <a:pt x="85516" y="263323"/>
                  </a:lnTo>
                  <a:lnTo>
                    <a:pt x="90184" y="265839"/>
                  </a:lnTo>
                  <a:lnTo>
                    <a:pt x="94928" y="268205"/>
                  </a:lnTo>
                  <a:lnTo>
                    <a:pt x="99745" y="270419"/>
                  </a:lnTo>
                  <a:lnTo>
                    <a:pt x="104631" y="272480"/>
                  </a:lnTo>
                  <a:lnTo>
                    <a:pt x="109578" y="274385"/>
                  </a:lnTo>
                  <a:lnTo>
                    <a:pt x="114584" y="276132"/>
                  </a:lnTo>
                  <a:lnTo>
                    <a:pt x="119643" y="277719"/>
                  </a:lnTo>
                  <a:lnTo>
                    <a:pt x="124749" y="279145"/>
                  </a:lnTo>
                  <a:lnTo>
                    <a:pt x="129899" y="280408"/>
                  </a:lnTo>
                  <a:lnTo>
                    <a:pt x="135085" y="281507"/>
                  </a:lnTo>
                  <a:lnTo>
                    <a:pt x="140304" y="282442"/>
                  </a:lnTo>
                  <a:lnTo>
                    <a:pt x="145550" y="283210"/>
                  </a:lnTo>
                  <a:lnTo>
                    <a:pt x="150818" y="283812"/>
                  </a:lnTo>
                  <a:lnTo>
                    <a:pt x="156102" y="284246"/>
                  </a:lnTo>
                  <a:lnTo>
                    <a:pt x="161397" y="284512"/>
                  </a:lnTo>
                  <a:lnTo>
                    <a:pt x="166698" y="284611"/>
                  </a:lnTo>
                  <a:lnTo>
                    <a:pt x="171999" y="284541"/>
                  </a:lnTo>
                  <a:lnTo>
                    <a:pt x="177296" y="284303"/>
                  </a:lnTo>
                  <a:lnTo>
                    <a:pt x="182582" y="283898"/>
                  </a:lnTo>
                  <a:lnTo>
                    <a:pt x="187853" y="283325"/>
                  </a:lnTo>
                  <a:lnTo>
                    <a:pt x="193103" y="282585"/>
                  </a:lnTo>
                  <a:lnTo>
                    <a:pt x="198327" y="281679"/>
                  </a:lnTo>
                  <a:lnTo>
                    <a:pt x="203519" y="280607"/>
                  </a:lnTo>
                  <a:lnTo>
                    <a:pt x="208675" y="279372"/>
                  </a:lnTo>
                  <a:lnTo>
                    <a:pt x="213789" y="277974"/>
                  </a:lnTo>
                  <a:lnTo>
                    <a:pt x="218856" y="276414"/>
                  </a:lnTo>
                  <a:lnTo>
                    <a:pt x="223872" y="274694"/>
                  </a:lnTo>
                  <a:lnTo>
                    <a:pt x="228830" y="272817"/>
                  </a:lnTo>
                  <a:lnTo>
                    <a:pt x="233726" y="270782"/>
                  </a:lnTo>
                  <a:lnTo>
                    <a:pt x="238555" y="268594"/>
                  </a:lnTo>
                  <a:lnTo>
                    <a:pt x="243312" y="266254"/>
                  </a:lnTo>
                  <a:lnTo>
                    <a:pt x="247993" y="263764"/>
                  </a:lnTo>
                  <a:lnTo>
                    <a:pt x="252593" y="261126"/>
                  </a:lnTo>
                  <a:lnTo>
                    <a:pt x="257106" y="258345"/>
                  </a:lnTo>
                  <a:lnTo>
                    <a:pt x="261529" y="255421"/>
                  </a:lnTo>
                  <a:lnTo>
                    <a:pt x="265857" y="252359"/>
                  </a:lnTo>
                  <a:lnTo>
                    <a:pt x="270086" y="249161"/>
                  </a:lnTo>
                  <a:lnTo>
                    <a:pt x="274211" y="245830"/>
                  </a:lnTo>
                  <a:lnTo>
                    <a:pt x="278229" y="242371"/>
                  </a:lnTo>
                  <a:lnTo>
                    <a:pt x="282134" y="238785"/>
                  </a:lnTo>
                  <a:lnTo>
                    <a:pt x="285924" y="235078"/>
                  </a:lnTo>
                  <a:lnTo>
                    <a:pt x="289595" y="231252"/>
                  </a:lnTo>
                  <a:lnTo>
                    <a:pt x="293143" y="227312"/>
                  </a:lnTo>
                  <a:lnTo>
                    <a:pt x="296563" y="223261"/>
                  </a:lnTo>
                  <a:lnTo>
                    <a:pt x="299854" y="219104"/>
                  </a:lnTo>
                  <a:lnTo>
                    <a:pt x="303011" y="214845"/>
                  </a:lnTo>
                  <a:lnTo>
                    <a:pt x="306031" y="210487"/>
                  </a:lnTo>
                  <a:lnTo>
                    <a:pt x="308912" y="206037"/>
                  </a:lnTo>
                  <a:lnTo>
                    <a:pt x="311650" y="201496"/>
                  </a:lnTo>
                  <a:lnTo>
                    <a:pt x="314243" y="196872"/>
                  </a:lnTo>
                  <a:lnTo>
                    <a:pt x="316688" y="192167"/>
                  </a:lnTo>
                  <a:lnTo>
                    <a:pt x="318982" y="187388"/>
                  </a:lnTo>
                  <a:lnTo>
                    <a:pt x="321124" y="182538"/>
                  </a:lnTo>
                  <a:lnTo>
                    <a:pt x="323111" y="177622"/>
                  </a:lnTo>
                  <a:lnTo>
                    <a:pt x="324941" y="172646"/>
                  </a:lnTo>
                  <a:lnTo>
                    <a:pt x="326612" y="167614"/>
                  </a:lnTo>
                  <a:lnTo>
                    <a:pt x="328123" y="162532"/>
                  </a:lnTo>
                  <a:lnTo>
                    <a:pt x="329472" y="157405"/>
                  </a:lnTo>
                  <a:lnTo>
                    <a:pt x="330657" y="152237"/>
                  </a:lnTo>
                  <a:lnTo>
                    <a:pt x="331678" y="147035"/>
                  </a:lnTo>
                  <a:lnTo>
                    <a:pt x="332534" y="141802"/>
                  </a:lnTo>
                  <a:lnTo>
                    <a:pt x="333223" y="136546"/>
                  </a:lnTo>
                  <a:lnTo>
                    <a:pt x="333745" y="131270"/>
                  </a:lnTo>
                  <a:lnTo>
                    <a:pt x="334100" y="125980"/>
                  </a:lnTo>
                  <a:lnTo>
                    <a:pt x="334287" y="120681"/>
                  </a:lnTo>
                  <a:lnTo>
                    <a:pt x="334305" y="115379"/>
                  </a:lnTo>
                  <a:lnTo>
                    <a:pt x="334156" y="110079"/>
                  </a:lnTo>
                  <a:lnTo>
                    <a:pt x="333838" y="104787"/>
                  </a:lnTo>
                  <a:lnTo>
                    <a:pt x="333353" y="99507"/>
                  </a:lnTo>
                  <a:lnTo>
                    <a:pt x="332701" y="94246"/>
                  </a:lnTo>
                  <a:lnTo>
                    <a:pt x="331882" y="89008"/>
                  </a:lnTo>
                  <a:lnTo>
                    <a:pt x="330897" y="83798"/>
                  </a:lnTo>
                  <a:lnTo>
                    <a:pt x="329748" y="78622"/>
                  </a:lnTo>
                  <a:lnTo>
                    <a:pt x="328435" y="73486"/>
                  </a:lnTo>
                  <a:lnTo>
                    <a:pt x="326960" y="68393"/>
                  </a:lnTo>
                  <a:lnTo>
                    <a:pt x="325324" y="63350"/>
                  </a:lnTo>
                  <a:lnTo>
                    <a:pt x="323529" y="58361"/>
                  </a:lnTo>
                  <a:lnTo>
                    <a:pt x="321577" y="53432"/>
                  </a:lnTo>
                  <a:lnTo>
                    <a:pt x="319469" y="48567"/>
                  </a:lnTo>
                  <a:lnTo>
                    <a:pt x="317208" y="43771"/>
                  </a:lnTo>
                  <a:lnTo>
                    <a:pt x="167151" y="117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488720" y="1322571"/>
              <a:ext cx="150057" cy="167167"/>
            </a:xfrm>
            <a:custGeom>
              <a:avLst/>
              <a:pathLst>
                <a:path w="150057" h="167167">
                  <a:moveTo>
                    <a:pt x="150057" y="93494"/>
                  </a:moveTo>
                  <a:lnTo>
                    <a:pt x="147562" y="88616"/>
                  </a:lnTo>
                  <a:lnTo>
                    <a:pt x="144909" y="83823"/>
                  </a:lnTo>
                  <a:lnTo>
                    <a:pt x="142100" y="79119"/>
                  </a:lnTo>
                  <a:lnTo>
                    <a:pt x="139138" y="74509"/>
                  </a:lnTo>
                  <a:lnTo>
                    <a:pt x="136027" y="69999"/>
                  </a:lnTo>
                  <a:lnTo>
                    <a:pt x="132769" y="65594"/>
                  </a:lnTo>
                  <a:lnTo>
                    <a:pt x="129369" y="61297"/>
                  </a:lnTo>
                  <a:lnTo>
                    <a:pt x="125831" y="57115"/>
                  </a:lnTo>
                  <a:lnTo>
                    <a:pt x="122157" y="53050"/>
                  </a:lnTo>
                  <a:lnTo>
                    <a:pt x="118351" y="49108"/>
                  </a:lnTo>
                  <a:lnTo>
                    <a:pt x="114419" y="45293"/>
                  </a:lnTo>
                  <a:lnTo>
                    <a:pt x="110363" y="41609"/>
                  </a:lnTo>
                  <a:lnTo>
                    <a:pt x="106190" y="38060"/>
                  </a:lnTo>
                  <a:lnTo>
                    <a:pt x="101902" y="34649"/>
                  </a:lnTo>
                  <a:lnTo>
                    <a:pt x="97504" y="31381"/>
                  </a:lnTo>
                  <a:lnTo>
                    <a:pt x="93002" y="28259"/>
                  </a:lnTo>
                  <a:lnTo>
                    <a:pt x="88400" y="25286"/>
                  </a:lnTo>
                  <a:lnTo>
                    <a:pt x="83703" y="22465"/>
                  </a:lnTo>
                  <a:lnTo>
                    <a:pt x="78916" y="19800"/>
                  </a:lnTo>
                  <a:lnTo>
                    <a:pt x="74044" y="17293"/>
                  </a:lnTo>
                  <a:lnTo>
                    <a:pt x="69093" y="14947"/>
                  </a:lnTo>
                  <a:lnTo>
                    <a:pt x="64067" y="12764"/>
                  </a:lnTo>
                  <a:lnTo>
                    <a:pt x="58973" y="10747"/>
                  </a:lnTo>
                  <a:lnTo>
                    <a:pt x="53815" y="8899"/>
                  </a:lnTo>
                  <a:lnTo>
                    <a:pt x="48600" y="7220"/>
                  </a:lnTo>
                  <a:lnTo>
                    <a:pt x="43332" y="5713"/>
                  </a:lnTo>
                  <a:lnTo>
                    <a:pt x="38018" y="4380"/>
                  </a:lnTo>
                  <a:lnTo>
                    <a:pt x="32663" y="3222"/>
                  </a:lnTo>
                  <a:lnTo>
                    <a:pt x="27273" y="2239"/>
                  </a:lnTo>
                  <a:lnTo>
                    <a:pt x="21853" y="1434"/>
                  </a:lnTo>
                  <a:lnTo>
                    <a:pt x="16411" y="807"/>
                  </a:lnTo>
                  <a:lnTo>
                    <a:pt x="10950" y="359"/>
                  </a:lnTo>
                  <a:lnTo>
                    <a:pt x="5478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992984" y="1681503"/>
              <a:ext cx="93540" cy="167167"/>
            </a:xfrm>
            <a:custGeom>
              <a:avLst/>
              <a:pathLst>
                <a:path w="93540" h="167167">
                  <a:moveTo>
                    <a:pt x="93540" y="0"/>
                  </a:moveTo>
                  <a:lnTo>
                    <a:pt x="87702" y="101"/>
                  </a:lnTo>
                  <a:lnTo>
                    <a:pt x="81871" y="407"/>
                  </a:lnTo>
                  <a:lnTo>
                    <a:pt x="76054" y="917"/>
                  </a:lnTo>
                  <a:lnTo>
                    <a:pt x="70258" y="1629"/>
                  </a:lnTo>
                  <a:lnTo>
                    <a:pt x="64490" y="2543"/>
                  </a:lnTo>
                  <a:lnTo>
                    <a:pt x="58759" y="3658"/>
                  </a:lnTo>
                  <a:lnTo>
                    <a:pt x="53069" y="4973"/>
                  </a:lnTo>
                  <a:lnTo>
                    <a:pt x="47429" y="6485"/>
                  </a:lnTo>
                  <a:lnTo>
                    <a:pt x="41845" y="8194"/>
                  </a:lnTo>
                  <a:lnTo>
                    <a:pt x="36324" y="10096"/>
                  </a:lnTo>
                  <a:lnTo>
                    <a:pt x="30873" y="12190"/>
                  </a:lnTo>
                  <a:lnTo>
                    <a:pt x="25499" y="14473"/>
                  </a:lnTo>
                  <a:lnTo>
                    <a:pt x="20208" y="16943"/>
                  </a:lnTo>
                  <a:lnTo>
                    <a:pt x="15006" y="19596"/>
                  </a:lnTo>
                  <a:lnTo>
                    <a:pt x="9899" y="22429"/>
                  </a:lnTo>
                  <a:lnTo>
                    <a:pt x="4895" y="25438"/>
                  </a:lnTo>
                  <a:lnTo>
                    <a:pt x="0" y="28621"/>
                  </a:lnTo>
                  <a:lnTo>
                    <a:pt x="9354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992984" y="1710124"/>
              <a:ext cx="93540" cy="138546"/>
            </a:xfrm>
            <a:custGeom>
              <a:avLst/>
              <a:pathLst>
                <a:path w="93540" h="138546">
                  <a:moveTo>
                    <a:pt x="0" y="0"/>
                  </a:moveTo>
                  <a:lnTo>
                    <a:pt x="93540" y="138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919358" y="1681503"/>
              <a:ext cx="334326" cy="334321"/>
            </a:xfrm>
            <a:custGeom>
              <a:avLst/>
              <a:pathLst>
                <a:path w="334326" h="334321">
                  <a:moveTo>
                    <a:pt x="73625" y="28621"/>
                  </a:moveTo>
                  <a:lnTo>
                    <a:pt x="69294" y="31646"/>
                  </a:lnTo>
                  <a:lnTo>
                    <a:pt x="65060" y="34807"/>
                  </a:lnTo>
                  <a:lnTo>
                    <a:pt x="60928" y="38100"/>
                  </a:lnTo>
                  <a:lnTo>
                    <a:pt x="56902" y="41521"/>
                  </a:lnTo>
                  <a:lnTo>
                    <a:pt x="52987" y="45069"/>
                  </a:lnTo>
                  <a:lnTo>
                    <a:pt x="49185" y="48738"/>
                  </a:lnTo>
                  <a:lnTo>
                    <a:pt x="45501" y="52526"/>
                  </a:lnTo>
                  <a:lnTo>
                    <a:pt x="41939" y="56428"/>
                  </a:lnTo>
                  <a:lnTo>
                    <a:pt x="38502" y="60441"/>
                  </a:lnTo>
                  <a:lnTo>
                    <a:pt x="35194" y="64560"/>
                  </a:lnTo>
                  <a:lnTo>
                    <a:pt x="32017" y="68782"/>
                  </a:lnTo>
                  <a:lnTo>
                    <a:pt x="28975" y="73102"/>
                  </a:lnTo>
                  <a:lnTo>
                    <a:pt x="26072" y="77516"/>
                  </a:lnTo>
                  <a:lnTo>
                    <a:pt x="23309" y="82020"/>
                  </a:lnTo>
                  <a:lnTo>
                    <a:pt x="20690" y="86608"/>
                  </a:lnTo>
                  <a:lnTo>
                    <a:pt x="18217" y="91278"/>
                  </a:lnTo>
                  <a:lnTo>
                    <a:pt x="15894" y="96023"/>
                  </a:lnTo>
                  <a:lnTo>
                    <a:pt x="13721" y="100839"/>
                  </a:lnTo>
                  <a:lnTo>
                    <a:pt x="11701" y="105721"/>
                  </a:lnTo>
                  <a:lnTo>
                    <a:pt x="9837" y="110665"/>
                  </a:lnTo>
                  <a:lnTo>
                    <a:pt x="8130" y="115665"/>
                  </a:lnTo>
                  <a:lnTo>
                    <a:pt x="6582" y="120716"/>
                  </a:lnTo>
                  <a:lnTo>
                    <a:pt x="5194" y="125814"/>
                  </a:lnTo>
                  <a:lnTo>
                    <a:pt x="3968" y="130954"/>
                  </a:lnTo>
                  <a:lnTo>
                    <a:pt x="2905" y="136129"/>
                  </a:lnTo>
                  <a:lnTo>
                    <a:pt x="2007" y="141336"/>
                  </a:lnTo>
                  <a:lnTo>
                    <a:pt x="1273" y="146568"/>
                  </a:lnTo>
                  <a:lnTo>
                    <a:pt x="705" y="151821"/>
                  </a:lnTo>
                  <a:lnTo>
                    <a:pt x="303" y="157089"/>
                  </a:lnTo>
                  <a:lnTo>
                    <a:pt x="68" y="162367"/>
                  </a:lnTo>
                  <a:lnTo>
                    <a:pt x="0" y="167650"/>
                  </a:lnTo>
                  <a:lnTo>
                    <a:pt x="98" y="172933"/>
                  </a:lnTo>
                  <a:lnTo>
                    <a:pt x="364" y="178210"/>
                  </a:lnTo>
                  <a:lnTo>
                    <a:pt x="796" y="183476"/>
                  </a:lnTo>
                  <a:lnTo>
                    <a:pt x="1395" y="188725"/>
                  </a:lnTo>
                  <a:lnTo>
                    <a:pt x="2159" y="193953"/>
                  </a:lnTo>
                  <a:lnTo>
                    <a:pt x="3088" y="199154"/>
                  </a:lnTo>
                  <a:lnTo>
                    <a:pt x="4181" y="204323"/>
                  </a:lnTo>
                  <a:lnTo>
                    <a:pt x="5436" y="209456"/>
                  </a:lnTo>
                  <a:lnTo>
                    <a:pt x="6853" y="214545"/>
                  </a:lnTo>
                  <a:lnTo>
                    <a:pt x="8431" y="219588"/>
                  </a:lnTo>
                  <a:lnTo>
                    <a:pt x="10167" y="224578"/>
                  </a:lnTo>
                  <a:lnTo>
                    <a:pt x="12059" y="229511"/>
                  </a:lnTo>
                  <a:lnTo>
                    <a:pt x="14107" y="234382"/>
                  </a:lnTo>
                  <a:lnTo>
                    <a:pt x="16308" y="239185"/>
                  </a:lnTo>
                  <a:lnTo>
                    <a:pt x="18659" y="243917"/>
                  </a:lnTo>
                  <a:lnTo>
                    <a:pt x="21158" y="248571"/>
                  </a:lnTo>
                  <a:lnTo>
                    <a:pt x="23804" y="253145"/>
                  </a:lnTo>
                  <a:lnTo>
                    <a:pt x="26593" y="257632"/>
                  </a:lnTo>
                  <a:lnTo>
                    <a:pt x="29522" y="262030"/>
                  </a:lnTo>
                  <a:lnTo>
                    <a:pt x="32588" y="266332"/>
                  </a:lnTo>
                  <a:lnTo>
                    <a:pt x="35789" y="270536"/>
                  </a:lnTo>
                  <a:lnTo>
                    <a:pt x="39122" y="274636"/>
                  </a:lnTo>
                  <a:lnTo>
                    <a:pt x="42582" y="278629"/>
                  </a:lnTo>
                  <a:lnTo>
                    <a:pt x="46167" y="282510"/>
                  </a:lnTo>
                  <a:lnTo>
                    <a:pt x="49872" y="286276"/>
                  </a:lnTo>
                  <a:lnTo>
                    <a:pt x="53695" y="289923"/>
                  </a:lnTo>
                  <a:lnTo>
                    <a:pt x="57631" y="293448"/>
                  </a:lnTo>
                  <a:lnTo>
                    <a:pt x="61676" y="296847"/>
                  </a:lnTo>
                  <a:lnTo>
                    <a:pt x="65827" y="300116"/>
                  </a:lnTo>
                  <a:lnTo>
                    <a:pt x="70079" y="303252"/>
                  </a:lnTo>
                  <a:lnTo>
                    <a:pt x="74428" y="306252"/>
                  </a:lnTo>
                  <a:lnTo>
                    <a:pt x="78870" y="309113"/>
                  </a:lnTo>
                  <a:lnTo>
                    <a:pt x="83400" y="311833"/>
                  </a:lnTo>
                  <a:lnTo>
                    <a:pt x="88013" y="314407"/>
                  </a:lnTo>
                  <a:lnTo>
                    <a:pt x="92706" y="316835"/>
                  </a:lnTo>
                  <a:lnTo>
                    <a:pt x="97473" y="319114"/>
                  </a:lnTo>
                  <a:lnTo>
                    <a:pt x="102310" y="321240"/>
                  </a:lnTo>
                  <a:lnTo>
                    <a:pt x="107211" y="323213"/>
                  </a:lnTo>
                  <a:lnTo>
                    <a:pt x="112172" y="325030"/>
                  </a:lnTo>
                  <a:lnTo>
                    <a:pt x="117189" y="326689"/>
                  </a:lnTo>
                  <a:lnTo>
                    <a:pt x="122255" y="328188"/>
                  </a:lnTo>
                  <a:lnTo>
                    <a:pt x="127366" y="329527"/>
                  </a:lnTo>
                  <a:lnTo>
                    <a:pt x="132517" y="330704"/>
                  </a:lnTo>
                  <a:lnTo>
                    <a:pt x="137702" y="331717"/>
                  </a:lnTo>
                  <a:lnTo>
                    <a:pt x="142917" y="332566"/>
                  </a:lnTo>
                  <a:lnTo>
                    <a:pt x="148156" y="333250"/>
                  </a:lnTo>
                  <a:lnTo>
                    <a:pt x="153414" y="333768"/>
                  </a:lnTo>
                  <a:lnTo>
                    <a:pt x="158686" y="334119"/>
                  </a:lnTo>
                  <a:lnTo>
                    <a:pt x="163966" y="334304"/>
                  </a:lnTo>
                  <a:lnTo>
                    <a:pt x="169250" y="334321"/>
                  </a:lnTo>
                  <a:lnTo>
                    <a:pt x="174531" y="334172"/>
                  </a:lnTo>
                  <a:lnTo>
                    <a:pt x="179805" y="333856"/>
                  </a:lnTo>
                  <a:lnTo>
                    <a:pt x="185067" y="333373"/>
                  </a:lnTo>
                  <a:lnTo>
                    <a:pt x="190310" y="332725"/>
                  </a:lnTo>
                  <a:lnTo>
                    <a:pt x="195530" y="331910"/>
                  </a:lnTo>
                  <a:lnTo>
                    <a:pt x="200723" y="330932"/>
                  </a:lnTo>
                  <a:lnTo>
                    <a:pt x="205881" y="329790"/>
                  </a:lnTo>
                  <a:lnTo>
                    <a:pt x="211001" y="328485"/>
                  </a:lnTo>
                  <a:lnTo>
                    <a:pt x="216077" y="327019"/>
                  </a:lnTo>
                  <a:lnTo>
                    <a:pt x="221104" y="325393"/>
                  </a:lnTo>
                  <a:lnTo>
                    <a:pt x="226078" y="323610"/>
                  </a:lnTo>
                  <a:lnTo>
                    <a:pt x="230992" y="321670"/>
                  </a:lnTo>
                  <a:lnTo>
                    <a:pt x="235843" y="319576"/>
                  </a:lnTo>
                  <a:lnTo>
                    <a:pt x="240625" y="317329"/>
                  </a:lnTo>
                  <a:lnTo>
                    <a:pt x="245334" y="314933"/>
                  </a:lnTo>
                  <a:lnTo>
                    <a:pt x="249964" y="312389"/>
                  </a:lnTo>
                  <a:lnTo>
                    <a:pt x="254512" y="309700"/>
                  </a:lnTo>
                  <a:lnTo>
                    <a:pt x="258973" y="306868"/>
                  </a:lnTo>
                  <a:lnTo>
                    <a:pt x="263342" y="303897"/>
                  </a:lnTo>
                  <a:lnTo>
                    <a:pt x="267615" y="300789"/>
                  </a:lnTo>
                  <a:lnTo>
                    <a:pt x="271788" y="297548"/>
                  </a:lnTo>
                  <a:lnTo>
                    <a:pt x="275856" y="294177"/>
                  </a:lnTo>
                  <a:lnTo>
                    <a:pt x="279815" y="290679"/>
                  </a:lnTo>
                  <a:lnTo>
                    <a:pt x="283662" y="287057"/>
                  </a:lnTo>
                  <a:lnTo>
                    <a:pt x="287393" y="283316"/>
                  </a:lnTo>
                  <a:lnTo>
                    <a:pt x="291003" y="279458"/>
                  </a:lnTo>
                  <a:lnTo>
                    <a:pt x="294490" y="275489"/>
                  </a:lnTo>
                  <a:lnTo>
                    <a:pt x="297850" y="271411"/>
                  </a:lnTo>
                  <a:lnTo>
                    <a:pt x="301079" y="267229"/>
                  </a:lnTo>
                  <a:lnTo>
                    <a:pt x="304174" y="262947"/>
                  </a:lnTo>
                  <a:lnTo>
                    <a:pt x="307132" y="258569"/>
                  </a:lnTo>
                  <a:lnTo>
                    <a:pt x="309951" y="254101"/>
                  </a:lnTo>
                  <a:lnTo>
                    <a:pt x="312627" y="249545"/>
                  </a:lnTo>
                  <a:lnTo>
                    <a:pt x="315158" y="244907"/>
                  </a:lnTo>
                  <a:lnTo>
                    <a:pt x="317540" y="240191"/>
                  </a:lnTo>
                  <a:lnTo>
                    <a:pt x="319773" y="235403"/>
                  </a:lnTo>
                  <a:lnTo>
                    <a:pt x="321853" y="230546"/>
                  </a:lnTo>
                  <a:lnTo>
                    <a:pt x="323779" y="225626"/>
                  </a:lnTo>
                  <a:lnTo>
                    <a:pt x="325548" y="220647"/>
                  </a:lnTo>
                  <a:lnTo>
                    <a:pt x="327159" y="215615"/>
                  </a:lnTo>
                  <a:lnTo>
                    <a:pt x="328610" y="210535"/>
                  </a:lnTo>
                  <a:lnTo>
                    <a:pt x="329900" y="205411"/>
                  </a:lnTo>
                  <a:lnTo>
                    <a:pt x="331027" y="200250"/>
                  </a:lnTo>
                  <a:lnTo>
                    <a:pt x="331991" y="195055"/>
                  </a:lnTo>
                  <a:lnTo>
                    <a:pt x="332790" y="189832"/>
                  </a:lnTo>
                  <a:lnTo>
                    <a:pt x="333424" y="184587"/>
                  </a:lnTo>
                  <a:lnTo>
                    <a:pt x="333891" y="179324"/>
                  </a:lnTo>
                  <a:lnTo>
                    <a:pt x="334192" y="174049"/>
                  </a:lnTo>
                  <a:lnTo>
                    <a:pt x="334326" y="168767"/>
                  </a:lnTo>
                  <a:lnTo>
                    <a:pt x="334293" y="163484"/>
                  </a:lnTo>
                  <a:lnTo>
                    <a:pt x="334093" y="158204"/>
                  </a:lnTo>
                  <a:lnTo>
                    <a:pt x="333727" y="152933"/>
                  </a:lnTo>
                  <a:lnTo>
                    <a:pt x="333194" y="147677"/>
                  </a:lnTo>
                  <a:lnTo>
                    <a:pt x="332495" y="142440"/>
                  </a:lnTo>
                  <a:lnTo>
                    <a:pt x="331631" y="137227"/>
                  </a:lnTo>
                  <a:lnTo>
                    <a:pt x="330602" y="132045"/>
                  </a:lnTo>
                  <a:lnTo>
                    <a:pt x="329411" y="126897"/>
                  </a:lnTo>
                  <a:lnTo>
                    <a:pt x="328057" y="121790"/>
                  </a:lnTo>
                  <a:lnTo>
                    <a:pt x="326543" y="116728"/>
                  </a:lnTo>
                  <a:lnTo>
                    <a:pt x="324869" y="111717"/>
                  </a:lnTo>
                  <a:lnTo>
                    <a:pt x="323038" y="106761"/>
                  </a:lnTo>
                  <a:lnTo>
                    <a:pt x="321051" y="101865"/>
                  </a:lnTo>
                  <a:lnTo>
                    <a:pt x="318911" y="97035"/>
                  </a:lnTo>
                  <a:lnTo>
                    <a:pt x="316619" y="92274"/>
                  </a:lnTo>
                  <a:lnTo>
                    <a:pt x="314177" y="87589"/>
                  </a:lnTo>
                  <a:lnTo>
                    <a:pt x="311589" y="82982"/>
                  </a:lnTo>
                  <a:lnTo>
                    <a:pt x="308856" y="78460"/>
                  </a:lnTo>
                  <a:lnTo>
                    <a:pt x="305982" y="74027"/>
                  </a:lnTo>
                  <a:lnTo>
                    <a:pt x="302970" y="69687"/>
                  </a:lnTo>
                  <a:lnTo>
                    <a:pt x="299821" y="65444"/>
                  </a:lnTo>
                  <a:lnTo>
                    <a:pt x="296540" y="61302"/>
                  </a:lnTo>
                  <a:lnTo>
                    <a:pt x="293130" y="57267"/>
                  </a:lnTo>
                  <a:lnTo>
                    <a:pt x="289594" y="53341"/>
                  </a:lnTo>
                  <a:lnTo>
                    <a:pt x="285936" y="49529"/>
                  </a:lnTo>
                  <a:lnTo>
                    <a:pt x="282159" y="45834"/>
                  </a:lnTo>
                  <a:lnTo>
                    <a:pt x="278267" y="42261"/>
                  </a:lnTo>
                  <a:lnTo>
                    <a:pt x="274264" y="38812"/>
                  </a:lnTo>
                  <a:lnTo>
                    <a:pt x="270155" y="35492"/>
                  </a:lnTo>
                  <a:lnTo>
                    <a:pt x="265942" y="32303"/>
                  </a:lnTo>
                  <a:lnTo>
                    <a:pt x="261631" y="29249"/>
                  </a:lnTo>
                  <a:lnTo>
                    <a:pt x="257225" y="26332"/>
                  </a:lnTo>
                  <a:lnTo>
                    <a:pt x="252729" y="23557"/>
                  </a:lnTo>
                  <a:lnTo>
                    <a:pt x="248148" y="20924"/>
                  </a:lnTo>
                  <a:lnTo>
                    <a:pt x="243486" y="18438"/>
                  </a:lnTo>
                  <a:lnTo>
                    <a:pt x="238748" y="16101"/>
                  </a:lnTo>
                  <a:lnTo>
                    <a:pt x="233938" y="13914"/>
                  </a:lnTo>
                  <a:lnTo>
                    <a:pt x="229062" y="11880"/>
                  </a:lnTo>
                  <a:lnTo>
                    <a:pt x="224123" y="10002"/>
                  </a:lnTo>
                  <a:lnTo>
                    <a:pt x="219128" y="8280"/>
                  </a:lnTo>
                  <a:lnTo>
                    <a:pt x="214081" y="6718"/>
                  </a:lnTo>
                  <a:lnTo>
                    <a:pt x="208987" y="5315"/>
                  </a:lnTo>
                  <a:lnTo>
                    <a:pt x="203851" y="4074"/>
                  </a:lnTo>
                  <a:lnTo>
                    <a:pt x="198679" y="2997"/>
                  </a:lnTo>
                  <a:lnTo>
                    <a:pt x="193475" y="2083"/>
                  </a:lnTo>
                  <a:lnTo>
                    <a:pt x="188245" y="1334"/>
                  </a:lnTo>
                  <a:lnTo>
                    <a:pt x="182994" y="750"/>
                  </a:lnTo>
                  <a:lnTo>
                    <a:pt x="177727" y="333"/>
                  </a:lnTo>
                  <a:lnTo>
                    <a:pt x="172449" y="83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41236" y="2126963"/>
              <a:ext cx="40051" cy="167167"/>
            </a:xfrm>
            <a:custGeom>
              <a:avLst/>
              <a:pathLst>
                <a:path w="40051" h="167167">
                  <a:moveTo>
                    <a:pt x="40051" y="0"/>
                  </a:moveTo>
                  <a:lnTo>
                    <a:pt x="33312" y="135"/>
                  </a:lnTo>
                  <a:lnTo>
                    <a:pt x="26584" y="543"/>
                  </a:lnTo>
                  <a:lnTo>
                    <a:pt x="19878" y="1221"/>
                  </a:lnTo>
                  <a:lnTo>
                    <a:pt x="13204" y="2169"/>
                  </a:lnTo>
                  <a:lnTo>
                    <a:pt x="6575" y="3386"/>
                  </a:lnTo>
                  <a:lnTo>
                    <a:pt x="0" y="4868"/>
                  </a:lnTo>
                  <a:lnTo>
                    <a:pt x="4005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741236" y="2131832"/>
              <a:ext cx="40051" cy="162298"/>
            </a:xfrm>
            <a:custGeom>
              <a:avLst/>
              <a:pathLst>
                <a:path w="40051" h="162298">
                  <a:moveTo>
                    <a:pt x="0" y="0"/>
                  </a:moveTo>
                  <a:lnTo>
                    <a:pt x="40051" y="162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14120" y="2127327"/>
              <a:ext cx="334321" cy="333964"/>
            </a:xfrm>
            <a:custGeom>
              <a:avLst/>
              <a:pathLst>
                <a:path w="334321" h="333964">
                  <a:moveTo>
                    <a:pt x="127115" y="4505"/>
                  </a:moveTo>
                  <a:lnTo>
                    <a:pt x="122005" y="5852"/>
                  </a:lnTo>
                  <a:lnTo>
                    <a:pt x="116940" y="7360"/>
                  </a:lnTo>
                  <a:lnTo>
                    <a:pt x="111925" y="9027"/>
                  </a:lnTo>
                  <a:lnTo>
                    <a:pt x="106965" y="10852"/>
                  </a:lnTo>
                  <a:lnTo>
                    <a:pt x="102066" y="12833"/>
                  </a:lnTo>
                  <a:lnTo>
                    <a:pt x="97231" y="14968"/>
                  </a:lnTo>
                  <a:lnTo>
                    <a:pt x="92467" y="17254"/>
                  </a:lnTo>
                  <a:lnTo>
                    <a:pt x="87777" y="19690"/>
                  </a:lnTo>
                  <a:lnTo>
                    <a:pt x="83167" y="22273"/>
                  </a:lnTo>
                  <a:lnTo>
                    <a:pt x="78640" y="25001"/>
                  </a:lnTo>
                  <a:lnTo>
                    <a:pt x="74202" y="27870"/>
                  </a:lnTo>
                  <a:lnTo>
                    <a:pt x="69857" y="30878"/>
                  </a:lnTo>
                  <a:lnTo>
                    <a:pt x="65609" y="34022"/>
                  </a:lnTo>
                  <a:lnTo>
                    <a:pt x="61462" y="37298"/>
                  </a:lnTo>
                  <a:lnTo>
                    <a:pt x="57421" y="40704"/>
                  </a:lnTo>
                  <a:lnTo>
                    <a:pt x="53490" y="44236"/>
                  </a:lnTo>
                  <a:lnTo>
                    <a:pt x="49673" y="47891"/>
                  </a:lnTo>
                  <a:lnTo>
                    <a:pt x="45973" y="51664"/>
                  </a:lnTo>
                  <a:lnTo>
                    <a:pt x="42394" y="55553"/>
                  </a:lnTo>
                  <a:lnTo>
                    <a:pt x="38939" y="59553"/>
                  </a:lnTo>
                  <a:lnTo>
                    <a:pt x="35613" y="63659"/>
                  </a:lnTo>
                  <a:lnTo>
                    <a:pt x="32419" y="67869"/>
                  </a:lnTo>
                  <a:lnTo>
                    <a:pt x="29359" y="72178"/>
                  </a:lnTo>
                  <a:lnTo>
                    <a:pt x="26437" y="76582"/>
                  </a:lnTo>
                  <a:lnTo>
                    <a:pt x="23655" y="81075"/>
                  </a:lnTo>
                  <a:lnTo>
                    <a:pt x="21017" y="85654"/>
                  </a:lnTo>
                  <a:lnTo>
                    <a:pt x="18525" y="90315"/>
                  </a:lnTo>
                  <a:lnTo>
                    <a:pt x="16181" y="95051"/>
                  </a:lnTo>
                  <a:lnTo>
                    <a:pt x="13989" y="99860"/>
                  </a:lnTo>
                  <a:lnTo>
                    <a:pt x="11949" y="104735"/>
                  </a:lnTo>
                  <a:lnTo>
                    <a:pt x="10065" y="109673"/>
                  </a:lnTo>
                  <a:lnTo>
                    <a:pt x="8337" y="114667"/>
                  </a:lnTo>
                  <a:lnTo>
                    <a:pt x="6769" y="119714"/>
                  </a:lnTo>
                  <a:lnTo>
                    <a:pt x="5360" y="124808"/>
                  </a:lnTo>
                  <a:lnTo>
                    <a:pt x="4114" y="129943"/>
                  </a:lnTo>
                  <a:lnTo>
                    <a:pt x="3030" y="135116"/>
                  </a:lnTo>
                  <a:lnTo>
                    <a:pt x="2111" y="140320"/>
                  </a:lnTo>
                  <a:lnTo>
                    <a:pt x="1356" y="145551"/>
                  </a:lnTo>
                  <a:lnTo>
                    <a:pt x="767" y="150802"/>
                  </a:lnTo>
                  <a:lnTo>
                    <a:pt x="344" y="156070"/>
                  </a:lnTo>
                  <a:lnTo>
                    <a:pt x="88" y="161349"/>
                  </a:lnTo>
                  <a:lnTo>
                    <a:pt x="0" y="166633"/>
                  </a:lnTo>
                  <a:lnTo>
                    <a:pt x="78" y="171917"/>
                  </a:lnTo>
                  <a:lnTo>
                    <a:pt x="323" y="177196"/>
                  </a:lnTo>
                  <a:lnTo>
                    <a:pt x="735" y="182465"/>
                  </a:lnTo>
                  <a:lnTo>
                    <a:pt x="1313" y="187718"/>
                  </a:lnTo>
                  <a:lnTo>
                    <a:pt x="2057" y="192950"/>
                  </a:lnTo>
                  <a:lnTo>
                    <a:pt x="2966" y="198156"/>
                  </a:lnTo>
                  <a:lnTo>
                    <a:pt x="4039" y="203331"/>
                  </a:lnTo>
                  <a:lnTo>
                    <a:pt x="5275" y="208469"/>
                  </a:lnTo>
                  <a:lnTo>
                    <a:pt x="6673" y="213566"/>
                  </a:lnTo>
                  <a:lnTo>
                    <a:pt x="8232" y="218616"/>
                  </a:lnTo>
                  <a:lnTo>
                    <a:pt x="9949" y="223614"/>
                  </a:lnTo>
                  <a:lnTo>
                    <a:pt x="11823" y="228555"/>
                  </a:lnTo>
                  <a:lnTo>
                    <a:pt x="13853" y="233434"/>
                  </a:lnTo>
                  <a:lnTo>
                    <a:pt x="16035" y="238247"/>
                  </a:lnTo>
                  <a:lnTo>
                    <a:pt x="18369" y="242989"/>
                  </a:lnTo>
                  <a:lnTo>
                    <a:pt x="20852" y="247654"/>
                  </a:lnTo>
                  <a:lnTo>
                    <a:pt x="23481" y="252239"/>
                  </a:lnTo>
                  <a:lnTo>
                    <a:pt x="26253" y="256738"/>
                  </a:lnTo>
                  <a:lnTo>
                    <a:pt x="29166" y="261147"/>
                  </a:lnTo>
                  <a:lnTo>
                    <a:pt x="32218" y="265462"/>
                  </a:lnTo>
                  <a:lnTo>
                    <a:pt x="35404" y="269679"/>
                  </a:lnTo>
                  <a:lnTo>
                    <a:pt x="38721" y="273792"/>
                  </a:lnTo>
                  <a:lnTo>
                    <a:pt x="42167" y="277799"/>
                  </a:lnTo>
                  <a:lnTo>
                    <a:pt x="45738" y="281695"/>
                  </a:lnTo>
                  <a:lnTo>
                    <a:pt x="49431" y="285476"/>
                  </a:lnTo>
                  <a:lnTo>
                    <a:pt x="53241" y="289138"/>
                  </a:lnTo>
                  <a:lnTo>
                    <a:pt x="57165" y="292678"/>
                  </a:lnTo>
                  <a:lnTo>
                    <a:pt x="61199" y="296092"/>
                  </a:lnTo>
                  <a:lnTo>
                    <a:pt x="65338" y="299377"/>
                  </a:lnTo>
                  <a:lnTo>
                    <a:pt x="69580" y="302530"/>
                  </a:lnTo>
                  <a:lnTo>
                    <a:pt x="73919" y="305547"/>
                  </a:lnTo>
                  <a:lnTo>
                    <a:pt x="78351" y="308425"/>
                  </a:lnTo>
                  <a:lnTo>
                    <a:pt x="82872" y="311162"/>
                  </a:lnTo>
                  <a:lnTo>
                    <a:pt x="87478" y="313754"/>
                  </a:lnTo>
                  <a:lnTo>
                    <a:pt x="92163" y="316200"/>
                  </a:lnTo>
                  <a:lnTo>
                    <a:pt x="96922" y="318496"/>
                  </a:lnTo>
                  <a:lnTo>
                    <a:pt x="101752" y="320640"/>
                  </a:lnTo>
                  <a:lnTo>
                    <a:pt x="106648" y="322631"/>
                  </a:lnTo>
                  <a:lnTo>
                    <a:pt x="111604" y="324466"/>
                  </a:lnTo>
                  <a:lnTo>
                    <a:pt x="116615" y="326144"/>
                  </a:lnTo>
                  <a:lnTo>
                    <a:pt x="121677" y="327662"/>
                  </a:lnTo>
                  <a:lnTo>
                    <a:pt x="126785" y="329020"/>
                  </a:lnTo>
                  <a:lnTo>
                    <a:pt x="131933" y="330215"/>
                  </a:lnTo>
                  <a:lnTo>
                    <a:pt x="137116" y="331247"/>
                  </a:lnTo>
                  <a:lnTo>
                    <a:pt x="142329" y="332115"/>
                  </a:lnTo>
                  <a:lnTo>
                    <a:pt x="147567" y="332818"/>
                  </a:lnTo>
                  <a:lnTo>
                    <a:pt x="152824" y="333354"/>
                  </a:lnTo>
                  <a:lnTo>
                    <a:pt x="158096" y="333724"/>
                  </a:lnTo>
                  <a:lnTo>
                    <a:pt x="163377" y="333928"/>
                  </a:lnTo>
                  <a:lnTo>
                    <a:pt x="168662" y="333964"/>
                  </a:lnTo>
                  <a:lnTo>
                    <a:pt x="173945" y="333833"/>
                  </a:lnTo>
                  <a:lnTo>
                    <a:pt x="179221" y="333535"/>
                  </a:lnTo>
                  <a:lnTo>
                    <a:pt x="184486" y="333071"/>
                  </a:lnTo>
                  <a:lnTo>
                    <a:pt x="189733" y="332441"/>
                  </a:lnTo>
                  <a:lnTo>
                    <a:pt x="194957" y="331644"/>
                  </a:lnTo>
                  <a:lnTo>
                    <a:pt x="200154" y="330684"/>
                  </a:lnTo>
                  <a:lnTo>
                    <a:pt x="205318" y="329559"/>
                  </a:lnTo>
                  <a:lnTo>
                    <a:pt x="210443" y="328272"/>
                  </a:lnTo>
                  <a:lnTo>
                    <a:pt x="215526" y="326823"/>
                  </a:lnTo>
                  <a:lnTo>
                    <a:pt x="220560" y="325215"/>
                  </a:lnTo>
                  <a:lnTo>
                    <a:pt x="225540" y="323448"/>
                  </a:lnTo>
                  <a:lnTo>
                    <a:pt x="230463" y="321524"/>
                  </a:lnTo>
                  <a:lnTo>
                    <a:pt x="235322" y="319446"/>
                  </a:lnTo>
                  <a:lnTo>
                    <a:pt x="240113" y="317215"/>
                  </a:lnTo>
                  <a:lnTo>
                    <a:pt x="244831" y="314835"/>
                  </a:lnTo>
                  <a:lnTo>
                    <a:pt x="249471" y="312306"/>
                  </a:lnTo>
                  <a:lnTo>
                    <a:pt x="254029" y="309631"/>
                  </a:lnTo>
                  <a:lnTo>
                    <a:pt x="258501" y="306814"/>
                  </a:lnTo>
                  <a:lnTo>
                    <a:pt x="262881" y="303857"/>
                  </a:lnTo>
                  <a:lnTo>
                    <a:pt x="267165" y="300763"/>
                  </a:lnTo>
                  <a:lnTo>
                    <a:pt x="271350" y="297535"/>
                  </a:lnTo>
                  <a:lnTo>
                    <a:pt x="275430" y="294177"/>
                  </a:lnTo>
                  <a:lnTo>
                    <a:pt x="279402" y="290691"/>
                  </a:lnTo>
                  <a:lnTo>
                    <a:pt x="283262" y="287081"/>
                  </a:lnTo>
                  <a:lnTo>
                    <a:pt x="287006" y="283351"/>
                  </a:lnTo>
                  <a:lnTo>
                    <a:pt x="290630" y="279505"/>
                  </a:lnTo>
                  <a:lnTo>
                    <a:pt x="294131" y="275546"/>
                  </a:lnTo>
                  <a:lnTo>
                    <a:pt x="297505" y="271478"/>
                  </a:lnTo>
                  <a:lnTo>
                    <a:pt x="300749" y="267306"/>
                  </a:lnTo>
                  <a:lnTo>
                    <a:pt x="303859" y="263033"/>
                  </a:lnTo>
                  <a:lnTo>
                    <a:pt x="306832" y="258665"/>
                  </a:lnTo>
                  <a:lnTo>
                    <a:pt x="309666" y="254204"/>
                  </a:lnTo>
                  <a:lnTo>
                    <a:pt x="312358" y="249656"/>
                  </a:lnTo>
                  <a:lnTo>
                    <a:pt x="314904" y="245025"/>
                  </a:lnTo>
                  <a:lnTo>
                    <a:pt x="317303" y="240316"/>
                  </a:lnTo>
                  <a:lnTo>
                    <a:pt x="319552" y="235533"/>
                  </a:lnTo>
                  <a:lnTo>
                    <a:pt x="321648" y="230682"/>
                  </a:lnTo>
                  <a:lnTo>
                    <a:pt x="323590" y="225767"/>
                  </a:lnTo>
                  <a:lnTo>
                    <a:pt x="325376" y="220793"/>
                  </a:lnTo>
                  <a:lnTo>
                    <a:pt x="327003" y="215765"/>
                  </a:lnTo>
                  <a:lnTo>
                    <a:pt x="328471" y="210688"/>
                  </a:lnTo>
                  <a:lnTo>
                    <a:pt x="329778" y="205568"/>
                  </a:lnTo>
                  <a:lnTo>
                    <a:pt x="330922" y="200408"/>
                  </a:lnTo>
                  <a:lnTo>
                    <a:pt x="331902" y="195215"/>
                  </a:lnTo>
                  <a:lnTo>
                    <a:pt x="332718" y="189994"/>
                  </a:lnTo>
                  <a:lnTo>
                    <a:pt x="333368" y="184749"/>
                  </a:lnTo>
                  <a:lnTo>
                    <a:pt x="333852" y="179486"/>
                  </a:lnTo>
                  <a:lnTo>
                    <a:pt x="334170" y="174211"/>
                  </a:lnTo>
                  <a:lnTo>
                    <a:pt x="334321" y="168928"/>
                  </a:lnTo>
                  <a:lnTo>
                    <a:pt x="334304" y="163644"/>
                  </a:lnTo>
                  <a:lnTo>
                    <a:pt x="334121" y="158362"/>
                  </a:lnTo>
                  <a:lnTo>
                    <a:pt x="333771" y="153089"/>
                  </a:lnTo>
                  <a:lnTo>
                    <a:pt x="333254" y="147829"/>
                  </a:lnTo>
                  <a:lnTo>
                    <a:pt x="332571" y="142589"/>
                  </a:lnTo>
                  <a:lnTo>
                    <a:pt x="331723" y="137373"/>
                  </a:lnTo>
                  <a:lnTo>
                    <a:pt x="330711" y="132186"/>
                  </a:lnTo>
                  <a:lnTo>
                    <a:pt x="329535" y="127033"/>
                  </a:lnTo>
                  <a:lnTo>
                    <a:pt x="328196" y="121921"/>
                  </a:lnTo>
                  <a:lnTo>
                    <a:pt x="326697" y="116853"/>
                  </a:lnTo>
                  <a:lnTo>
                    <a:pt x="325039" y="111835"/>
                  </a:lnTo>
                  <a:lnTo>
                    <a:pt x="323222" y="106873"/>
                  </a:lnTo>
                  <a:lnTo>
                    <a:pt x="321250" y="101970"/>
                  </a:lnTo>
                  <a:lnTo>
                    <a:pt x="319123" y="97131"/>
                  </a:lnTo>
                  <a:lnTo>
                    <a:pt x="316845" y="92363"/>
                  </a:lnTo>
                  <a:lnTo>
                    <a:pt x="314417" y="87669"/>
                  </a:lnTo>
                  <a:lnTo>
                    <a:pt x="311842" y="83054"/>
                  </a:lnTo>
                  <a:lnTo>
                    <a:pt x="309123" y="78522"/>
                  </a:lnTo>
                  <a:lnTo>
                    <a:pt x="306261" y="74079"/>
                  </a:lnTo>
                  <a:lnTo>
                    <a:pt x="303261" y="69729"/>
                  </a:lnTo>
                  <a:lnTo>
                    <a:pt x="300124" y="65476"/>
                  </a:lnTo>
                  <a:lnTo>
                    <a:pt x="296855" y="61323"/>
                  </a:lnTo>
                  <a:lnTo>
                    <a:pt x="293456" y="57277"/>
                  </a:lnTo>
                  <a:lnTo>
                    <a:pt x="289931" y="53340"/>
                  </a:lnTo>
                  <a:lnTo>
                    <a:pt x="286283" y="49516"/>
                  </a:lnTo>
                  <a:lnTo>
                    <a:pt x="282516" y="45809"/>
                  </a:lnTo>
                  <a:lnTo>
                    <a:pt x="278634" y="42223"/>
                  </a:lnTo>
                  <a:lnTo>
                    <a:pt x="274640" y="38762"/>
                  </a:lnTo>
                  <a:lnTo>
                    <a:pt x="270539" y="35429"/>
                  </a:lnTo>
                  <a:lnTo>
                    <a:pt x="266334" y="32227"/>
                  </a:lnTo>
                  <a:lnTo>
                    <a:pt x="262031" y="29160"/>
                  </a:lnTo>
                  <a:lnTo>
                    <a:pt x="257633" y="26230"/>
                  </a:lnTo>
                  <a:lnTo>
                    <a:pt x="253144" y="23440"/>
                  </a:lnTo>
                  <a:lnTo>
                    <a:pt x="248569" y="20794"/>
                  </a:lnTo>
                  <a:lnTo>
                    <a:pt x="243913" y="18294"/>
                  </a:lnTo>
                  <a:lnTo>
                    <a:pt x="239181" y="15942"/>
                  </a:lnTo>
                  <a:lnTo>
                    <a:pt x="234376" y="13741"/>
                  </a:lnTo>
                  <a:lnTo>
                    <a:pt x="229504" y="11693"/>
                  </a:lnTo>
                  <a:lnTo>
                    <a:pt x="224570" y="9800"/>
                  </a:lnTo>
                  <a:lnTo>
                    <a:pt x="219578" y="8064"/>
                  </a:lnTo>
                  <a:lnTo>
                    <a:pt x="214535" y="6487"/>
                  </a:lnTo>
                  <a:lnTo>
                    <a:pt x="209443" y="5070"/>
                  </a:lnTo>
                  <a:lnTo>
                    <a:pt x="204310" y="3814"/>
                  </a:lnTo>
                  <a:lnTo>
                    <a:pt x="199139" y="2722"/>
                  </a:lnTo>
                  <a:lnTo>
                    <a:pt x="193937" y="1793"/>
                  </a:lnTo>
                  <a:lnTo>
                    <a:pt x="188707" y="1029"/>
                  </a:lnTo>
                  <a:lnTo>
                    <a:pt x="183456" y="431"/>
                  </a:lnTo>
                  <a:lnTo>
                    <a:pt x="178189" y="0"/>
                  </a:lnTo>
                  <a:lnTo>
                    <a:pt x="167167" y="1668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781287" y="2126963"/>
              <a:ext cx="11022" cy="167167"/>
            </a:xfrm>
            <a:custGeom>
              <a:avLst/>
              <a:pathLst>
                <a:path w="11022" h="167167">
                  <a:moveTo>
                    <a:pt x="11022" y="36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423594" y="2633064"/>
              <a:ext cx="334317" cy="334331"/>
            </a:xfrm>
            <a:custGeom>
              <a:avLst/>
              <a:pathLst>
                <a:path w="334317" h="334331">
                  <a:moveTo>
                    <a:pt x="167153" y="0"/>
                  </a:moveTo>
                  <a:lnTo>
                    <a:pt x="161859" y="83"/>
                  </a:lnTo>
                  <a:lnTo>
                    <a:pt x="156571" y="335"/>
                  </a:lnTo>
                  <a:lnTo>
                    <a:pt x="151293" y="754"/>
                  </a:lnTo>
                  <a:lnTo>
                    <a:pt x="146031" y="1339"/>
                  </a:lnTo>
                  <a:lnTo>
                    <a:pt x="140791" y="2091"/>
                  </a:lnTo>
                  <a:lnTo>
                    <a:pt x="135576" y="3009"/>
                  </a:lnTo>
                  <a:lnTo>
                    <a:pt x="130394" y="4091"/>
                  </a:lnTo>
                  <a:lnTo>
                    <a:pt x="125248" y="5337"/>
                  </a:lnTo>
                  <a:lnTo>
                    <a:pt x="120144" y="6745"/>
                  </a:lnTo>
                  <a:lnTo>
                    <a:pt x="115088" y="8314"/>
                  </a:lnTo>
                  <a:lnTo>
                    <a:pt x="110083" y="10043"/>
                  </a:lnTo>
                  <a:lnTo>
                    <a:pt x="105136" y="11929"/>
                  </a:lnTo>
                  <a:lnTo>
                    <a:pt x="100252" y="13971"/>
                  </a:lnTo>
                  <a:lnTo>
                    <a:pt x="95434" y="16166"/>
                  </a:lnTo>
                  <a:lnTo>
                    <a:pt x="90688" y="18513"/>
                  </a:lnTo>
                  <a:lnTo>
                    <a:pt x="86019" y="21009"/>
                  </a:lnTo>
                  <a:lnTo>
                    <a:pt x="81431" y="23651"/>
                  </a:lnTo>
                  <a:lnTo>
                    <a:pt x="76929" y="26438"/>
                  </a:lnTo>
                  <a:lnTo>
                    <a:pt x="72518" y="29366"/>
                  </a:lnTo>
                  <a:lnTo>
                    <a:pt x="68202" y="32432"/>
                  </a:lnTo>
                  <a:lnTo>
                    <a:pt x="63985" y="35633"/>
                  </a:lnTo>
                  <a:lnTo>
                    <a:pt x="59871" y="38966"/>
                  </a:lnTo>
                  <a:lnTo>
                    <a:pt x="55865" y="42427"/>
                  </a:lnTo>
                  <a:lnTo>
                    <a:pt x="51971" y="46014"/>
                  </a:lnTo>
                  <a:lnTo>
                    <a:pt x="48192" y="49722"/>
                  </a:lnTo>
                  <a:lnTo>
                    <a:pt x="44533" y="53549"/>
                  </a:lnTo>
                  <a:lnTo>
                    <a:pt x="40996" y="57489"/>
                  </a:lnTo>
                  <a:lnTo>
                    <a:pt x="37586" y="61539"/>
                  </a:lnTo>
                  <a:lnTo>
                    <a:pt x="34306" y="65695"/>
                  </a:lnTo>
                  <a:lnTo>
                    <a:pt x="31159" y="69952"/>
                  </a:lnTo>
                  <a:lnTo>
                    <a:pt x="28149" y="74308"/>
                  </a:lnTo>
                  <a:lnTo>
                    <a:pt x="25278" y="78756"/>
                  </a:lnTo>
                  <a:lnTo>
                    <a:pt x="22550" y="83293"/>
                  </a:lnTo>
                  <a:lnTo>
                    <a:pt x="19966" y="87915"/>
                  </a:lnTo>
                  <a:lnTo>
                    <a:pt x="17530" y="92615"/>
                  </a:lnTo>
                  <a:lnTo>
                    <a:pt x="15245" y="97391"/>
                  </a:lnTo>
                  <a:lnTo>
                    <a:pt x="13111" y="102236"/>
                  </a:lnTo>
                  <a:lnTo>
                    <a:pt x="11132" y="107147"/>
                  </a:lnTo>
                  <a:lnTo>
                    <a:pt x="9310" y="112118"/>
                  </a:lnTo>
                  <a:lnTo>
                    <a:pt x="7646" y="117144"/>
                  </a:lnTo>
                  <a:lnTo>
                    <a:pt x="6142" y="122220"/>
                  </a:lnTo>
                  <a:lnTo>
                    <a:pt x="4799" y="127342"/>
                  </a:lnTo>
                  <a:lnTo>
                    <a:pt x="3619" y="132503"/>
                  </a:lnTo>
                  <a:lnTo>
                    <a:pt x="2604" y="137699"/>
                  </a:lnTo>
                  <a:lnTo>
                    <a:pt x="1753" y="142924"/>
                  </a:lnTo>
                  <a:lnTo>
                    <a:pt x="1068" y="148174"/>
                  </a:lnTo>
                  <a:lnTo>
                    <a:pt x="550" y="153443"/>
                  </a:lnTo>
                  <a:lnTo>
                    <a:pt x="199" y="158726"/>
                  </a:lnTo>
                  <a:lnTo>
                    <a:pt x="15" y="164017"/>
                  </a:lnTo>
                  <a:lnTo>
                    <a:pt x="0" y="169312"/>
                  </a:lnTo>
                  <a:lnTo>
                    <a:pt x="151" y="174604"/>
                  </a:lnTo>
                  <a:lnTo>
                    <a:pt x="471" y="179889"/>
                  </a:lnTo>
                  <a:lnTo>
                    <a:pt x="957" y="185161"/>
                  </a:lnTo>
                  <a:lnTo>
                    <a:pt x="1610" y="190415"/>
                  </a:lnTo>
                  <a:lnTo>
                    <a:pt x="2429" y="195645"/>
                  </a:lnTo>
                  <a:lnTo>
                    <a:pt x="3414" y="200847"/>
                  </a:lnTo>
                  <a:lnTo>
                    <a:pt x="4562" y="206016"/>
                  </a:lnTo>
                  <a:lnTo>
                    <a:pt x="5874" y="211145"/>
                  </a:lnTo>
                  <a:lnTo>
                    <a:pt x="7348" y="216230"/>
                  </a:lnTo>
                  <a:lnTo>
                    <a:pt x="8982" y="221266"/>
                  </a:lnTo>
                  <a:lnTo>
                    <a:pt x="10774" y="226248"/>
                  </a:lnTo>
                  <a:lnTo>
                    <a:pt x="12724" y="231170"/>
                  </a:lnTo>
                  <a:lnTo>
                    <a:pt x="14828" y="236029"/>
                  </a:lnTo>
                  <a:lnTo>
                    <a:pt x="17085" y="240818"/>
                  </a:lnTo>
                  <a:lnTo>
                    <a:pt x="19492" y="245533"/>
                  </a:lnTo>
                  <a:lnTo>
                    <a:pt x="22048" y="250170"/>
                  </a:lnTo>
                  <a:lnTo>
                    <a:pt x="24749" y="254723"/>
                  </a:lnTo>
                  <a:lnTo>
                    <a:pt x="27593" y="259189"/>
                  </a:lnTo>
                  <a:lnTo>
                    <a:pt x="30577" y="263562"/>
                  </a:lnTo>
                  <a:lnTo>
                    <a:pt x="33699" y="267839"/>
                  </a:lnTo>
                  <a:lnTo>
                    <a:pt x="36953" y="272014"/>
                  </a:lnTo>
                  <a:lnTo>
                    <a:pt x="40339" y="276085"/>
                  </a:lnTo>
                  <a:lnTo>
                    <a:pt x="43852" y="280046"/>
                  </a:lnTo>
                  <a:lnTo>
                    <a:pt x="47488" y="283894"/>
                  </a:lnTo>
                  <a:lnTo>
                    <a:pt x="51245" y="287625"/>
                  </a:lnTo>
                  <a:lnTo>
                    <a:pt x="55117" y="291235"/>
                  </a:lnTo>
                  <a:lnTo>
                    <a:pt x="59102" y="294721"/>
                  </a:lnTo>
                  <a:lnTo>
                    <a:pt x="63196" y="298078"/>
                  </a:lnTo>
                  <a:lnTo>
                    <a:pt x="67394" y="301305"/>
                  </a:lnTo>
                  <a:lnTo>
                    <a:pt x="71691" y="304397"/>
                  </a:lnTo>
                  <a:lnTo>
                    <a:pt x="76085" y="307351"/>
                  </a:lnTo>
                  <a:lnTo>
                    <a:pt x="80570" y="310164"/>
                  </a:lnTo>
                  <a:lnTo>
                    <a:pt x="85142" y="312835"/>
                  </a:lnTo>
                  <a:lnTo>
                    <a:pt x="89796" y="315359"/>
                  </a:lnTo>
                  <a:lnTo>
                    <a:pt x="94527" y="317734"/>
                  </a:lnTo>
                  <a:lnTo>
                    <a:pt x="99332" y="319958"/>
                  </a:lnTo>
                  <a:lnTo>
                    <a:pt x="104204" y="322029"/>
                  </a:lnTo>
                  <a:lnTo>
                    <a:pt x="109140" y="323945"/>
                  </a:lnTo>
                  <a:lnTo>
                    <a:pt x="114134" y="325704"/>
                  </a:lnTo>
                  <a:lnTo>
                    <a:pt x="119181" y="327303"/>
                  </a:lnTo>
                  <a:lnTo>
                    <a:pt x="124276" y="328742"/>
                  </a:lnTo>
                  <a:lnTo>
                    <a:pt x="129414" y="330019"/>
                  </a:lnTo>
                  <a:lnTo>
                    <a:pt x="134590" y="331132"/>
                  </a:lnTo>
                  <a:lnTo>
                    <a:pt x="139799" y="332081"/>
                  </a:lnTo>
                  <a:lnTo>
                    <a:pt x="145035" y="332865"/>
                  </a:lnTo>
                  <a:lnTo>
                    <a:pt x="150293" y="333482"/>
                  </a:lnTo>
                  <a:lnTo>
                    <a:pt x="155568" y="333932"/>
                  </a:lnTo>
                  <a:lnTo>
                    <a:pt x="160855" y="334216"/>
                  </a:lnTo>
                  <a:lnTo>
                    <a:pt x="166148" y="334331"/>
                  </a:lnTo>
                  <a:lnTo>
                    <a:pt x="171442" y="334279"/>
                  </a:lnTo>
                  <a:lnTo>
                    <a:pt x="176732" y="334060"/>
                  </a:lnTo>
                  <a:lnTo>
                    <a:pt x="182012" y="333673"/>
                  </a:lnTo>
                  <a:lnTo>
                    <a:pt x="187278" y="333119"/>
                  </a:lnTo>
                  <a:lnTo>
                    <a:pt x="192523" y="332398"/>
                  </a:lnTo>
                  <a:lnTo>
                    <a:pt x="197743" y="331512"/>
                  </a:lnTo>
                  <a:lnTo>
                    <a:pt x="202932" y="330461"/>
                  </a:lnTo>
                  <a:lnTo>
                    <a:pt x="208085" y="329246"/>
                  </a:lnTo>
                  <a:lnTo>
                    <a:pt x="213197" y="327868"/>
                  </a:lnTo>
                  <a:lnTo>
                    <a:pt x="218263" y="326330"/>
                  </a:lnTo>
                  <a:lnTo>
                    <a:pt x="223277" y="324631"/>
                  </a:lnTo>
                  <a:lnTo>
                    <a:pt x="228236" y="322775"/>
                  </a:lnTo>
                  <a:lnTo>
                    <a:pt x="233133" y="320763"/>
                  </a:lnTo>
                  <a:lnTo>
                    <a:pt x="237963" y="318596"/>
                  </a:lnTo>
                  <a:lnTo>
                    <a:pt x="242723" y="316278"/>
                  </a:lnTo>
                  <a:lnTo>
                    <a:pt x="247407" y="313810"/>
                  </a:lnTo>
                  <a:lnTo>
                    <a:pt x="252011" y="311195"/>
                  </a:lnTo>
                  <a:lnTo>
                    <a:pt x="256529" y="308436"/>
                  </a:lnTo>
                  <a:lnTo>
                    <a:pt x="260958" y="305535"/>
                  </a:lnTo>
                  <a:lnTo>
                    <a:pt x="265293" y="302495"/>
                  </a:lnTo>
                  <a:lnTo>
                    <a:pt x="269529" y="299319"/>
                  </a:lnTo>
                  <a:lnTo>
                    <a:pt x="273662" y="296011"/>
                  </a:lnTo>
                  <a:lnTo>
                    <a:pt x="277689" y="292573"/>
                  </a:lnTo>
                  <a:lnTo>
                    <a:pt x="281605" y="289010"/>
                  </a:lnTo>
                  <a:lnTo>
                    <a:pt x="285406" y="285324"/>
                  </a:lnTo>
                  <a:lnTo>
                    <a:pt x="289088" y="281520"/>
                  </a:lnTo>
                  <a:lnTo>
                    <a:pt x="292649" y="277602"/>
                  </a:lnTo>
                  <a:lnTo>
                    <a:pt x="296083" y="273572"/>
                  </a:lnTo>
                  <a:lnTo>
                    <a:pt x="299388" y="269436"/>
                  </a:lnTo>
                  <a:lnTo>
                    <a:pt x="302560" y="265197"/>
                  </a:lnTo>
                  <a:lnTo>
                    <a:pt x="305596" y="260860"/>
                  </a:lnTo>
                  <a:lnTo>
                    <a:pt x="308494" y="256429"/>
                  </a:lnTo>
                  <a:lnTo>
                    <a:pt x="311250" y="251908"/>
                  </a:lnTo>
                  <a:lnTo>
                    <a:pt x="313861" y="247303"/>
                  </a:lnTo>
                  <a:lnTo>
                    <a:pt x="316325" y="242617"/>
                  </a:lnTo>
                  <a:lnTo>
                    <a:pt x="318640" y="237855"/>
                  </a:lnTo>
                  <a:lnTo>
                    <a:pt x="320802" y="233022"/>
                  </a:lnTo>
                  <a:lnTo>
                    <a:pt x="322811" y="228124"/>
                  </a:lnTo>
                  <a:lnTo>
                    <a:pt x="324663" y="223164"/>
                  </a:lnTo>
                  <a:lnTo>
                    <a:pt x="326357" y="218148"/>
                  </a:lnTo>
                  <a:lnTo>
                    <a:pt x="327892" y="213081"/>
                  </a:lnTo>
                  <a:lnTo>
                    <a:pt x="329265" y="207968"/>
                  </a:lnTo>
                  <a:lnTo>
                    <a:pt x="330476" y="202814"/>
                  </a:lnTo>
                  <a:lnTo>
                    <a:pt x="331523" y="197624"/>
                  </a:lnTo>
                  <a:lnTo>
                    <a:pt x="332405" y="192403"/>
                  </a:lnTo>
                  <a:lnTo>
                    <a:pt x="333121" y="187158"/>
                  </a:lnTo>
                  <a:lnTo>
                    <a:pt x="333671" y="181892"/>
                  </a:lnTo>
                  <a:lnTo>
                    <a:pt x="334054" y="176611"/>
                  </a:lnTo>
                  <a:lnTo>
                    <a:pt x="334269" y="171321"/>
                  </a:lnTo>
                  <a:lnTo>
                    <a:pt x="334317" y="166027"/>
                  </a:lnTo>
                  <a:lnTo>
                    <a:pt x="334197" y="160734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93798"/>
              <a:ext cx="167043" cy="6432"/>
            </a:xfrm>
            <a:custGeom>
              <a:avLst/>
              <a:pathLst>
                <a:path w="167043" h="6432">
                  <a:moveTo>
                    <a:pt x="167043" y="0"/>
                  </a:moveTo>
                  <a:lnTo>
                    <a:pt x="0" y="64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646957"/>
              <a:ext cx="167043" cy="153274"/>
            </a:xfrm>
            <a:custGeom>
              <a:avLst/>
              <a:pathLst>
                <a:path w="167043" h="153274">
                  <a:moveTo>
                    <a:pt x="167043" y="146841"/>
                  </a:moveTo>
                  <a:lnTo>
                    <a:pt x="166740" y="141335"/>
                  </a:lnTo>
                  <a:lnTo>
                    <a:pt x="166255" y="135841"/>
                  </a:lnTo>
                  <a:lnTo>
                    <a:pt x="165590" y="130366"/>
                  </a:lnTo>
                  <a:lnTo>
                    <a:pt x="164744" y="124917"/>
                  </a:lnTo>
                  <a:lnTo>
                    <a:pt x="163719" y="119498"/>
                  </a:lnTo>
                  <a:lnTo>
                    <a:pt x="162516" y="114116"/>
                  </a:lnTo>
                  <a:lnTo>
                    <a:pt x="161136" y="108776"/>
                  </a:lnTo>
                  <a:lnTo>
                    <a:pt x="159580" y="103485"/>
                  </a:lnTo>
                  <a:lnTo>
                    <a:pt x="157851" y="98248"/>
                  </a:lnTo>
                  <a:lnTo>
                    <a:pt x="155950" y="93071"/>
                  </a:lnTo>
                  <a:lnTo>
                    <a:pt x="153879" y="87960"/>
                  </a:lnTo>
                  <a:lnTo>
                    <a:pt x="151641" y="82919"/>
                  </a:lnTo>
                  <a:lnTo>
                    <a:pt x="149238" y="77956"/>
                  </a:lnTo>
                  <a:lnTo>
                    <a:pt x="146672" y="73074"/>
                  </a:lnTo>
                  <a:lnTo>
                    <a:pt x="143947" y="68279"/>
                  </a:lnTo>
                  <a:lnTo>
                    <a:pt x="141065" y="63577"/>
                  </a:lnTo>
                  <a:lnTo>
                    <a:pt x="138029" y="58973"/>
                  </a:lnTo>
                  <a:lnTo>
                    <a:pt x="134843" y="54471"/>
                  </a:lnTo>
                  <a:lnTo>
                    <a:pt x="131511" y="50077"/>
                  </a:lnTo>
                  <a:lnTo>
                    <a:pt x="128035" y="45795"/>
                  </a:lnTo>
                  <a:lnTo>
                    <a:pt x="124420" y="41630"/>
                  </a:lnTo>
                  <a:lnTo>
                    <a:pt x="120670" y="37587"/>
                  </a:lnTo>
                  <a:lnTo>
                    <a:pt x="116788" y="33669"/>
                  </a:lnTo>
                  <a:lnTo>
                    <a:pt x="112779" y="29882"/>
                  </a:lnTo>
                  <a:lnTo>
                    <a:pt x="108648" y="26229"/>
                  </a:lnTo>
                  <a:lnTo>
                    <a:pt x="104398" y="22714"/>
                  </a:lnTo>
                  <a:lnTo>
                    <a:pt x="100034" y="19341"/>
                  </a:lnTo>
                  <a:lnTo>
                    <a:pt x="95562" y="16115"/>
                  </a:lnTo>
                  <a:lnTo>
                    <a:pt x="90985" y="13037"/>
                  </a:lnTo>
                  <a:lnTo>
                    <a:pt x="86310" y="10112"/>
                  </a:lnTo>
                  <a:lnTo>
                    <a:pt x="81541" y="7343"/>
                  </a:lnTo>
                  <a:lnTo>
                    <a:pt x="76683" y="4732"/>
                  </a:lnTo>
                  <a:lnTo>
                    <a:pt x="71741" y="2284"/>
                  </a:lnTo>
                  <a:lnTo>
                    <a:pt x="66721" y="0"/>
                  </a:lnTo>
                  <a:lnTo>
                    <a:pt x="0" y="15327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633064"/>
              <a:ext cx="66721" cy="167167"/>
            </a:xfrm>
            <a:custGeom>
              <a:avLst/>
              <a:pathLst>
                <a:path w="66721" h="167167">
                  <a:moveTo>
                    <a:pt x="66721" y="13892"/>
                  </a:move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358828" y="3170392"/>
              <a:ext cx="334313" cy="334333"/>
            </a:xfrm>
            <a:custGeom>
              <a:avLst/>
              <a:pathLst>
                <a:path w="334313" h="334333">
                  <a:moveTo>
                    <a:pt x="167152" y="0"/>
                  </a:moveTo>
                  <a:lnTo>
                    <a:pt x="161856" y="83"/>
                  </a:lnTo>
                  <a:lnTo>
                    <a:pt x="156565" y="335"/>
                  </a:lnTo>
                  <a:lnTo>
                    <a:pt x="151285" y="754"/>
                  </a:lnTo>
                  <a:lnTo>
                    <a:pt x="146021" y="1340"/>
                  </a:lnTo>
                  <a:lnTo>
                    <a:pt x="140778" y="2093"/>
                  </a:lnTo>
                  <a:lnTo>
                    <a:pt x="135562" y="3011"/>
                  </a:lnTo>
                  <a:lnTo>
                    <a:pt x="130377" y="4095"/>
                  </a:lnTo>
                  <a:lnTo>
                    <a:pt x="125229" y="5342"/>
                  </a:lnTo>
                  <a:lnTo>
                    <a:pt x="120123" y="6751"/>
                  </a:lnTo>
                  <a:lnTo>
                    <a:pt x="115065" y="8321"/>
                  </a:lnTo>
                  <a:lnTo>
                    <a:pt x="110059" y="10051"/>
                  </a:lnTo>
                  <a:lnTo>
                    <a:pt x="105110" y="11939"/>
                  </a:lnTo>
                  <a:lnTo>
                    <a:pt x="100223" y="13982"/>
                  </a:lnTo>
                  <a:lnTo>
                    <a:pt x="95404" y="16180"/>
                  </a:lnTo>
                  <a:lnTo>
                    <a:pt x="90656" y="18528"/>
                  </a:lnTo>
                  <a:lnTo>
                    <a:pt x="85986" y="21026"/>
                  </a:lnTo>
                  <a:lnTo>
                    <a:pt x="81397" y="23671"/>
                  </a:lnTo>
                  <a:lnTo>
                    <a:pt x="76894" y="26460"/>
                  </a:lnTo>
                  <a:lnTo>
                    <a:pt x="72481" y="29390"/>
                  </a:lnTo>
                  <a:lnTo>
                    <a:pt x="68164" y="32458"/>
                  </a:lnTo>
                  <a:lnTo>
                    <a:pt x="63946" y="35662"/>
                  </a:lnTo>
                  <a:lnTo>
                    <a:pt x="59832" y="38998"/>
                  </a:lnTo>
                  <a:lnTo>
                    <a:pt x="55825" y="42462"/>
                  </a:lnTo>
                  <a:lnTo>
                    <a:pt x="51930" y="46051"/>
                  </a:lnTo>
                  <a:lnTo>
                    <a:pt x="48151" y="49763"/>
                  </a:lnTo>
                  <a:lnTo>
                    <a:pt x="44491" y="53592"/>
                  </a:lnTo>
                  <a:lnTo>
                    <a:pt x="40955" y="57534"/>
                  </a:lnTo>
                  <a:lnTo>
                    <a:pt x="37545" y="61588"/>
                  </a:lnTo>
                  <a:lnTo>
                    <a:pt x="34265" y="65747"/>
                  </a:lnTo>
                  <a:lnTo>
                    <a:pt x="31119" y="70007"/>
                  </a:lnTo>
                  <a:lnTo>
                    <a:pt x="28109" y="74366"/>
                  </a:lnTo>
                  <a:lnTo>
                    <a:pt x="25239" y="78817"/>
                  </a:lnTo>
                  <a:lnTo>
                    <a:pt x="22511" y="83358"/>
                  </a:lnTo>
                  <a:lnTo>
                    <a:pt x="19928" y="87982"/>
                  </a:lnTo>
                  <a:lnTo>
                    <a:pt x="17494" y="92686"/>
                  </a:lnTo>
                  <a:lnTo>
                    <a:pt x="15209" y="97465"/>
                  </a:lnTo>
                  <a:lnTo>
                    <a:pt x="13077" y="102313"/>
                  </a:lnTo>
                  <a:lnTo>
                    <a:pt x="11100" y="107227"/>
                  </a:lnTo>
                  <a:lnTo>
                    <a:pt x="9279" y="112201"/>
                  </a:lnTo>
                  <a:lnTo>
                    <a:pt x="7617" y="117230"/>
                  </a:lnTo>
                  <a:lnTo>
                    <a:pt x="6115" y="122309"/>
                  </a:lnTo>
                  <a:lnTo>
                    <a:pt x="4775" y="127433"/>
                  </a:lnTo>
                  <a:lnTo>
                    <a:pt x="3598" y="132598"/>
                  </a:lnTo>
                  <a:lnTo>
                    <a:pt x="2585" y="137796"/>
                  </a:lnTo>
                  <a:lnTo>
                    <a:pt x="1737" y="143025"/>
                  </a:lnTo>
                  <a:lnTo>
                    <a:pt x="1055" y="148277"/>
                  </a:lnTo>
                  <a:lnTo>
                    <a:pt x="540" y="153549"/>
                  </a:lnTo>
                  <a:lnTo>
                    <a:pt x="192" y="158834"/>
                  </a:lnTo>
                  <a:lnTo>
                    <a:pt x="12" y="164128"/>
                  </a:lnTo>
                  <a:lnTo>
                    <a:pt x="0" y="169424"/>
                  </a:lnTo>
                  <a:lnTo>
                    <a:pt x="155" y="174719"/>
                  </a:lnTo>
                  <a:lnTo>
                    <a:pt x="478" y="180006"/>
                  </a:lnTo>
                  <a:lnTo>
                    <a:pt x="968" y="185279"/>
                  </a:lnTo>
                  <a:lnTo>
                    <a:pt x="1626" y="190535"/>
                  </a:lnTo>
                  <a:lnTo>
                    <a:pt x="2449" y="195767"/>
                  </a:lnTo>
                  <a:lnTo>
                    <a:pt x="3438" y="200971"/>
                  </a:lnTo>
                  <a:lnTo>
                    <a:pt x="4591" y="206141"/>
                  </a:lnTo>
                  <a:lnTo>
                    <a:pt x="5907" y="211271"/>
                  </a:lnTo>
                  <a:lnTo>
                    <a:pt x="7385" y="216357"/>
                  </a:lnTo>
                  <a:lnTo>
                    <a:pt x="9024" y="221394"/>
                  </a:lnTo>
                  <a:lnTo>
                    <a:pt x="10821" y="226376"/>
                  </a:lnTo>
                  <a:lnTo>
                    <a:pt x="12776" y="231299"/>
                  </a:lnTo>
                  <a:lnTo>
                    <a:pt x="14885" y="236158"/>
                  </a:lnTo>
                  <a:lnTo>
                    <a:pt x="17147" y="240947"/>
                  </a:lnTo>
                  <a:lnTo>
                    <a:pt x="19560" y="245662"/>
                  </a:lnTo>
                  <a:lnTo>
                    <a:pt x="22121" y="250299"/>
                  </a:lnTo>
                  <a:lnTo>
                    <a:pt x="24827" y="254852"/>
                  </a:lnTo>
                  <a:lnTo>
                    <a:pt x="27676" y="259317"/>
                  </a:lnTo>
                  <a:lnTo>
                    <a:pt x="30666" y="263689"/>
                  </a:lnTo>
                  <a:lnTo>
                    <a:pt x="33792" y="267965"/>
                  </a:lnTo>
                  <a:lnTo>
                    <a:pt x="37052" y="272139"/>
                  </a:lnTo>
                  <a:lnTo>
                    <a:pt x="40443" y="276208"/>
                  </a:lnTo>
                  <a:lnTo>
                    <a:pt x="43961" y="280167"/>
                  </a:lnTo>
                  <a:lnTo>
                    <a:pt x="47603" y="284013"/>
                  </a:lnTo>
                  <a:lnTo>
                    <a:pt x="51365" y="287742"/>
                  </a:lnTo>
                  <a:lnTo>
                    <a:pt x="55243" y="291350"/>
                  </a:lnTo>
                  <a:lnTo>
                    <a:pt x="59233" y="294833"/>
                  </a:lnTo>
                  <a:lnTo>
                    <a:pt x="63332" y="298188"/>
                  </a:lnTo>
                  <a:lnTo>
                    <a:pt x="67535" y="301411"/>
                  </a:lnTo>
                  <a:lnTo>
                    <a:pt x="71838" y="304500"/>
                  </a:lnTo>
                  <a:lnTo>
                    <a:pt x="76237" y="307450"/>
                  </a:lnTo>
                  <a:lnTo>
                    <a:pt x="80727" y="310260"/>
                  </a:lnTo>
                  <a:lnTo>
                    <a:pt x="85303" y="312926"/>
                  </a:lnTo>
                  <a:lnTo>
                    <a:pt x="89962" y="315446"/>
                  </a:lnTo>
                  <a:lnTo>
                    <a:pt x="94698" y="317817"/>
                  </a:lnTo>
                  <a:lnTo>
                    <a:pt x="99508" y="320037"/>
                  </a:lnTo>
                  <a:lnTo>
                    <a:pt x="104384" y="322103"/>
                  </a:lnTo>
                  <a:lnTo>
                    <a:pt x="109324" y="324014"/>
                  </a:lnTo>
                  <a:lnTo>
                    <a:pt x="114323" y="325767"/>
                  </a:lnTo>
                  <a:lnTo>
                    <a:pt x="119374" y="327361"/>
                  </a:lnTo>
                  <a:lnTo>
                    <a:pt x="124473" y="328794"/>
                  </a:lnTo>
                  <a:lnTo>
                    <a:pt x="129615" y="330065"/>
                  </a:lnTo>
                  <a:lnTo>
                    <a:pt x="134794" y="331173"/>
                  </a:lnTo>
                  <a:lnTo>
                    <a:pt x="140006" y="332116"/>
                  </a:lnTo>
                  <a:lnTo>
                    <a:pt x="145246" y="332893"/>
                  </a:lnTo>
                  <a:lnTo>
                    <a:pt x="150507" y="333504"/>
                  </a:lnTo>
                  <a:lnTo>
                    <a:pt x="155785" y="333947"/>
                  </a:lnTo>
                  <a:lnTo>
                    <a:pt x="161074" y="334224"/>
                  </a:lnTo>
                  <a:lnTo>
                    <a:pt x="166370" y="334333"/>
                  </a:lnTo>
                  <a:lnTo>
                    <a:pt x="171666" y="334273"/>
                  </a:lnTo>
                  <a:lnTo>
                    <a:pt x="176958" y="334047"/>
                  </a:lnTo>
                  <a:lnTo>
                    <a:pt x="182240" y="333652"/>
                  </a:lnTo>
                  <a:lnTo>
                    <a:pt x="187507" y="333091"/>
                  </a:lnTo>
                  <a:lnTo>
                    <a:pt x="192753" y="332362"/>
                  </a:lnTo>
                  <a:lnTo>
                    <a:pt x="197974" y="331468"/>
                  </a:lnTo>
                  <a:lnTo>
                    <a:pt x="203163" y="330409"/>
                  </a:lnTo>
                  <a:lnTo>
                    <a:pt x="208317" y="329187"/>
                  </a:lnTo>
                  <a:lnTo>
                    <a:pt x="213429" y="327801"/>
                  </a:lnTo>
                  <a:lnTo>
                    <a:pt x="218495" y="326254"/>
                  </a:lnTo>
                  <a:lnTo>
                    <a:pt x="223509" y="324548"/>
                  </a:lnTo>
                  <a:lnTo>
                    <a:pt x="228467" y="322684"/>
                  </a:lnTo>
                  <a:lnTo>
                    <a:pt x="233363" y="320663"/>
                  </a:lnTo>
                  <a:lnTo>
                    <a:pt x="238193" y="318488"/>
                  </a:lnTo>
                  <a:lnTo>
                    <a:pt x="242951" y="316162"/>
                  </a:lnTo>
                  <a:lnTo>
                    <a:pt x="247633" y="313686"/>
                  </a:lnTo>
                  <a:lnTo>
                    <a:pt x="252235" y="311062"/>
                  </a:lnTo>
                  <a:lnTo>
                    <a:pt x="256751" y="308295"/>
                  </a:lnTo>
                  <a:lnTo>
                    <a:pt x="261177" y="305385"/>
                  </a:lnTo>
                  <a:lnTo>
                    <a:pt x="265508" y="302337"/>
                  </a:lnTo>
                  <a:lnTo>
                    <a:pt x="269741" y="299153"/>
                  </a:lnTo>
                  <a:lnTo>
                    <a:pt x="273871" y="295837"/>
                  </a:lnTo>
                  <a:lnTo>
                    <a:pt x="277894" y="292391"/>
                  </a:lnTo>
                  <a:lnTo>
                    <a:pt x="281805" y="288820"/>
                  </a:lnTo>
                  <a:lnTo>
                    <a:pt x="285602" y="285127"/>
                  </a:lnTo>
                  <a:lnTo>
                    <a:pt x="289280" y="281315"/>
                  </a:lnTo>
                  <a:lnTo>
                    <a:pt x="292835" y="277388"/>
                  </a:lnTo>
                  <a:lnTo>
                    <a:pt x="296263" y="273351"/>
                  </a:lnTo>
                  <a:lnTo>
                    <a:pt x="299563" y="269208"/>
                  </a:lnTo>
                  <a:lnTo>
                    <a:pt x="302729" y="264962"/>
                  </a:lnTo>
                  <a:lnTo>
                    <a:pt x="305759" y="260617"/>
                  </a:lnTo>
                  <a:lnTo>
                    <a:pt x="308650" y="256179"/>
                  </a:lnTo>
                  <a:lnTo>
                    <a:pt x="311399" y="251652"/>
                  </a:lnTo>
                  <a:lnTo>
                    <a:pt x="314003" y="247040"/>
                  </a:lnTo>
                  <a:lnTo>
                    <a:pt x="316460" y="242347"/>
                  </a:lnTo>
                  <a:lnTo>
                    <a:pt x="318767" y="237579"/>
                  </a:lnTo>
                  <a:lnTo>
                    <a:pt x="320921" y="232741"/>
                  </a:lnTo>
                  <a:lnTo>
                    <a:pt x="322921" y="227836"/>
                  </a:lnTo>
                  <a:lnTo>
                    <a:pt x="324765" y="222871"/>
                  </a:lnTo>
                  <a:lnTo>
                    <a:pt x="326451" y="217850"/>
                  </a:lnTo>
                  <a:lnTo>
                    <a:pt x="327977" y="212777"/>
                  </a:lnTo>
                  <a:lnTo>
                    <a:pt x="329341" y="207659"/>
                  </a:lnTo>
                  <a:lnTo>
                    <a:pt x="330542" y="202501"/>
                  </a:lnTo>
                  <a:lnTo>
                    <a:pt x="331580" y="197307"/>
                  </a:lnTo>
                  <a:lnTo>
                    <a:pt x="332452" y="192082"/>
                  </a:lnTo>
                  <a:lnTo>
                    <a:pt x="333158" y="186833"/>
                  </a:lnTo>
                  <a:lnTo>
                    <a:pt x="333698" y="181564"/>
                  </a:lnTo>
                  <a:lnTo>
                    <a:pt x="334071" y="176281"/>
                  </a:lnTo>
                  <a:lnTo>
                    <a:pt x="334275" y="170988"/>
                  </a:lnTo>
                  <a:lnTo>
                    <a:pt x="334313" y="165691"/>
                  </a:lnTo>
                  <a:lnTo>
                    <a:pt x="334182" y="160396"/>
                  </a:lnTo>
                  <a:lnTo>
                    <a:pt x="333884" y="155108"/>
                  </a:lnTo>
                  <a:lnTo>
                    <a:pt x="333418" y="149832"/>
                  </a:lnTo>
                  <a:lnTo>
                    <a:pt x="332785" y="144573"/>
                  </a:lnTo>
                  <a:lnTo>
                    <a:pt x="331986" y="139337"/>
                  </a:lnTo>
                  <a:lnTo>
                    <a:pt x="331022" y="134129"/>
                  </a:lnTo>
                  <a:lnTo>
                    <a:pt x="329893" y="128954"/>
                  </a:lnTo>
                  <a:lnTo>
                    <a:pt x="328601" y="123817"/>
                  </a:lnTo>
                  <a:lnTo>
                    <a:pt x="327146" y="118724"/>
                  </a:lnTo>
                  <a:lnTo>
                    <a:pt x="325531" y="113680"/>
                  </a:lnTo>
                  <a:lnTo>
                    <a:pt x="323757" y="108689"/>
                  </a:lnTo>
                  <a:lnTo>
                    <a:pt x="321826" y="103757"/>
                  </a:lnTo>
                  <a:lnTo>
                    <a:pt x="319740" y="98889"/>
                  </a:lnTo>
                  <a:lnTo>
                    <a:pt x="317500" y="94089"/>
                  </a:lnTo>
                  <a:lnTo>
                    <a:pt x="315109" y="89363"/>
                  </a:lnTo>
                  <a:lnTo>
                    <a:pt x="312570" y="84714"/>
                  </a:lnTo>
                  <a:lnTo>
                    <a:pt x="309885" y="80149"/>
                  </a:lnTo>
                  <a:lnTo>
                    <a:pt x="307056" y="75670"/>
                  </a:lnTo>
                  <a:lnTo>
                    <a:pt x="304088" y="71284"/>
                  </a:lnTo>
                  <a:lnTo>
                    <a:pt x="300981" y="66994"/>
                  </a:lnTo>
                  <a:lnTo>
                    <a:pt x="297740" y="62804"/>
                  </a:lnTo>
                  <a:lnTo>
                    <a:pt x="294369" y="58720"/>
                  </a:lnTo>
                  <a:lnTo>
                    <a:pt x="290869" y="54744"/>
                  </a:lnTo>
                  <a:lnTo>
                    <a:pt x="287245" y="50881"/>
                  </a:lnTo>
                  <a:lnTo>
                    <a:pt x="283501" y="4713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217527"/>
              <a:ext cx="116349" cy="120032"/>
            </a:xfrm>
            <a:custGeom>
              <a:avLst/>
              <a:pathLst>
                <a:path w="116349" h="120032">
                  <a:moveTo>
                    <a:pt x="116349" y="0"/>
                  </a:moveTo>
                  <a:lnTo>
                    <a:pt x="0" y="1200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211717"/>
              <a:ext cx="116349" cy="125842"/>
            </a:xfrm>
            <a:custGeom>
              <a:avLst/>
              <a:pathLst>
                <a:path w="116349" h="125842">
                  <a:moveTo>
                    <a:pt x="116349" y="5810"/>
                  </a:moveTo>
                  <a:lnTo>
                    <a:pt x="110038" y="0"/>
                  </a:lnTo>
                  <a:lnTo>
                    <a:pt x="0" y="1258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70392"/>
              <a:ext cx="110038" cy="167167"/>
            </a:xfrm>
            <a:custGeom>
              <a:avLst/>
              <a:pathLst>
                <a:path w="110038" h="167167">
                  <a:moveTo>
                    <a:pt x="110038" y="41324"/>
                  </a:moveTo>
                  <a:lnTo>
                    <a:pt x="105669" y="37634"/>
                  </a:lnTo>
                  <a:lnTo>
                    <a:pt x="101176" y="34095"/>
                  </a:lnTo>
                  <a:lnTo>
                    <a:pt x="96565" y="30712"/>
                  </a:lnTo>
                  <a:lnTo>
                    <a:pt x="91841" y="27488"/>
                  </a:lnTo>
                  <a:lnTo>
                    <a:pt x="87009" y="24428"/>
                  </a:lnTo>
                  <a:lnTo>
                    <a:pt x="82075" y="21535"/>
                  </a:lnTo>
                  <a:lnTo>
                    <a:pt x="77045" y="18813"/>
                  </a:lnTo>
                  <a:lnTo>
                    <a:pt x="71925" y="16264"/>
                  </a:lnTo>
                  <a:lnTo>
                    <a:pt x="66721" y="13892"/>
                  </a:lnTo>
                  <a:lnTo>
                    <a:pt x="61439" y="11700"/>
                  </a:lnTo>
                  <a:lnTo>
                    <a:pt x="56085" y="9689"/>
                  </a:lnTo>
                  <a:lnTo>
                    <a:pt x="50665" y="7862"/>
                  </a:lnTo>
                  <a:lnTo>
                    <a:pt x="45186" y="6223"/>
                  </a:lnTo>
                  <a:lnTo>
                    <a:pt x="39654" y="4771"/>
                  </a:lnTo>
                  <a:lnTo>
                    <a:pt x="34076" y="3510"/>
                  </a:lnTo>
                  <a:lnTo>
                    <a:pt x="28458" y="2440"/>
                  </a:lnTo>
                  <a:lnTo>
                    <a:pt x="22806" y="1563"/>
                  </a:lnTo>
                  <a:lnTo>
                    <a:pt x="17128" y="879"/>
                  </a:lnTo>
                  <a:lnTo>
                    <a:pt x="11430" y="391"/>
                  </a:lnTo>
                  <a:lnTo>
                    <a:pt x="5718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423595" y="3707720"/>
              <a:ext cx="334315" cy="334332"/>
            </a:xfrm>
            <a:custGeom>
              <a:avLst/>
              <a:pathLst>
                <a:path w="334315" h="334332">
                  <a:moveTo>
                    <a:pt x="167153" y="0"/>
                  </a:moveTo>
                  <a:lnTo>
                    <a:pt x="161858" y="83"/>
                  </a:lnTo>
                  <a:lnTo>
                    <a:pt x="156569" y="335"/>
                  </a:lnTo>
                  <a:lnTo>
                    <a:pt x="151290" y="754"/>
                  </a:lnTo>
                  <a:lnTo>
                    <a:pt x="146028" y="1340"/>
                  </a:lnTo>
                  <a:lnTo>
                    <a:pt x="140786" y="2092"/>
                  </a:lnTo>
                  <a:lnTo>
                    <a:pt x="135571" y="3010"/>
                  </a:lnTo>
                  <a:lnTo>
                    <a:pt x="130388" y="4092"/>
                  </a:lnTo>
                  <a:lnTo>
                    <a:pt x="125241" y="5339"/>
                  </a:lnTo>
                  <a:lnTo>
                    <a:pt x="120137" y="6747"/>
                  </a:lnTo>
                  <a:lnTo>
                    <a:pt x="115080" y="8317"/>
                  </a:lnTo>
                  <a:lnTo>
                    <a:pt x="110075" y="10046"/>
                  </a:lnTo>
                  <a:lnTo>
                    <a:pt x="105127" y="11932"/>
                  </a:lnTo>
                  <a:lnTo>
                    <a:pt x="100242" y="13975"/>
                  </a:lnTo>
                  <a:lnTo>
                    <a:pt x="95423" y="16171"/>
                  </a:lnTo>
                  <a:lnTo>
                    <a:pt x="90677" y="18518"/>
                  </a:lnTo>
                  <a:lnTo>
                    <a:pt x="86007" y="21015"/>
                  </a:lnTo>
                  <a:lnTo>
                    <a:pt x="81419" y="23658"/>
                  </a:lnTo>
                  <a:lnTo>
                    <a:pt x="76917" y="26446"/>
                  </a:lnTo>
                  <a:lnTo>
                    <a:pt x="72505" y="29374"/>
                  </a:lnTo>
                  <a:lnTo>
                    <a:pt x="68188" y="32441"/>
                  </a:lnTo>
                  <a:lnTo>
                    <a:pt x="63971" y="35643"/>
                  </a:lnTo>
                  <a:lnTo>
                    <a:pt x="59857" y="38977"/>
                  </a:lnTo>
                  <a:lnTo>
                    <a:pt x="55851" y="42440"/>
                  </a:lnTo>
                  <a:lnTo>
                    <a:pt x="51956" y="46027"/>
                  </a:lnTo>
                  <a:lnTo>
                    <a:pt x="48178" y="49737"/>
                  </a:lnTo>
                  <a:lnTo>
                    <a:pt x="44518" y="53564"/>
                  </a:lnTo>
                  <a:lnTo>
                    <a:pt x="40981" y="57505"/>
                  </a:lnTo>
                  <a:lnTo>
                    <a:pt x="37572" y="61556"/>
                  </a:lnTo>
                  <a:lnTo>
                    <a:pt x="34292" y="65713"/>
                  </a:lnTo>
                  <a:lnTo>
                    <a:pt x="31145" y="69972"/>
                  </a:lnTo>
                  <a:lnTo>
                    <a:pt x="28135" y="74328"/>
                  </a:lnTo>
                  <a:lnTo>
                    <a:pt x="25264" y="78778"/>
                  </a:lnTo>
                  <a:lnTo>
                    <a:pt x="22536" y="83316"/>
                  </a:lnTo>
                  <a:lnTo>
                    <a:pt x="19953" y="87938"/>
                  </a:lnTo>
                  <a:lnTo>
                    <a:pt x="17517" y="92640"/>
                  </a:lnTo>
                  <a:lnTo>
                    <a:pt x="15232" y="97417"/>
                  </a:lnTo>
                  <a:lnTo>
                    <a:pt x="13099" y="102264"/>
                  </a:lnTo>
                  <a:lnTo>
                    <a:pt x="11121" y="107175"/>
                  </a:lnTo>
                  <a:lnTo>
                    <a:pt x="9299" y="112147"/>
                  </a:lnTo>
                  <a:lnTo>
                    <a:pt x="7636" y="117174"/>
                  </a:lnTo>
                  <a:lnTo>
                    <a:pt x="6132" y="122252"/>
                  </a:lnTo>
                  <a:lnTo>
                    <a:pt x="4790" y="127374"/>
                  </a:lnTo>
                  <a:lnTo>
                    <a:pt x="3612" y="132536"/>
                  </a:lnTo>
                  <a:lnTo>
                    <a:pt x="2597" y="137733"/>
                  </a:lnTo>
                  <a:lnTo>
                    <a:pt x="1747" y="142960"/>
                  </a:lnTo>
                  <a:lnTo>
                    <a:pt x="1063" y="148211"/>
                  </a:lnTo>
                  <a:lnTo>
                    <a:pt x="546" y="153481"/>
                  </a:lnTo>
                  <a:lnTo>
                    <a:pt x="197" y="158764"/>
                  </a:lnTo>
                  <a:lnTo>
                    <a:pt x="14" y="164056"/>
                  </a:lnTo>
                  <a:lnTo>
                    <a:pt x="0" y="169352"/>
                  </a:lnTo>
                  <a:lnTo>
                    <a:pt x="153" y="174645"/>
                  </a:lnTo>
                  <a:lnTo>
                    <a:pt x="473" y="179930"/>
                  </a:lnTo>
                  <a:lnTo>
                    <a:pt x="961" y="185203"/>
                  </a:lnTo>
                  <a:lnTo>
                    <a:pt x="1616" y="190457"/>
                  </a:lnTo>
                  <a:lnTo>
                    <a:pt x="2436" y="195689"/>
                  </a:lnTo>
                  <a:lnTo>
                    <a:pt x="3422" y="200891"/>
                  </a:lnTo>
                  <a:lnTo>
                    <a:pt x="4573" y="206060"/>
                  </a:lnTo>
                  <a:lnTo>
                    <a:pt x="5886" y="211190"/>
                  </a:lnTo>
                  <a:lnTo>
                    <a:pt x="7361" y="216275"/>
                  </a:lnTo>
                  <a:lnTo>
                    <a:pt x="8997" y="221311"/>
                  </a:lnTo>
                  <a:lnTo>
                    <a:pt x="10791" y="226293"/>
                  </a:lnTo>
                  <a:lnTo>
                    <a:pt x="12742" y="231216"/>
                  </a:lnTo>
                  <a:lnTo>
                    <a:pt x="14848" y="236074"/>
                  </a:lnTo>
                  <a:lnTo>
                    <a:pt x="17107" y="240864"/>
                  </a:lnTo>
                  <a:lnTo>
                    <a:pt x="19516" y="245579"/>
                  </a:lnTo>
                  <a:lnTo>
                    <a:pt x="22074" y="250216"/>
                  </a:lnTo>
                  <a:lnTo>
                    <a:pt x="24777" y="254769"/>
                  </a:lnTo>
                  <a:lnTo>
                    <a:pt x="27623" y="259234"/>
                  </a:lnTo>
                  <a:lnTo>
                    <a:pt x="30609" y="263607"/>
                  </a:lnTo>
                  <a:lnTo>
                    <a:pt x="33732" y="267883"/>
                  </a:lnTo>
                  <a:lnTo>
                    <a:pt x="36989" y="272059"/>
                  </a:lnTo>
                  <a:lnTo>
                    <a:pt x="40376" y="276129"/>
                  </a:lnTo>
                  <a:lnTo>
                    <a:pt x="43891" y="280089"/>
                  </a:lnTo>
                  <a:lnTo>
                    <a:pt x="47529" y="283936"/>
                  </a:lnTo>
                  <a:lnTo>
                    <a:pt x="51287" y="287667"/>
                  </a:lnTo>
                  <a:lnTo>
                    <a:pt x="55162" y="291276"/>
                  </a:lnTo>
                  <a:lnTo>
                    <a:pt x="59149" y="294761"/>
                  </a:lnTo>
                  <a:lnTo>
                    <a:pt x="63244" y="298117"/>
                  </a:lnTo>
                  <a:lnTo>
                    <a:pt x="67444" y="301343"/>
                  </a:lnTo>
                  <a:lnTo>
                    <a:pt x="71743" y="304433"/>
                  </a:lnTo>
                  <a:lnTo>
                    <a:pt x="76139" y="307386"/>
                  </a:lnTo>
                  <a:lnTo>
                    <a:pt x="80625" y="310198"/>
                  </a:lnTo>
                  <a:lnTo>
                    <a:pt x="85199" y="312867"/>
                  </a:lnTo>
                  <a:lnTo>
                    <a:pt x="89855" y="315390"/>
                  </a:lnTo>
                  <a:lnTo>
                    <a:pt x="94588" y="317763"/>
                  </a:lnTo>
                  <a:lnTo>
                    <a:pt x="99394" y="319986"/>
                  </a:lnTo>
                  <a:lnTo>
                    <a:pt x="104268" y="322056"/>
                  </a:lnTo>
                  <a:lnTo>
                    <a:pt x="109205" y="323970"/>
                  </a:lnTo>
                  <a:lnTo>
                    <a:pt x="114201" y="325726"/>
                  </a:lnTo>
                  <a:lnTo>
                    <a:pt x="119249" y="327324"/>
                  </a:lnTo>
                  <a:lnTo>
                    <a:pt x="124346" y="328761"/>
                  </a:lnTo>
                  <a:lnTo>
                    <a:pt x="129485" y="330035"/>
                  </a:lnTo>
                  <a:lnTo>
                    <a:pt x="134662" y="331147"/>
                  </a:lnTo>
                  <a:lnTo>
                    <a:pt x="139872" y="332093"/>
                  </a:lnTo>
                  <a:lnTo>
                    <a:pt x="145110" y="332875"/>
                  </a:lnTo>
                  <a:lnTo>
                    <a:pt x="150369" y="333490"/>
                  </a:lnTo>
                  <a:lnTo>
                    <a:pt x="155645" y="333938"/>
                  </a:lnTo>
                  <a:lnTo>
                    <a:pt x="160933" y="334219"/>
                  </a:lnTo>
                  <a:lnTo>
                    <a:pt x="166227" y="334332"/>
                  </a:lnTo>
                  <a:lnTo>
                    <a:pt x="171522" y="334277"/>
                  </a:lnTo>
                  <a:lnTo>
                    <a:pt x="176812" y="334055"/>
                  </a:lnTo>
                  <a:lnTo>
                    <a:pt x="182093" y="333665"/>
                  </a:lnTo>
                  <a:lnTo>
                    <a:pt x="187359" y="333109"/>
                  </a:lnTo>
                  <a:lnTo>
                    <a:pt x="192605" y="332385"/>
                  </a:lnTo>
                  <a:lnTo>
                    <a:pt x="197825" y="331496"/>
                  </a:lnTo>
                  <a:lnTo>
                    <a:pt x="203014" y="330443"/>
                  </a:lnTo>
                  <a:lnTo>
                    <a:pt x="208167" y="329225"/>
                  </a:lnTo>
                  <a:lnTo>
                    <a:pt x="213279" y="327845"/>
                  </a:lnTo>
                  <a:lnTo>
                    <a:pt x="218345" y="326303"/>
                  </a:lnTo>
                  <a:lnTo>
                    <a:pt x="223360" y="324602"/>
                  </a:lnTo>
                  <a:lnTo>
                    <a:pt x="228318" y="322743"/>
                  </a:lnTo>
                  <a:lnTo>
                    <a:pt x="233214" y="320727"/>
                  </a:lnTo>
                  <a:lnTo>
                    <a:pt x="238045" y="318558"/>
                  </a:lnTo>
                  <a:lnTo>
                    <a:pt x="242804" y="316237"/>
                  </a:lnTo>
                  <a:lnTo>
                    <a:pt x="247487" y="313766"/>
                  </a:lnTo>
                  <a:lnTo>
                    <a:pt x="252090" y="311148"/>
                  </a:lnTo>
                  <a:lnTo>
                    <a:pt x="256608" y="308386"/>
                  </a:lnTo>
                  <a:lnTo>
                    <a:pt x="261036" y="305482"/>
                  </a:lnTo>
                  <a:lnTo>
                    <a:pt x="265369" y="302439"/>
                  </a:lnTo>
                  <a:lnTo>
                    <a:pt x="269604" y="299260"/>
                  </a:lnTo>
                  <a:lnTo>
                    <a:pt x="273737" y="295949"/>
                  </a:lnTo>
                  <a:lnTo>
                    <a:pt x="277762" y="292509"/>
                  </a:lnTo>
                  <a:lnTo>
                    <a:pt x="281676" y="288943"/>
                  </a:lnTo>
                  <a:lnTo>
                    <a:pt x="285476" y="285254"/>
                  </a:lnTo>
                  <a:lnTo>
                    <a:pt x="289156" y="281448"/>
                  </a:lnTo>
                  <a:lnTo>
                    <a:pt x="292715" y="277526"/>
                  </a:lnTo>
                  <a:lnTo>
                    <a:pt x="296147" y="273494"/>
                  </a:lnTo>
                  <a:lnTo>
                    <a:pt x="299450" y="269355"/>
                  </a:lnTo>
                  <a:lnTo>
                    <a:pt x="302620" y="265114"/>
                  </a:lnTo>
                  <a:lnTo>
                    <a:pt x="305654" y="260774"/>
                  </a:lnTo>
                  <a:lnTo>
                    <a:pt x="308549" y="256341"/>
                  </a:lnTo>
                  <a:lnTo>
                    <a:pt x="311303" y="251817"/>
                  </a:lnTo>
                  <a:lnTo>
                    <a:pt x="313911" y="247209"/>
                  </a:lnTo>
                  <a:lnTo>
                    <a:pt x="316373" y="242521"/>
                  </a:lnTo>
                  <a:lnTo>
                    <a:pt x="318685" y="237757"/>
                  </a:lnTo>
                  <a:lnTo>
                    <a:pt x="320844" y="232923"/>
                  </a:lnTo>
                  <a:lnTo>
                    <a:pt x="322850" y="228022"/>
                  </a:lnTo>
                  <a:lnTo>
                    <a:pt x="324699" y="223060"/>
                  </a:lnTo>
                  <a:lnTo>
                    <a:pt x="326390" y="218042"/>
                  </a:lnTo>
                  <a:lnTo>
                    <a:pt x="327922" y="212973"/>
                  </a:lnTo>
                  <a:lnTo>
                    <a:pt x="329292" y="207858"/>
                  </a:lnTo>
                  <a:lnTo>
                    <a:pt x="330499" y="202703"/>
                  </a:lnTo>
                  <a:lnTo>
                    <a:pt x="331543" y="197511"/>
                  </a:lnTo>
                  <a:lnTo>
                    <a:pt x="332422" y="192290"/>
                  </a:lnTo>
                  <a:lnTo>
                    <a:pt x="333134" y="187043"/>
                  </a:lnTo>
                  <a:lnTo>
                    <a:pt x="333681" y="181776"/>
                  </a:lnTo>
                  <a:lnTo>
                    <a:pt x="334060" y="176494"/>
                  </a:lnTo>
                  <a:lnTo>
                    <a:pt x="334271" y="171203"/>
                  </a:lnTo>
                  <a:lnTo>
                    <a:pt x="334315" y="165908"/>
                  </a:lnTo>
                  <a:lnTo>
                    <a:pt x="334192" y="160614"/>
                  </a:lnTo>
                  <a:lnTo>
                    <a:pt x="333900" y="155327"/>
                  </a:lnTo>
                  <a:lnTo>
                    <a:pt x="333442" y="150052"/>
                  </a:lnTo>
                  <a:lnTo>
                    <a:pt x="332816" y="144794"/>
                  </a:lnTo>
                  <a:lnTo>
                    <a:pt x="332024" y="139558"/>
                  </a:lnTo>
                  <a:lnTo>
                    <a:pt x="331067" y="134350"/>
                  </a:lnTo>
                  <a:lnTo>
                    <a:pt x="329946" y="129175"/>
                  </a:lnTo>
                  <a:lnTo>
                    <a:pt x="328661" y="124038"/>
                  </a:lnTo>
                  <a:lnTo>
                    <a:pt x="327214" y="118944"/>
                  </a:lnTo>
                  <a:lnTo>
                    <a:pt x="325606" y="113899"/>
                  </a:lnTo>
                  <a:lnTo>
                    <a:pt x="323840" y="108907"/>
                  </a:lnTo>
                  <a:lnTo>
                    <a:pt x="321916" y="103974"/>
                  </a:lnTo>
                  <a:lnTo>
                    <a:pt x="319837" y="99104"/>
                  </a:lnTo>
                  <a:lnTo>
                    <a:pt x="317604" y="94302"/>
                  </a:lnTo>
                  <a:lnTo>
                    <a:pt x="315221" y="89574"/>
                  </a:lnTo>
                  <a:lnTo>
                    <a:pt x="312689" y="84923"/>
                  </a:lnTo>
                  <a:lnTo>
                    <a:pt x="310011" y="80355"/>
                  </a:lnTo>
                  <a:lnTo>
                    <a:pt x="307190" y="75874"/>
                  </a:lnTo>
                  <a:lnTo>
                    <a:pt x="304229" y="71484"/>
                  </a:lnTo>
                  <a:lnTo>
                    <a:pt x="301129" y="67191"/>
                  </a:lnTo>
                  <a:lnTo>
                    <a:pt x="297896" y="62998"/>
                  </a:lnTo>
                  <a:lnTo>
                    <a:pt x="294531" y="58909"/>
                  </a:lnTo>
                  <a:lnTo>
                    <a:pt x="291038" y="54929"/>
                  </a:lnTo>
                  <a:lnTo>
                    <a:pt x="287421" y="51062"/>
                  </a:lnTo>
                  <a:lnTo>
                    <a:pt x="283684" y="47311"/>
                  </a:lnTo>
                  <a:lnTo>
                    <a:pt x="279829" y="43680"/>
                  </a:lnTo>
                  <a:lnTo>
                    <a:pt x="275861" y="40173"/>
                  </a:lnTo>
                  <a:lnTo>
                    <a:pt x="271785" y="36794"/>
                  </a:lnTo>
                  <a:lnTo>
                    <a:pt x="267603" y="33546"/>
                  </a:lnTo>
                  <a:lnTo>
                    <a:pt x="263321" y="30431"/>
                  </a:lnTo>
                  <a:lnTo>
                    <a:pt x="258942" y="27454"/>
                  </a:lnTo>
                  <a:lnTo>
                    <a:pt x="254471" y="24617"/>
                  </a:lnTo>
                  <a:lnTo>
                    <a:pt x="249912" y="21923"/>
                  </a:lnTo>
                  <a:lnTo>
                    <a:pt x="245270" y="19375"/>
                  </a:lnTo>
                  <a:lnTo>
                    <a:pt x="240550" y="16975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24695"/>
              <a:ext cx="73397" cy="150192"/>
            </a:xfrm>
            <a:custGeom>
              <a:avLst/>
              <a:pathLst>
                <a:path w="73397" h="150192">
                  <a:moveTo>
                    <a:pt x="73397" y="0"/>
                  </a:moveTo>
                  <a:lnTo>
                    <a:pt x="0" y="1501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0"/>
              <a:ext cx="73397" cy="167167"/>
            </a:xfrm>
            <a:custGeom>
              <a:avLst/>
              <a:pathLst>
                <a:path w="73397" h="167167">
                  <a:moveTo>
                    <a:pt x="73397" y="16975"/>
                  </a:moveTo>
                  <a:lnTo>
                    <a:pt x="68102" y="14500"/>
                  </a:lnTo>
                  <a:lnTo>
                    <a:pt x="62723" y="12213"/>
                  </a:lnTo>
                  <a:lnTo>
                    <a:pt x="57268" y="10115"/>
                  </a:lnTo>
                  <a:lnTo>
                    <a:pt x="51742" y="8209"/>
                  </a:lnTo>
                  <a:lnTo>
                    <a:pt x="46154" y="6497"/>
                  </a:lnTo>
                  <a:lnTo>
                    <a:pt x="40509" y="4982"/>
                  </a:lnTo>
                  <a:lnTo>
                    <a:pt x="34814" y="3665"/>
                  </a:lnTo>
                  <a:lnTo>
                    <a:pt x="29077" y="2548"/>
                  </a:lnTo>
                  <a:lnTo>
                    <a:pt x="23304" y="1632"/>
                  </a:lnTo>
                  <a:lnTo>
                    <a:pt x="17503" y="918"/>
                  </a:lnTo>
                  <a:lnTo>
                    <a:pt x="11680" y="408"/>
                  </a:lnTo>
                  <a:lnTo>
                    <a:pt x="5844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14128" y="4213821"/>
              <a:ext cx="255038" cy="334322"/>
            </a:xfrm>
            <a:custGeom>
              <a:avLst/>
              <a:pathLst>
                <a:path w="255038" h="334322">
                  <a:moveTo>
                    <a:pt x="167159" y="0"/>
                  </a:moveTo>
                  <a:lnTo>
                    <a:pt x="161835" y="84"/>
                  </a:lnTo>
                  <a:lnTo>
                    <a:pt x="156516" y="339"/>
                  </a:lnTo>
                  <a:lnTo>
                    <a:pt x="151208" y="762"/>
                  </a:lnTo>
                  <a:lnTo>
                    <a:pt x="145916" y="1355"/>
                  </a:lnTo>
                  <a:lnTo>
                    <a:pt x="140646" y="2115"/>
                  </a:lnTo>
                  <a:lnTo>
                    <a:pt x="135403" y="3044"/>
                  </a:lnTo>
                  <a:lnTo>
                    <a:pt x="130192" y="4138"/>
                  </a:lnTo>
                  <a:lnTo>
                    <a:pt x="125018" y="5398"/>
                  </a:lnTo>
                  <a:lnTo>
                    <a:pt x="119887" y="6822"/>
                  </a:lnTo>
                  <a:lnTo>
                    <a:pt x="114804" y="8409"/>
                  </a:lnTo>
                  <a:lnTo>
                    <a:pt x="109775" y="10157"/>
                  </a:lnTo>
                  <a:lnTo>
                    <a:pt x="104803" y="12065"/>
                  </a:lnTo>
                  <a:lnTo>
                    <a:pt x="99895" y="14129"/>
                  </a:lnTo>
                  <a:lnTo>
                    <a:pt x="95055" y="16349"/>
                  </a:lnTo>
                  <a:lnTo>
                    <a:pt x="90288" y="18722"/>
                  </a:lnTo>
                  <a:lnTo>
                    <a:pt x="85599" y="21246"/>
                  </a:lnTo>
                  <a:lnTo>
                    <a:pt x="80993" y="23917"/>
                  </a:lnTo>
                  <a:lnTo>
                    <a:pt x="76474" y="26734"/>
                  </a:lnTo>
                  <a:lnTo>
                    <a:pt x="72048" y="29694"/>
                  </a:lnTo>
                  <a:lnTo>
                    <a:pt x="67718" y="32793"/>
                  </a:lnTo>
                  <a:lnTo>
                    <a:pt x="63488" y="36028"/>
                  </a:lnTo>
                  <a:lnTo>
                    <a:pt x="59364" y="39396"/>
                  </a:lnTo>
                  <a:lnTo>
                    <a:pt x="55350" y="42894"/>
                  </a:lnTo>
                  <a:lnTo>
                    <a:pt x="51448" y="46519"/>
                  </a:lnTo>
                  <a:lnTo>
                    <a:pt x="47664" y="50265"/>
                  </a:lnTo>
                  <a:lnTo>
                    <a:pt x="44002" y="54130"/>
                  </a:lnTo>
                  <a:lnTo>
                    <a:pt x="40464" y="58110"/>
                  </a:lnTo>
                  <a:lnTo>
                    <a:pt x="37055" y="62200"/>
                  </a:lnTo>
                  <a:lnTo>
                    <a:pt x="33778" y="66397"/>
                  </a:lnTo>
                  <a:lnTo>
                    <a:pt x="30636" y="70696"/>
                  </a:lnTo>
                  <a:lnTo>
                    <a:pt x="27633" y="75094"/>
                  </a:lnTo>
                  <a:lnTo>
                    <a:pt x="24771" y="79584"/>
                  </a:lnTo>
                  <a:lnTo>
                    <a:pt x="22054" y="84163"/>
                  </a:lnTo>
                  <a:lnTo>
                    <a:pt x="19484" y="88827"/>
                  </a:lnTo>
                  <a:lnTo>
                    <a:pt x="17064" y="93570"/>
                  </a:lnTo>
                  <a:lnTo>
                    <a:pt x="14796" y="98388"/>
                  </a:lnTo>
                  <a:lnTo>
                    <a:pt x="12683" y="103275"/>
                  </a:lnTo>
                  <a:lnTo>
                    <a:pt x="10726" y="108228"/>
                  </a:lnTo>
                  <a:lnTo>
                    <a:pt x="8928" y="113240"/>
                  </a:lnTo>
                  <a:lnTo>
                    <a:pt x="7291" y="118307"/>
                  </a:lnTo>
                  <a:lnTo>
                    <a:pt x="5816" y="123423"/>
                  </a:lnTo>
                  <a:lnTo>
                    <a:pt x="4505" y="128584"/>
                  </a:lnTo>
                  <a:lnTo>
                    <a:pt x="3358" y="133784"/>
                  </a:lnTo>
                  <a:lnTo>
                    <a:pt x="2378" y="139018"/>
                  </a:lnTo>
                  <a:lnTo>
                    <a:pt x="1565" y="144280"/>
                  </a:lnTo>
                  <a:lnTo>
                    <a:pt x="920" y="149566"/>
                  </a:lnTo>
                  <a:lnTo>
                    <a:pt x="444" y="154869"/>
                  </a:lnTo>
                  <a:lnTo>
                    <a:pt x="137" y="160185"/>
                  </a:lnTo>
                  <a:lnTo>
                    <a:pt x="0" y="165508"/>
                  </a:lnTo>
                  <a:lnTo>
                    <a:pt x="31" y="170833"/>
                  </a:lnTo>
                  <a:lnTo>
                    <a:pt x="233" y="176154"/>
                  </a:lnTo>
                  <a:lnTo>
                    <a:pt x="604" y="181466"/>
                  </a:lnTo>
                  <a:lnTo>
                    <a:pt x="1144" y="186763"/>
                  </a:lnTo>
                  <a:lnTo>
                    <a:pt x="1852" y="192041"/>
                  </a:lnTo>
                  <a:lnTo>
                    <a:pt x="2728" y="197293"/>
                  </a:lnTo>
                  <a:lnTo>
                    <a:pt x="3771" y="202515"/>
                  </a:lnTo>
                  <a:lnTo>
                    <a:pt x="4980" y="207700"/>
                  </a:lnTo>
                  <a:lnTo>
                    <a:pt x="6353" y="212845"/>
                  </a:lnTo>
                  <a:lnTo>
                    <a:pt x="7889" y="217943"/>
                  </a:lnTo>
                  <a:lnTo>
                    <a:pt x="9587" y="222990"/>
                  </a:lnTo>
                  <a:lnTo>
                    <a:pt x="11445" y="227981"/>
                  </a:lnTo>
                  <a:lnTo>
                    <a:pt x="13461" y="232909"/>
                  </a:lnTo>
                  <a:lnTo>
                    <a:pt x="15633" y="237771"/>
                  </a:lnTo>
                  <a:lnTo>
                    <a:pt x="17959" y="242561"/>
                  </a:lnTo>
                  <a:lnTo>
                    <a:pt x="20435" y="247275"/>
                  </a:lnTo>
                  <a:lnTo>
                    <a:pt x="23061" y="251907"/>
                  </a:lnTo>
                  <a:lnTo>
                    <a:pt x="25833" y="256453"/>
                  </a:lnTo>
                  <a:lnTo>
                    <a:pt x="28749" y="260909"/>
                  </a:lnTo>
                  <a:lnTo>
                    <a:pt x="31804" y="265270"/>
                  </a:lnTo>
                  <a:lnTo>
                    <a:pt x="34998" y="269531"/>
                  </a:lnTo>
                  <a:lnTo>
                    <a:pt x="38325" y="273688"/>
                  </a:lnTo>
                  <a:lnTo>
                    <a:pt x="41783" y="277738"/>
                  </a:lnTo>
                  <a:lnTo>
                    <a:pt x="45368" y="281675"/>
                  </a:lnTo>
                  <a:lnTo>
                    <a:pt x="49077" y="285495"/>
                  </a:lnTo>
                  <a:lnTo>
                    <a:pt x="52905" y="289196"/>
                  </a:lnTo>
                  <a:lnTo>
                    <a:pt x="56850" y="292773"/>
                  </a:lnTo>
                  <a:lnTo>
                    <a:pt x="60906" y="296223"/>
                  </a:lnTo>
                  <a:lnTo>
                    <a:pt x="65071" y="299541"/>
                  </a:lnTo>
                  <a:lnTo>
                    <a:pt x="69338" y="302726"/>
                  </a:lnTo>
                  <a:lnTo>
                    <a:pt x="73705" y="305772"/>
                  </a:lnTo>
                  <a:lnTo>
                    <a:pt x="78167" y="308678"/>
                  </a:lnTo>
                  <a:lnTo>
                    <a:pt x="82719" y="311441"/>
                  </a:lnTo>
                  <a:lnTo>
                    <a:pt x="87357" y="314057"/>
                  </a:lnTo>
                  <a:lnTo>
                    <a:pt x="92076" y="316524"/>
                  </a:lnTo>
                  <a:lnTo>
                    <a:pt x="96871" y="318840"/>
                  </a:lnTo>
                  <a:lnTo>
                    <a:pt x="101737" y="321001"/>
                  </a:lnTo>
                  <a:lnTo>
                    <a:pt x="106670" y="323007"/>
                  </a:lnTo>
                  <a:lnTo>
                    <a:pt x="111664" y="324854"/>
                  </a:lnTo>
                  <a:lnTo>
                    <a:pt x="116714" y="326542"/>
                  </a:lnTo>
                  <a:lnTo>
                    <a:pt x="121816" y="328068"/>
                  </a:lnTo>
                  <a:lnTo>
                    <a:pt x="126964" y="329430"/>
                  </a:lnTo>
                  <a:lnTo>
                    <a:pt x="132152" y="330628"/>
                  </a:lnTo>
                  <a:lnTo>
                    <a:pt x="137376" y="331660"/>
                  </a:lnTo>
                  <a:lnTo>
                    <a:pt x="142630" y="332525"/>
                  </a:lnTo>
                  <a:lnTo>
                    <a:pt x="147909" y="333222"/>
                  </a:lnTo>
                  <a:lnTo>
                    <a:pt x="153207" y="333751"/>
                  </a:lnTo>
                  <a:lnTo>
                    <a:pt x="158520" y="334111"/>
                  </a:lnTo>
                  <a:lnTo>
                    <a:pt x="163841" y="334301"/>
                  </a:lnTo>
                  <a:lnTo>
                    <a:pt x="169166" y="334322"/>
                  </a:lnTo>
                  <a:lnTo>
                    <a:pt x="174489" y="334174"/>
                  </a:lnTo>
                  <a:lnTo>
                    <a:pt x="179804" y="333855"/>
                  </a:lnTo>
                  <a:lnTo>
                    <a:pt x="185107" y="333368"/>
                  </a:lnTo>
                  <a:lnTo>
                    <a:pt x="190391" y="332712"/>
                  </a:lnTo>
                  <a:lnTo>
                    <a:pt x="195652" y="331888"/>
                  </a:lnTo>
                  <a:lnTo>
                    <a:pt x="200883" y="330897"/>
                  </a:lnTo>
                  <a:lnTo>
                    <a:pt x="206081" y="329740"/>
                  </a:lnTo>
                  <a:lnTo>
                    <a:pt x="211239" y="328418"/>
                  </a:lnTo>
                  <a:lnTo>
                    <a:pt x="216352" y="326932"/>
                  </a:lnTo>
                  <a:lnTo>
                    <a:pt x="221416" y="325284"/>
                  </a:lnTo>
                  <a:lnTo>
                    <a:pt x="226424" y="323476"/>
                  </a:lnTo>
                  <a:lnTo>
                    <a:pt x="231372" y="321509"/>
                  </a:lnTo>
                  <a:lnTo>
                    <a:pt x="236256" y="319386"/>
                  </a:lnTo>
                  <a:lnTo>
                    <a:pt x="241069" y="317108"/>
                  </a:lnTo>
                  <a:lnTo>
                    <a:pt x="245807" y="314678"/>
                  </a:lnTo>
                  <a:lnTo>
                    <a:pt x="250465" y="312098"/>
                  </a:lnTo>
                  <a:lnTo>
                    <a:pt x="255038" y="309371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380988"/>
              <a:ext cx="87879" cy="142204"/>
            </a:xfrm>
            <a:custGeom>
              <a:avLst/>
              <a:pathLst>
                <a:path w="87879" h="142204">
                  <a:moveTo>
                    <a:pt x="87879" y="14220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1"/>
              <a:ext cx="167165" cy="309371"/>
            </a:xfrm>
            <a:custGeom>
              <a:avLst/>
              <a:pathLst>
                <a:path w="167165" h="309371">
                  <a:moveTo>
                    <a:pt x="87879" y="309371"/>
                  </a:moveTo>
                  <a:lnTo>
                    <a:pt x="92377" y="306491"/>
                  </a:lnTo>
                  <a:lnTo>
                    <a:pt x="96781" y="303469"/>
                  </a:lnTo>
                  <a:lnTo>
                    <a:pt x="101086" y="300308"/>
                  </a:lnTo>
                  <a:lnTo>
                    <a:pt x="105287" y="297011"/>
                  </a:lnTo>
                  <a:lnTo>
                    <a:pt x="109382" y="293581"/>
                  </a:lnTo>
                  <a:lnTo>
                    <a:pt x="113364" y="290022"/>
                  </a:lnTo>
                  <a:lnTo>
                    <a:pt x="117231" y="286338"/>
                  </a:lnTo>
                  <a:lnTo>
                    <a:pt x="120978" y="282532"/>
                  </a:lnTo>
                  <a:lnTo>
                    <a:pt x="124602" y="278608"/>
                  </a:lnTo>
                  <a:lnTo>
                    <a:pt x="128099" y="274571"/>
                  </a:lnTo>
                  <a:lnTo>
                    <a:pt x="131464" y="270424"/>
                  </a:lnTo>
                  <a:lnTo>
                    <a:pt x="134696" y="266171"/>
                  </a:lnTo>
                  <a:lnTo>
                    <a:pt x="137790" y="261818"/>
                  </a:lnTo>
                  <a:lnTo>
                    <a:pt x="140743" y="257368"/>
                  </a:lnTo>
                  <a:lnTo>
                    <a:pt x="143553" y="252825"/>
                  </a:lnTo>
                  <a:lnTo>
                    <a:pt x="146216" y="248196"/>
                  </a:lnTo>
                  <a:lnTo>
                    <a:pt x="148730" y="243483"/>
                  </a:lnTo>
                  <a:lnTo>
                    <a:pt x="151092" y="238693"/>
                  </a:lnTo>
                  <a:lnTo>
                    <a:pt x="153300" y="233830"/>
                  </a:lnTo>
                  <a:lnTo>
                    <a:pt x="155351" y="228898"/>
                  </a:lnTo>
                  <a:lnTo>
                    <a:pt x="157244" y="223904"/>
                  </a:lnTo>
                  <a:lnTo>
                    <a:pt x="158976" y="218852"/>
                  </a:lnTo>
                  <a:lnTo>
                    <a:pt x="160546" y="213747"/>
                  </a:lnTo>
                  <a:lnTo>
                    <a:pt x="161952" y="208594"/>
                  </a:lnTo>
                  <a:lnTo>
                    <a:pt x="163193" y="203399"/>
                  </a:lnTo>
                  <a:lnTo>
                    <a:pt x="164267" y="198168"/>
                  </a:lnTo>
                  <a:lnTo>
                    <a:pt x="165174" y="192904"/>
                  </a:lnTo>
                  <a:lnTo>
                    <a:pt x="165912" y="187614"/>
                  </a:lnTo>
                  <a:lnTo>
                    <a:pt x="166480" y="182304"/>
                  </a:lnTo>
                  <a:lnTo>
                    <a:pt x="166879" y="176977"/>
                  </a:lnTo>
                  <a:lnTo>
                    <a:pt x="167107" y="171641"/>
                  </a:lnTo>
                  <a:lnTo>
                    <a:pt x="167165" y="166301"/>
                  </a:lnTo>
                  <a:lnTo>
                    <a:pt x="167052" y="160961"/>
                  </a:lnTo>
                  <a:lnTo>
                    <a:pt x="166768" y="155627"/>
                  </a:lnTo>
                  <a:lnTo>
                    <a:pt x="166314" y="150306"/>
                  </a:lnTo>
                  <a:lnTo>
                    <a:pt x="165691" y="145001"/>
                  </a:lnTo>
                  <a:lnTo>
                    <a:pt x="164898" y="139719"/>
                  </a:lnTo>
                  <a:lnTo>
                    <a:pt x="163937" y="134466"/>
                  </a:lnTo>
                  <a:lnTo>
                    <a:pt x="162809" y="129245"/>
                  </a:lnTo>
                  <a:lnTo>
                    <a:pt x="161514" y="124063"/>
                  </a:lnTo>
                  <a:lnTo>
                    <a:pt x="160055" y="118926"/>
                  </a:lnTo>
                  <a:lnTo>
                    <a:pt x="158432" y="113837"/>
                  </a:lnTo>
                  <a:lnTo>
                    <a:pt x="156648" y="108803"/>
                  </a:lnTo>
                  <a:lnTo>
                    <a:pt x="154703" y="103829"/>
                  </a:lnTo>
                  <a:lnTo>
                    <a:pt x="152601" y="98919"/>
                  </a:lnTo>
                  <a:lnTo>
                    <a:pt x="150343" y="94079"/>
                  </a:lnTo>
                  <a:lnTo>
                    <a:pt x="147931" y="89313"/>
                  </a:lnTo>
                  <a:lnTo>
                    <a:pt x="145368" y="84627"/>
                  </a:lnTo>
                  <a:lnTo>
                    <a:pt x="142657" y="80025"/>
                  </a:lnTo>
                  <a:lnTo>
                    <a:pt x="139801" y="75512"/>
                  </a:lnTo>
                  <a:lnTo>
                    <a:pt x="136801" y="71093"/>
                  </a:lnTo>
                  <a:lnTo>
                    <a:pt x="133662" y="66772"/>
                  </a:lnTo>
                  <a:lnTo>
                    <a:pt x="130387" y="62553"/>
                  </a:lnTo>
                  <a:lnTo>
                    <a:pt x="126979" y="58441"/>
                  </a:lnTo>
                  <a:lnTo>
                    <a:pt x="123440" y="54440"/>
                  </a:lnTo>
                  <a:lnTo>
                    <a:pt x="119776" y="50554"/>
                  </a:lnTo>
                  <a:lnTo>
                    <a:pt x="115990" y="46788"/>
                  </a:lnTo>
                  <a:lnTo>
                    <a:pt x="112085" y="43144"/>
                  </a:lnTo>
                  <a:lnTo>
                    <a:pt x="108066" y="39626"/>
                  </a:lnTo>
                  <a:lnTo>
                    <a:pt x="103936" y="36239"/>
                  </a:lnTo>
                  <a:lnTo>
                    <a:pt x="99701" y="32986"/>
                  </a:lnTo>
                  <a:lnTo>
                    <a:pt x="95363" y="29869"/>
                  </a:lnTo>
                  <a:lnTo>
                    <a:pt x="90928" y="26893"/>
                  </a:lnTo>
                  <a:lnTo>
                    <a:pt x="86401" y="24059"/>
                  </a:lnTo>
                  <a:lnTo>
                    <a:pt x="81785" y="21372"/>
                  </a:lnTo>
                  <a:lnTo>
                    <a:pt x="77086" y="18834"/>
                  </a:lnTo>
                  <a:lnTo>
                    <a:pt x="72308" y="16447"/>
                  </a:lnTo>
                  <a:lnTo>
                    <a:pt x="67456" y="14214"/>
                  </a:lnTo>
                  <a:lnTo>
                    <a:pt x="62535" y="12137"/>
                  </a:lnTo>
                  <a:lnTo>
                    <a:pt x="57551" y="10219"/>
                  </a:lnTo>
                  <a:lnTo>
                    <a:pt x="52508" y="8460"/>
                  </a:lnTo>
                  <a:lnTo>
                    <a:pt x="47411" y="6864"/>
                  </a:lnTo>
                  <a:lnTo>
                    <a:pt x="42265" y="5431"/>
                  </a:lnTo>
                  <a:lnTo>
                    <a:pt x="37077" y="4163"/>
                  </a:lnTo>
                  <a:lnTo>
                    <a:pt x="31851" y="3062"/>
                  </a:lnTo>
                  <a:lnTo>
                    <a:pt x="26592" y="2128"/>
                  </a:lnTo>
                  <a:lnTo>
                    <a:pt x="21306" y="1363"/>
                  </a:lnTo>
                  <a:lnTo>
                    <a:pt x="15999" y="767"/>
                  </a:lnTo>
                  <a:lnTo>
                    <a:pt x="10675" y="341"/>
                  </a:lnTo>
                  <a:lnTo>
                    <a:pt x="534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363" y="4659281"/>
              <a:ext cx="167161" cy="216371"/>
            </a:xfrm>
            <a:custGeom>
              <a:avLst/>
              <a:pathLst>
                <a:path w="167161" h="216371">
                  <a:moveTo>
                    <a:pt x="167161" y="0"/>
                  </a:moveTo>
                  <a:lnTo>
                    <a:pt x="161773" y="86"/>
                  </a:lnTo>
                  <a:lnTo>
                    <a:pt x="156391" y="347"/>
                  </a:lnTo>
                  <a:lnTo>
                    <a:pt x="151021" y="780"/>
                  </a:lnTo>
                  <a:lnTo>
                    <a:pt x="145667" y="1387"/>
                  </a:lnTo>
                  <a:lnTo>
                    <a:pt x="140335" y="2166"/>
                  </a:lnTo>
                  <a:lnTo>
                    <a:pt x="135031" y="3116"/>
                  </a:lnTo>
                  <a:lnTo>
                    <a:pt x="129761" y="4237"/>
                  </a:lnTo>
                  <a:lnTo>
                    <a:pt x="124529" y="5527"/>
                  </a:lnTo>
                  <a:lnTo>
                    <a:pt x="119342" y="6985"/>
                  </a:lnTo>
                  <a:lnTo>
                    <a:pt x="114205" y="8609"/>
                  </a:lnTo>
                  <a:lnTo>
                    <a:pt x="109122" y="10398"/>
                  </a:lnTo>
                  <a:lnTo>
                    <a:pt x="104100" y="12350"/>
                  </a:lnTo>
                  <a:lnTo>
                    <a:pt x="99143" y="14463"/>
                  </a:lnTo>
                  <a:lnTo>
                    <a:pt x="94257" y="16734"/>
                  </a:lnTo>
                  <a:lnTo>
                    <a:pt x="89447" y="19162"/>
                  </a:lnTo>
                  <a:lnTo>
                    <a:pt x="84717" y="21743"/>
                  </a:lnTo>
                  <a:lnTo>
                    <a:pt x="80073" y="24476"/>
                  </a:lnTo>
                  <a:lnTo>
                    <a:pt x="75520" y="27357"/>
                  </a:lnTo>
                  <a:lnTo>
                    <a:pt x="71062" y="30383"/>
                  </a:lnTo>
                  <a:lnTo>
                    <a:pt x="66703" y="33551"/>
                  </a:lnTo>
                  <a:lnTo>
                    <a:pt x="62449" y="36858"/>
                  </a:lnTo>
                  <a:lnTo>
                    <a:pt x="58304" y="40300"/>
                  </a:lnTo>
                  <a:lnTo>
                    <a:pt x="54272" y="43874"/>
                  </a:lnTo>
                  <a:lnTo>
                    <a:pt x="50357" y="47577"/>
                  </a:lnTo>
                  <a:lnTo>
                    <a:pt x="46563" y="51403"/>
                  </a:lnTo>
                  <a:lnTo>
                    <a:pt x="42895" y="55350"/>
                  </a:lnTo>
                  <a:lnTo>
                    <a:pt x="39356" y="59413"/>
                  </a:lnTo>
                  <a:lnTo>
                    <a:pt x="35950" y="63588"/>
                  </a:lnTo>
                  <a:lnTo>
                    <a:pt x="32680" y="67870"/>
                  </a:lnTo>
                  <a:lnTo>
                    <a:pt x="29549" y="72256"/>
                  </a:lnTo>
                  <a:lnTo>
                    <a:pt x="26562" y="76740"/>
                  </a:lnTo>
                  <a:lnTo>
                    <a:pt x="23721" y="81318"/>
                  </a:lnTo>
                  <a:lnTo>
                    <a:pt x="21029" y="85986"/>
                  </a:lnTo>
                  <a:lnTo>
                    <a:pt x="18488" y="90737"/>
                  </a:lnTo>
                  <a:lnTo>
                    <a:pt x="16102" y="95569"/>
                  </a:lnTo>
                  <a:lnTo>
                    <a:pt x="13873" y="100474"/>
                  </a:lnTo>
                  <a:lnTo>
                    <a:pt x="11804" y="105449"/>
                  </a:lnTo>
                  <a:lnTo>
                    <a:pt x="9895" y="110488"/>
                  </a:lnTo>
                  <a:lnTo>
                    <a:pt x="8150" y="115586"/>
                  </a:lnTo>
                  <a:lnTo>
                    <a:pt x="6570" y="120737"/>
                  </a:lnTo>
                  <a:lnTo>
                    <a:pt x="5157" y="125937"/>
                  </a:lnTo>
                  <a:lnTo>
                    <a:pt x="3913" y="131179"/>
                  </a:lnTo>
                  <a:lnTo>
                    <a:pt x="2838" y="136459"/>
                  </a:lnTo>
                  <a:lnTo>
                    <a:pt x="1934" y="141771"/>
                  </a:lnTo>
                  <a:lnTo>
                    <a:pt x="1201" y="147109"/>
                  </a:lnTo>
                  <a:lnTo>
                    <a:pt x="641" y="152468"/>
                  </a:lnTo>
                  <a:lnTo>
                    <a:pt x="253" y="157842"/>
                  </a:lnTo>
                  <a:lnTo>
                    <a:pt x="40" y="163226"/>
                  </a:lnTo>
                  <a:lnTo>
                    <a:pt x="0" y="168614"/>
                  </a:lnTo>
                  <a:lnTo>
                    <a:pt x="133" y="174001"/>
                  </a:lnTo>
                  <a:lnTo>
                    <a:pt x="440" y="179380"/>
                  </a:lnTo>
                  <a:lnTo>
                    <a:pt x="920" y="184747"/>
                  </a:lnTo>
                  <a:lnTo>
                    <a:pt x="1573" y="190096"/>
                  </a:lnTo>
                  <a:lnTo>
                    <a:pt x="2398" y="195420"/>
                  </a:lnTo>
                  <a:lnTo>
                    <a:pt x="3394" y="200716"/>
                  </a:lnTo>
                  <a:lnTo>
                    <a:pt x="4561" y="205976"/>
                  </a:lnTo>
                  <a:lnTo>
                    <a:pt x="5896" y="211196"/>
                  </a:lnTo>
                  <a:lnTo>
                    <a:pt x="7399" y="216371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6762" y="4826449"/>
              <a:ext cx="159762" cy="49203"/>
            </a:xfrm>
            <a:custGeom>
              <a:avLst/>
              <a:pathLst>
                <a:path w="159762" h="49203">
                  <a:moveTo>
                    <a:pt x="0" y="49203"/>
                  </a:moveTo>
                  <a:lnTo>
                    <a:pt x="15976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6762" y="4826449"/>
              <a:ext cx="159762" cy="64184"/>
            </a:xfrm>
            <a:custGeom>
              <a:avLst/>
              <a:pathLst>
                <a:path w="159762" h="64184">
                  <a:moveTo>
                    <a:pt x="0" y="49203"/>
                  </a:moveTo>
                  <a:lnTo>
                    <a:pt x="2525" y="56758"/>
                  </a:lnTo>
                  <a:lnTo>
                    <a:pt x="5407" y="64184"/>
                  </a:lnTo>
                  <a:lnTo>
                    <a:pt x="15976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32170" y="4659281"/>
              <a:ext cx="321503" cy="334334"/>
            </a:xfrm>
            <a:custGeom>
              <a:avLst/>
              <a:pathLst>
                <a:path w="321503" h="334334">
                  <a:moveTo>
                    <a:pt x="0" y="231351"/>
                  </a:moveTo>
                  <a:lnTo>
                    <a:pt x="2115" y="236219"/>
                  </a:lnTo>
                  <a:lnTo>
                    <a:pt x="4384" y="241018"/>
                  </a:lnTo>
                  <a:lnTo>
                    <a:pt x="6804" y="245742"/>
                  </a:lnTo>
                  <a:lnTo>
                    <a:pt x="9373" y="250386"/>
                  </a:lnTo>
                  <a:lnTo>
                    <a:pt x="12088" y="254947"/>
                  </a:lnTo>
                  <a:lnTo>
                    <a:pt x="14946" y="259419"/>
                  </a:lnTo>
                  <a:lnTo>
                    <a:pt x="17945" y="263798"/>
                  </a:lnTo>
                  <a:lnTo>
                    <a:pt x="21082" y="268080"/>
                  </a:lnTo>
                  <a:lnTo>
                    <a:pt x="24353" y="272260"/>
                  </a:lnTo>
                  <a:lnTo>
                    <a:pt x="27755" y="276335"/>
                  </a:lnTo>
                  <a:lnTo>
                    <a:pt x="31284" y="280299"/>
                  </a:lnTo>
                  <a:lnTo>
                    <a:pt x="34938" y="284149"/>
                  </a:lnTo>
                  <a:lnTo>
                    <a:pt x="38712" y="287881"/>
                  </a:lnTo>
                  <a:lnTo>
                    <a:pt x="42603" y="291491"/>
                  </a:lnTo>
                  <a:lnTo>
                    <a:pt x="46606" y="294976"/>
                  </a:lnTo>
                  <a:lnTo>
                    <a:pt x="50718" y="298333"/>
                  </a:lnTo>
                  <a:lnTo>
                    <a:pt x="54934" y="301557"/>
                  </a:lnTo>
                  <a:lnTo>
                    <a:pt x="59251" y="304645"/>
                  </a:lnTo>
                  <a:lnTo>
                    <a:pt x="63663" y="307595"/>
                  </a:lnTo>
                  <a:lnTo>
                    <a:pt x="68167" y="310404"/>
                  </a:lnTo>
                  <a:lnTo>
                    <a:pt x="72758" y="313068"/>
                  </a:lnTo>
                  <a:lnTo>
                    <a:pt x="77431" y="315585"/>
                  </a:lnTo>
                  <a:lnTo>
                    <a:pt x="82181" y="317952"/>
                  </a:lnTo>
                  <a:lnTo>
                    <a:pt x="87005" y="320167"/>
                  </a:lnTo>
                  <a:lnTo>
                    <a:pt x="91896" y="322228"/>
                  </a:lnTo>
                  <a:lnTo>
                    <a:pt x="96850" y="324133"/>
                  </a:lnTo>
                  <a:lnTo>
                    <a:pt x="101862" y="325879"/>
                  </a:lnTo>
                  <a:lnTo>
                    <a:pt x="106927" y="327466"/>
                  </a:lnTo>
                  <a:lnTo>
                    <a:pt x="112040" y="328890"/>
                  </a:lnTo>
                  <a:lnTo>
                    <a:pt x="117196" y="330152"/>
                  </a:lnTo>
                  <a:lnTo>
                    <a:pt x="122389" y="331250"/>
                  </a:lnTo>
                  <a:lnTo>
                    <a:pt x="127614" y="332182"/>
                  </a:lnTo>
                  <a:lnTo>
                    <a:pt x="132866" y="332948"/>
                  </a:lnTo>
                  <a:lnTo>
                    <a:pt x="138140" y="333546"/>
                  </a:lnTo>
                  <a:lnTo>
                    <a:pt x="143430" y="333977"/>
                  </a:lnTo>
                  <a:lnTo>
                    <a:pt x="148732" y="334240"/>
                  </a:lnTo>
                  <a:lnTo>
                    <a:pt x="154039" y="334334"/>
                  </a:lnTo>
                  <a:lnTo>
                    <a:pt x="159346" y="334260"/>
                  </a:lnTo>
                  <a:lnTo>
                    <a:pt x="164648" y="334017"/>
                  </a:lnTo>
                  <a:lnTo>
                    <a:pt x="169940" y="333606"/>
                  </a:lnTo>
                  <a:lnTo>
                    <a:pt x="175216" y="333028"/>
                  </a:lnTo>
                  <a:lnTo>
                    <a:pt x="180471" y="332282"/>
                  </a:lnTo>
                  <a:lnTo>
                    <a:pt x="185700" y="331369"/>
                  </a:lnTo>
                  <a:lnTo>
                    <a:pt x="190897" y="330291"/>
                  </a:lnTo>
                  <a:lnTo>
                    <a:pt x="196057" y="329049"/>
                  </a:lnTo>
                  <a:lnTo>
                    <a:pt x="201175" y="327643"/>
                  </a:lnTo>
                  <a:lnTo>
                    <a:pt x="206246" y="326076"/>
                  </a:lnTo>
                  <a:lnTo>
                    <a:pt x="211265" y="324349"/>
                  </a:lnTo>
                  <a:lnTo>
                    <a:pt x="216226" y="322463"/>
                  </a:lnTo>
                  <a:lnTo>
                    <a:pt x="221125" y="320420"/>
                  </a:lnTo>
                  <a:lnTo>
                    <a:pt x="225957" y="318223"/>
                  </a:lnTo>
                  <a:lnTo>
                    <a:pt x="230717" y="315874"/>
                  </a:lnTo>
                  <a:lnTo>
                    <a:pt x="235399" y="313374"/>
                  </a:lnTo>
                  <a:lnTo>
                    <a:pt x="240000" y="310728"/>
                  </a:lnTo>
                  <a:lnTo>
                    <a:pt x="244514" y="307936"/>
                  </a:lnTo>
                  <a:lnTo>
                    <a:pt x="248938" y="305003"/>
                  </a:lnTo>
                  <a:lnTo>
                    <a:pt x="253266" y="301931"/>
                  </a:lnTo>
                  <a:lnTo>
                    <a:pt x="257495" y="298723"/>
                  </a:lnTo>
                  <a:lnTo>
                    <a:pt x="261619" y="295382"/>
                  </a:lnTo>
                  <a:lnTo>
                    <a:pt x="265635" y="291912"/>
                  </a:lnTo>
                  <a:lnTo>
                    <a:pt x="269540" y="288316"/>
                  </a:lnTo>
                  <a:lnTo>
                    <a:pt x="273328" y="284599"/>
                  </a:lnTo>
                  <a:lnTo>
                    <a:pt x="276996" y="280762"/>
                  </a:lnTo>
                  <a:lnTo>
                    <a:pt x="280540" y="276812"/>
                  </a:lnTo>
                  <a:lnTo>
                    <a:pt x="283958" y="272750"/>
                  </a:lnTo>
                  <a:lnTo>
                    <a:pt x="287244" y="268583"/>
                  </a:lnTo>
                  <a:lnTo>
                    <a:pt x="290397" y="264313"/>
                  </a:lnTo>
                  <a:lnTo>
                    <a:pt x="293412" y="259945"/>
                  </a:lnTo>
                  <a:lnTo>
                    <a:pt x="296288" y="255483"/>
                  </a:lnTo>
                  <a:lnTo>
                    <a:pt x="299020" y="250933"/>
                  </a:lnTo>
                  <a:lnTo>
                    <a:pt x="301606" y="246298"/>
                  </a:lnTo>
                  <a:lnTo>
                    <a:pt x="304044" y="241583"/>
                  </a:lnTo>
                  <a:lnTo>
                    <a:pt x="306331" y="236793"/>
                  </a:lnTo>
                  <a:lnTo>
                    <a:pt x="308465" y="231933"/>
                  </a:lnTo>
                  <a:lnTo>
                    <a:pt x="310444" y="227008"/>
                  </a:lnTo>
                  <a:lnTo>
                    <a:pt x="312265" y="222023"/>
                  </a:lnTo>
                  <a:lnTo>
                    <a:pt x="313927" y="216982"/>
                  </a:lnTo>
                  <a:lnTo>
                    <a:pt x="315428" y="211891"/>
                  </a:lnTo>
                  <a:lnTo>
                    <a:pt x="316766" y="206755"/>
                  </a:lnTo>
                  <a:lnTo>
                    <a:pt x="317941" y="201579"/>
                  </a:lnTo>
                  <a:lnTo>
                    <a:pt x="318951" y="196368"/>
                  </a:lnTo>
                  <a:lnTo>
                    <a:pt x="319795" y="191128"/>
                  </a:lnTo>
                  <a:lnTo>
                    <a:pt x="320473" y="185863"/>
                  </a:lnTo>
                  <a:lnTo>
                    <a:pt x="320982" y="180580"/>
                  </a:lnTo>
                  <a:lnTo>
                    <a:pt x="321324" y="175283"/>
                  </a:lnTo>
                  <a:lnTo>
                    <a:pt x="321498" y="169978"/>
                  </a:lnTo>
                  <a:lnTo>
                    <a:pt x="321503" y="164671"/>
                  </a:lnTo>
                  <a:lnTo>
                    <a:pt x="321339" y="159366"/>
                  </a:lnTo>
                  <a:lnTo>
                    <a:pt x="321007" y="154068"/>
                  </a:lnTo>
                  <a:lnTo>
                    <a:pt x="320508" y="148784"/>
                  </a:lnTo>
                  <a:lnTo>
                    <a:pt x="319840" y="143518"/>
                  </a:lnTo>
                  <a:lnTo>
                    <a:pt x="319006" y="138277"/>
                  </a:lnTo>
                  <a:lnTo>
                    <a:pt x="318006" y="133064"/>
                  </a:lnTo>
                  <a:lnTo>
                    <a:pt x="316841" y="127886"/>
                  </a:lnTo>
                  <a:lnTo>
                    <a:pt x="315512" y="122747"/>
                  </a:lnTo>
                  <a:lnTo>
                    <a:pt x="314020" y="117653"/>
                  </a:lnTo>
                  <a:lnTo>
                    <a:pt x="312368" y="112609"/>
                  </a:lnTo>
                  <a:lnTo>
                    <a:pt x="310556" y="107620"/>
                  </a:lnTo>
                  <a:lnTo>
                    <a:pt x="308587" y="102691"/>
                  </a:lnTo>
                  <a:lnTo>
                    <a:pt x="306462" y="97827"/>
                  </a:lnTo>
                  <a:lnTo>
                    <a:pt x="304184" y="93033"/>
                  </a:lnTo>
                  <a:lnTo>
                    <a:pt x="301755" y="88314"/>
                  </a:lnTo>
                  <a:lnTo>
                    <a:pt x="299178" y="83674"/>
                  </a:lnTo>
                  <a:lnTo>
                    <a:pt x="296454" y="79119"/>
                  </a:lnTo>
                  <a:lnTo>
                    <a:pt x="293587" y="74652"/>
                  </a:lnTo>
                  <a:lnTo>
                    <a:pt x="290580" y="70278"/>
                  </a:lnTo>
                  <a:lnTo>
                    <a:pt x="287435" y="66002"/>
                  </a:lnTo>
                  <a:lnTo>
                    <a:pt x="284157" y="61828"/>
                  </a:lnTo>
                  <a:lnTo>
                    <a:pt x="280747" y="57761"/>
                  </a:lnTo>
                  <a:lnTo>
                    <a:pt x="277210" y="53803"/>
                  </a:lnTo>
                  <a:lnTo>
                    <a:pt x="273549" y="49960"/>
                  </a:lnTo>
                  <a:lnTo>
                    <a:pt x="269768" y="46235"/>
                  </a:lnTo>
                  <a:lnTo>
                    <a:pt x="265871" y="42632"/>
                  </a:lnTo>
                  <a:lnTo>
                    <a:pt x="261861" y="39154"/>
                  </a:lnTo>
                  <a:lnTo>
                    <a:pt x="257743" y="35806"/>
                  </a:lnTo>
                  <a:lnTo>
                    <a:pt x="253520" y="32590"/>
                  </a:lnTo>
                  <a:lnTo>
                    <a:pt x="249198" y="29509"/>
                  </a:lnTo>
                  <a:lnTo>
                    <a:pt x="244780" y="26568"/>
                  </a:lnTo>
                  <a:lnTo>
                    <a:pt x="240271" y="23768"/>
                  </a:lnTo>
                  <a:lnTo>
                    <a:pt x="235675" y="21113"/>
                  </a:lnTo>
                  <a:lnTo>
                    <a:pt x="230997" y="18604"/>
                  </a:lnTo>
                  <a:lnTo>
                    <a:pt x="226242" y="16246"/>
                  </a:lnTo>
                  <a:lnTo>
                    <a:pt x="221414" y="14040"/>
                  </a:lnTo>
                  <a:lnTo>
                    <a:pt x="216519" y="11988"/>
                  </a:lnTo>
                  <a:lnTo>
                    <a:pt x="211562" y="10093"/>
                  </a:lnTo>
                  <a:lnTo>
                    <a:pt x="206546" y="8356"/>
                  </a:lnTo>
                  <a:lnTo>
                    <a:pt x="201478" y="6779"/>
                  </a:lnTo>
                  <a:lnTo>
                    <a:pt x="196362" y="5364"/>
                  </a:lnTo>
                  <a:lnTo>
                    <a:pt x="191204" y="4112"/>
                  </a:lnTo>
                  <a:lnTo>
                    <a:pt x="186009" y="3024"/>
                  </a:lnTo>
                  <a:lnTo>
                    <a:pt x="180782" y="2102"/>
                  </a:lnTo>
                  <a:lnTo>
                    <a:pt x="175529" y="1346"/>
                  </a:lnTo>
                  <a:lnTo>
                    <a:pt x="170254" y="757"/>
                  </a:lnTo>
                  <a:lnTo>
                    <a:pt x="164963" y="336"/>
                  </a:lnTo>
                  <a:lnTo>
                    <a:pt x="159661" y="84"/>
                  </a:lnTo>
                  <a:lnTo>
                    <a:pt x="154354" y="0"/>
                  </a:lnTo>
                  <a:lnTo>
                    <a:pt x="1543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7495" y="5018213"/>
              <a:ext cx="1225" cy="167167"/>
            </a:xfrm>
            <a:custGeom>
              <a:avLst/>
              <a:pathLst>
                <a:path w="1225" h="167167">
                  <a:moveTo>
                    <a:pt x="1225" y="0"/>
                  </a:moveTo>
                  <a:lnTo>
                    <a:pt x="0" y="4"/>
                  </a:lnTo>
                  <a:lnTo>
                    <a:pt x="1225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7495" y="5018217"/>
              <a:ext cx="1225" cy="167162"/>
            </a:xfrm>
            <a:custGeom>
              <a:avLst/>
              <a:pathLst>
                <a:path w="1225" h="167162">
                  <a:moveTo>
                    <a:pt x="0" y="0"/>
                  </a:moveTo>
                  <a:lnTo>
                    <a:pt x="1225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321562" y="5018213"/>
              <a:ext cx="334309" cy="334333"/>
            </a:xfrm>
            <a:custGeom>
              <a:avLst/>
              <a:pathLst>
                <a:path w="334309" h="334333">
                  <a:moveTo>
                    <a:pt x="165932" y="4"/>
                  </a:moveTo>
                  <a:lnTo>
                    <a:pt x="160635" y="127"/>
                  </a:lnTo>
                  <a:lnTo>
                    <a:pt x="155345" y="417"/>
                  </a:lnTo>
                  <a:lnTo>
                    <a:pt x="150067" y="876"/>
                  </a:lnTo>
                  <a:lnTo>
                    <a:pt x="144805" y="1501"/>
                  </a:lnTo>
                  <a:lnTo>
                    <a:pt x="139566" y="2292"/>
                  </a:lnTo>
                  <a:lnTo>
                    <a:pt x="134355" y="3249"/>
                  </a:lnTo>
                  <a:lnTo>
                    <a:pt x="129177" y="4371"/>
                  </a:lnTo>
                  <a:lnTo>
                    <a:pt x="124037" y="5657"/>
                  </a:lnTo>
                  <a:lnTo>
                    <a:pt x="118940" y="7104"/>
                  </a:lnTo>
                  <a:lnTo>
                    <a:pt x="113892" y="8713"/>
                  </a:lnTo>
                  <a:lnTo>
                    <a:pt x="108897" y="10481"/>
                  </a:lnTo>
                  <a:lnTo>
                    <a:pt x="103961" y="12406"/>
                  </a:lnTo>
                  <a:lnTo>
                    <a:pt x="99088" y="14486"/>
                  </a:lnTo>
                  <a:lnTo>
                    <a:pt x="94284" y="16720"/>
                  </a:lnTo>
                  <a:lnTo>
                    <a:pt x="89552" y="19105"/>
                  </a:lnTo>
                  <a:lnTo>
                    <a:pt x="84899" y="21639"/>
                  </a:lnTo>
                  <a:lnTo>
                    <a:pt x="80329" y="24319"/>
                  </a:lnTo>
                  <a:lnTo>
                    <a:pt x="75845" y="27142"/>
                  </a:lnTo>
                  <a:lnTo>
                    <a:pt x="71454" y="30106"/>
                  </a:lnTo>
                  <a:lnTo>
                    <a:pt x="67158" y="33208"/>
                  </a:lnTo>
                  <a:lnTo>
                    <a:pt x="62963" y="36445"/>
                  </a:lnTo>
                  <a:lnTo>
                    <a:pt x="58873" y="39812"/>
                  </a:lnTo>
                  <a:lnTo>
                    <a:pt x="54891" y="43308"/>
                  </a:lnTo>
                  <a:lnTo>
                    <a:pt x="51022" y="46928"/>
                  </a:lnTo>
                  <a:lnTo>
                    <a:pt x="47270" y="50669"/>
                  </a:lnTo>
                  <a:lnTo>
                    <a:pt x="43638" y="54527"/>
                  </a:lnTo>
                  <a:lnTo>
                    <a:pt x="40131" y="58498"/>
                  </a:lnTo>
                  <a:lnTo>
                    <a:pt x="36751" y="62578"/>
                  </a:lnTo>
                  <a:lnTo>
                    <a:pt x="33502" y="66763"/>
                  </a:lnTo>
                  <a:lnTo>
                    <a:pt x="30387" y="71049"/>
                  </a:lnTo>
                  <a:lnTo>
                    <a:pt x="27409" y="75432"/>
                  </a:lnTo>
                  <a:lnTo>
                    <a:pt x="24573" y="79907"/>
                  </a:lnTo>
                  <a:lnTo>
                    <a:pt x="21879" y="84469"/>
                  </a:lnTo>
                  <a:lnTo>
                    <a:pt x="19331" y="89115"/>
                  </a:lnTo>
                  <a:lnTo>
                    <a:pt x="16932" y="93839"/>
                  </a:lnTo>
                  <a:lnTo>
                    <a:pt x="14683" y="98636"/>
                  </a:lnTo>
                  <a:lnTo>
                    <a:pt x="12588" y="103503"/>
                  </a:lnTo>
                  <a:lnTo>
                    <a:pt x="10648" y="108433"/>
                  </a:lnTo>
                  <a:lnTo>
                    <a:pt x="8865" y="113423"/>
                  </a:lnTo>
                  <a:lnTo>
                    <a:pt x="7242" y="118466"/>
                  </a:lnTo>
                  <a:lnTo>
                    <a:pt x="5779" y="123559"/>
                  </a:lnTo>
                  <a:lnTo>
                    <a:pt x="4478" y="128695"/>
                  </a:lnTo>
                  <a:lnTo>
                    <a:pt x="3340" y="133870"/>
                  </a:lnTo>
                  <a:lnTo>
                    <a:pt x="2367" y="139078"/>
                  </a:lnTo>
                  <a:lnTo>
                    <a:pt x="1560" y="144314"/>
                  </a:lnTo>
                  <a:lnTo>
                    <a:pt x="919" y="149574"/>
                  </a:lnTo>
                  <a:lnTo>
                    <a:pt x="445" y="154851"/>
                  </a:lnTo>
                  <a:lnTo>
                    <a:pt x="138" y="160140"/>
                  </a:lnTo>
                  <a:lnTo>
                    <a:pt x="0" y="165437"/>
                  </a:lnTo>
                  <a:lnTo>
                    <a:pt x="29" y="170735"/>
                  </a:lnTo>
                  <a:lnTo>
                    <a:pt x="226" y="176030"/>
                  </a:lnTo>
                  <a:lnTo>
                    <a:pt x="590" y="181316"/>
                  </a:lnTo>
                  <a:lnTo>
                    <a:pt x="1122" y="186587"/>
                  </a:lnTo>
                  <a:lnTo>
                    <a:pt x="1821" y="191839"/>
                  </a:lnTo>
                  <a:lnTo>
                    <a:pt x="2686" y="197067"/>
                  </a:lnTo>
                  <a:lnTo>
                    <a:pt x="3716" y="202264"/>
                  </a:lnTo>
                  <a:lnTo>
                    <a:pt x="4911" y="207426"/>
                  </a:lnTo>
                  <a:lnTo>
                    <a:pt x="6268" y="212547"/>
                  </a:lnTo>
                  <a:lnTo>
                    <a:pt x="7787" y="217623"/>
                  </a:lnTo>
                  <a:lnTo>
                    <a:pt x="9466" y="222649"/>
                  </a:lnTo>
                  <a:lnTo>
                    <a:pt x="11304" y="227618"/>
                  </a:lnTo>
                  <a:lnTo>
                    <a:pt x="13298" y="232527"/>
                  </a:lnTo>
                  <a:lnTo>
                    <a:pt x="15446" y="237370"/>
                  </a:lnTo>
                  <a:lnTo>
                    <a:pt x="17747" y="242143"/>
                  </a:lnTo>
                  <a:lnTo>
                    <a:pt x="20198" y="246840"/>
                  </a:lnTo>
                  <a:lnTo>
                    <a:pt x="22797" y="251457"/>
                  </a:lnTo>
                  <a:lnTo>
                    <a:pt x="25541" y="255990"/>
                  </a:lnTo>
                  <a:lnTo>
                    <a:pt x="28427" y="260433"/>
                  </a:lnTo>
                  <a:lnTo>
                    <a:pt x="31452" y="264783"/>
                  </a:lnTo>
                  <a:lnTo>
                    <a:pt x="34614" y="269035"/>
                  </a:lnTo>
                  <a:lnTo>
                    <a:pt x="37909" y="273184"/>
                  </a:lnTo>
                  <a:lnTo>
                    <a:pt x="41333" y="277227"/>
                  </a:lnTo>
                  <a:lnTo>
                    <a:pt x="44884" y="281159"/>
                  </a:lnTo>
                  <a:lnTo>
                    <a:pt x="48558" y="284976"/>
                  </a:lnTo>
                  <a:lnTo>
                    <a:pt x="52351" y="288676"/>
                  </a:lnTo>
                  <a:lnTo>
                    <a:pt x="56260" y="292253"/>
                  </a:lnTo>
                  <a:lnTo>
                    <a:pt x="60280" y="295705"/>
                  </a:lnTo>
                  <a:lnTo>
                    <a:pt x="64407" y="299027"/>
                  </a:lnTo>
                  <a:lnTo>
                    <a:pt x="68637" y="302217"/>
                  </a:lnTo>
                  <a:lnTo>
                    <a:pt x="72967" y="305272"/>
                  </a:lnTo>
                  <a:lnTo>
                    <a:pt x="77391" y="308187"/>
                  </a:lnTo>
                  <a:lnTo>
                    <a:pt x="81905" y="310961"/>
                  </a:lnTo>
                  <a:lnTo>
                    <a:pt x="86505" y="313591"/>
                  </a:lnTo>
                  <a:lnTo>
                    <a:pt x="91185" y="316073"/>
                  </a:lnTo>
                  <a:lnTo>
                    <a:pt x="95942" y="318406"/>
                  </a:lnTo>
                  <a:lnTo>
                    <a:pt x="100771" y="320587"/>
                  </a:lnTo>
                  <a:lnTo>
                    <a:pt x="105667" y="322614"/>
                  </a:lnTo>
                  <a:lnTo>
                    <a:pt x="110624" y="324485"/>
                  </a:lnTo>
                  <a:lnTo>
                    <a:pt x="115638" y="326197"/>
                  </a:lnTo>
                  <a:lnTo>
                    <a:pt x="120703" y="327750"/>
                  </a:lnTo>
                  <a:lnTo>
                    <a:pt x="125816" y="329142"/>
                  </a:lnTo>
                  <a:lnTo>
                    <a:pt x="130970" y="330370"/>
                  </a:lnTo>
                  <a:lnTo>
                    <a:pt x="136160" y="331435"/>
                  </a:lnTo>
                  <a:lnTo>
                    <a:pt x="141381" y="332335"/>
                  </a:lnTo>
                  <a:lnTo>
                    <a:pt x="146628" y="333069"/>
                  </a:lnTo>
                  <a:lnTo>
                    <a:pt x="151896" y="333636"/>
                  </a:lnTo>
                  <a:lnTo>
                    <a:pt x="157180" y="334036"/>
                  </a:lnTo>
                  <a:lnTo>
                    <a:pt x="162473" y="334269"/>
                  </a:lnTo>
                  <a:lnTo>
                    <a:pt x="167771" y="334333"/>
                  </a:lnTo>
                  <a:lnTo>
                    <a:pt x="173068" y="334230"/>
                  </a:lnTo>
                  <a:lnTo>
                    <a:pt x="178360" y="333959"/>
                  </a:lnTo>
                  <a:lnTo>
                    <a:pt x="183640" y="333520"/>
                  </a:lnTo>
                  <a:lnTo>
                    <a:pt x="188903" y="332914"/>
                  </a:lnTo>
                  <a:lnTo>
                    <a:pt x="194145" y="332142"/>
                  </a:lnTo>
                  <a:lnTo>
                    <a:pt x="199360" y="331204"/>
                  </a:lnTo>
                  <a:lnTo>
                    <a:pt x="204542" y="330101"/>
                  </a:lnTo>
                  <a:lnTo>
                    <a:pt x="209687" y="328834"/>
                  </a:lnTo>
                  <a:lnTo>
                    <a:pt x="214789" y="327405"/>
                  </a:lnTo>
                  <a:lnTo>
                    <a:pt x="219843" y="325815"/>
                  </a:lnTo>
                  <a:lnTo>
                    <a:pt x="224844" y="324066"/>
                  </a:lnTo>
                  <a:lnTo>
                    <a:pt x="229787" y="322159"/>
                  </a:lnTo>
                  <a:lnTo>
                    <a:pt x="234668" y="320096"/>
                  </a:lnTo>
                  <a:lnTo>
                    <a:pt x="239480" y="317880"/>
                  </a:lnTo>
                  <a:lnTo>
                    <a:pt x="244220" y="315512"/>
                  </a:lnTo>
                  <a:lnTo>
                    <a:pt x="248883" y="312996"/>
                  </a:lnTo>
                  <a:lnTo>
                    <a:pt x="253463" y="310332"/>
                  </a:lnTo>
                  <a:lnTo>
                    <a:pt x="257957" y="307525"/>
                  </a:lnTo>
                  <a:lnTo>
                    <a:pt x="262359" y="304577"/>
                  </a:lnTo>
                  <a:lnTo>
                    <a:pt x="266666" y="301491"/>
                  </a:lnTo>
                  <a:lnTo>
                    <a:pt x="270873" y="298270"/>
                  </a:lnTo>
                  <a:lnTo>
                    <a:pt x="274976" y="294918"/>
                  </a:lnTo>
                  <a:lnTo>
                    <a:pt x="278970" y="291437"/>
                  </a:lnTo>
                  <a:lnTo>
                    <a:pt x="282852" y="287831"/>
                  </a:lnTo>
                  <a:lnTo>
                    <a:pt x="286618" y="284104"/>
                  </a:lnTo>
                  <a:lnTo>
                    <a:pt x="290264" y="280259"/>
                  </a:lnTo>
                  <a:lnTo>
                    <a:pt x="293786" y="276301"/>
                  </a:lnTo>
                  <a:lnTo>
                    <a:pt x="297181" y="272233"/>
                  </a:lnTo>
                  <a:lnTo>
                    <a:pt x="300445" y="268060"/>
                  </a:lnTo>
                  <a:lnTo>
                    <a:pt x="303576" y="263785"/>
                  </a:lnTo>
                  <a:lnTo>
                    <a:pt x="306569" y="259414"/>
                  </a:lnTo>
                  <a:lnTo>
                    <a:pt x="309423" y="254949"/>
                  </a:lnTo>
                  <a:lnTo>
                    <a:pt x="312133" y="250397"/>
                  </a:lnTo>
                  <a:lnTo>
                    <a:pt x="314698" y="245760"/>
                  </a:lnTo>
                  <a:lnTo>
                    <a:pt x="317114" y="241045"/>
                  </a:lnTo>
                  <a:lnTo>
                    <a:pt x="319380" y="236256"/>
                  </a:lnTo>
                  <a:lnTo>
                    <a:pt x="321493" y="231397"/>
                  </a:lnTo>
                  <a:lnTo>
                    <a:pt x="323451" y="226474"/>
                  </a:lnTo>
                  <a:lnTo>
                    <a:pt x="325252" y="221491"/>
                  </a:lnTo>
                  <a:lnTo>
                    <a:pt x="326895" y="216454"/>
                  </a:lnTo>
                  <a:lnTo>
                    <a:pt x="328376" y="211367"/>
                  </a:lnTo>
                  <a:lnTo>
                    <a:pt x="329696" y="206235"/>
                  </a:lnTo>
                  <a:lnTo>
                    <a:pt x="330853" y="201065"/>
                  </a:lnTo>
                  <a:lnTo>
                    <a:pt x="331845" y="195860"/>
                  </a:lnTo>
                  <a:lnTo>
                    <a:pt x="332671" y="190626"/>
                  </a:lnTo>
                  <a:lnTo>
                    <a:pt x="333331" y="185369"/>
                  </a:lnTo>
                  <a:lnTo>
                    <a:pt x="333825" y="180094"/>
                  </a:lnTo>
                  <a:lnTo>
                    <a:pt x="334151" y="174806"/>
                  </a:lnTo>
                  <a:lnTo>
                    <a:pt x="334309" y="169510"/>
                  </a:lnTo>
                  <a:lnTo>
                    <a:pt x="334299" y="164211"/>
                  </a:lnTo>
                  <a:lnTo>
                    <a:pt x="334122" y="158916"/>
                  </a:lnTo>
                  <a:lnTo>
                    <a:pt x="333776" y="153629"/>
                  </a:lnTo>
                  <a:lnTo>
                    <a:pt x="333264" y="148355"/>
                  </a:lnTo>
                  <a:lnTo>
                    <a:pt x="332584" y="143101"/>
                  </a:lnTo>
                  <a:lnTo>
                    <a:pt x="331738" y="137870"/>
                  </a:lnTo>
                  <a:lnTo>
                    <a:pt x="330727" y="132669"/>
                  </a:lnTo>
                  <a:lnTo>
                    <a:pt x="329552" y="127503"/>
                  </a:lnTo>
                  <a:lnTo>
                    <a:pt x="328213" y="122377"/>
                  </a:lnTo>
                  <a:lnTo>
                    <a:pt x="326713" y="117295"/>
                  </a:lnTo>
                  <a:lnTo>
                    <a:pt x="325052" y="112264"/>
                  </a:lnTo>
                  <a:lnTo>
                    <a:pt x="323233" y="107288"/>
                  </a:lnTo>
                  <a:lnTo>
                    <a:pt x="321257" y="102371"/>
                  </a:lnTo>
                  <a:lnTo>
                    <a:pt x="319126" y="97520"/>
                  </a:lnTo>
                  <a:lnTo>
                    <a:pt x="316843" y="92739"/>
                  </a:lnTo>
                  <a:lnTo>
                    <a:pt x="314409" y="88033"/>
                  </a:lnTo>
                  <a:lnTo>
                    <a:pt x="311827" y="83406"/>
                  </a:lnTo>
                  <a:lnTo>
                    <a:pt x="309100" y="78864"/>
                  </a:lnTo>
                  <a:lnTo>
                    <a:pt x="306230" y="74410"/>
                  </a:lnTo>
                  <a:lnTo>
                    <a:pt x="303221" y="70049"/>
                  </a:lnTo>
                  <a:lnTo>
                    <a:pt x="300075" y="65786"/>
                  </a:lnTo>
                  <a:lnTo>
                    <a:pt x="296795" y="61625"/>
                  </a:lnTo>
                  <a:lnTo>
                    <a:pt x="293385" y="57569"/>
                  </a:lnTo>
                  <a:lnTo>
                    <a:pt x="289849" y="53624"/>
                  </a:lnTo>
                  <a:lnTo>
                    <a:pt x="286189" y="49793"/>
                  </a:lnTo>
                  <a:lnTo>
                    <a:pt x="282409" y="46080"/>
                  </a:lnTo>
                  <a:lnTo>
                    <a:pt x="278514" y="42488"/>
                  </a:lnTo>
                  <a:lnTo>
                    <a:pt x="274507" y="39022"/>
                  </a:lnTo>
                  <a:lnTo>
                    <a:pt x="270392" y="35684"/>
                  </a:lnTo>
                  <a:lnTo>
                    <a:pt x="266173" y="32479"/>
                  </a:lnTo>
                  <a:lnTo>
                    <a:pt x="261855" y="29408"/>
                  </a:lnTo>
                  <a:lnTo>
                    <a:pt x="257442" y="26477"/>
                  </a:lnTo>
                  <a:lnTo>
                    <a:pt x="252938" y="23686"/>
                  </a:lnTo>
                  <a:lnTo>
                    <a:pt x="248348" y="21040"/>
                  </a:lnTo>
                  <a:lnTo>
                    <a:pt x="243676" y="18540"/>
                  </a:lnTo>
                  <a:lnTo>
                    <a:pt x="238927" y="16190"/>
                  </a:lnTo>
                  <a:lnTo>
                    <a:pt x="234107" y="13991"/>
                  </a:lnTo>
                  <a:lnTo>
                    <a:pt x="229219" y="11946"/>
                  </a:lnTo>
                  <a:lnTo>
                    <a:pt x="224269" y="10058"/>
                  </a:lnTo>
                  <a:lnTo>
                    <a:pt x="219261" y="8327"/>
                  </a:lnTo>
                  <a:lnTo>
                    <a:pt x="214201" y="6755"/>
                  </a:lnTo>
                  <a:lnTo>
                    <a:pt x="209094" y="5345"/>
                  </a:lnTo>
                  <a:lnTo>
                    <a:pt x="203944" y="4097"/>
                  </a:lnTo>
                  <a:lnTo>
                    <a:pt x="198758" y="3013"/>
                  </a:lnTo>
                  <a:lnTo>
                    <a:pt x="193540" y="2094"/>
                  </a:lnTo>
                  <a:lnTo>
                    <a:pt x="188296" y="1341"/>
                  </a:lnTo>
                  <a:lnTo>
                    <a:pt x="183030" y="755"/>
                  </a:lnTo>
                  <a:lnTo>
                    <a:pt x="177748" y="335"/>
                  </a:lnTo>
                  <a:lnTo>
                    <a:pt x="172456" y="83"/>
                  </a:lnTo>
                  <a:lnTo>
                    <a:pt x="167158" y="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797347" y="5269756"/>
              <a:ext cx="167153" cy="169312"/>
            </a:xfrm>
            <a:custGeom>
              <a:avLst/>
              <a:pathLst>
                <a:path w="167153" h="169312">
                  <a:moveTo>
                    <a:pt x="167153" y="0"/>
                  </a:moveTo>
                  <a:lnTo>
                    <a:pt x="161751" y="87"/>
                  </a:lnTo>
                  <a:lnTo>
                    <a:pt x="156355" y="349"/>
                  </a:lnTo>
                  <a:lnTo>
                    <a:pt x="150971" y="785"/>
                  </a:lnTo>
                  <a:lnTo>
                    <a:pt x="145603" y="1394"/>
                  </a:lnTo>
                  <a:lnTo>
                    <a:pt x="140257" y="2177"/>
                  </a:lnTo>
                  <a:lnTo>
                    <a:pt x="134940" y="3133"/>
                  </a:lnTo>
                  <a:lnTo>
                    <a:pt x="129656" y="4259"/>
                  </a:lnTo>
                  <a:lnTo>
                    <a:pt x="124412" y="5556"/>
                  </a:lnTo>
                  <a:lnTo>
                    <a:pt x="119212" y="7021"/>
                  </a:lnTo>
                  <a:lnTo>
                    <a:pt x="114062" y="8654"/>
                  </a:lnTo>
                  <a:lnTo>
                    <a:pt x="108968" y="10453"/>
                  </a:lnTo>
                  <a:lnTo>
                    <a:pt x="103934" y="12415"/>
                  </a:lnTo>
                  <a:lnTo>
                    <a:pt x="98967" y="14538"/>
                  </a:lnTo>
                  <a:lnTo>
                    <a:pt x="94070" y="16821"/>
                  </a:lnTo>
                  <a:lnTo>
                    <a:pt x="89250" y="19261"/>
                  </a:lnTo>
                  <a:lnTo>
                    <a:pt x="84512" y="21856"/>
                  </a:lnTo>
                  <a:lnTo>
                    <a:pt x="79859" y="24602"/>
                  </a:lnTo>
                  <a:lnTo>
                    <a:pt x="75298" y="27497"/>
                  </a:lnTo>
                  <a:lnTo>
                    <a:pt x="70833" y="30538"/>
                  </a:lnTo>
                  <a:lnTo>
                    <a:pt x="66468" y="33722"/>
                  </a:lnTo>
                  <a:lnTo>
                    <a:pt x="62209" y="37045"/>
                  </a:lnTo>
                  <a:lnTo>
                    <a:pt x="58059" y="40504"/>
                  </a:lnTo>
                  <a:lnTo>
                    <a:pt x="54023" y="44096"/>
                  </a:lnTo>
                  <a:lnTo>
                    <a:pt x="50105" y="47816"/>
                  </a:lnTo>
                  <a:lnTo>
                    <a:pt x="46310" y="51660"/>
                  </a:lnTo>
                  <a:lnTo>
                    <a:pt x="42641" y="55625"/>
                  </a:lnTo>
                  <a:lnTo>
                    <a:pt x="39101" y="59707"/>
                  </a:lnTo>
                  <a:lnTo>
                    <a:pt x="35696" y="63901"/>
                  </a:lnTo>
                  <a:lnTo>
                    <a:pt x="32428" y="68203"/>
                  </a:lnTo>
                  <a:lnTo>
                    <a:pt x="29300" y="72608"/>
                  </a:lnTo>
                  <a:lnTo>
                    <a:pt x="26317" y="77111"/>
                  </a:lnTo>
                  <a:lnTo>
                    <a:pt x="23480" y="81709"/>
                  </a:lnTo>
                  <a:lnTo>
                    <a:pt x="20794" y="86397"/>
                  </a:lnTo>
                  <a:lnTo>
                    <a:pt x="18260" y="91168"/>
                  </a:lnTo>
                  <a:lnTo>
                    <a:pt x="15882" y="96019"/>
                  </a:lnTo>
                  <a:lnTo>
                    <a:pt x="13662" y="100944"/>
                  </a:lnTo>
                  <a:lnTo>
                    <a:pt x="11602" y="105939"/>
                  </a:lnTo>
                  <a:lnTo>
                    <a:pt x="9705" y="110997"/>
                  </a:lnTo>
                  <a:lnTo>
                    <a:pt x="7972" y="116114"/>
                  </a:lnTo>
                  <a:lnTo>
                    <a:pt x="6406" y="121284"/>
                  </a:lnTo>
                  <a:lnTo>
                    <a:pt x="5007" y="126503"/>
                  </a:lnTo>
                  <a:lnTo>
                    <a:pt x="3778" y="131763"/>
                  </a:lnTo>
                  <a:lnTo>
                    <a:pt x="2719" y="137061"/>
                  </a:lnTo>
                  <a:lnTo>
                    <a:pt x="1832" y="142390"/>
                  </a:lnTo>
                  <a:lnTo>
                    <a:pt x="1118" y="147745"/>
                  </a:lnTo>
                  <a:lnTo>
                    <a:pt x="577" y="153120"/>
                  </a:lnTo>
                  <a:lnTo>
                    <a:pt x="210" y="158510"/>
                  </a:lnTo>
                  <a:lnTo>
                    <a:pt x="17" y="163909"/>
                  </a:lnTo>
                  <a:lnTo>
                    <a:pt x="0" y="169312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797347" y="5269756"/>
              <a:ext cx="334302" cy="334334"/>
            </a:xfrm>
            <a:custGeom>
              <a:avLst/>
              <a:pathLst>
                <a:path w="334302" h="334334">
                  <a:moveTo>
                    <a:pt x="0" y="169312"/>
                  </a:moveTo>
                  <a:lnTo>
                    <a:pt x="152" y="174617"/>
                  </a:lnTo>
                  <a:lnTo>
                    <a:pt x="473" y="179916"/>
                  </a:lnTo>
                  <a:lnTo>
                    <a:pt x="961" y="185201"/>
                  </a:lnTo>
                  <a:lnTo>
                    <a:pt x="1618" y="190468"/>
                  </a:lnTo>
                  <a:lnTo>
                    <a:pt x="2441" y="195712"/>
                  </a:lnTo>
                  <a:lnTo>
                    <a:pt x="3430" y="200927"/>
                  </a:lnTo>
                  <a:lnTo>
                    <a:pt x="4585" y="206108"/>
                  </a:lnTo>
                  <a:lnTo>
                    <a:pt x="5903" y="211250"/>
                  </a:lnTo>
                  <a:lnTo>
                    <a:pt x="7384" y="216347"/>
                  </a:lnTo>
                  <a:lnTo>
                    <a:pt x="9026" y="221395"/>
                  </a:lnTo>
                  <a:lnTo>
                    <a:pt x="10827" y="226388"/>
                  </a:lnTo>
                  <a:lnTo>
                    <a:pt x="12786" y="231321"/>
                  </a:lnTo>
                  <a:lnTo>
                    <a:pt x="14901" y="236189"/>
                  </a:lnTo>
                  <a:lnTo>
                    <a:pt x="17169" y="240988"/>
                  </a:lnTo>
                  <a:lnTo>
                    <a:pt x="19588" y="245713"/>
                  </a:lnTo>
                  <a:lnTo>
                    <a:pt x="22156" y="250358"/>
                  </a:lnTo>
                  <a:lnTo>
                    <a:pt x="24870" y="254920"/>
                  </a:lnTo>
                  <a:lnTo>
                    <a:pt x="27728" y="259393"/>
                  </a:lnTo>
                  <a:lnTo>
                    <a:pt x="30726" y="263773"/>
                  </a:lnTo>
                  <a:lnTo>
                    <a:pt x="33862" y="268055"/>
                  </a:lnTo>
                  <a:lnTo>
                    <a:pt x="37133" y="272236"/>
                  </a:lnTo>
                  <a:lnTo>
                    <a:pt x="40534" y="276311"/>
                  </a:lnTo>
                  <a:lnTo>
                    <a:pt x="44063" y="280276"/>
                  </a:lnTo>
                  <a:lnTo>
                    <a:pt x="47716" y="284127"/>
                  </a:lnTo>
                  <a:lnTo>
                    <a:pt x="51490" y="287860"/>
                  </a:lnTo>
                  <a:lnTo>
                    <a:pt x="55380" y="291472"/>
                  </a:lnTo>
                  <a:lnTo>
                    <a:pt x="59382" y="294957"/>
                  </a:lnTo>
                  <a:lnTo>
                    <a:pt x="63494" y="298315"/>
                  </a:lnTo>
                  <a:lnTo>
                    <a:pt x="67710" y="301540"/>
                  </a:lnTo>
                  <a:lnTo>
                    <a:pt x="72026" y="304629"/>
                  </a:lnTo>
                  <a:lnTo>
                    <a:pt x="76438" y="307580"/>
                  </a:lnTo>
                  <a:lnTo>
                    <a:pt x="80942" y="310389"/>
                  </a:lnTo>
                  <a:lnTo>
                    <a:pt x="85532" y="313054"/>
                  </a:lnTo>
                  <a:lnTo>
                    <a:pt x="90205" y="315572"/>
                  </a:lnTo>
                  <a:lnTo>
                    <a:pt x="94956" y="317940"/>
                  </a:lnTo>
                  <a:lnTo>
                    <a:pt x="99779" y="320156"/>
                  </a:lnTo>
                  <a:lnTo>
                    <a:pt x="104670" y="322218"/>
                  </a:lnTo>
                  <a:lnTo>
                    <a:pt x="109624" y="324124"/>
                  </a:lnTo>
                  <a:lnTo>
                    <a:pt x="114636" y="325871"/>
                  </a:lnTo>
                  <a:lnTo>
                    <a:pt x="119701" y="327458"/>
                  </a:lnTo>
                  <a:lnTo>
                    <a:pt x="124814" y="328884"/>
                  </a:lnTo>
                  <a:lnTo>
                    <a:pt x="129970" y="330147"/>
                  </a:lnTo>
                  <a:lnTo>
                    <a:pt x="135163" y="331245"/>
                  </a:lnTo>
                  <a:lnTo>
                    <a:pt x="140388" y="332178"/>
                  </a:lnTo>
                  <a:lnTo>
                    <a:pt x="145641" y="332944"/>
                  </a:lnTo>
                  <a:lnTo>
                    <a:pt x="150915" y="333544"/>
                  </a:lnTo>
                  <a:lnTo>
                    <a:pt x="156205" y="333975"/>
                  </a:lnTo>
                  <a:lnTo>
                    <a:pt x="161507" y="334239"/>
                  </a:lnTo>
                  <a:lnTo>
                    <a:pt x="166814" y="334334"/>
                  </a:lnTo>
                  <a:lnTo>
                    <a:pt x="172121" y="334261"/>
                  </a:lnTo>
                  <a:lnTo>
                    <a:pt x="177424" y="334019"/>
                  </a:lnTo>
                  <a:lnTo>
                    <a:pt x="182716" y="333608"/>
                  </a:lnTo>
                  <a:lnTo>
                    <a:pt x="187992" y="333030"/>
                  </a:lnTo>
                  <a:lnTo>
                    <a:pt x="193247" y="332285"/>
                  </a:lnTo>
                  <a:lnTo>
                    <a:pt x="198477" y="331374"/>
                  </a:lnTo>
                  <a:lnTo>
                    <a:pt x="203674" y="330296"/>
                  </a:lnTo>
                  <a:lnTo>
                    <a:pt x="208835" y="329055"/>
                  </a:lnTo>
                  <a:lnTo>
                    <a:pt x="213953" y="327650"/>
                  </a:lnTo>
                  <a:lnTo>
                    <a:pt x="219025" y="326083"/>
                  </a:lnTo>
                  <a:lnTo>
                    <a:pt x="224044" y="324356"/>
                  </a:lnTo>
                  <a:lnTo>
                    <a:pt x="229006" y="322470"/>
                  </a:lnTo>
                  <a:lnTo>
                    <a:pt x="233905" y="320428"/>
                  </a:lnTo>
                  <a:lnTo>
                    <a:pt x="238738" y="318232"/>
                  </a:lnTo>
                  <a:lnTo>
                    <a:pt x="243498" y="315883"/>
                  </a:lnTo>
                  <a:lnTo>
                    <a:pt x="248181" y="313384"/>
                  </a:lnTo>
                  <a:lnTo>
                    <a:pt x="252782" y="310738"/>
                  </a:lnTo>
                  <a:lnTo>
                    <a:pt x="257297" y="307947"/>
                  </a:lnTo>
                  <a:lnTo>
                    <a:pt x="261721" y="305014"/>
                  </a:lnTo>
                  <a:lnTo>
                    <a:pt x="266050" y="301942"/>
                  </a:lnTo>
                  <a:lnTo>
                    <a:pt x="270279" y="298735"/>
                  </a:lnTo>
                  <a:lnTo>
                    <a:pt x="274404" y="295394"/>
                  </a:lnTo>
                  <a:lnTo>
                    <a:pt x="278421" y="291925"/>
                  </a:lnTo>
                  <a:lnTo>
                    <a:pt x="282326" y="288329"/>
                  </a:lnTo>
                  <a:lnTo>
                    <a:pt x="286114" y="284611"/>
                  </a:lnTo>
                  <a:lnTo>
                    <a:pt x="289783" y="280775"/>
                  </a:lnTo>
                  <a:lnTo>
                    <a:pt x="293328" y="276825"/>
                  </a:lnTo>
                  <a:lnTo>
                    <a:pt x="296746" y="272764"/>
                  </a:lnTo>
                  <a:lnTo>
                    <a:pt x="300033" y="268596"/>
                  </a:lnTo>
                  <a:lnTo>
                    <a:pt x="303186" y="264326"/>
                  </a:lnTo>
                  <a:lnTo>
                    <a:pt x="306202" y="259958"/>
                  </a:lnTo>
                  <a:lnTo>
                    <a:pt x="309078" y="255497"/>
                  </a:lnTo>
                  <a:lnTo>
                    <a:pt x="311811" y="250947"/>
                  </a:lnTo>
                  <a:lnTo>
                    <a:pt x="314398" y="246312"/>
                  </a:lnTo>
                  <a:lnTo>
                    <a:pt x="316837" y="241597"/>
                  </a:lnTo>
                  <a:lnTo>
                    <a:pt x="319124" y="236807"/>
                  </a:lnTo>
                  <a:lnTo>
                    <a:pt x="321259" y="231947"/>
                  </a:lnTo>
                  <a:lnTo>
                    <a:pt x="323238" y="227022"/>
                  </a:lnTo>
                  <a:lnTo>
                    <a:pt x="325059" y="222036"/>
                  </a:lnTo>
                  <a:lnTo>
                    <a:pt x="326722" y="216996"/>
                  </a:lnTo>
                  <a:lnTo>
                    <a:pt x="328223" y="211904"/>
                  </a:lnTo>
                  <a:lnTo>
                    <a:pt x="329562" y="206768"/>
                  </a:lnTo>
                  <a:lnTo>
                    <a:pt x="330738" y="201592"/>
                  </a:lnTo>
                  <a:lnTo>
                    <a:pt x="331748" y="196381"/>
                  </a:lnTo>
                  <a:lnTo>
                    <a:pt x="332593" y="191141"/>
                  </a:lnTo>
                  <a:lnTo>
                    <a:pt x="333270" y="185876"/>
                  </a:lnTo>
                  <a:lnTo>
                    <a:pt x="333781" y="180593"/>
                  </a:lnTo>
                  <a:lnTo>
                    <a:pt x="334123" y="175296"/>
                  </a:lnTo>
                  <a:lnTo>
                    <a:pt x="334297" y="169991"/>
                  </a:lnTo>
                  <a:lnTo>
                    <a:pt x="334302" y="164683"/>
                  </a:lnTo>
                  <a:lnTo>
                    <a:pt x="334139" y="159377"/>
                  </a:lnTo>
                  <a:lnTo>
                    <a:pt x="333808" y="154080"/>
                  </a:lnTo>
                  <a:lnTo>
                    <a:pt x="333308" y="148795"/>
                  </a:lnTo>
                  <a:lnTo>
                    <a:pt x="332641" y="143529"/>
                  </a:lnTo>
                  <a:lnTo>
                    <a:pt x="331807" y="138287"/>
                  </a:lnTo>
                  <a:lnTo>
                    <a:pt x="330807" y="133074"/>
                  </a:lnTo>
                  <a:lnTo>
                    <a:pt x="329642" y="127896"/>
                  </a:lnTo>
                  <a:lnTo>
                    <a:pt x="328314" y="122757"/>
                  </a:lnTo>
                  <a:lnTo>
                    <a:pt x="326822" y="117663"/>
                  </a:lnTo>
                  <a:lnTo>
                    <a:pt x="325170" y="112618"/>
                  </a:lnTo>
                  <a:lnTo>
                    <a:pt x="323359" y="107629"/>
                  </a:lnTo>
                  <a:lnTo>
                    <a:pt x="321390" y="102700"/>
                  </a:lnTo>
                  <a:lnTo>
                    <a:pt x="319265" y="97835"/>
                  </a:lnTo>
                  <a:lnTo>
                    <a:pt x="316987" y="93041"/>
                  </a:lnTo>
                  <a:lnTo>
                    <a:pt x="314559" y="88321"/>
                  </a:lnTo>
                  <a:lnTo>
                    <a:pt x="311981" y="83681"/>
                  </a:lnTo>
                  <a:lnTo>
                    <a:pt x="309257" y="79125"/>
                  </a:lnTo>
                  <a:lnTo>
                    <a:pt x="306391" y="74658"/>
                  </a:lnTo>
                  <a:lnTo>
                    <a:pt x="303383" y="70284"/>
                  </a:lnTo>
                  <a:lnTo>
                    <a:pt x="300239" y="66008"/>
                  </a:lnTo>
                  <a:lnTo>
                    <a:pt x="296960" y="61834"/>
                  </a:lnTo>
                  <a:lnTo>
                    <a:pt x="293551" y="57766"/>
                  </a:lnTo>
                  <a:lnTo>
                    <a:pt x="290013" y="53808"/>
                  </a:lnTo>
                  <a:lnTo>
                    <a:pt x="286353" y="49964"/>
                  </a:lnTo>
                  <a:lnTo>
                    <a:pt x="282571" y="46239"/>
                  </a:lnTo>
                  <a:lnTo>
                    <a:pt x="278674" y="42636"/>
                  </a:lnTo>
                  <a:lnTo>
                    <a:pt x="274664" y="39158"/>
                  </a:lnTo>
                  <a:lnTo>
                    <a:pt x="270546" y="35809"/>
                  </a:lnTo>
                  <a:lnTo>
                    <a:pt x="266323" y="32593"/>
                  </a:lnTo>
                  <a:lnTo>
                    <a:pt x="262001" y="29512"/>
                  </a:lnTo>
                  <a:lnTo>
                    <a:pt x="257583" y="26570"/>
                  </a:lnTo>
                  <a:lnTo>
                    <a:pt x="253073" y="23770"/>
                  </a:lnTo>
                  <a:lnTo>
                    <a:pt x="248477" y="21114"/>
                  </a:lnTo>
                  <a:lnTo>
                    <a:pt x="243799" y="18606"/>
                  </a:lnTo>
                  <a:lnTo>
                    <a:pt x="239044" y="16248"/>
                  </a:lnTo>
                  <a:lnTo>
                    <a:pt x="234217" y="14041"/>
                  </a:lnTo>
                  <a:lnTo>
                    <a:pt x="229321" y="11989"/>
                  </a:lnTo>
                  <a:lnTo>
                    <a:pt x="224363" y="10094"/>
                  </a:lnTo>
                  <a:lnTo>
                    <a:pt x="219348" y="8357"/>
                  </a:lnTo>
                  <a:lnTo>
                    <a:pt x="214279" y="6780"/>
                  </a:lnTo>
                  <a:lnTo>
                    <a:pt x="209164" y="5364"/>
                  </a:lnTo>
                  <a:lnTo>
                    <a:pt x="204005" y="4112"/>
                  </a:lnTo>
                  <a:lnTo>
                    <a:pt x="198810" y="3024"/>
                  </a:lnTo>
                  <a:lnTo>
                    <a:pt x="193583" y="2102"/>
                  </a:lnTo>
                  <a:lnTo>
                    <a:pt x="188329" y="1346"/>
                  </a:lnTo>
                  <a:lnTo>
                    <a:pt x="183054" y="757"/>
                  </a:lnTo>
                  <a:lnTo>
                    <a:pt x="177762" y="336"/>
                  </a:lnTo>
                  <a:lnTo>
                    <a:pt x="172460" y="84"/>
                  </a:lnTo>
                  <a:lnTo>
                    <a:pt x="167153" y="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47355" y="5399291"/>
              <a:ext cx="38860" cy="167167"/>
            </a:xfrm>
            <a:custGeom>
              <a:avLst/>
              <a:pathLst>
                <a:path w="38860" h="167167">
                  <a:moveTo>
                    <a:pt x="38860" y="0"/>
                  </a:moveTo>
                  <a:lnTo>
                    <a:pt x="32325" y="127"/>
                  </a:lnTo>
                  <a:lnTo>
                    <a:pt x="25800" y="510"/>
                  </a:lnTo>
                  <a:lnTo>
                    <a:pt x="19295" y="1148"/>
                  </a:lnTo>
                  <a:lnTo>
                    <a:pt x="12820" y="2040"/>
                  </a:lnTo>
                  <a:lnTo>
                    <a:pt x="6385" y="3184"/>
                  </a:lnTo>
                  <a:lnTo>
                    <a:pt x="0" y="4579"/>
                  </a:lnTo>
                  <a:lnTo>
                    <a:pt x="3886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47355" y="5403871"/>
              <a:ext cx="38860" cy="162587"/>
            </a:xfrm>
            <a:custGeom>
              <a:avLst/>
              <a:pathLst>
                <a:path w="38860" h="162587">
                  <a:moveTo>
                    <a:pt x="0" y="0"/>
                  </a:moveTo>
                  <a:lnTo>
                    <a:pt x="38860" y="16258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319054" y="5403871"/>
              <a:ext cx="334318" cy="329755"/>
            </a:xfrm>
            <a:custGeom>
              <a:avLst/>
              <a:pathLst>
                <a:path w="334318" h="329755">
                  <a:moveTo>
                    <a:pt x="128300" y="0"/>
                  </a:moveTo>
                  <a:lnTo>
                    <a:pt x="123181" y="1309"/>
                  </a:lnTo>
                  <a:lnTo>
                    <a:pt x="118106" y="2779"/>
                  </a:lnTo>
                  <a:lnTo>
                    <a:pt x="113080" y="4410"/>
                  </a:lnTo>
                  <a:lnTo>
                    <a:pt x="108108" y="6198"/>
                  </a:lnTo>
                  <a:lnTo>
                    <a:pt x="103194" y="8142"/>
                  </a:lnTo>
                  <a:lnTo>
                    <a:pt x="98345" y="10241"/>
                  </a:lnTo>
                  <a:lnTo>
                    <a:pt x="93565" y="12492"/>
                  </a:lnTo>
                  <a:lnTo>
                    <a:pt x="88858" y="14893"/>
                  </a:lnTo>
                  <a:lnTo>
                    <a:pt x="84229" y="17442"/>
                  </a:lnTo>
                  <a:lnTo>
                    <a:pt x="79683" y="20135"/>
                  </a:lnTo>
                  <a:lnTo>
                    <a:pt x="75225" y="22971"/>
                  </a:lnTo>
                  <a:lnTo>
                    <a:pt x="70858" y="25946"/>
                  </a:lnTo>
                  <a:lnTo>
                    <a:pt x="66588" y="29058"/>
                  </a:lnTo>
                  <a:lnTo>
                    <a:pt x="62418" y="32304"/>
                  </a:lnTo>
                  <a:lnTo>
                    <a:pt x="58352" y="35679"/>
                  </a:lnTo>
                  <a:lnTo>
                    <a:pt x="54396" y="39181"/>
                  </a:lnTo>
                  <a:lnTo>
                    <a:pt x="50552" y="42807"/>
                  </a:lnTo>
                  <a:lnTo>
                    <a:pt x="46825" y="46552"/>
                  </a:lnTo>
                  <a:lnTo>
                    <a:pt x="43218" y="50413"/>
                  </a:lnTo>
                  <a:lnTo>
                    <a:pt x="39734" y="54387"/>
                  </a:lnTo>
                  <a:lnTo>
                    <a:pt x="36378" y="58468"/>
                  </a:lnTo>
                  <a:lnTo>
                    <a:pt x="33153" y="62653"/>
                  </a:lnTo>
                  <a:lnTo>
                    <a:pt x="30061" y="66938"/>
                  </a:lnTo>
                  <a:lnTo>
                    <a:pt x="27107" y="71319"/>
                  </a:lnTo>
                  <a:lnTo>
                    <a:pt x="24292" y="75791"/>
                  </a:lnTo>
                  <a:lnTo>
                    <a:pt x="21621" y="80350"/>
                  </a:lnTo>
                  <a:lnTo>
                    <a:pt x="19094" y="84991"/>
                  </a:lnTo>
                  <a:lnTo>
                    <a:pt x="16716" y="89709"/>
                  </a:lnTo>
                  <a:lnTo>
                    <a:pt x="14488" y="94500"/>
                  </a:lnTo>
                  <a:lnTo>
                    <a:pt x="12412" y="99360"/>
                  </a:lnTo>
                  <a:lnTo>
                    <a:pt x="10491" y="104282"/>
                  </a:lnTo>
                  <a:lnTo>
                    <a:pt x="8727" y="109263"/>
                  </a:lnTo>
                  <a:lnTo>
                    <a:pt x="7120" y="114296"/>
                  </a:lnTo>
                  <a:lnTo>
                    <a:pt x="5674" y="119379"/>
                  </a:lnTo>
                  <a:lnTo>
                    <a:pt x="4389" y="124504"/>
                  </a:lnTo>
                  <a:lnTo>
                    <a:pt x="3267" y="129667"/>
                  </a:lnTo>
                  <a:lnTo>
                    <a:pt x="2308" y="134864"/>
                  </a:lnTo>
                  <a:lnTo>
                    <a:pt x="1514" y="140088"/>
                  </a:lnTo>
                  <a:lnTo>
                    <a:pt x="886" y="145334"/>
                  </a:lnTo>
                  <a:lnTo>
                    <a:pt x="424" y="150598"/>
                  </a:lnTo>
                  <a:lnTo>
                    <a:pt x="128" y="155873"/>
                  </a:lnTo>
                  <a:lnTo>
                    <a:pt x="0" y="161156"/>
                  </a:lnTo>
                  <a:lnTo>
                    <a:pt x="38" y="166440"/>
                  </a:lnTo>
                  <a:lnTo>
                    <a:pt x="243" y="171720"/>
                  </a:lnTo>
                  <a:lnTo>
                    <a:pt x="615" y="176990"/>
                  </a:lnTo>
                  <a:lnTo>
                    <a:pt x="1153" y="182247"/>
                  </a:lnTo>
                  <a:lnTo>
                    <a:pt x="1858" y="187484"/>
                  </a:lnTo>
                  <a:lnTo>
                    <a:pt x="2727" y="192696"/>
                  </a:lnTo>
                  <a:lnTo>
                    <a:pt x="3761" y="197877"/>
                  </a:lnTo>
                  <a:lnTo>
                    <a:pt x="4958" y="203024"/>
                  </a:lnTo>
                  <a:lnTo>
                    <a:pt x="6317" y="208130"/>
                  </a:lnTo>
                  <a:lnTo>
                    <a:pt x="7837" y="213191"/>
                  </a:lnTo>
                  <a:lnTo>
                    <a:pt x="9515" y="218201"/>
                  </a:lnTo>
                  <a:lnTo>
                    <a:pt x="11352" y="223156"/>
                  </a:lnTo>
                  <a:lnTo>
                    <a:pt x="13344" y="228050"/>
                  </a:lnTo>
                  <a:lnTo>
                    <a:pt x="15490" y="232878"/>
                  </a:lnTo>
                  <a:lnTo>
                    <a:pt x="17787" y="237637"/>
                  </a:lnTo>
                  <a:lnTo>
                    <a:pt x="20234" y="242320"/>
                  </a:lnTo>
                  <a:lnTo>
                    <a:pt x="22827" y="246924"/>
                  </a:lnTo>
                  <a:lnTo>
                    <a:pt x="25564" y="251443"/>
                  </a:lnTo>
                  <a:lnTo>
                    <a:pt x="28443" y="255874"/>
                  </a:lnTo>
                  <a:lnTo>
                    <a:pt x="31461" y="260212"/>
                  </a:lnTo>
                  <a:lnTo>
                    <a:pt x="34614" y="264452"/>
                  </a:lnTo>
                  <a:lnTo>
                    <a:pt x="37900" y="268590"/>
                  </a:lnTo>
                  <a:lnTo>
                    <a:pt x="41315" y="272622"/>
                  </a:lnTo>
                  <a:lnTo>
                    <a:pt x="44855" y="276545"/>
                  </a:lnTo>
                  <a:lnTo>
                    <a:pt x="48518" y="280353"/>
                  </a:lnTo>
                  <a:lnTo>
                    <a:pt x="52299" y="284044"/>
                  </a:lnTo>
                  <a:lnTo>
                    <a:pt x="56195" y="287613"/>
                  </a:lnTo>
                  <a:lnTo>
                    <a:pt x="60202" y="291058"/>
                  </a:lnTo>
                  <a:lnTo>
                    <a:pt x="64316" y="294374"/>
                  </a:lnTo>
                  <a:lnTo>
                    <a:pt x="68532" y="297559"/>
                  </a:lnTo>
                  <a:lnTo>
                    <a:pt x="72847" y="300609"/>
                  </a:lnTo>
                  <a:lnTo>
                    <a:pt x="77256" y="303520"/>
                  </a:lnTo>
                  <a:lnTo>
                    <a:pt x="81755" y="306291"/>
                  </a:lnTo>
                  <a:lnTo>
                    <a:pt x="86340" y="308919"/>
                  </a:lnTo>
                  <a:lnTo>
                    <a:pt x="91005" y="311400"/>
                  </a:lnTo>
                  <a:lnTo>
                    <a:pt x="95746" y="313733"/>
                  </a:lnTo>
                  <a:lnTo>
                    <a:pt x="100559" y="315914"/>
                  </a:lnTo>
                  <a:lnTo>
                    <a:pt x="105438" y="317943"/>
                  </a:lnTo>
                  <a:lnTo>
                    <a:pt x="110379" y="319816"/>
                  </a:lnTo>
                  <a:lnTo>
                    <a:pt x="115376" y="321532"/>
                  </a:lnTo>
                  <a:lnTo>
                    <a:pt x="120425" y="323089"/>
                  </a:lnTo>
                  <a:lnTo>
                    <a:pt x="125521" y="324486"/>
                  </a:lnTo>
                  <a:lnTo>
                    <a:pt x="130659" y="325721"/>
                  </a:lnTo>
                  <a:lnTo>
                    <a:pt x="135833" y="326793"/>
                  </a:lnTo>
                  <a:lnTo>
                    <a:pt x="141038" y="327701"/>
                  </a:lnTo>
                  <a:lnTo>
                    <a:pt x="146270" y="328444"/>
                  </a:lnTo>
                  <a:lnTo>
                    <a:pt x="151522" y="329022"/>
                  </a:lnTo>
                  <a:lnTo>
                    <a:pt x="156790" y="329433"/>
                  </a:lnTo>
                  <a:lnTo>
                    <a:pt x="162068" y="329677"/>
                  </a:lnTo>
                  <a:lnTo>
                    <a:pt x="167352" y="329755"/>
                  </a:lnTo>
                  <a:lnTo>
                    <a:pt x="172635" y="329665"/>
                  </a:lnTo>
                  <a:lnTo>
                    <a:pt x="177913" y="329409"/>
                  </a:lnTo>
                  <a:lnTo>
                    <a:pt x="183180" y="328986"/>
                  </a:lnTo>
                  <a:lnTo>
                    <a:pt x="188431" y="328396"/>
                  </a:lnTo>
                  <a:lnTo>
                    <a:pt x="193660" y="327641"/>
                  </a:lnTo>
                  <a:lnTo>
                    <a:pt x="198864" y="326721"/>
                  </a:lnTo>
                  <a:lnTo>
                    <a:pt x="204035" y="325637"/>
                  </a:lnTo>
                  <a:lnTo>
                    <a:pt x="209170" y="324390"/>
                  </a:lnTo>
                  <a:lnTo>
                    <a:pt x="214263" y="322982"/>
                  </a:lnTo>
                  <a:lnTo>
                    <a:pt x="219308" y="321413"/>
                  </a:lnTo>
                  <a:lnTo>
                    <a:pt x="224302" y="319686"/>
                  </a:lnTo>
                  <a:lnTo>
                    <a:pt x="229238" y="317801"/>
                  </a:lnTo>
                  <a:lnTo>
                    <a:pt x="234113" y="315762"/>
                  </a:lnTo>
                  <a:lnTo>
                    <a:pt x="238920" y="313569"/>
                  </a:lnTo>
                  <a:lnTo>
                    <a:pt x="243656" y="311226"/>
                  </a:lnTo>
                  <a:lnTo>
                    <a:pt x="248316" y="308734"/>
                  </a:lnTo>
                  <a:lnTo>
                    <a:pt x="252894" y="306096"/>
                  </a:lnTo>
                  <a:lnTo>
                    <a:pt x="257387" y="303315"/>
                  </a:lnTo>
                  <a:lnTo>
                    <a:pt x="261790" y="300393"/>
                  </a:lnTo>
                  <a:lnTo>
                    <a:pt x="266098" y="297333"/>
                  </a:lnTo>
                  <a:lnTo>
                    <a:pt x="270307" y="294139"/>
                  </a:lnTo>
                  <a:lnTo>
                    <a:pt x="274413" y="290813"/>
                  </a:lnTo>
                  <a:lnTo>
                    <a:pt x="278412" y="287360"/>
                  </a:lnTo>
                  <a:lnTo>
                    <a:pt x="282300" y="283781"/>
                  </a:lnTo>
                  <a:lnTo>
                    <a:pt x="286072" y="280082"/>
                  </a:lnTo>
                  <a:lnTo>
                    <a:pt x="289726" y="276265"/>
                  </a:lnTo>
                  <a:lnTo>
                    <a:pt x="293258" y="272335"/>
                  </a:lnTo>
                  <a:lnTo>
                    <a:pt x="296664" y="268294"/>
                  </a:lnTo>
                  <a:lnTo>
                    <a:pt x="299940" y="264149"/>
                  </a:lnTo>
                  <a:lnTo>
                    <a:pt x="303083" y="259902"/>
                  </a:lnTo>
                  <a:lnTo>
                    <a:pt x="306091" y="255557"/>
                  </a:lnTo>
                  <a:lnTo>
                    <a:pt x="308960" y="251120"/>
                  </a:lnTo>
                  <a:lnTo>
                    <a:pt x="311687" y="246594"/>
                  </a:lnTo>
                  <a:lnTo>
                    <a:pt x="314270" y="241984"/>
                  </a:lnTo>
                  <a:lnTo>
                    <a:pt x="316706" y="237295"/>
                  </a:lnTo>
                  <a:lnTo>
                    <a:pt x="318992" y="232532"/>
                  </a:lnTo>
                  <a:lnTo>
                    <a:pt x="321127" y="227698"/>
                  </a:lnTo>
                  <a:lnTo>
                    <a:pt x="323108" y="222800"/>
                  </a:lnTo>
                  <a:lnTo>
                    <a:pt x="324933" y="217841"/>
                  </a:lnTo>
                  <a:lnTo>
                    <a:pt x="326600" y="212827"/>
                  </a:lnTo>
                  <a:lnTo>
                    <a:pt x="328108" y="207763"/>
                  </a:lnTo>
                  <a:lnTo>
                    <a:pt x="329456" y="202654"/>
                  </a:lnTo>
                  <a:lnTo>
                    <a:pt x="330641" y="197504"/>
                  </a:lnTo>
                  <a:lnTo>
                    <a:pt x="331663" y="192320"/>
                  </a:lnTo>
                  <a:lnTo>
                    <a:pt x="332520" y="187106"/>
                  </a:lnTo>
                  <a:lnTo>
                    <a:pt x="333213" y="181868"/>
                  </a:lnTo>
                  <a:lnTo>
                    <a:pt x="333739" y="176610"/>
                  </a:lnTo>
                  <a:lnTo>
                    <a:pt x="334099" y="171338"/>
                  </a:lnTo>
                  <a:lnTo>
                    <a:pt x="334292" y="166058"/>
                  </a:lnTo>
                  <a:lnTo>
                    <a:pt x="334318" y="160774"/>
                  </a:lnTo>
                  <a:lnTo>
                    <a:pt x="334178" y="155492"/>
                  </a:lnTo>
                  <a:lnTo>
                    <a:pt x="333870" y="150217"/>
                  </a:lnTo>
                  <a:lnTo>
                    <a:pt x="333396" y="144954"/>
                  </a:lnTo>
                  <a:lnTo>
                    <a:pt x="332755" y="139709"/>
                  </a:lnTo>
                  <a:lnTo>
                    <a:pt x="331950" y="134487"/>
                  </a:lnTo>
                  <a:lnTo>
                    <a:pt x="330979" y="129293"/>
                  </a:lnTo>
                  <a:lnTo>
                    <a:pt x="329845" y="124132"/>
                  </a:lnTo>
                  <a:lnTo>
                    <a:pt x="328548" y="119010"/>
                  </a:lnTo>
                  <a:lnTo>
                    <a:pt x="327091" y="113931"/>
                  </a:lnTo>
                  <a:lnTo>
                    <a:pt x="325473" y="108901"/>
                  </a:lnTo>
                  <a:lnTo>
                    <a:pt x="323697" y="103924"/>
                  </a:lnTo>
                  <a:lnTo>
                    <a:pt x="321765" y="99006"/>
                  </a:lnTo>
                  <a:lnTo>
                    <a:pt x="319678" y="94152"/>
                  </a:lnTo>
                  <a:lnTo>
                    <a:pt x="317439" y="89366"/>
                  </a:lnTo>
                  <a:lnTo>
                    <a:pt x="315050" y="84653"/>
                  </a:lnTo>
                  <a:lnTo>
                    <a:pt x="312513" y="80018"/>
                  </a:lnTo>
                  <a:lnTo>
                    <a:pt x="309831" y="75465"/>
                  </a:lnTo>
                  <a:lnTo>
                    <a:pt x="307006" y="71000"/>
                  </a:lnTo>
                  <a:lnTo>
                    <a:pt x="304041" y="66626"/>
                  </a:lnTo>
                  <a:lnTo>
                    <a:pt x="300940" y="62348"/>
                  </a:lnTo>
                  <a:lnTo>
                    <a:pt x="297705" y="58170"/>
                  </a:lnTo>
                  <a:lnTo>
                    <a:pt x="294340" y="54096"/>
                  </a:lnTo>
                  <a:lnTo>
                    <a:pt x="290848" y="50131"/>
                  </a:lnTo>
                  <a:lnTo>
                    <a:pt x="287232" y="46278"/>
                  </a:lnTo>
                  <a:lnTo>
                    <a:pt x="283496" y="42541"/>
                  </a:lnTo>
                  <a:lnTo>
                    <a:pt x="279644" y="38924"/>
                  </a:lnTo>
                  <a:lnTo>
                    <a:pt x="275679" y="35431"/>
                  </a:lnTo>
                  <a:lnTo>
                    <a:pt x="271606" y="32065"/>
                  </a:lnTo>
                  <a:lnTo>
                    <a:pt x="267429" y="28829"/>
                  </a:lnTo>
                  <a:lnTo>
                    <a:pt x="263151" y="25727"/>
                  </a:lnTo>
                  <a:lnTo>
                    <a:pt x="258778" y="22762"/>
                  </a:lnTo>
                  <a:lnTo>
                    <a:pt x="254313" y="19936"/>
                  </a:lnTo>
                  <a:lnTo>
                    <a:pt x="249761" y="17253"/>
                  </a:lnTo>
                  <a:lnTo>
                    <a:pt x="245126" y="14715"/>
                  </a:lnTo>
                  <a:lnTo>
                    <a:pt x="240414" y="12325"/>
                  </a:lnTo>
                  <a:lnTo>
                    <a:pt x="235628" y="10084"/>
                  </a:lnTo>
                  <a:lnTo>
                    <a:pt x="230774" y="7997"/>
                  </a:lnTo>
                  <a:lnTo>
                    <a:pt x="225857" y="6063"/>
                  </a:lnTo>
                  <a:lnTo>
                    <a:pt x="220881" y="4287"/>
                  </a:lnTo>
                  <a:lnTo>
                    <a:pt x="215851" y="2668"/>
                  </a:lnTo>
                  <a:lnTo>
                    <a:pt x="210772" y="1209"/>
                  </a:lnTo>
                  <a:lnTo>
                    <a:pt x="167161" y="16258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86215" y="5399291"/>
              <a:ext cx="43611" cy="167167"/>
            </a:xfrm>
            <a:custGeom>
              <a:avLst/>
              <a:pathLst>
                <a:path w="43611" h="167167">
                  <a:moveTo>
                    <a:pt x="43611" y="5788"/>
                  </a:moveTo>
                  <a:lnTo>
                    <a:pt x="37496" y="4259"/>
                  </a:lnTo>
                  <a:lnTo>
                    <a:pt x="31329" y="2961"/>
                  </a:lnTo>
                  <a:lnTo>
                    <a:pt x="25116" y="1897"/>
                  </a:lnTo>
                  <a:lnTo>
                    <a:pt x="18869" y="1068"/>
                  </a:lnTo>
                  <a:lnTo>
                    <a:pt x="12594" y="475"/>
                  </a:lnTo>
                  <a:lnTo>
                    <a:pt x="6301" y="11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56380" y="5399291"/>
              <a:ext cx="167163" cy="311887"/>
            </a:xfrm>
            <a:custGeom>
              <a:avLst/>
              <a:pathLst>
                <a:path w="167163" h="311887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0" y="765"/>
                  </a:lnTo>
                  <a:lnTo>
                    <a:pt x="145878" y="1360"/>
                  </a:lnTo>
                  <a:lnTo>
                    <a:pt x="140597" y="2124"/>
                  </a:lnTo>
                  <a:lnTo>
                    <a:pt x="135343" y="3056"/>
                  </a:lnTo>
                  <a:lnTo>
                    <a:pt x="130122" y="4155"/>
                  </a:lnTo>
                  <a:lnTo>
                    <a:pt x="124939" y="5420"/>
                  </a:lnTo>
                  <a:lnTo>
                    <a:pt x="119798" y="6850"/>
                  </a:lnTo>
                  <a:lnTo>
                    <a:pt x="114706" y="8443"/>
                  </a:lnTo>
                  <a:lnTo>
                    <a:pt x="109667" y="10198"/>
                  </a:lnTo>
                  <a:lnTo>
                    <a:pt x="104687" y="12113"/>
                  </a:lnTo>
                  <a:lnTo>
                    <a:pt x="99770" y="14186"/>
                  </a:lnTo>
                  <a:lnTo>
                    <a:pt x="94923" y="16415"/>
                  </a:lnTo>
                  <a:lnTo>
                    <a:pt x="90148" y="18797"/>
                  </a:lnTo>
                  <a:lnTo>
                    <a:pt x="85452" y="21330"/>
                  </a:lnTo>
                  <a:lnTo>
                    <a:pt x="80840" y="24012"/>
                  </a:lnTo>
                  <a:lnTo>
                    <a:pt x="76315" y="26840"/>
                  </a:lnTo>
                  <a:lnTo>
                    <a:pt x="71883" y="29811"/>
                  </a:lnTo>
                  <a:lnTo>
                    <a:pt x="67548" y="32922"/>
                  </a:lnTo>
                  <a:lnTo>
                    <a:pt x="63314" y="36169"/>
                  </a:lnTo>
                  <a:lnTo>
                    <a:pt x="59187" y="39550"/>
                  </a:lnTo>
                  <a:lnTo>
                    <a:pt x="55169" y="43061"/>
                  </a:lnTo>
                  <a:lnTo>
                    <a:pt x="51265" y="46698"/>
                  </a:lnTo>
                  <a:lnTo>
                    <a:pt x="47480" y="50459"/>
                  </a:lnTo>
                  <a:lnTo>
                    <a:pt x="43816" y="54338"/>
                  </a:lnTo>
                  <a:lnTo>
                    <a:pt x="40278" y="58332"/>
                  </a:lnTo>
                  <a:lnTo>
                    <a:pt x="36869" y="62436"/>
                  </a:lnTo>
                  <a:lnTo>
                    <a:pt x="33593" y="66648"/>
                  </a:lnTo>
                  <a:lnTo>
                    <a:pt x="30453" y="70962"/>
                  </a:lnTo>
                  <a:lnTo>
                    <a:pt x="27453" y="75374"/>
                  </a:lnTo>
                  <a:lnTo>
                    <a:pt x="24595" y="79879"/>
                  </a:lnTo>
                  <a:lnTo>
                    <a:pt x="21881" y="84474"/>
                  </a:lnTo>
                  <a:lnTo>
                    <a:pt x="19316" y="89152"/>
                  </a:lnTo>
                  <a:lnTo>
                    <a:pt x="16902" y="93910"/>
                  </a:lnTo>
                  <a:lnTo>
                    <a:pt x="14641" y="98743"/>
                  </a:lnTo>
                  <a:lnTo>
                    <a:pt x="12535" y="103646"/>
                  </a:lnTo>
                  <a:lnTo>
                    <a:pt x="10586" y="108613"/>
                  </a:lnTo>
                  <a:lnTo>
                    <a:pt x="8797" y="113639"/>
                  </a:lnTo>
                  <a:lnTo>
                    <a:pt x="7170" y="118721"/>
                  </a:lnTo>
                  <a:lnTo>
                    <a:pt x="5705" y="123851"/>
                  </a:lnTo>
                  <a:lnTo>
                    <a:pt x="4405" y="129026"/>
                  </a:lnTo>
                  <a:lnTo>
                    <a:pt x="3271" y="134240"/>
                  </a:lnTo>
                  <a:lnTo>
                    <a:pt x="2303" y="139487"/>
                  </a:lnTo>
                  <a:lnTo>
                    <a:pt x="1504" y="144763"/>
                  </a:lnTo>
                  <a:lnTo>
                    <a:pt x="873" y="150061"/>
                  </a:lnTo>
                  <a:lnTo>
                    <a:pt x="412" y="155377"/>
                  </a:lnTo>
                  <a:lnTo>
                    <a:pt x="121" y="160704"/>
                  </a:lnTo>
                  <a:lnTo>
                    <a:pt x="0" y="166038"/>
                  </a:lnTo>
                  <a:lnTo>
                    <a:pt x="49" y="171374"/>
                  </a:lnTo>
                  <a:lnTo>
                    <a:pt x="268" y="176705"/>
                  </a:lnTo>
                  <a:lnTo>
                    <a:pt x="657" y="182026"/>
                  </a:lnTo>
                  <a:lnTo>
                    <a:pt x="1216" y="187333"/>
                  </a:lnTo>
                  <a:lnTo>
                    <a:pt x="1945" y="192618"/>
                  </a:lnTo>
                  <a:lnTo>
                    <a:pt x="2841" y="197878"/>
                  </a:lnTo>
                  <a:lnTo>
                    <a:pt x="3905" y="203107"/>
                  </a:lnTo>
                  <a:lnTo>
                    <a:pt x="5135" y="208299"/>
                  </a:lnTo>
                  <a:lnTo>
                    <a:pt x="6530" y="213449"/>
                  </a:lnTo>
                  <a:lnTo>
                    <a:pt x="8089" y="218552"/>
                  </a:lnTo>
                  <a:lnTo>
                    <a:pt x="9810" y="223602"/>
                  </a:lnTo>
                  <a:lnTo>
                    <a:pt x="11691" y="228595"/>
                  </a:lnTo>
                  <a:lnTo>
                    <a:pt x="13731" y="233525"/>
                  </a:lnTo>
                  <a:lnTo>
                    <a:pt x="15927" y="238388"/>
                  </a:lnTo>
                  <a:lnTo>
                    <a:pt x="18277" y="243179"/>
                  </a:lnTo>
                  <a:lnTo>
                    <a:pt x="20778" y="247891"/>
                  </a:lnTo>
                  <a:lnTo>
                    <a:pt x="23429" y="252522"/>
                  </a:lnTo>
                  <a:lnTo>
                    <a:pt x="26226" y="257066"/>
                  </a:lnTo>
                  <a:lnTo>
                    <a:pt x="29167" y="261518"/>
                  </a:lnTo>
                  <a:lnTo>
                    <a:pt x="32249" y="265874"/>
                  </a:lnTo>
                  <a:lnTo>
                    <a:pt x="35467" y="270129"/>
                  </a:lnTo>
                  <a:lnTo>
                    <a:pt x="38820" y="274279"/>
                  </a:lnTo>
                  <a:lnTo>
                    <a:pt x="42304" y="278321"/>
                  </a:lnTo>
                  <a:lnTo>
                    <a:pt x="45915" y="282249"/>
                  </a:lnTo>
                  <a:lnTo>
                    <a:pt x="49650" y="286060"/>
                  </a:lnTo>
                  <a:lnTo>
                    <a:pt x="53504" y="289750"/>
                  </a:lnTo>
                  <a:lnTo>
                    <a:pt x="57474" y="293314"/>
                  </a:lnTo>
                  <a:lnTo>
                    <a:pt x="61555" y="296751"/>
                  </a:lnTo>
                  <a:lnTo>
                    <a:pt x="65745" y="300055"/>
                  </a:lnTo>
                  <a:lnTo>
                    <a:pt x="70037" y="303224"/>
                  </a:lnTo>
                  <a:lnTo>
                    <a:pt x="74429" y="306254"/>
                  </a:lnTo>
                  <a:lnTo>
                    <a:pt x="78915" y="309143"/>
                  </a:lnTo>
                  <a:lnTo>
                    <a:pt x="83491" y="311887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39871" y="5566459"/>
              <a:ext cx="83672" cy="144720"/>
            </a:xfrm>
            <a:custGeom>
              <a:avLst/>
              <a:pathLst>
                <a:path w="83672" h="144720">
                  <a:moveTo>
                    <a:pt x="0" y="144720"/>
                  </a:moveTo>
                  <a:lnTo>
                    <a:pt x="836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4939871" y="5566459"/>
              <a:ext cx="83672" cy="144720"/>
            </a:xfrm>
            <a:custGeom>
              <a:avLst/>
              <a:pathLst>
                <a:path w="83672" h="144720">
                  <a:moveTo>
                    <a:pt x="0" y="144720"/>
                  </a:moveTo>
                  <a:lnTo>
                    <a:pt x="836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4939871" y="5566459"/>
              <a:ext cx="83672" cy="144720"/>
            </a:xfrm>
            <a:custGeom>
              <a:avLst/>
              <a:pathLst>
                <a:path w="83672" h="144720">
                  <a:moveTo>
                    <a:pt x="0" y="144720"/>
                  </a:moveTo>
                  <a:lnTo>
                    <a:pt x="83672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4939871" y="5566459"/>
              <a:ext cx="83672" cy="144720"/>
            </a:xfrm>
            <a:custGeom>
              <a:avLst/>
              <a:pathLst>
                <a:path w="83672" h="144720">
                  <a:moveTo>
                    <a:pt x="0" y="144720"/>
                  </a:moveTo>
                  <a:lnTo>
                    <a:pt x="83672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4939871" y="5566459"/>
              <a:ext cx="83672" cy="144720"/>
            </a:xfrm>
            <a:custGeom>
              <a:avLst/>
              <a:pathLst>
                <a:path w="83672" h="144720">
                  <a:moveTo>
                    <a:pt x="0" y="144720"/>
                  </a:moveTo>
                  <a:lnTo>
                    <a:pt x="83672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939871" y="5566459"/>
              <a:ext cx="109913" cy="167153"/>
            </a:xfrm>
            <a:custGeom>
              <a:avLst/>
              <a:pathLst>
                <a:path w="109913" h="167153">
                  <a:moveTo>
                    <a:pt x="0" y="144720"/>
                  </a:moveTo>
                  <a:lnTo>
                    <a:pt x="4981" y="147488"/>
                  </a:lnTo>
                  <a:lnTo>
                    <a:pt x="10054" y="150084"/>
                  </a:lnTo>
                  <a:lnTo>
                    <a:pt x="15212" y="152506"/>
                  </a:lnTo>
                  <a:lnTo>
                    <a:pt x="20450" y="154751"/>
                  </a:lnTo>
                  <a:lnTo>
                    <a:pt x="25762" y="156816"/>
                  </a:lnTo>
                  <a:lnTo>
                    <a:pt x="31141" y="158699"/>
                  </a:lnTo>
                  <a:lnTo>
                    <a:pt x="36580" y="160397"/>
                  </a:lnTo>
                  <a:lnTo>
                    <a:pt x="42075" y="161909"/>
                  </a:lnTo>
                  <a:lnTo>
                    <a:pt x="47618" y="163233"/>
                  </a:lnTo>
                  <a:lnTo>
                    <a:pt x="53203" y="164367"/>
                  </a:lnTo>
                  <a:lnTo>
                    <a:pt x="58823" y="165310"/>
                  </a:lnTo>
                  <a:lnTo>
                    <a:pt x="64472" y="166061"/>
                  </a:lnTo>
                  <a:lnTo>
                    <a:pt x="70144" y="166619"/>
                  </a:lnTo>
                  <a:lnTo>
                    <a:pt x="75831" y="166983"/>
                  </a:lnTo>
                  <a:lnTo>
                    <a:pt x="81527" y="167153"/>
                  </a:lnTo>
                  <a:lnTo>
                    <a:pt x="87226" y="167129"/>
                  </a:lnTo>
                  <a:lnTo>
                    <a:pt x="92920" y="166911"/>
                  </a:lnTo>
                  <a:lnTo>
                    <a:pt x="98604" y="166499"/>
                  </a:lnTo>
                  <a:lnTo>
                    <a:pt x="104271" y="165893"/>
                  </a:lnTo>
                  <a:lnTo>
                    <a:pt x="109913" y="165094"/>
                  </a:lnTo>
                  <a:lnTo>
                    <a:pt x="83672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023544" y="5399291"/>
              <a:ext cx="167167" cy="332262"/>
            </a:xfrm>
            <a:custGeom>
              <a:avLst/>
              <a:pathLst>
                <a:path w="167167" h="332262">
                  <a:moveTo>
                    <a:pt x="26241" y="332262"/>
                  </a:moveTo>
                  <a:lnTo>
                    <a:pt x="31524" y="331335"/>
                  </a:lnTo>
                  <a:lnTo>
                    <a:pt x="36774" y="330239"/>
                  </a:lnTo>
                  <a:lnTo>
                    <a:pt x="41987" y="328976"/>
                  </a:lnTo>
                  <a:lnTo>
                    <a:pt x="47156" y="327545"/>
                  </a:lnTo>
                  <a:lnTo>
                    <a:pt x="52276" y="325950"/>
                  </a:lnTo>
                  <a:lnTo>
                    <a:pt x="57343" y="324191"/>
                  </a:lnTo>
                  <a:lnTo>
                    <a:pt x="62351" y="322271"/>
                  </a:lnTo>
                  <a:lnTo>
                    <a:pt x="67295" y="320191"/>
                  </a:lnTo>
                  <a:lnTo>
                    <a:pt x="72169" y="317953"/>
                  </a:lnTo>
                  <a:lnTo>
                    <a:pt x="76969" y="315560"/>
                  </a:lnTo>
                  <a:lnTo>
                    <a:pt x="81690" y="313015"/>
                  </a:lnTo>
                  <a:lnTo>
                    <a:pt x="86327" y="310319"/>
                  </a:lnTo>
                  <a:lnTo>
                    <a:pt x="90875" y="307476"/>
                  </a:lnTo>
                  <a:lnTo>
                    <a:pt x="95329" y="304488"/>
                  </a:lnTo>
                  <a:lnTo>
                    <a:pt x="99685" y="301360"/>
                  </a:lnTo>
                  <a:lnTo>
                    <a:pt x="103939" y="298093"/>
                  </a:lnTo>
                  <a:lnTo>
                    <a:pt x="108086" y="294691"/>
                  </a:lnTo>
                  <a:lnTo>
                    <a:pt x="112121" y="291158"/>
                  </a:lnTo>
                  <a:lnTo>
                    <a:pt x="116041" y="287497"/>
                  </a:lnTo>
                  <a:lnTo>
                    <a:pt x="119841" y="283713"/>
                  </a:lnTo>
                  <a:lnTo>
                    <a:pt x="123519" y="279808"/>
                  </a:lnTo>
                  <a:lnTo>
                    <a:pt x="127068" y="275787"/>
                  </a:lnTo>
                  <a:lnTo>
                    <a:pt x="130488" y="271655"/>
                  </a:lnTo>
                  <a:lnTo>
                    <a:pt x="133772" y="267415"/>
                  </a:lnTo>
                  <a:lnTo>
                    <a:pt x="136920" y="263072"/>
                  </a:lnTo>
                  <a:lnTo>
                    <a:pt x="139926" y="258631"/>
                  </a:lnTo>
                  <a:lnTo>
                    <a:pt x="142788" y="254095"/>
                  </a:lnTo>
                  <a:lnTo>
                    <a:pt x="145503" y="249469"/>
                  </a:lnTo>
                  <a:lnTo>
                    <a:pt x="148068" y="244759"/>
                  </a:lnTo>
                  <a:lnTo>
                    <a:pt x="150481" y="239969"/>
                  </a:lnTo>
                  <a:lnTo>
                    <a:pt x="152739" y="235104"/>
                  </a:lnTo>
                  <a:lnTo>
                    <a:pt x="154840" y="230169"/>
                  </a:lnTo>
                  <a:lnTo>
                    <a:pt x="156782" y="225169"/>
                  </a:lnTo>
                  <a:lnTo>
                    <a:pt x="158562" y="220110"/>
                  </a:lnTo>
                  <a:lnTo>
                    <a:pt x="160179" y="214996"/>
                  </a:lnTo>
                  <a:lnTo>
                    <a:pt x="161630" y="209833"/>
                  </a:lnTo>
                  <a:lnTo>
                    <a:pt x="162916" y="204626"/>
                  </a:lnTo>
                  <a:lnTo>
                    <a:pt x="164034" y="199380"/>
                  </a:lnTo>
                  <a:lnTo>
                    <a:pt x="164983" y="194101"/>
                  </a:lnTo>
                  <a:lnTo>
                    <a:pt x="165762" y="188795"/>
                  </a:lnTo>
                  <a:lnTo>
                    <a:pt x="166370" y="183466"/>
                  </a:lnTo>
                  <a:lnTo>
                    <a:pt x="166808" y="178120"/>
                  </a:lnTo>
                  <a:lnTo>
                    <a:pt x="167073" y="172763"/>
                  </a:lnTo>
                  <a:lnTo>
                    <a:pt x="167167" y="167401"/>
                  </a:lnTo>
                  <a:lnTo>
                    <a:pt x="167088" y="162038"/>
                  </a:lnTo>
                  <a:lnTo>
                    <a:pt x="166838" y="156680"/>
                  </a:lnTo>
                  <a:lnTo>
                    <a:pt x="166415" y="151334"/>
                  </a:lnTo>
                  <a:lnTo>
                    <a:pt x="165822" y="146003"/>
                  </a:lnTo>
                  <a:lnTo>
                    <a:pt x="165058" y="140694"/>
                  </a:lnTo>
                  <a:lnTo>
                    <a:pt x="164123" y="135413"/>
                  </a:lnTo>
                  <a:lnTo>
                    <a:pt x="163020" y="130164"/>
                  </a:lnTo>
                  <a:lnTo>
                    <a:pt x="161749" y="124954"/>
                  </a:lnTo>
                  <a:lnTo>
                    <a:pt x="160312" y="119786"/>
                  </a:lnTo>
                  <a:lnTo>
                    <a:pt x="158709" y="114668"/>
                  </a:lnTo>
                  <a:lnTo>
                    <a:pt x="156943" y="109603"/>
                  </a:lnTo>
                  <a:lnTo>
                    <a:pt x="155016" y="104598"/>
                  </a:lnTo>
                  <a:lnTo>
                    <a:pt x="152929" y="99658"/>
                  </a:lnTo>
                  <a:lnTo>
                    <a:pt x="150685" y="94786"/>
                  </a:lnTo>
                  <a:lnTo>
                    <a:pt x="148285" y="89990"/>
                  </a:lnTo>
                  <a:lnTo>
                    <a:pt x="145733" y="85272"/>
                  </a:lnTo>
                  <a:lnTo>
                    <a:pt x="143031" y="80639"/>
                  </a:lnTo>
                  <a:lnTo>
                    <a:pt x="140181" y="76095"/>
                  </a:lnTo>
                  <a:lnTo>
                    <a:pt x="137187" y="71645"/>
                  </a:lnTo>
                  <a:lnTo>
                    <a:pt x="134053" y="67293"/>
                  </a:lnTo>
                  <a:lnTo>
                    <a:pt x="130780" y="63044"/>
                  </a:lnTo>
                  <a:lnTo>
                    <a:pt x="127372" y="58902"/>
                  </a:lnTo>
                  <a:lnTo>
                    <a:pt x="123833" y="54872"/>
                  </a:lnTo>
                  <a:lnTo>
                    <a:pt x="120167" y="50957"/>
                  </a:lnTo>
                  <a:lnTo>
                    <a:pt x="116377" y="47162"/>
                  </a:lnTo>
                  <a:lnTo>
                    <a:pt x="112468" y="43490"/>
                  </a:lnTo>
                  <a:lnTo>
                    <a:pt x="108442" y="39946"/>
                  </a:lnTo>
                  <a:lnTo>
                    <a:pt x="104305" y="36533"/>
                  </a:lnTo>
                  <a:lnTo>
                    <a:pt x="100061" y="33254"/>
                  </a:lnTo>
                  <a:lnTo>
                    <a:pt x="95713" y="30113"/>
                  </a:lnTo>
                  <a:lnTo>
                    <a:pt x="91267" y="27113"/>
                  </a:lnTo>
                  <a:lnTo>
                    <a:pt x="86727" y="24257"/>
                  </a:lnTo>
                  <a:lnTo>
                    <a:pt x="82098" y="21548"/>
                  </a:lnTo>
                  <a:lnTo>
                    <a:pt x="77384" y="18990"/>
                  </a:lnTo>
                  <a:lnTo>
                    <a:pt x="72591" y="16583"/>
                  </a:lnTo>
                  <a:lnTo>
                    <a:pt x="67723" y="14332"/>
                  </a:lnTo>
                  <a:lnTo>
                    <a:pt x="62785" y="12238"/>
                  </a:lnTo>
                  <a:lnTo>
                    <a:pt x="57783" y="10304"/>
                  </a:lnTo>
                  <a:lnTo>
                    <a:pt x="52721" y="8531"/>
                  </a:lnTo>
                  <a:lnTo>
                    <a:pt x="47604" y="6921"/>
                  </a:lnTo>
                  <a:lnTo>
                    <a:pt x="42439" y="5476"/>
                  </a:lnTo>
                  <a:lnTo>
                    <a:pt x="37230" y="4198"/>
                  </a:lnTo>
                  <a:lnTo>
                    <a:pt x="31983" y="3088"/>
                  </a:lnTo>
                  <a:lnTo>
                    <a:pt x="26703" y="2146"/>
                  </a:lnTo>
                  <a:lnTo>
                    <a:pt x="21395" y="1374"/>
                  </a:lnTo>
                  <a:lnTo>
                    <a:pt x="16066" y="773"/>
                  </a:lnTo>
                  <a:lnTo>
                    <a:pt x="10719" y="344"/>
                  </a:lnTo>
                  <a:lnTo>
                    <a:pt x="536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37076" y="5269756"/>
              <a:ext cx="108181" cy="167167"/>
            </a:xfrm>
            <a:custGeom>
              <a:avLst/>
              <a:pathLst>
                <a:path w="108181" h="167167">
                  <a:moveTo>
                    <a:pt x="108181" y="0"/>
                  </a:moveTo>
                  <a:lnTo>
                    <a:pt x="102579" y="93"/>
                  </a:lnTo>
                  <a:lnTo>
                    <a:pt x="96984" y="375"/>
                  </a:lnTo>
                  <a:lnTo>
                    <a:pt x="91401" y="844"/>
                  </a:lnTo>
                  <a:lnTo>
                    <a:pt x="85837" y="1500"/>
                  </a:lnTo>
                  <a:lnTo>
                    <a:pt x="80298" y="2341"/>
                  </a:lnTo>
                  <a:lnTo>
                    <a:pt x="74791" y="3368"/>
                  </a:lnTo>
                  <a:lnTo>
                    <a:pt x="69321" y="4579"/>
                  </a:lnTo>
                  <a:lnTo>
                    <a:pt x="63894" y="5973"/>
                  </a:lnTo>
                  <a:lnTo>
                    <a:pt x="58517" y="7547"/>
                  </a:lnTo>
                  <a:lnTo>
                    <a:pt x="53197" y="9301"/>
                  </a:lnTo>
                  <a:lnTo>
                    <a:pt x="47937" y="11232"/>
                  </a:lnTo>
                  <a:lnTo>
                    <a:pt x="42746" y="13339"/>
                  </a:lnTo>
                  <a:lnTo>
                    <a:pt x="37628" y="15618"/>
                  </a:lnTo>
                  <a:lnTo>
                    <a:pt x="32589" y="18067"/>
                  </a:lnTo>
                  <a:lnTo>
                    <a:pt x="27635" y="20684"/>
                  </a:lnTo>
                  <a:lnTo>
                    <a:pt x="22772" y="23465"/>
                  </a:lnTo>
                  <a:lnTo>
                    <a:pt x="18005" y="26408"/>
                  </a:lnTo>
                  <a:lnTo>
                    <a:pt x="13338" y="29509"/>
                  </a:lnTo>
                  <a:lnTo>
                    <a:pt x="8779" y="32764"/>
                  </a:lnTo>
                  <a:lnTo>
                    <a:pt x="4331" y="36171"/>
                  </a:lnTo>
                  <a:lnTo>
                    <a:pt x="0" y="39724"/>
                  </a:lnTo>
                  <a:lnTo>
                    <a:pt x="10818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437076" y="5309480"/>
              <a:ext cx="108181" cy="127442"/>
            </a:xfrm>
            <a:custGeom>
              <a:avLst/>
              <a:pathLst>
                <a:path w="108181" h="127442">
                  <a:moveTo>
                    <a:pt x="0" y="0"/>
                  </a:moveTo>
                  <a:lnTo>
                    <a:pt x="108181" y="1274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399777" y="5309480"/>
              <a:ext cx="145480" cy="127442"/>
            </a:xfrm>
            <a:custGeom>
              <a:avLst/>
              <a:pathLst>
                <a:path w="145480" h="127442">
                  <a:moveTo>
                    <a:pt x="37299" y="0"/>
                  </a:moveTo>
                  <a:lnTo>
                    <a:pt x="32882" y="3885"/>
                  </a:lnTo>
                  <a:lnTo>
                    <a:pt x="28604" y="7923"/>
                  </a:lnTo>
                  <a:lnTo>
                    <a:pt x="24471" y="12109"/>
                  </a:lnTo>
                  <a:lnTo>
                    <a:pt x="20488" y="16438"/>
                  </a:lnTo>
                  <a:lnTo>
                    <a:pt x="16660" y="20905"/>
                  </a:lnTo>
                  <a:lnTo>
                    <a:pt x="12991" y="25503"/>
                  </a:lnTo>
                  <a:lnTo>
                    <a:pt x="9487" y="30228"/>
                  </a:lnTo>
                  <a:lnTo>
                    <a:pt x="6150" y="35073"/>
                  </a:lnTo>
                  <a:lnTo>
                    <a:pt x="2987" y="40032"/>
                  </a:lnTo>
                  <a:lnTo>
                    <a:pt x="0" y="45100"/>
                  </a:lnTo>
                  <a:lnTo>
                    <a:pt x="145480" y="1274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378096" y="5269756"/>
              <a:ext cx="334314" cy="334332"/>
            </a:xfrm>
            <a:custGeom>
              <a:avLst/>
              <a:pathLst>
                <a:path w="334314" h="334332">
                  <a:moveTo>
                    <a:pt x="21681" y="84825"/>
                  </a:moveTo>
                  <a:lnTo>
                    <a:pt x="19145" y="89474"/>
                  </a:lnTo>
                  <a:lnTo>
                    <a:pt x="16759" y="94202"/>
                  </a:lnTo>
                  <a:lnTo>
                    <a:pt x="14523" y="99003"/>
                  </a:lnTo>
                  <a:lnTo>
                    <a:pt x="12440" y="103872"/>
                  </a:lnTo>
                  <a:lnTo>
                    <a:pt x="10513" y="108804"/>
                  </a:lnTo>
                  <a:lnTo>
                    <a:pt x="8743" y="113796"/>
                  </a:lnTo>
                  <a:lnTo>
                    <a:pt x="7132" y="118841"/>
                  </a:lnTo>
                  <a:lnTo>
                    <a:pt x="5681" y="123934"/>
                  </a:lnTo>
                  <a:lnTo>
                    <a:pt x="4393" y="129071"/>
                  </a:lnTo>
                  <a:lnTo>
                    <a:pt x="3268" y="134246"/>
                  </a:lnTo>
                  <a:lnTo>
                    <a:pt x="2307" y="139454"/>
                  </a:lnTo>
                  <a:lnTo>
                    <a:pt x="1512" y="144690"/>
                  </a:lnTo>
                  <a:lnTo>
                    <a:pt x="883" y="149948"/>
                  </a:lnTo>
                  <a:lnTo>
                    <a:pt x="421" y="155224"/>
                  </a:lnTo>
                  <a:lnTo>
                    <a:pt x="127" y="160511"/>
                  </a:lnTo>
                  <a:lnTo>
                    <a:pt x="0" y="165806"/>
                  </a:lnTo>
                  <a:lnTo>
                    <a:pt x="40" y="171102"/>
                  </a:lnTo>
                  <a:lnTo>
                    <a:pt x="249" y="176393"/>
                  </a:lnTo>
                  <a:lnTo>
                    <a:pt x="625" y="181676"/>
                  </a:lnTo>
                  <a:lnTo>
                    <a:pt x="1168" y="186944"/>
                  </a:lnTo>
                  <a:lnTo>
                    <a:pt x="1878" y="192192"/>
                  </a:lnTo>
                  <a:lnTo>
                    <a:pt x="2753" y="197415"/>
                  </a:lnTo>
                  <a:lnTo>
                    <a:pt x="3794" y="202607"/>
                  </a:lnTo>
                  <a:lnTo>
                    <a:pt x="4999" y="207765"/>
                  </a:lnTo>
                  <a:lnTo>
                    <a:pt x="6366" y="212881"/>
                  </a:lnTo>
                  <a:lnTo>
                    <a:pt x="7895" y="217951"/>
                  </a:lnTo>
                  <a:lnTo>
                    <a:pt x="9583" y="222971"/>
                  </a:lnTo>
                  <a:lnTo>
                    <a:pt x="11430" y="227934"/>
                  </a:lnTo>
                  <a:lnTo>
                    <a:pt x="13433" y="232837"/>
                  </a:lnTo>
                  <a:lnTo>
                    <a:pt x="15590" y="237673"/>
                  </a:lnTo>
                  <a:lnTo>
                    <a:pt x="17900" y="242439"/>
                  </a:lnTo>
                  <a:lnTo>
                    <a:pt x="20359" y="247129"/>
                  </a:lnTo>
                  <a:lnTo>
                    <a:pt x="22965" y="251739"/>
                  </a:lnTo>
                  <a:lnTo>
                    <a:pt x="25717" y="256264"/>
                  </a:lnTo>
                  <a:lnTo>
                    <a:pt x="28610" y="260700"/>
                  </a:lnTo>
                  <a:lnTo>
                    <a:pt x="31642" y="265042"/>
                  </a:lnTo>
                  <a:lnTo>
                    <a:pt x="34811" y="269286"/>
                  </a:lnTo>
                  <a:lnTo>
                    <a:pt x="38112" y="273427"/>
                  </a:lnTo>
                  <a:lnTo>
                    <a:pt x="41542" y="277461"/>
                  </a:lnTo>
                  <a:lnTo>
                    <a:pt x="45099" y="281385"/>
                  </a:lnTo>
                  <a:lnTo>
                    <a:pt x="48778" y="285194"/>
                  </a:lnTo>
                  <a:lnTo>
                    <a:pt x="52576" y="288885"/>
                  </a:lnTo>
                  <a:lnTo>
                    <a:pt x="56489" y="292453"/>
                  </a:lnTo>
                  <a:lnTo>
                    <a:pt x="60514" y="295896"/>
                  </a:lnTo>
                  <a:lnTo>
                    <a:pt x="64645" y="299210"/>
                  </a:lnTo>
                  <a:lnTo>
                    <a:pt x="68879" y="302391"/>
                  </a:lnTo>
                  <a:lnTo>
                    <a:pt x="73211" y="305436"/>
                  </a:lnTo>
                  <a:lnTo>
                    <a:pt x="77638" y="308343"/>
                  </a:lnTo>
                  <a:lnTo>
                    <a:pt x="82155" y="311108"/>
                  </a:lnTo>
                  <a:lnTo>
                    <a:pt x="86757" y="313728"/>
                  </a:lnTo>
                  <a:lnTo>
                    <a:pt x="91440" y="316201"/>
                  </a:lnTo>
                  <a:lnTo>
                    <a:pt x="96199" y="318525"/>
                  </a:lnTo>
                  <a:lnTo>
                    <a:pt x="101029" y="320697"/>
                  </a:lnTo>
                  <a:lnTo>
                    <a:pt x="105926" y="322715"/>
                  </a:lnTo>
                  <a:lnTo>
                    <a:pt x="110883" y="324576"/>
                  </a:lnTo>
                  <a:lnTo>
                    <a:pt x="115898" y="326280"/>
                  </a:lnTo>
                  <a:lnTo>
                    <a:pt x="120964" y="327824"/>
                  </a:lnTo>
                  <a:lnTo>
                    <a:pt x="126076" y="329207"/>
                  </a:lnTo>
                  <a:lnTo>
                    <a:pt x="131229" y="330427"/>
                  </a:lnTo>
                  <a:lnTo>
                    <a:pt x="136419" y="331483"/>
                  </a:lnTo>
                  <a:lnTo>
                    <a:pt x="141639" y="332375"/>
                  </a:lnTo>
                  <a:lnTo>
                    <a:pt x="146885" y="333100"/>
                  </a:lnTo>
                  <a:lnTo>
                    <a:pt x="152151" y="333659"/>
                  </a:lnTo>
                  <a:lnTo>
                    <a:pt x="157433" y="334051"/>
                  </a:lnTo>
                  <a:lnTo>
                    <a:pt x="162724" y="334275"/>
                  </a:lnTo>
                  <a:lnTo>
                    <a:pt x="168019" y="334332"/>
                  </a:lnTo>
                  <a:lnTo>
                    <a:pt x="173314" y="334221"/>
                  </a:lnTo>
                  <a:lnTo>
                    <a:pt x="178603" y="333942"/>
                  </a:lnTo>
                  <a:lnTo>
                    <a:pt x="183880" y="333496"/>
                  </a:lnTo>
                  <a:lnTo>
                    <a:pt x="189140" y="332883"/>
                  </a:lnTo>
                  <a:lnTo>
                    <a:pt x="194378" y="332104"/>
                  </a:lnTo>
                  <a:lnTo>
                    <a:pt x="199589" y="331159"/>
                  </a:lnTo>
                  <a:lnTo>
                    <a:pt x="204767" y="330050"/>
                  </a:lnTo>
                  <a:lnTo>
                    <a:pt x="209908" y="328777"/>
                  </a:lnTo>
                  <a:lnTo>
                    <a:pt x="215006" y="327341"/>
                  </a:lnTo>
                  <a:lnTo>
                    <a:pt x="220055" y="325746"/>
                  </a:lnTo>
                  <a:lnTo>
                    <a:pt x="225052" y="323990"/>
                  </a:lnTo>
                  <a:lnTo>
                    <a:pt x="229991" y="322078"/>
                  </a:lnTo>
                  <a:lnTo>
                    <a:pt x="234866" y="320010"/>
                  </a:lnTo>
                  <a:lnTo>
                    <a:pt x="239674" y="317789"/>
                  </a:lnTo>
                  <a:lnTo>
                    <a:pt x="244408" y="315416"/>
                  </a:lnTo>
                  <a:lnTo>
                    <a:pt x="249065" y="312895"/>
                  </a:lnTo>
                  <a:lnTo>
                    <a:pt x="253640" y="310228"/>
                  </a:lnTo>
                  <a:lnTo>
                    <a:pt x="258129" y="307416"/>
                  </a:lnTo>
                  <a:lnTo>
                    <a:pt x="262526" y="304465"/>
                  </a:lnTo>
                  <a:lnTo>
                    <a:pt x="266827" y="301375"/>
                  </a:lnTo>
                  <a:lnTo>
                    <a:pt x="271028" y="298151"/>
                  </a:lnTo>
                  <a:lnTo>
                    <a:pt x="275125" y="294795"/>
                  </a:lnTo>
                  <a:lnTo>
                    <a:pt x="279113" y="291311"/>
                  </a:lnTo>
                  <a:lnTo>
                    <a:pt x="282990" y="287702"/>
                  </a:lnTo>
                  <a:lnTo>
                    <a:pt x="286750" y="283973"/>
                  </a:lnTo>
                  <a:lnTo>
                    <a:pt x="290390" y="280126"/>
                  </a:lnTo>
                  <a:lnTo>
                    <a:pt x="293906" y="276166"/>
                  </a:lnTo>
                  <a:lnTo>
                    <a:pt x="297295" y="272097"/>
                  </a:lnTo>
                  <a:lnTo>
                    <a:pt x="300553" y="267922"/>
                  </a:lnTo>
                  <a:lnTo>
                    <a:pt x="303678" y="263646"/>
                  </a:lnTo>
                  <a:lnTo>
                    <a:pt x="306666" y="259273"/>
                  </a:lnTo>
                  <a:lnTo>
                    <a:pt x="309513" y="254808"/>
                  </a:lnTo>
                  <a:lnTo>
                    <a:pt x="312218" y="250255"/>
                  </a:lnTo>
                  <a:lnTo>
                    <a:pt x="314777" y="245618"/>
                  </a:lnTo>
                  <a:lnTo>
                    <a:pt x="317188" y="240903"/>
                  </a:lnTo>
                  <a:lnTo>
                    <a:pt x="319448" y="236114"/>
                  </a:lnTo>
                  <a:lnTo>
                    <a:pt x="321556" y="231255"/>
                  </a:lnTo>
                  <a:lnTo>
                    <a:pt x="323508" y="226333"/>
                  </a:lnTo>
                  <a:lnTo>
                    <a:pt x="325304" y="221350"/>
                  </a:lnTo>
                  <a:lnTo>
                    <a:pt x="326941" y="216314"/>
                  </a:lnTo>
                  <a:lnTo>
                    <a:pt x="328418" y="211228"/>
                  </a:lnTo>
                  <a:lnTo>
                    <a:pt x="329732" y="206098"/>
                  </a:lnTo>
                  <a:lnTo>
                    <a:pt x="330884" y="200929"/>
                  </a:lnTo>
                  <a:lnTo>
                    <a:pt x="331871" y="195726"/>
                  </a:lnTo>
                  <a:lnTo>
                    <a:pt x="332693" y="190494"/>
                  </a:lnTo>
                  <a:lnTo>
                    <a:pt x="333349" y="185239"/>
                  </a:lnTo>
                  <a:lnTo>
                    <a:pt x="333838" y="179966"/>
                  </a:lnTo>
                  <a:lnTo>
                    <a:pt x="334160" y="174680"/>
                  </a:lnTo>
                  <a:lnTo>
                    <a:pt x="334314" y="169386"/>
                  </a:lnTo>
                  <a:lnTo>
                    <a:pt x="334301" y="164090"/>
                  </a:lnTo>
                  <a:lnTo>
                    <a:pt x="334119" y="158797"/>
                  </a:lnTo>
                  <a:lnTo>
                    <a:pt x="333770" y="153513"/>
                  </a:lnTo>
                  <a:lnTo>
                    <a:pt x="333254" y="148242"/>
                  </a:lnTo>
                  <a:lnTo>
                    <a:pt x="332571" y="142991"/>
                  </a:lnTo>
                  <a:lnTo>
                    <a:pt x="331723" y="137763"/>
                  </a:lnTo>
                  <a:lnTo>
                    <a:pt x="330709" y="132565"/>
                  </a:lnTo>
                  <a:lnTo>
                    <a:pt x="329530" y="127402"/>
                  </a:lnTo>
                  <a:lnTo>
                    <a:pt x="328189" y="122279"/>
                  </a:lnTo>
                  <a:lnTo>
                    <a:pt x="326687" y="117201"/>
                  </a:lnTo>
                  <a:lnTo>
                    <a:pt x="325024" y="112173"/>
                  </a:lnTo>
                  <a:lnTo>
                    <a:pt x="323203" y="107200"/>
                  </a:lnTo>
                  <a:lnTo>
                    <a:pt x="321225" y="102287"/>
                  </a:lnTo>
                  <a:lnTo>
                    <a:pt x="319092" y="97439"/>
                  </a:lnTo>
                  <a:lnTo>
                    <a:pt x="316807" y="92662"/>
                  </a:lnTo>
                  <a:lnTo>
                    <a:pt x="314372" y="87959"/>
                  </a:lnTo>
                  <a:lnTo>
                    <a:pt x="311789" y="83336"/>
                  </a:lnTo>
                  <a:lnTo>
                    <a:pt x="309061" y="78796"/>
                  </a:lnTo>
                  <a:lnTo>
                    <a:pt x="306191" y="74346"/>
                  </a:lnTo>
                  <a:lnTo>
                    <a:pt x="303181" y="69989"/>
                  </a:lnTo>
                  <a:lnTo>
                    <a:pt x="300035" y="65729"/>
                  </a:lnTo>
                  <a:lnTo>
                    <a:pt x="296755" y="61571"/>
                  </a:lnTo>
                  <a:lnTo>
                    <a:pt x="293345" y="57519"/>
                  </a:lnTo>
                  <a:lnTo>
                    <a:pt x="289808" y="53577"/>
                  </a:lnTo>
                  <a:lnTo>
                    <a:pt x="286149" y="49749"/>
                  </a:lnTo>
                  <a:lnTo>
                    <a:pt x="282370" y="46039"/>
                  </a:lnTo>
                  <a:lnTo>
                    <a:pt x="278475" y="42450"/>
                  </a:lnTo>
                  <a:lnTo>
                    <a:pt x="274468" y="38987"/>
                  </a:lnTo>
                  <a:lnTo>
                    <a:pt x="270354" y="35652"/>
                  </a:lnTo>
                  <a:lnTo>
                    <a:pt x="266137" y="32449"/>
                  </a:lnTo>
                  <a:lnTo>
                    <a:pt x="261820" y="29382"/>
                  </a:lnTo>
                  <a:lnTo>
                    <a:pt x="257408" y="26452"/>
                  </a:lnTo>
                  <a:lnTo>
                    <a:pt x="252905" y="23664"/>
                  </a:lnTo>
                  <a:lnTo>
                    <a:pt x="248316" y="21020"/>
                  </a:lnTo>
                  <a:lnTo>
                    <a:pt x="243646" y="18523"/>
                  </a:lnTo>
                  <a:lnTo>
                    <a:pt x="238900" y="16175"/>
                  </a:lnTo>
                  <a:lnTo>
                    <a:pt x="234081" y="13978"/>
                  </a:lnTo>
                  <a:lnTo>
                    <a:pt x="229195" y="11935"/>
                  </a:lnTo>
                  <a:lnTo>
                    <a:pt x="224246" y="10048"/>
                  </a:lnTo>
                  <a:lnTo>
                    <a:pt x="219241" y="8319"/>
                  </a:lnTo>
                  <a:lnTo>
                    <a:pt x="214183" y="6749"/>
                  </a:lnTo>
                  <a:lnTo>
                    <a:pt x="209078" y="5340"/>
                  </a:lnTo>
                  <a:lnTo>
                    <a:pt x="203931" y="4093"/>
                  </a:lnTo>
                  <a:lnTo>
                    <a:pt x="198747" y="3011"/>
                  </a:lnTo>
                  <a:lnTo>
                    <a:pt x="193531" y="2092"/>
                  </a:lnTo>
                  <a:lnTo>
                    <a:pt x="188289" y="1340"/>
                  </a:lnTo>
                  <a:lnTo>
                    <a:pt x="183026" y="754"/>
                  </a:lnTo>
                  <a:lnTo>
                    <a:pt x="177747" y="335"/>
                  </a:lnTo>
                  <a:lnTo>
                    <a:pt x="172457" y="83"/>
                  </a:lnTo>
                  <a:lnTo>
                    <a:pt x="167161" y="0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858522" y="5018213"/>
              <a:ext cx="162516" cy="167167"/>
            </a:xfrm>
            <a:custGeom>
              <a:avLst/>
              <a:pathLst>
                <a:path w="162516" h="167167">
                  <a:moveTo>
                    <a:pt x="162516" y="0"/>
                  </a:moveTo>
                  <a:lnTo>
                    <a:pt x="157076" y="88"/>
                  </a:lnTo>
                  <a:lnTo>
                    <a:pt x="151643" y="353"/>
                  </a:lnTo>
                  <a:lnTo>
                    <a:pt x="146220" y="796"/>
                  </a:lnTo>
                  <a:lnTo>
                    <a:pt x="140815" y="1414"/>
                  </a:lnTo>
                  <a:lnTo>
                    <a:pt x="135433" y="2208"/>
                  </a:lnTo>
                  <a:lnTo>
                    <a:pt x="130080" y="3176"/>
                  </a:lnTo>
                  <a:lnTo>
                    <a:pt x="124761" y="4319"/>
                  </a:lnTo>
                  <a:lnTo>
                    <a:pt x="119482" y="5634"/>
                  </a:lnTo>
                  <a:lnTo>
                    <a:pt x="114249" y="7119"/>
                  </a:lnTo>
                  <a:lnTo>
                    <a:pt x="109066" y="8775"/>
                  </a:lnTo>
                  <a:lnTo>
                    <a:pt x="103941" y="10598"/>
                  </a:lnTo>
                  <a:lnTo>
                    <a:pt x="98877" y="12587"/>
                  </a:lnTo>
                  <a:lnTo>
                    <a:pt x="93881" y="14739"/>
                  </a:lnTo>
                  <a:lnTo>
                    <a:pt x="88957" y="17053"/>
                  </a:lnTo>
                  <a:lnTo>
                    <a:pt x="84111" y="19526"/>
                  </a:lnTo>
                  <a:lnTo>
                    <a:pt x="79349" y="22156"/>
                  </a:lnTo>
                  <a:lnTo>
                    <a:pt x="74674" y="24939"/>
                  </a:lnTo>
                  <a:lnTo>
                    <a:pt x="70093" y="27873"/>
                  </a:lnTo>
                  <a:lnTo>
                    <a:pt x="65609" y="30954"/>
                  </a:lnTo>
                  <a:lnTo>
                    <a:pt x="61228" y="34179"/>
                  </a:lnTo>
                  <a:lnTo>
                    <a:pt x="56954" y="37545"/>
                  </a:lnTo>
                  <a:lnTo>
                    <a:pt x="52793" y="41049"/>
                  </a:lnTo>
                  <a:lnTo>
                    <a:pt x="48747" y="44686"/>
                  </a:lnTo>
                  <a:lnTo>
                    <a:pt x="44822" y="48453"/>
                  </a:lnTo>
                  <a:lnTo>
                    <a:pt x="41021" y="52345"/>
                  </a:lnTo>
                  <a:lnTo>
                    <a:pt x="37349" y="56360"/>
                  </a:lnTo>
                  <a:lnTo>
                    <a:pt x="33810" y="60491"/>
                  </a:lnTo>
                  <a:lnTo>
                    <a:pt x="30407" y="64736"/>
                  </a:lnTo>
                  <a:lnTo>
                    <a:pt x="27144" y="69089"/>
                  </a:lnTo>
                  <a:lnTo>
                    <a:pt x="24024" y="73546"/>
                  </a:lnTo>
                  <a:lnTo>
                    <a:pt x="21051" y="78102"/>
                  </a:lnTo>
                  <a:lnTo>
                    <a:pt x="18228" y="82752"/>
                  </a:lnTo>
                  <a:lnTo>
                    <a:pt x="15557" y="87492"/>
                  </a:lnTo>
                  <a:lnTo>
                    <a:pt x="13043" y="92316"/>
                  </a:lnTo>
                  <a:lnTo>
                    <a:pt x="10686" y="97219"/>
                  </a:lnTo>
                  <a:lnTo>
                    <a:pt x="8490" y="102197"/>
                  </a:lnTo>
                  <a:lnTo>
                    <a:pt x="6458" y="107243"/>
                  </a:lnTo>
                  <a:lnTo>
                    <a:pt x="4591" y="112353"/>
                  </a:lnTo>
                  <a:lnTo>
                    <a:pt x="2891" y="117521"/>
                  </a:lnTo>
                  <a:lnTo>
                    <a:pt x="1360" y="122741"/>
                  </a:lnTo>
                  <a:lnTo>
                    <a:pt x="0" y="128008"/>
                  </a:lnTo>
                  <a:lnTo>
                    <a:pt x="16251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5858522" y="5146222"/>
              <a:ext cx="162516" cy="39158"/>
            </a:xfrm>
            <a:custGeom>
              <a:avLst/>
              <a:pathLst>
                <a:path w="162516" h="39158">
                  <a:moveTo>
                    <a:pt x="0" y="0"/>
                  </a:moveTo>
                  <a:lnTo>
                    <a:pt x="162516" y="39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5858522" y="5146222"/>
              <a:ext cx="162516" cy="39158"/>
            </a:xfrm>
            <a:custGeom>
              <a:avLst/>
              <a:pathLst>
                <a:path w="162516" h="39158">
                  <a:moveTo>
                    <a:pt x="0" y="0"/>
                  </a:moveTo>
                  <a:lnTo>
                    <a:pt x="162516" y="39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5858522" y="5146222"/>
              <a:ext cx="162516" cy="39158"/>
            </a:xfrm>
            <a:custGeom>
              <a:avLst/>
              <a:pathLst>
                <a:path w="162516" h="39158">
                  <a:moveTo>
                    <a:pt x="0" y="0"/>
                  </a:moveTo>
                  <a:lnTo>
                    <a:pt x="162516" y="39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853878" y="5146222"/>
              <a:ext cx="167161" cy="52320"/>
            </a:xfrm>
            <a:custGeom>
              <a:avLst/>
              <a:pathLst>
                <a:path w="167161" h="52320">
                  <a:moveTo>
                    <a:pt x="4644" y="0"/>
                  </a:moveTo>
                  <a:lnTo>
                    <a:pt x="3372" y="5715"/>
                  </a:lnTo>
                  <a:lnTo>
                    <a:pt x="2302" y="11472"/>
                  </a:lnTo>
                  <a:lnTo>
                    <a:pt x="1433" y="17262"/>
                  </a:lnTo>
                  <a:lnTo>
                    <a:pt x="768" y="23080"/>
                  </a:lnTo>
                  <a:lnTo>
                    <a:pt x="307" y="28917"/>
                  </a:lnTo>
                  <a:lnTo>
                    <a:pt x="51" y="34767"/>
                  </a:lnTo>
                  <a:lnTo>
                    <a:pt x="0" y="40622"/>
                  </a:lnTo>
                  <a:lnTo>
                    <a:pt x="153" y="46475"/>
                  </a:lnTo>
                  <a:lnTo>
                    <a:pt x="512" y="52320"/>
                  </a:lnTo>
                  <a:lnTo>
                    <a:pt x="167161" y="39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854390" y="5018213"/>
              <a:ext cx="333795" cy="334334"/>
            </a:xfrm>
            <a:custGeom>
              <a:avLst/>
              <a:pathLst>
                <a:path w="333795" h="334334">
                  <a:moveTo>
                    <a:pt x="0" y="180329"/>
                  </a:moveTo>
                  <a:lnTo>
                    <a:pt x="501" y="185610"/>
                  </a:lnTo>
                  <a:lnTo>
                    <a:pt x="1170" y="190873"/>
                  </a:lnTo>
                  <a:lnTo>
                    <a:pt x="2005" y="196112"/>
                  </a:lnTo>
                  <a:lnTo>
                    <a:pt x="3007" y="201321"/>
                  </a:lnTo>
                  <a:lnTo>
                    <a:pt x="4173" y="206497"/>
                  </a:lnTo>
                  <a:lnTo>
                    <a:pt x="5503" y="211633"/>
                  </a:lnTo>
                  <a:lnTo>
                    <a:pt x="6995" y="216724"/>
                  </a:lnTo>
                  <a:lnTo>
                    <a:pt x="8648" y="221765"/>
                  </a:lnTo>
                  <a:lnTo>
                    <a:pt x="10460" y="226751"/>
                  </a:lnTo>
                  <a:lnTo>
                    <a:pt x="12429" y="231677"/>
                  </a:lnTo>
                  <a:lnTo>
                    <a:pt x="14554" y="236538"/>
                  </a:lnTo>
                  <a:lnTo>
                    <a:pt x="16832" y="241329"/>
                  </a:lnTo>
                  <a:lnTo>
                    <a:pt x="19260" y="246046"/>
                  </a:lnTo>
                  <a:lnTo>
                    <a:pt x="21838" y="250683"/>
                  </a:lnTo>
                  <a:lnTo>
                    <a:pt x="24561" y="255236"/>
                  </a:lnTo>
                  <a:lnTo>
                    <a:pt x="27427" y="259700"/>
                  </a:lnTo>
                  <a:lnTo>
                    <a:pt x="30433" y="264071"/>
                  </a:lnTo>
                  <a:lnTo>
                    <a:pt x="33577" y="268345"/>
                  </a:lnTo>
                  <a:lnTo>
                    <a:pt x="36854" y="272516"/>
                  </a:lnTo>
                  <a:lnTo>
                    <a:pt x="40262" y="276582"/>
                  </a:lnTo>
                  <a:lnTo>
                    <a:pt x="43798" y="280537"/>
                  </a:lnTo>
                  <a:lnTo>
                    <a:pt x="47457" y="284378"/>
                  </a:lnTo>
                  <a:lnTo>
                    <a:pt x="51236" y="288101"/>
                  </a:lnTo>
                  <a:lnTo>
                    <a:pt x="55132" y="291703"/>
                  </a:lnTo>
                  <a:lnTo>
                    <a:pt x="59140" y="295178"/>
                  </a:lnTo>
                  <a:lnTo>
                    <a:pt x="63256" y="298525"/>
                  </a:lnTo>
                  <a:lnTo>
                    <a:pt x="67476" y="301740"/>
                  </a:lnTo>
                  <a:lnTo>
                    <a:pt x="71796" y="304819"/>
                  </a:lnTo>
                  <a:lnTo>
                    <a:pt x="76212" y="307760"/>
                  </a:lnTo>
                  <a:lnTo>
                    <a:pt x="80719" y="310558"/>
                  </a:lnTo>
                  <a:lnTo>
                    <a:pt x="85312" y="313213"/>
                  </a:lnTo>
                  <a:lnTo>
                    <a:pt x="89987" y="315720"/>
                  </a:lnTo>
                  <a:lnTo>
                    <a:pt x="94740" y="318078"/>
                  </a:lnTo>
                  <a:lnTo>
                    <a:pt x="99565" y="320284"/>
                  </a:lnTo>
                  <a:lnTo>
                    <a:pt x="104457" y="322335"/>
                  </a:lnTo>
                  <a:lnTo>
                    <a:pt x="109412" y="324231"/>
                  </a:lnTo>
                  <a:lnTo>
                    <a:pt x="114425" y="325968"/>
                  </a:lnTo>
                  <a:lnTo>
                    <a:pt x="119490" y="327545"/>
                  </a:lnTo>
                  <a:lnTo>
                    <a:pt x="124603" y="328960"/>
                  </a:lnTo>
                  <a:lnTo>
                    <a:pt x="129758" y="330213"/>
                  </a:lnTo>
                  <a:lnTo>
                    <a:pt x="134950" y="331302"/>
                  </a:lnTo>
                  <a:lnTo>
                    <a:pt x="140174" y="332225"/>
                  </a:lnTo>
                  <a:lnTo>
                    <a:pt x="145425" y="332982"/>
                  </a:lnTo>
                  <a:lnTo>
                    <a:pt x="150697" y="333572"/>
                  </a:lnTo>
                  <a:lnTo>
                    <a:pt x="155986" y="333994"/>
                  </a:lnTo>
                  <a:lnTo>
                    <a:pt x="161285" y="334248"/>
                  </a:lnTo>
                  <a:lnTo>
                    <a:pt x="166589" y="334334"/>
                  </a:lnTo>
                  <a:lnTo>
                    <a:pt x="171894" y="334252"/>
                  </a:lnTo>
                  <a:lnTo>
                    <a:pt x="177193" y="334001"/>
                  </a:lnTo>
                  <a:lnTo>
                    <a:pt x="182482" y="333583"/>
                  </a:lnTo>
                  <a:lnTo>
                    <a:pt x="187754" y="332997"/>
                  </a:lnTo>
                  <a:lnTo>
                    <a:pt x="193006" y="332243"/>
                  </a:lnTo>
                  <a:lnTo>
                    <a:pt x="198230" y="331324"/>
                  </a:lnTo>
                  <a:lnTo>
                    <a:pt x="203423" y="330239"/>
                  </a:lnTo>
                  <a:lnTo>
                    <a:pt x="208579" y="328990"/>
                  </a:lnTo>
                  <a:lnTo>
                    <a:pt x="213693" y="327578"/>
                  </a:lnTo>
                  <a:lnTo>
                    <a:pt x="218760" y="326004"/>
                  </a:lnTo>
                  <a:lnTo>
                    <a:pt x="223774" y="324271"/>
                  </a:lnTo>
                  <a:lnTo>
                    <a:pt x="228730" y="322379"/>
                  </a:lnTo>
                  <a:lnTo>
                    <a:pt x="233624" y="320331"/>
                  </a:lnTo>
                  <a:lnTo>
                    <a:pt x="238450" y="318129"/>
                  </a:lnTo>
                  <a:lnTo>
                    <a:pt x="243204" y="315774"/>
                  </a:lnTo>
                  <a:lnTo>
                    <a:pt x="247881" y="313270"/>
                  </a:lnTo>
                  <a:lnTo>
                    <a:pt x="252476" y="310619"/>
                  </a:lnTo>
                  <a:lnTo>
                    <a:pt x="256985" y="307823"/>
                  </a:lnTo>
                  <a:lnTo>
                    <a:pt x="261403" y="304886"/>
                  </a:lnTo>
                  <a:lnTo>
                    <a:pt x="265725" y="301810"/>
                  </a:lnTo>
                  <a:lnTo>
                    <a:pt x="269948" y="298598"/>
                  </a:lnTo>
                  <a:lnTo>
                    <a:pt x="274066" y="295254"/>
                  </a:lnTo>
                  <a:lnTo>
                    <a:pt x="278076" y="291781"/>
                  </a:lnTo>
                  <a:lnTo>
                    <a:pt x="281975" y="288182"/>
                  </a:lnTo>
                  <a:lnTo>
                    <a:pt x="285756" y="284462"/>
                  </a:lnTo>
                  <a:lnTo>
                    <a:pt x="289418" y="280623"/>
                  </a:lnTo>
                  <a:lnTo>
                    <a:pt x="292957" y="276671"/>
                  </a:lnTo>
                  <a:lnTo>
                    <a:pt x="296368" y="272608"/>
                  </a:lnTo>
                  <a:lnTo>
                    <a:pt x="299648" y="268438"/>
                  </a:lnTo>
                  <a:lnTo>
                    <a:pt x="302795" y="264167"/>
                  </a:lnTo>
                  <a:lnTo>
                    <a:pt x="305804" y="259798"/>
                  </a:lnTo>
                  <a:lnTo>
                    <a:pt x="308673" y="255336"/>
                  </a:lnTo>
                  <a:lnTo>
                    <a:pt x="311400" y="250785"/>
                  </a:lnTo>
                  <a:lnTo>
                    <a:pt x="313980" y="246149"/>
                  </a:lnTo>
                  <a:lnTo>
                    <a:pt x="316412" y="241434"/>
                  </a:lnTo>
                  <a:lnTo>
                    <a:pt x="318693" y="236645"/>
                  </a:lnTo>
                  <a:lnTo>
                    <a:pt x="320821" y="231785"/>
                  </a:lnTo>
                  <a:lnTo>
                    <a:pt x="322794" y="226861"/>
                  </a:lnTo>
                  <a:lnTo>
                    <a:pt x="324610" y="221876"/>
                  </a:lnTo>
                  <a:lnTo>
                    <a:pt x="326266" y="216836"/>
                  </a:lnTo>
                  <a:lnTo>
                    <a:pt x="327762" y="211746"/>
                  </a:lnTo>
                  <a:lnTo>
                    <a:pt x="329095" y="206611"/>
                  </a:lnTo>
                  <a:lnTo>
                    <a:pt x="330265" y="201436"/>
                  </a:lnTo>
                  <a:lnTo>
                    <a:pt x="331270" y="196227"/>
                  </a:lnTo>
                  <a:lnTo>
                    <a:pt x="332109" y="190989"/>
                  </a:lnTo>
                  <a:lnTo>
                    <a:pt x="332782" y="185727"/>
                  </a:lnTo>
                  <a:lnTo>
                    <a:pt x="333287" y="180446"/>
                  </a:lnTo>
                  <a:lnTo>
                    <a:pt x="333625" y="175151"/>
                  </a:lnTo>
                  <a:lnTo>
                    <a:pt x="333794" y="169849"/>
                  </a:lnTo>
                  <a:lnTo>
                    <a:pt x="333795" y="164544"/>
                  </a:lnTo>
                  <a:lnTo>
                    <a:pt x="333627" y="159241"/>
                  </a:lnTo>
                  <a:lnTo>
                    <a:pt x="333292" y="153947"/>
                  </a:lnTo>
                  <a:lnTo>
                    <a:pt x="332788" y="148666"/>
                  </a:lnTo>
                  <a:lnTo>
                    <a:pt x="332118" y="143403"/>
                  </a:lnTo>
                  <a:lnTo>
                    <a:pt x="331280" y="138164"/>
                  </a:lnTo>
                  <a:lnTo>
                    <a:pt x="330277" y="132955"/>
                  </a:lnTo>
                  <a:lnTo>
                    <a:pt x="329109" y="127780"/>
                  </a:lnTo>
                  <a:lnTo>
                    <a:pt x="327778" y="122645"/>
                  </a:lnTo>
                  <a:lnTo>
                    <a:pt x="326284" y="117554"/>
                  </a:lnTo>
                  <a:lnTo>
                    <a:pt x="324629" y="112514"/>
                  </a:lnTo>
                  <a:lnTo>
                    <a:pt x="322815" y="107528"/>
                  </a:lnTo>
                  <a:lnTo>
                    <a:pt x="320844" y="102603"/>
                  </a:lnTo>
                  <a:lnTo>
                    <a:pt x="318718" y="97743"/>
                  </a:lnTo>
                  <a:lnTo>
                    <a:pt x="316438" y="92952"/>
                  </a:lnTo>
                  <a:lnTo>
                    <a:pt x="314008" y="88236"/>
                  </a:lnTo>
                  <a:lnTo>
                    <a:pt x="311429" y="83600"/>
                  </a:lnTo>
                  <a:lnTo>
                    <a:pt x="308704" y="79048"/>
                  </a:lnTo>
                  <a:lnTo>
                    <a:pt x="305837" y="74585"/>
                  </a:lnTo>
                  <a:lnTo>
                    <a:pt x="302829" y="70215"/>
                  </a:lnTo>
                  <a:lnTo>
                    <a:pt x="299684" y="65942"/>
                  </a:lnTo>
                  <a:lnTo>
                    <a:pt x="296405" y="61772"/>
                  </a:lnTo>
                  <a:lnTo>
                    <a:pt x="292995" y="57708"/>
                  </a:lnTo>
                  <a:lnTo>
                    <a:pt x="289458" y="53754"/>
                  </a:lnTo>
                  <a:lnTo>
                    <a:pt x="285798" y="49914"/>
                  </a:lnTo>
                  <a:lnTo>
                    <a:pt x="282017" y="46192"/>
                  </a:lnTo>
                  <a:lnTo>
                    <a:pt x="278120" y="42592"/>
                  </a:lnTo>
                  <a:lnTo>
                    <a:pt x="274111" y="39118"/>
                  </a:lnTo>
                  <a:lnTo>
                    <a:pt x="269994" y="35772"/>
                  </a:lnTo>
                  <a:lnTo>
                    <a:pt x="265772" y="32559"/>
                  </a:lnTo>
                  <a:lnTo>
                    <a:pt x="261451" y="29481"/>
                  </a:lnTo>
                  <a:lnTo>
                    <a:pt x="257035" y="26543"/>
                  </a:lnTo>
                  <a:lnTo>
                    <a:pt x="252527" y="23745"/>
                  </a:lnTo>
                  <a:lnTo>
                    <a:pt x="247933" y="21092"/>
                  </a:lnTo>
                  <a:lnTo>
                    <a:pt x="243256" y="18587"/>
                  </a:lnTo>
                  <a:lnTo>
                    <a:pt x="238503" y="16231"/>
                  </a:lnTo>
                  <a:lnTo>
                    <a:pt x="233678" y="14027"/>
                  </a:lnTo>
                  <a:lnTo>
                    <a:pt x="228784" y="11977"/>
                  </a:lnTo>
                  <a:lnTo>
                    <a:pt x="223829" y="10083"/>
                  </a:lnTo>
                  <a:lnTo>
                    <a:pt x="218815" y="8348"/>
                  </a:lnTo>
                  <a:lnTo>
                    <a:pt x="213750" y="6772"/>
                  </a:lnTo>
                  <a:lnTo>
                    <a:pt x="208636" y="5359"/>
                  </a:lnTo>
                  <a:lnTo>
                    <a:pt x="203481" y="4108"/>
                  </a:lnTo>
                  <a:lnTo>
                    <a:pt x="198288" y="3021"/>
                  </a:lnTo>
                  <a:lnTo>
                    <a:pt x="193064" y="2100"/>
                  </a:lnTo>
                  <a:lnTo>
                    <a:pt x="187812" y="1345"/>
                  </a:lnTo>
                  <a:lnTo>
                    <a:pt x="182540" y="757"/>
                  </a:lnTo>
                  <a:lnTo>
                    <a:pt x="177252" y="336"/>
                  </a:lnTo>
                  <a:lnTo>
                    <a:pt x="171952" y="84"/>
                  </a:lnTo>
                  <a:lnTo>
                    <a:pt x="166648" y="0"/>
                  </a:lnTo>
                  <a:lnTo>
                    <a:pt x="1666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256071" y="4659281"/>
              <a:ext cx="167163" cy="333839"/>
            </a:xfrm>
            <a:custGeom>
              <a:avLst/>
              <a:pathLst>
                <a:path w="167163" h="333839">
                  <a:moveTo>
                    <a:pt x="167163" y="0"/>
                  </a:moveTo>
                  <a:lnTo>
                    <a:pt x="161828" y="85"/>
                  </a:lnTo>
                  <a:lnTo>
                    <a:pt x="156498" y="340"/>
                  </a:lnTo>
                  <a:lnTo>
                    <a:pt x="151178" y="766"/>
                  </a:lnTo>
                  <a:lnTo>
                    <a:pt x="145875" y="1361"/>
                  </a:lnTo>
                  <a:lnTo>
                    <a:pt x="140594" y="2124"/>
                  </a:lnTo>
                  <a:lnTo>
                    <a:pt x="135340" y="3057"/>
                  </a:lnTo>
                  <a:lnTo>
                    <a:pt x="130118" y="4156"/>
                  </a:lnTo>
                  <a:lnTo>
                    <a:pt x="124934" y="5421"/>
                  </a:lnTo>
                  <a:lnTo>
                    <a:pt x="119793" y="6852"/>
                  </a:lnTo>
                  <a:lnTo>
                    <a:pt x="114700" y="8445"/>
                  </a:lnTo>
                  <a:lnTo>
                    <a:pt x="109661" y="10201"/>
                  </a:lnTo>
                  <a:lnTo>
                    <a:pt x="104680" y="12116"/>
                  </a:lnTo>
                  <a:lnTo>
                    <a:pt x="99763" y="14189"/>
                  </a:lnTo>
                  <a:lnTo>
                    <a:pt x="94915" y="16418"/>
                  </a:lnTo>
                  <a:lnTo>
                    <a:pt x="90140" y="18801"/>
                  </a:lnTo>
                  <a:lnTo>
                    <a:pt x="85444" y="21335"/>
                  </a:lnTo>
                  <a:lnTo>
                    <a:pt x="80831" y="24018"/>
                  </a:lnTo>
                  <a:lnTo>
                    <a:pt x="76306" y="26846"/>
                  </a:lnTo>
                  <a:lnTo>
                    <a:pt x="71874" y="29818"/>
                  </a:lnTo>
                  <a:lnTo>
                    <a:pt x="67538" y="32929"/>
                  </a:lnTo>
                  <a:lnTo>
                    <a:pt x="63304" y="36177"/>
                  </a:lnTo>
                  <a:lnTo>
                    <a:pt x="59176" y="39559"/>
                  </a:lnTo>
                  <a:lnTo>
                    <a:pt x="55159" y="43071"/>
                  </a:lnTo>
                  <a:lnTo>
                    <a:pt x="51255" y="46709"/>
                  </a:lnTo>
                  <a:lnTo>
                    <a:pt x="47469" y="50470"/>
                  </a:lnTo>
                  <a:lnTo>
                    <a:pt x="43805" y="54350"/>
                  </a:lnTo>
                  <a:lnTo>
                    <a:pt x="40267" y="58344"/>
                  </a:lnTo>
                  <a:lnTo>
                    <a:pt x="36859" y="62450"/>
                  </a:lnTo>
                  <a:lnTo>
                    <a:pt x="33583" y="66662"/>
                  </a:lnTo>
                  <a:lnTo>
                    <a:pt x="30443" y="70977"/>
                  </a:lnTo>
                  <a:lnTo>
                    <a:pt x="27442" y="75390"/>
                  </a:lnTo>
                  <a:lnTo>
                    <a:pt x="24584" y="79896"/>
                  </a:lnTo>
                  <a:lnTo>
                    <a:pt x="21871" y="84491"/>
                  </a:lnTo>
                  <a:lnTo>
                    <a:pt x="19307" y="89171"/>
                  </a:lnTo>
                  <a:lnTo>
                    <a:pt x="16893" y="93930"/>
                  </a:lnTo>
                  <a:lnTo>
                    <a:pt x="14632" y="98764"/>
                  </a:lnTo>
                  <a:lnTo>
                    <a:pt x="12526" y="103667"/>
                  </a:lnTo>
                  <a:lnTo>
                    <a:pt x="10578" y="108635"/>
                  </a:lnTo>
                  <a:lnTo>
                    <a:pt x="8790" y="113662"/>
                  </a:lnTo>
                  <a:lnTo>
                    <a:pt x="7163" y="118745"/>
                  </a:lnTo>
                  <a:lnTo>
                    <a:pt x="5699" y="123876"/>
                  </a:lnTo>
                  <a:lnTo>
                    <a:pt x="4399" y="129052"/>
                  </a:lnTo>
                  <a:lnTo>
                    <a:pt x="3266" y="134266"/>
                  </a:lnTo>
                  <a:lnTo>
                    <a:pt x="2299" y="139514"/>
                  </a:lnTo>
                  <a:lnTo>
                    <a:pt x="1500" y="144790"/>
                  </a:lnTo>
                  <a:lnTo>
                    <a:pt x="870" y="150089"/>
                  </a:lnTo>
                  <a:lnTo>
                    <a:pt x="410" y="155406"/>
                  </a:lnTo>
                  <a:lnTo>
                    <a:pt x="120" y="160734"/>
                  </a:lnTo>
                  <a:lnTo>
                    <a:pt x="0" y="166069"/>
                  </a:lnTo>
                  <a:lnTo>
                    <a:pt x="50" y="171405"/>
                  </a:lnTo>
                  <a:lnTo>
                    <a:pt x="270" y="176737"/>
                  </a:lnTo>
                  <a:lnTo>
                    <a:pt x="661" y="182059"/>
                  </a:lnTo>
                  <a:lnTo>
                    <a:pt x="1221" y="187365"/>
                  </a:lnTo>
                  <a:lnTo>
                    <a:pt x="1950" y="192652"/>
                  </a:lnTo>
                  <a:lnTo>
                    <a:pt x="2847" y="197912"/>
                  </a:lnTo>
                  <a:lnTo>
                    <a:pt x="3913" y="203141"/>
                  </a:lnTo>
                  <a:lnTo>
                    <a:pt x="5144" y="208333"/>
                  </a:lnTo>
                  <a:lnTo>
                    <a:pt x="6540" y="213483"/>
                  </a:lnTo>
                  <a:lnTo>
                    <a:pt x="8101" y="218586"/>
                  </a:lnTo>
                  <a:lnTo>
                    <a:pt x="9823" y="223637"/>
                  </a:lnTo>
                  <a:lnTo>
                    <a:pt x="11705" y="228630"/>
                  </a:lnTo>
                  <a:lnTo>
                    <a:pt x="13746" y="233561"/>
                  </a:lnTo>
                  <a:lnTo>
                    <a:pt x="15944" y="238424"/>
                  </a:lnTo>
                  <a:lnTo>
                    <a:pt x="18295" y="243214"/>
                  </a:lnTo>
                  <a:lnTo>
                    <a:pt x="20798" y="247927"/>
                  </a:lnTo>
                  <a:lnTo>
                    <a:pt x="23450" y="252557"/>
                  </a:lnTo>
                  <a:lnTo>
                    <a:pt x="26249" y="257101"/>
                  </a:lnTo>
                  <a:lnTo>
                    <a:pt x="29191" y="261553"/>
                  </a:lnTo>
                  <a:lnTo>
                    <a:pt x="32274" y="265908"/>
                  </a:lnTo>
                  <a:lnTo>
                    <a:pt x="35494" y="270163"/>
                  </a:lnTo>
                  <a:lnTo>
                    <a:pt x="38849" y="274313"/>
                  </a:lnTo>
                  <a:lnTo>
                    <a:pt x="42334" y="278354"/>
                  </a:lnTo>
                  <a:lnTo>
                    <a:pt x="45947" y="282282"/>
                  </a:lnTo>
                  <a:lnTo>
                    <a:pt x="49683" y="286092"/>
                  </a:lnTo>
                  <a:lnTo>
                    <a:pt x="53538" y="289781"/>
                  </a:lnTo>
                  <a:lnTo>
                    <a:pt x="57510" y="293345"/>
                  </a:lnTo>
                  <a:lnTo>
                    <a:pt x="61593" y="296781"/>
                  </a:lnTo>
                  <a:lnTo>
                    <a:pt x="65784" y="300085"/>
                  </a:lnTo>
                  <a:lnTo>
                    <a:pt x="70078" y="303253"/>
                  </a:lnTo>
                  <a:lnTo>
                    <a:pt x="74471" y="306282"/>
                  </a:lnTo>
                  <a:lnTo>
                    <a:pt x="78958" y="309170"/>
                  </a:lnTo>
                  <a:lnTo>
                    <a:pt x="83535" y="311913"/>
                  </a:lnTo>
                  <a:lnTo>
                    <a:pt x="88198" y="314508"/>
                  </a:lnTo>
                  <a:lnTo>
                    <a:pt x="92941" y="316953"/>
                  </a:lnTo>
                  <a:lnTo>
                    <a:pt x="97760" y="319246"/>
                  </a:lnTo>
                  <a:lnTo>
                    <a:pt x="102649" y="321384"/>
                  </a:lnTo>
                  <a:lnTo>
                    <a:pt x="107604" y="323364"/>
                  </a:lnTo>
                  <a:lnTo>
                    <a:pt x="112620" y="325186"/>
                  </a:lnTo>
                  <a:lnTo>
                    <a:pt x="117691" y="326846"/>
                  </a:lnTo>
                  <a:lnTo>
                    <a:pt x="122813" y="328344"/>
                  </a:lnTo>
                  <a:lnTo>
                    <a:pt x="127980" y="329677"/>
                  </a:lnTo>
                  <a:lnTo>
                    <a:pt x="133187" y="330845"/>
                  </a:lnTo>
                  <a:lnTo>
                    <a:pt x="138428" y="331846"/>
                  </a:lnTo>
                  <a:lnTo>
                    <a:pt x="143699" y="332679"/>
                  </a:lnTo>
                  <a:lnTo>
                    <a:pt x="148994" y="333344"/>
                  </a:lnTo>
                  <a:lnTo>
                    <a:pt x="154307" y="333839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10378" y="4826449"/>
              <a:ext cx="12856" cy="166672"/>
            </a:xfrm>
            <a:custGeom>
              <a:avLst/>
              <a:pathLst>
                <a:path w="12856" h="166672">
                  <a:moveTo>
                    <a:pt x="0" y="166672"/>
                  </a:moveTo>
                  <a:lnTo>
                    <a:pt x="1285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10378" y="4826449"/>
              <a:ext cx="12856" cy="166672"/>
            </a:xfrm>
            <a:custGeom>
              <a:avLst/>
              <a:pathLst>
                <a:path w="12856" h="166672">
                  <a:moveTo>
                    <a:pt x="0" y="166672"/>
                  </a:moveTo>
                  <a:lnTo>
                    <a:pt x="1285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10378" y="4826449"/>
              <a:ext cx="106904" cy="167159"/>
            </a:xfrm>
            <a:custGeom>
              <a:avLst/>
              <a:pathLst>
                <a:path w="106904" h="167159">
                  <a:moveTo>
                    <a:pt x="0" y="166672"/>
                  </a:moveTo>
                  <a:lnTo>
                    <a:pt x="5627" y="167011"/>
                  </a:lnTo>
                  <a:lnTo>
                    <a:pt x="11262" y="167159"/>
                  </a:lnTo>
                  <a:lnTo>
                    <a:pt x="16900" y="167118"/>
                  </a:lnTo>
                  <a:lnTo>
                    <a:pt x="22533" y="166887"/>
                  </a:lnTo>
                  <a:lnTo>
                    <a:pt x="28154" y="166465"/>
                  </a:lnTo>
                  <a:lnTo>
                    <a:pt x="33759" y="165855"/>
                  </a:lnTo>
                  <a:lnTo>
                    <a:pt x="39339" y="165056"/>
                  </a:lnTo>
                  <a:lnTo>
                    <a:pt x="44890" y="164069"/>
                  </a:lnTo>
                  <a:lnTo>
                    <a:pt x="50404" y="162895"/>
                  </a:lnTo>
                  <a:lnTo>
                    <a:pt x="55875" y="161537"/>
                  </a:lnTo>
                  <a:lnTo>
                    <a:pt x="61297" y="159994"/>
                  </a:lnTo>
                  <a:lnTo>
                    <a:pt x="66665" y="158270"/>
                  </a:lnTo>
                  <a:lnTo>
                    <a:pt x="71971" y="156366"/>
                  </a:lnTo>
                  <a:lnTo>
                    <a:pt x="77210" y="154283"/>
                  </a:lnTo>
                  <a:lnTo>
                    <a:pt x="82376" y="152026"/>
                  </a:lnTo>
                  <a:lnTo>
                    <a:pt x="87462" y="149595"/>
                  </a:lnTo>
                  <a:lnTo>
                    <a:pt x="92464" y="146994"/>
                  </a:lnTo>
                  <a:lnTo>
                    <a:pt x="97375" y="144226"/>
                  </a:lnTo>
                  <a:lnTo>
                    <a:pt x="102190" y="141294"/>
                  </a:lnTo>
                  <a:lnTo>
                    <a:pt x="106904" y="138202"/>
                  </a:lnTo>
                  <a:lnTo>
                    <a:pt x="12856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167163" cy="305369"/>
            </a:xfrm>
            <a:custGeom>
              <a:avLst/>
              <a:pathLst>
                <a:path w="167163" h="305369">
                  <a:moveTo>
                    <a:pt x="94048" y="305369"/>
                  </a:moveTo>
                  <a:lnTo>
                    <a:pt x="98449" y="302270"/>
                  </a:lnTo>
                  <a:lnTo>
                    <a:pt x="102748" y="299030"/>
                  </a:lnTo>
                  <a:lnTo>
                    <a:pt x="106940" y="295653"/>
                  </a:lnTo>
                  <a:lnTo>
                    <a:pt x="111022" y="292143"/>
                  </a:lnTo>
                  <a:lnTo>
                    <a:pt x="114988" y="288504"/>
                  </a:lnTo>
                  <a:lnTo>
                    <a:pt x="118835" y="284738"/>
                  </a:lnTo>
                  <a:lnTo>
                    <a:pt x="122559" y="280851"/>
                  </a:lnTo>
                  <a:lnTo>
                    <a:pt x="126156" y="276846"/>
                  </a:lnTo>
                  <a:lnTo>
                    <a:pt x="129622" y="272727"/>
                  </a:lnTo>
                  <a:lnTo>
                    <a:pt x="132954" y="268499"/>
                  </a:lnTo>
                  <a:lnTo>
                    <a:pt x="136147" y="264166"/>
                  </a:lnTo>
                  <a:lnTo>
                    <a:pt x="139200" y="259732"/>
                  </a:lnTo>
                  <a:lnTo>
                    <a:pt x="142108" y="255202"/>
                  </a:lnTo>
                  <a:lnTo>
                    <a:pt x="144869" y="250580"/>
                  </a:lnTo>
                  <a:lnTo>
                    <a:pt x="147480" y="245873"/>
                  </a:lnTo>
                  <a:lnTo>
                    <a:pt x="149937" y="241083"/>
                  </a:lnTo>
                  <a:lnTo>
                    <a:pt x="152239" y="236217"/>
                  </a:lnTo>
                  <a:lnTo>
                    <a:pt x="154384" y="231280"/>
                  </a:lnTo>
                  <a:lnTo>
                    <a:pt x="156368" y="226276"/>
                  </a:lnTo>
                  <a:lnTo>
                    <a:pt x="158190" y="221210"/>
                  </a:lnTo>
                  <a:lnTo>
                    <a:pt x="159848" y="216089"/>
                  </a:lnTo>
                  <a:lnTo>
                    <a:pt x="161340" y="210917"/>
                  </a:lnTo>
                  <a:lnTo>
                    <a:pt x="162665" y="205699"/>
                  </a:lnTo>
                  <a:lnTo>
                    <a:pt x="163822" y="200442"/>
                  </a:lnTo>
                  <a:lnTo>
                    <a:pt x="164808" y="195150"/>
                  </a:lnTo>
                  <a:lnTo>
                    <a:pt x="165624" y="189829"/>
                  </a:lnTo>
                  <a:lnTo>
                    <a:pt x="166268" y="184484"/>
                  </a:lnTo>
                  <a:lnTo>
                    <a:pt x="166739" y="179122"/>
                  </a:lnTo>
                  <a:lnTo>
                    <a:pt x="167037" y="173747"/>
                  </a:lnTo>
                  <a:lnTo>
                    <a:pt x="167163" y="168365"/>
                  </a:lnTo>
                  <a:lnTo>
                    <a:pt x="167115" y="162982"/>
                  </a:lnTo>
                  <a:lnTo>
                    <a:pt x="166893" y="157604"/>
                  </a:lnTo>
                  <a:lnTo>
                    <a:pt x="166499" y="152235"/>
                  </a:lnTo>
                  <a:lnTo>
                    <a:pt x="165932" y="146882"/>
                  </a:lnTo>
                  <a:lnTo>
                    <a:pt x="165192" y="141550"/>
                  </a:lnTo>
                  <a:lnTo>
                    <a:pt x="164282" y="136244"/>
                  </a:lnTo>
                  <a:lnTo>
                    <a:pt x="163201" y="130971"/>
                  </a:lnTo>
                  <a:lnTo>
                    <a:pt x="161951" y="125735"/>
                  </a:lnTo>
                  <a:lnTo>
                    <a:pt x="160533" y="120542"/>
                  </a:lnTo>
                  <a:lnTo>
                    <a:pt x="158949" y="115397"/>
                  </a:lnTo>
                  <a:lnTo>
                    <a:pt x="157199" y="110306"/>
                  </a:lnTo>
                  <a:lnTo>
                    <a:pt x="155287" y="105274"/>
                  </a:lnTo>
                  <a:lnTo>
                    <a:pt x="153214" y="100306"/>
                  </a:lnTo>
                  <a:lnTo>
                    <a:pt x="150982" y="95408"/>
                  </a:lnTo>
                  <a:lnTo>
                    <a:pt x="148593" y="90584"/>
                  </a:lnTo>
                  <a:lnTo>
                    <a:pt x="146050" y="85839"/>
                  </a:lnTo>
                  <a:lnTo>
                    <a:pt x="143356" y="81179"/>
                  </a:lnTo>
                  <a:lnTo>
                    <a:pt x="140513" y="76608"/>
                  </a:lnTo>
                  <a:lnTo>
                    <a:pt x="137524" y="72130"/>
                  </a:lnTo>
                  <a:lnTo>
                    <a:pt x="134393" y="67752"/>
                  </a:lnTo>
                  <a:lnTo>
                    <a:pt x="131122" y="63476"/>
                  </a:lnTo>
                  <a:lnTo>
                    <a:pt x="127716" y="59308"/>
                  </a:lnTo>
                  <a:lnTo>
                    <a:pt x="124177" y="55252"/>
                  </a:lnTo>
                  <a:lnTo>
                    <a:pt x="120509" y="51311"/>
                  </a:lnTo>
                  <a:lnTo>
                    <a:pt x="116716" y="47491"/>
                  </a:lnTo>
                  <a:lnTo>
                    <a:pt x="112802" y="43795"/>
                  </a:lnTo>
                  <a:lnTo>
                    <a:pt x="108771" y="40227"/>
                  </a:lnTo>
                  <a:lnTo>
                    <a:pt x="104628" y="36791"/>
                  </a:lnTo>
                  <a:lnTo>
                    <a:pt x="100376" y="33490"/>
                  </a:lnTo>
                  <a:lnTo>
                    <a:pt x="96020" y="30327"/>
                  </a:lnTo>
                  <a:lnTo>
                    <a:pt x="91564" y="27307"/>
                  </a:lnTo>
                  <a:lnTo>
                    <a:pt x="87013" y="24431"/>
                  </a:lnTo>
                  <a:lnTo>
                    <a:pt x="82372" y="21703"/>
                  </a:lnTo>
                  <a:lnTo>
                    <a:pt x="77646" y="19126"/>
                  </a:lnTo>
                  <a:lnTo>
                    <a:pt x="72839" y="16703"/>
                  </a:lnTo>
                  <a:lnTo>
                    <a:pt x="67957" y="14436"/>
                  </a:lnTo>
                  <a:lnTo>
                    <a:pt x="63004" y="12327"/>
                  </a:lnTo>
                  <a:lnTo>
                    <a:pt x="57986" y="10379"/>
                  </a:lnTo>
                  <a:lnTo>
                    <a:pt x="52907" y="8593"/>
                  </a:lnTo>
                  <a:lnTo>
                    <a:pt x="47774" y="6972"/>
                  </a:lnTo>
                  <a:lnTo>
                    <a:pt x="42592" y="5516"/>
                  </a:lnTo>
                  <a:lnTo>
                    <a:pt x="37365" y="4229"/>
                  </a:lnTo>
                  <a:lnTo>
                    <a:pt x="32099" y="3110"/>
                  </a:lnTo>
                  <a:lnTo>
                    <a:pt x="26800" y="2162"/>
                  </a:lnTo>
                  <a:lnTo>
                    <a:pt x="21473" y="1384"/>
                  </a:lnTo>
                  <a:lnTo>
                    <a:pt x="16124" y="779"/>
                  </a:lnTo>
                  <a:lnTo>
                    <a:pt x="10759" y="346"/>
                  </a:lnTo>
                  <a:lnTo>
                    <a:pt x="538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561308" y="4213821"/>
              <a:ext cx="256083" cy="334319"/>
            </a:xfrm>
            <a:custGeom>
              <a:avLst/>
              <a:pathLst>
                <a:path w="256083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8" y="2124"/>
                  </a:lnTo>
                  <a:lnTo>
                    <a:pt x="135345" y="3056"/>
                  </a:lnTo>
                  <a:lnTo>
                    <a:pt x="130124" y="4155"/>
                  </a:lnTo>
                  <a:lnTo>
                    <a:pt x="124940" y="5420"/>
                  </a:lnTo>
                  <a:lnTo>
                    <a:pt x="119800" y="6849"/>
                  </a:lnTo>
                  <a:lnTo>
                    <a:pt x="114708" y="8442"/>
                  </a:lnTo>
                  <a:lnTo>
                    <a:pt x="109670" y="10197"/>
                  </a:lnTo>
                  <a:lnTo>
                    <a:pt x="104690" y="12112"/>
                  </a:lnTo>
                  <a:lnTo>
                    <a:pt x="99773" y="14185"/>
                  </a:lnTo>
                  <a:lnTo>
                    <a:pt x="94926" y="16413"/>
                  </a:lnTo>
                  <a:lnTo>
                    <a:pt x="90152" y="18795"/>
                  </a:lnTo>
                  <a:lnTo>
                    <a:pt x="85456" y="21328"/>
                  </a:lnTo>
                  <a:lnTo>
                    <a:pt x="80843" y="24010"/>
                  </a:lnTo>
                  <a:lnTo>
                    <a:pt x="76319" y="26838"/>
                  </a:lnTo>
                  <a:lnTo>
                    <a:pt x="71887" y="29808"/>
                  </a:lnTo>
                  <a:lnTo>
                    <a:pt x="67552" y="32919"/>
                  </a:lnTo>
                  <a:lnTo>
                    <a:pt x="63319" y="36166"/>
                  </a:lnTo>
                  <a:lnTo>
                    <a:pt x="59191" y="39546"/>
                  </a:lnTo>
                  <a:lnTo>
                    <a:pt x="55173" y="43057"/>
                  </a:lnTo>
                  <a:lnTo>
                    <a:pt x="51270" y="46694"/>
                  </a:lnTo>
                  <a:lnTo>
                    <a:pt x="47484" y="50454"/>
                  </a:lnTo>
                  <a:lnTo>
                    <a:pt x="43821" y="54333"/>
                  </a:lnTo>
                  <a:lnTo>
                    <a:pt x="40283" y="58326"/>
                  </a:lnTo>
                  <a:lnTo>
                    <a:pt x="36874" y="62431"/>
                  </a:lnTo>
                  <a:lnTo>
                    <a:pt x="33598" y="66642"/>
                  </a:lnTo>
                  <a:lnTo>
                    <a:pt x="30458" y="70956"/>
                  </a:lnTo>
                  <a:lnTo>
                    <a:pt x="27457" y="75367"/>
                  </a:lnTo>
                  <a:lnTo>
                    <a:pt x="24599" y="79872"/>
                  </a:lnTo>
                  <a:lnTo>
                    <a:pt x="21886" y="84466"/>
                  </a:lnTo>
                  <a:lnTo>
                    <a:pt x="19320" y="89144"/>
                  </a:lnTo>
                  <a:lnTo>
                    <a:pt x="16906" y="93902"/>
                  </a:lnTo>
                  <a:lnTo>
                    <a:pt x="14644" y="98735"/>
                  </a:lnTo>
                  <a:lnTo>
                    <a:pt x="12538" y="103637"/>
                  </a:lnTo>
                  <a:lnTo>
                    <a:pt x="10589" y="108603"/>
                  </a:lnTo>
                  <a:lnTo>
                    <a:pt x="8800" y="113630"/>
                  </a:lnTo>
                  <a:lnTo>
                    <a:pt x="7173" y="118711"/>
                  </a:lnTo>
                  <a:lnTo>
                    <a:pt x="5708" y="123841"/>
                  </a:lnTo>
                  <a:lnTo>
                    <a:pt x="4407" y="129016"/>
                  </a:lnTo>
                  <a:lnTo>
                    <a:pt x="3273" y="134229"/>
                  </a:lnTo>
                  <a:lnTo>
                    <a:pt x="2305" y="139476"/>
                  </a:lnTo>
                  <a:lnTo>
                    <a:pt x="1505" y="144751"/>
                  </a:lnTo>
                  <a:lnTo>
                    <a:pt x="874" y="150049"/>
                  </a:lnTo>
                  <a:lnTo>
                    <a:pt x="413" y="155364"/>
                  </a:lnTo>
                  <a:lnTo>
                    <a:pt x="121" y="160692"/>
                  </a:lnTo>
                  <a:lnTo>
                    <a:pt x="0" y="166026"/>
                  </a:lnTo>
                  <a:lnTo>
                    <a:pt x="48" y="171361"/>
                  </a:lnTo>
                  <a:lnTo>
                    <a:pt x="267" y="176692"/>
                  </a:lnTo>
                  <a:lnTo>
                    <a:pt x="656" y="182013"/>
                  </a:lnTo>
                  <a:lnTo>
                    <a:pt x="1215" y="187319"/>
                  </a:lnTo>
                  <a:lnTo>
                    <a:pt x="1942" y="192605"/>
                  </a:lnTo>
                  <a:lnTo>
                    <a:pt x="2838" y="197864"/>
                  </a:lnTo>
                  <a:lnTo>
                    <a:pt x="3902" y="203093"/>
                  </a:lnTo>
                  <a:lnTo>
                    <a:pt x="5131" y="208284"/>
                  </a:lnTo>
                  <a:lnTo>
                    <a:pt x="6526" y="213434"/>
                  </a:lnTo>
                  <a:lnTo>
                    <a:pt x="8084" y="218537"/>
                  </a:lnTo>
                  <a:lnTo>
                    <a:pt x="9805" y="223587"/>
                  </a:lnTo>
                  <a:lnTo>
                    <a:pt x="11685" y="228580"/>
                  </a:lnTo>
                  <a:lnTo>
                    <a:pt x="13724" y="233511"/>
                  </a:lnTo>
                  <a:lnTo>
                    <a:pt x="15920" y="238374"/>
                  </a:lnTo>
                  <a:lnTo>
                    <a:pt x="18269" y="243164"/>
                  </a:lnTo>
                  <a:lnTo>
                    <a:pt x="20770" y="247877"/>
                  </a:lnTo>
                  <a:lnTo>
                    <a:pt x="23420" y="252507"/>
                  </a:lnTo>
                  <a:lnTo>
                    <a:pt x="26217" y="257051"/>
                  </a:lnTo>
                  <a:lnTo>
                    <a:pt x="29157" y="261503"/>
                  </a:lnTo>
                  <a:lnTo>
                    <a:pt x="32238" y="265859"/>
                  </a:lnTo>
                  <a:lnTo>
                    <a:pt x="35456" y="270115"/>
                  </a:lnTo>
                  <a:lnTo>
                    <a:pt x="38809" y="274265"/>
                  </a:lnTo>
                  <a:lnTo>
                    <a:pt x="42292" y="278307"/>
                  </a:lnTo>
                  <a:lnTo>
                    <a:pt x="45902" y="282235"/>
                  </a:lnTo>
                  <a:lnTo>
                    <a:pt x="49636" y="286046"/>
                  </a:lnTo>
                  <a:lnTo>
                    <a:pt x="53489" y="289736"/>
                  </a:lnTo>
                  <a:lnTo>
                    <a:pt x="57459" y="293302"/>
                  </a:lnTo>
                  <a:lnTo>
                    <a:pt x="61540" y="296738"/>
                  </a:lnTo>
                  <a:lnTo>
                    <a:pt x="65729" y="300043"/>
                  </a:lnTo>
                  <a:lnTo>
                    <a:pt x="70021" y="303212"/>
                  </a:lnTo>
                  <a:lnTo>
                    <a:pt x="74412" y="306243"/>
                  </a:lnTo>
                  <a:lnTo>
                    <a:pt x="78897" y="309132"/>
                  </a:lnTo>
                  <a:lnTo>
                    <a:pt x="83473" y="311877"/>
                  </a:lnTo>
                  <a:lnTo>
                    <a:pt x="88133" y="314474"/>
                  </a:lnTo>
                  <a:lnTo>
                    <a:pt x="92874" y="316921"/>
                  </a:lnTo>
                  <a:lnTo>
                    <a:pt x="97691" y="319215"/>
                  </a:lnTo>
                  <a:lnTo>
                    <a:pt x="102579" y="321355"/>
                  </a:lnTo>
                  <a:lnTo>
                    <a:pt x="107532" y="323337"/>
                  </a:lnTo>
                  <a:lnTo>
                    <a:pt x="112546" y="325161"/>
                  </a:lnTo>
                  <a:lnTo>
                    <a:pt x="117616" y="326823"/>
                  </a:lnTo>
                  <a:lnTo>
                    <a:pt x="122736" y="328323"/>
                  </a:lnTo>
                  <a:lnTo>
                    <a:pt x="127902" y="329659"/>
                  </a:lnTo>
                  <a:lnTo>
                    <a:pt x="133107" y="330829"/>
                  </a:lnTo>
                  <a:lnTo>
                    <a:pt x="138347" y="331832"/>
                  </a:lnTo>
                  <a:lnTo>
                    <a:pt x="143617" y="332668"/>
                  </a:lnTo>
                  <a:lnTo>
                    <a:pt x="148911" y="333335"/>
                  </a:lnTo>
                  <a:lnTo>
                    <a:pt x="154223" y="333833"/>
                  </a:lnTo>
                  <a:lnTo>
                    <a:pt x="159548" y="334161"/>
                  </a:lnTo>
                  <a:lnTo>
                    <a:pt x="164881" y="334319"/>
                  </a:lnTo>
                  <a:lnTo>
                    <a:pt x="170216" y="334306"/>
                  </a:lnTo>
                  <a:lnTo>
                    <a:pt x="175549" y="334124"/>
                  </a:lnTo>
                  <a:lnTo>
                    <a:pt x="180872" y="333771"/>
                  </a:lnTo>
                  <a:lnTo>
                    <a:pt x="186182" y="333249"/>
                  </a:lnTo>
                  <a:lnTo>
                    <a:pt x="191472" y="332557"/>
                  </a:lnTo>
                  <a:lnTo>
                    <a:pt x="196738" y="331697"/>
                  </a:lnTo>
                  <a:lnTo>
                    <a:pt x="201974" y="330670"/>
                  </a:lnTo>
                  <a:lnTo>
                    <a:pt x="207174" y="329476"/>
                  </a:lnTo>
                  <a:lnTo>
                    <a:pt x="212333" y="328116"/>
                  </a:lnTo>
                  <a:lnTo>
                    <a:pt x="217446" y="326593"/>
                  </a:lnTo>
                  <a:lnTo>
                    <a:pt x="222508" y="324907"/>
                  </a:lnTo>
                  <a:lnTo>
                    <a:pt x="227514" y="323060"/>
                  </a:lnTo>
                  <a:lnTo>
                    <a:pt x="232458" y="321055"/>
                  </a:lnTo>
                  <a:lnTo>
                    <a:pt x="237336" y="318893"/>
                  </a:lnTo>
                  <a:lnTo>
                    <a:pt x="242142" y="316576"/>
                  </a:lnTo>
                  <a:lnTo>
                    <a:pt x="246872" y="314107"/>
                  </a:lnTo>
                  <a:lnTo>
                    <a:pt x="251520" y="311489"/>
                  </a:lnTo>
                  <a:lnTo>
                    <a:pt x="256083" y="308723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380988"/>
              <a:ext cx="88919" cy="141556"/>
            </a:xfrm>
            <a:custGeom>
              <a:avLst/>
              <a:pathLst>
                <a:path w="88919" h="141556">
                  <a:moveTo>
                    <a:pt x="88919" y="141556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380988"/>
              <a:ext cx="166054" cy="141556"/>
            </a:xfrm>
            <a:custGeom>
              <a:avLst/>
              <a:pathLst>
                <a:path w="166054" h="141556">
                  <a:moveTo>
                    <a:pt x="88919" y="141556"/>
                  </a:moveTo>
                  <a:lnTo>
                    <a:pt x="93559" y="138533"/>
                  </a:lnTo>
                  <a:lnTo>
                    <a:pt x="98096" y="135358"/>
                  </a:lnTo>
                  <a:lnTo>
                    <a:pt x="102526" y="132035"/>
                  </a:lnTo>
                  <a:lnTo>
                    <a:pt x="106843" y="128566"/>
                  </a:lnTo>
                  <a:lnTo>
                    <a:pt x="111043" y="124957"/>
                  </a:lnTo>
                  <a:lnTo>
                    <a:pt x="115121" y="121210"/>
                  </a:lnTo>
                  <a:lnTo>
                    <a:pt x="119072" y="117331"/>
                  </a:lnTo>
                  <a:lnTo>
                    <a:pt x="122893" y="113323"/>
                  </a:lnTo>
                  <a:lnTo>
                    <a:pt x="126579" y="109190"/>
                  </a:lnTo>
                  <a:lnTo>
                    <a:pt x="130126" y="104937"/>
                  </a:lnTo>
                  <a:lnTo>
                    <a:pt x="133531" y="100570"/>
                  </a:lnTo>
                  <a:lnTo>
                    <a:pt x="136788" y="96092"/>
                  </a:lnTo>
                  <a:lnTo>
                    <a:pt x="139896" y="91508"/>
                  </a:lnTo>
                  <a:lnTo>
                    <a:pt x="142850" y="86825"/>
                  </a:lnTo>
                  <a:lnTo>
                    <a:pt x="145648" y="82045"/>
                  </a:lnTo>
                  <a:lnTo>
                    <a:pt x="148285" y="77176"/>
                  </a:lnTo>
                  <a:lnTo>
                    <a:pt x="150760" y="72222"/>
                  </a:lnTo>
                  <a:lnTo>
                    <a:pt x="153070" y="67189"/>
                  </a:lnTo>
                  <a:lnTo>
                    <a:pt x="155211" y="62082"/>
                  </a:lnTo>
                  <a:lnTo>
                    <a:pt x="157182" y="56907"/>
                  </a:lnTo>
                  <a:lnTo>
                    <a:pt x="158981" y="51670"/>
                  </a:lnTo>
                  <a:lnTo>
                    <a:pt x="160605" y="46376"/>
                  </a:lnTo>
                  <a:lnTo>
                    <a:pt x="162053" y="41031"/>
                  </a:lnTo>
                  <a:lnTo>
                    <a:pt x="163323" y="35641"/>
                  </a:lnTo>
                  <a:lnTo>
                    <a:pt x="164414" y="30212"/>
                  </a:lnTo>
                  <a:lnTo>
                    <a:pt x="165325" y="24749"/>
                  </a:lnTo>
                  <a:lnTo>
                    <a:pt x="166054" y="192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167150" cy="186427"/>
            </a:xfrm>
            <a:custGeom>
              <a:avLst/>
              <a:pathLst>
                <a:path w="167150" h="186427">
                  <a:moveTo>
                    <a:pt x="166054" y="186427"/>
                  </a:moveTo>
                  <a:lnTo>
                    <a:pt x="166591" y="181033"/>
                  </a:lnTo>
                  <a:lnTo>
                    <a:pt x="166953" y="175625"/>
                  </a:lnTo>
                  <a:lnTo>
                    <a:pt x="167139" y="170207"/>
                  </a:lnTo>
                  <a:lnTo>
                    <a:pt x="167150" y="164787"/>
                  </a:lnTo>
                  <a:lnTo>
                    <a:pt x="166985" y="159368"/>
                  </a:lnTo>
                  <a:lnTo>
                    <a:pt x="166644" y="153958"/>
                  </a:lnTo>
                  <a:lnTo>
                    <a:pt x="166128" y="148562"/>
                  </a:lnTo>
                  <a:lnTo>
                    <a:pt x="165438" y="143186"/>
                  </a:lnTo>
                  <a:lnTo>
                    <a:pt x="164573" y="137834"/>
                  </a:lnTo>
                  <a:lnTo>
                    <a:pt x="163536" y="132514"/>
                  </a:lnTo>
                  <a:lnTo>
                    <a:pt x="162326" y="127230"/>
                  </a:lnTo>
                  <a:lnTo>
                    <a:pt x="160946" y="121988"/>
                  </a:lnTo>
                  <a:lnTo>
                    <a:pt x="159397" y="116793"/>
                  </a:lnTo>
                  <a:lnTo>
                    <a:pt x="157680" y="111652"/>
                  </a:lnTo>
                  <a:lnTo>
                    <a:pt x="155797" y="106568"/>
                  </a:lnTo>
                  <a:lnTo>
                    <a:pt x="153750" y="101549"/>
                  </a:lnTo>
                  <a:lnTo>
                    <a:pt x="151542" y="96598"/>
                  </a:lnTo>
                  <a:lnTo>
                    <a:pt x="149174" y="91722"/>
                  </a:lnTo>
                  <a:lnTo>
                    <a:pt x="146649" y="86925"/>
                  </a:lnTo>
                  <a:lnTo>
                    <a:pt x="143971" y="82213"/>
                  </a:lnTo>
                  <a:lnTo>
                    <a:pt x="141141" y="77589"/>
                  </a:lnTo>
                  <a:lnTo>
                    <a:pt x="138162" y="73060"/>
                  </a:lnTo>
                  <a:lnTo>
                    <a:pt x="135038" y="68630"/>
                  </a:lnTo>
                  <a:lnTo>
                    <a:pt x="131772" y="64304"/>
                  </a:lnTo>
                  <a:lnTo>
                    <a:pt x="128368" y="60085"/>
                  </a:lnTo>
                  <a:lnTo>
                    <a:pt x="124829" y="55980"/>
                  </a:lnTo>
                  <a:lnTo>
                    <a:pt x="121158" y="51991"/>
                  </a:lnTo>
                  <a:lnTo>
                    <a:pt x="117360" y="48123"/>
                  </a:lnTo>
                  <a:lnTo>
                    <a:pt x="113439" y="44381"/>
                  </a:lnTo>
                  <a:lnTo>
                    <a:pt x="109398" y="40767"/>
                  </a:lnTo>
                  <a:lnTo>
                    <a:pt x="105242" y="37287"/>
                  </a:lnTo>
                  <a:lnTo>
                    <a:pt x="100976" y="33943"/>
                  </a:lnTo>
                  <a:lnTo>
                    <a:pt x="96603" y="30739"/>
                  </a:lnTo>
                  <a:lnTo>
                    <a:pt x="92129" y="27678"/>
                  </a:lnTo>
                  <a:lnTo>
                    <a:pt x="87558" y="24765"/>
                  </a:lnTo>
                  <a:lnTo>
                    <a:pt x="82895" y="22001"/>
                  </a:lnTo>
                  <a:lnTo>
                    <a:pt x="78145" y="19389"/>
                  </a:lnTo>
                  <a:lnTo>
                    <a:pt x="73312" y="16933"/>
                  </a:lnTo>
                  <a:lnTo>
                    <a:pt x="68403" y="14635"/>
                  </a:lnTo>
                  <a:lnTo>
                    <a:pt x="63421" y="12498"/>
                  </a:lnTo>
                  <a:lnTo>
                    <a:pt x="58373" y="10523"/>
                  </a:lnTo>
                  <a:lnTo>
                    <a:pt x="53264" y="8712"/>
                  </a:lnTo>
                  <a:lnTo>
                    <a:pt x="48098" y="7069"/>
                  </a:lnTo>
                  <a:lnTo>
                    <a:pt x="42882" y="5593"/>
                  </a:lnTo>
                  <a:lnTo>
                    <a:pt x="37621" y="4288"/>
                  </a:lnTo>
                  <a:lnTo>
                    <a:pt x="32320" y="3154"/>
                  </a:lnTo>
                  <a:lnTo>
                    <a:pt x="26986" y="2192"/>
                  </a:lnTo>
                  <a:lnTo>
                    <a:pt x="21623" y="1404"/>
                  </a:lnTo>
                  <a:lnTo>
                    <a:pt x="16237" y="790"/>
                  </a:lnTo>
                  <a:lnTo>
                    <a:pt x="10834" y="351"/>
                  </a:lnTo>
                  <a:lnTo>
                    <a:pt x="5419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751845" y="3707720"/>
              <a:ext cx="218415" cy="334329"/>
            </a:xfrm>
            <a:custGeom>
              <a:avLst/>
              <a:pathLst>
                <a:path w="218415" h="334329">
                  <a:moveTo>
                    <a:pt x="167166" y="0"/>
                  </a:moveTo>
                  <a:lnTo>
                    <a:pt x="161821" y="85"/>
                  </a:lnTo>
                  <a:lnTo>
                    <a:pt x="156483" y="341"/>
                  </a:lnTo>
                  <a:lnTo>
                    <a:pt x="151155" y="768"/>
                  </a:lnTo>
                  <a:lnTo>
                    <a:pt x="145844" y="1365"/>
                  </a:lnTo>
                  <a:lnTo>
                    <a:pt x="140554" y="2131"/>
                  </a:lnTo>
                  <a:lnTo>
                    <a:pt x="135292" y="3066"/>
                  </a:lnTo>
                  <a:lnTo>
                    <a:pt x="130062" y="4169"/>
                  </a:lnTo>
                  <a:lnTo>
                    <a:pt x="124870" y="5439"/>
                  </a:lnTo>
                  <a:lnTo>
                    <a:pt x="119722" y="6873"/>
                  </a:lnTo>
                  <a:lnTo>
                    <a:pt x="114622" y="8472"/>
                  </a:lnTo>
                  <a:lnTo>
                    <a:pt x="109575" y="10233"/>
                  </a:lnTo>
                  <a:lnTo>
                    <a:pt x="104588" y="12154"/>
                  </a:lnTo>
                  <a:lnTo>
                    <a:pt x="99664" y="14234"/>
                  </a:lnTo>
                  <a:lnTo>
                    <a:pt x="94810" y="16470"/>
                  </a:lnTo>
                  <a:lnTo>
                    <a:pt x="90029" y="18860"/>
                  </a:lnTo>
                  <a:lnTo>
                    <a:pt x="85327" y="21402"/>
                  </a:lnTo>
                  <a:lnTo>
                    <a:pt x="80709" y="24093"/>
                  </a:lnTo>
                  <a:lnTo>
                    <a:pt x="76180" y="26930"/>
                  </a:lnTo>
                  <a:lnTo>
                    <a:pt x="71743" y="29910"/>
                  </a:lnTo>
                  <a:lnTo>
                    <a:pt x="67404" y="33031"/>
                  </a:lnTo>
                  <a:lnTo>
                    <a:pt x="63167" y="36288"/>
                  </a:lnTo>
                  <a:lnTo>
                    <a:pt x="59036" y="39680"/>
                  </a:lnTo>
                  <a:lnTo>
                    <a:pt x="55016" y="43202"/>
                  </a:lnTo>
                  <a:lnTo>
                    <a:pt x="51110" y="46851"/>
                  </a:lnTo>
                  <a:lnTo>
                    <a:pt x="47323" y="50622"/>
                  </a:lnTo>
                  <a:lnTo>
                    <a:pt x="43658" y="54513"/>
                  </a:lnTo>
                  <a:lnTo>
                    <a:pt x="40120" y="58519"/>
                  </a:lnTo>
                  <a:lnTo>
                    <a:pt x="36712" y="62636"/>
                  </a:lnTo>
                  <a:lnTo>
                    <a:pt x="33437" y="66860"/>
                  </a:lnTo>
                  <a:lnTo>
                    <a:pt x="30298" y="71186"/>
                  </a:lnTo>
                  <a:lnTo>
                    <a:pt x="27300" y="75611"/>
                  </a:lnTo>
                  <a:lnTo>
                    <a:pt x="24445" y="80129"/>
                  </a:lnTo>
                  <a:lnTo>
                    <a:pt x="21735" y="84736"/>
                  </a:lnTo>
                  <a:lnTo>
                    <a:pt x="19174" y="89427"/>
                  </a:lnTo>
                  <a:lnTo>
                    <a:pt x="16765" y="94198"/>
                  </a:lnTo>
                  <a:lnTo>
                    <a:pt x="14509" y="99043"/>
                  </a:lnTo>
                  <a:lnTo>
                    <a:pt x="12409" y="103958"/>
                  </a:lnTo>
                  <a:lnTo>
                    <a:pt x="10467" y="108938"/>
                  </a:lnTo>
                  <a:lnTo>
                    <a:pt x="8686" y="113977"/>
                  </a:lnTo>
                  <a:lnTo>
                    <a:pt x="7067" y="119071"/>
                  </a:lnTo>
                  <a:lnTo>
                    <a:pt x="5611" y="124213"/>
                  </a:lnTo>
                  <a:lnTo>
                    <a:pt x="4320" y="129400"/>
                  </a:lnTo>
                  <a:lnTo>
                    <a:pt x="3196" y="134625"/>
                  </a:lnTo>
                  <a:lnTo>
                    <a:pt x="2240" y="139884"/>
                  </a:lnTo>
                  <a:lnTo>
                    <a:pt x="1452" y="145170"/>
                  </a:lnTo>
                  <a:lnTo>
                    <a:pt x="833" y="150479"/>
                  </a:lnTo>
                  <a:lnTo>
                    <a:pt x="385" y="155805"/>
                  </a:lnTo>
                  <a:lnTo>
                    <a:pt x="107" y="161142"/>
                  </a:lnTo>
                  <a:lnTo>
                    <a:pt x="0" y="166486"/>
                  </a:lnTo>
                  <a:lnTo>
                    <a:pt x="63" y="171830"/>
                  </a:lnTo>
                  <a:lnTo>
                    <a:pt x="298" y="177170"/>
                  </a:lnTo>
                  <a:lnTo>
                    <a:pt x="703" y="182499"/>
                  </a:lnTo>
                  <a:lnTo>
                    <a:pt x="1278" y="187813"/>
                  </a:lnTo>
                  <a:lnTo>
                    <a:pt x="2023" y="193106"/>
                  </a:lnTo>
                  <a:lnTo>
                    <a:pt x="2936" y="198372"/>
                  </a:lnTo>
                  <a:lnTo>
                    <a:pt x="4018" y="203606"/>
                  </a:lnTo>
                  <a:lnTo>
                    <a:pt x="5266" y="208803"/>
                  </a:lnTo>
                  <a:lnTo>
                    <a:pt x="6680" y="213957"/>
                  </a:lnTo>
                  <a:lnTo>
                    <a:pt x="8258" y="219064"/>
                  </a:lnTo>
                  <a:lnTo>
                    <a:pt x="9998" y="224118"/>
                  </a:lnTo>
                  <a:lnTo>
                    <a:pt x="11899" y="229113"/>
                  </a:lnTo>
                  <a:lnTo>
                    <a:pt x="13959" y="234045"/>
                  </a:lnTo>
                  <a:lnTo>
                    <a:pt x="16175" y="238908"/>
                  </a:lnTo>
                  <a:lnTo>
                    <a:pt x="18546" y="243699"/>
                  </a:lnTo>
                  <a:lnTo>
                    <a:pt x="21068" y="248411"/>
                  </a:lnTo>
                  <a:lnTo>
                    <a:pt x="23740" y="253040"/>
                  </a:lnTo>
                  <a:lnTo>
                    <a:pt x="26559" y="257581"/>
                  </a:lnTo>
                  <a:lnTo>
                    <a:pt x="29521" y="262030"/>
                  </a:lnTo>
                  <a:lnTo>
                    <a:pt x="32624" y="266382"/>
                  </a:lnTo>
                  <a:lnTo>
                    <a:pt x="35865" y="270632"/>
                  </a:lnTo>
                  <a:lnTo>
                    <a:pt x="39239" y="274777"/>
                  </a:lnTo>
                  <a:lnTo>
                    <a:pt x="42745" y="278811"/>
                  </a:lnTo>
                  <a:lnTo>
                    <a:pt x="46377" y="282732"/>
                  </a:lnTo>
                  <a:lnTo>
                    <a:pt x="50134" y="286534"/>
                  </a:lnTo>
                  <a:lnTo>
                    <a:pt x="54009" y="290214"/>
                  </a:lnTo>
                  <a:lnTo>
                    <a:pt x="58001" y="293769"/>
                  </a:lnTo>
                  <a:lnTo>
                    <a:pt x="62104" y="297194"/>
                  </a:lnTo>
                  <a:lnTo>
                    <a:pt x="66314" y="300486"/>
                  </a:lnTo>
                  <a:lnTo>
                    <a:pt x="70628" y="303642"/>
                  </a:lnTo>
                  <a:lnTo>
                    <a:pt x="75040" y="306658"/>
                  </a:lnTo>
                  <a:lnTo>
                    <a:pt x="79547" y="309532"/>
                  </a:lnTo>
                  <a:lnTo>
                    <a:pt x="84143" y="312261"/>
                  </a:lnTo>
                  <a:lnTo>
                    <a:pt x="88824" y="314840"/>
                  </a:lnTo>
                  <a:lnTo>
                    <a:pt x="93584" y="317269"/>
                  </a:lnTo>
                  <a:lnTo>
                    <a:pt x="98421" y="319545"/>
                  </a:lnTo>
                  <a:lnTo>
                    <a:pt x="103327" y="321665"/>
                  </a:lnTo>
                  <a:lnTo>
                    <a:pt x="108299" y="323627"/>
                  </a:lnTo>
                  <a:lnTo>
                    <a:pt x="113331" y="325429"/>
                  </a:lnTo>
                  <a:lnTo>
                    <a:pt x="118418" y="327069"/>
                  </a:lnTo>
                  <a:lnTo>
                    <a:pt x="123554" y="328545"/>
                  </a:lnTo>
                  <a:lnTo>
                    <a:pt x="128736" y="329857"/>
                  </a:lnTo>
                  <a:lnTo>
                    <a:pt x="133956" y="331003"/>
                  </a:lnTo>
                  <a:lnTo>
                    <a:pt x="139211" y="331980"/>
                  </a:lnTo>
                  <a:lnTo>
                    <a:pt x="144494" y="332790"/>
                  </a:lnTo>
                  <a:lnTo>
                    <a:pt x="149800" y="333430"/>
                  </a:lnTo>
                  <a:lnTo>
                    <a:pt x="155124" y="333900"/>
                  </a:lnTo>
                  <a:lnTo>
                    <a:pt x="160461" y="334200"/>
                  </a:lnTo>
                  <a:lnTo>
                    <a:pt x="165804" y="334329"/>
                  </a:lnTo>
                  <a:lnTo>
                    <a:pt x="171148" y="334287"/>
                  </a:lnTo>
                  <a:lnTo>
                    <a:pt x="176489" y="334074"/>
                  </a:lnTo>
                  <a:lnTo>
                    <a:pt x="181820" y="333691"/>
                  </a:lnTo>
                  <a:lnTo>
                    <a:pt x="187136" y="333137"/>
                  </a:lnTo>
                  <a:lnTo>
                    <a:pt x="192432" y="332414"/>
                  </a:lnTo>
                  <a:lnTo>
                    <a:pt x="197701" y="331522"/>
                  </a:lnTo>
                  <a:lnTo>
                    <a:pt x="202940" y="330462"/>
                  </a:lnTo>
                  <a:lnTo>
                    <a:pt x="208142" y="329234"/>
                  </a:lnTo>
                  <a:lnTo>
                    <a:pt x="213302" y="327842"/>
                  </a:lnTo>
                  <a:lnTo>
                    <a:pt x="218415" y="32628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882"/>
              <a:ext cx="167158" cy="326123"/>
            </a:xfrm>
            <a:custGeom>
              <a:avLst/>
              <a:pathLst>
                <a:path w="167158" h="326123">
                  <a:moveTo>
                    <a:pt x="51249" y="326123"/>
                  </a:moveTo>
                  <a:lnTo>
                    <a:pt x="56317" y="324400"/>
                  </a:lnTo>
                  <a:lnTo>
                    <a:pt x="61328" y="322517"/>
                  </a:lnTo>
                  <a:lnTo>
                    <a:pt x="66275" y="320473"/>
                  </a:lnTo>
                  <a:lnTo>
                    <a:pt x="71155" y="318273"/>
                  </a:lnTo>
                  <a:lnTo>
                    <a:pt x="75962" y="315917"/>
                  </a:lnTo>
                  <a:lnTo>
                    <a:pt x="80691" y="313408"/>
                  </a:lnTo>
                  <a:lnTo>
                    <a:pt x="85337" y="310750"/>
                  </a:lnTo>
                  <a:lnTo>
                    <a:pt x="89895" y="307944"/>
                  </a:lnTo>
                  <a:lnTo>
                    <a:pt x="94362" y="304993"/>
                  </a:lnTo>
                  <a:lnTo>
                    <a:pt x="98732" y="301901"/>
                  </a:lnTo>
                  <a:lnTo>
                    <a:pt x="103000" y="298671"/>
                  </a:lnTo>
                  <a:lnTo>
                    <a:pt x="107163" y="295306"/>
                  </a:lnTo>
                  <a:lnTo>
                    <a:pt x="111216" y="291809"/>
                  </a:lnTo>
                  <a:lnTo>
                    <a:pt x="115155" y="288184"/>
                  </a:lnTo>
                  <a:lnTo>
                    <a:pt x="118975" y="284435"/>
                  </a:lnTo>
                  <a:lnTo>
                    <a:pt x="122674" y="280565"/>
                  </a:lnTo>
                  <a:lnTo>
                    <a:pt x="126247" y="276579"/>
                  </a:lnTo>
                  <a:lnTo>
                    <a:pt x="129691" y="272481"/>
                  </a:lnTo>
                  <a:lnTo>
                    <a:pt x="133001" y="268274"/>
                  </a:lnTo>
                  <a:lnTo>
                    <a:pt x="136176" y="263964"/>
                  </a:lnTo>
                  <a:lnTo>
                    <a:pt x="139210" y="259554"/>
                  </a:lnTo>
                  <a:lnTo>
                    <a:pt x="142102" y="255050"/>
                  </a:lnTo>
                  <a:lnTo>
                    <a:pt x="144848" y="250455"/>
                  </a:lnTo>
                  <a:lnTo>
                    <a:pt x="147446" y="245774"/>
                  </a:lnTo>
                  <a:lnTo>
                    <a:pt x="149892" y="241013"/>
                  </a:lnTo>
                  <a:lnTo>
                    <a:pt x="152185" y="236176"/>
                  </a:lnTo>
                  <a:lnTo>
                    <a:pt x="154322" y="231268"/>
                  </a:lnTo>
                  <a:lnTo>
                    <a:pt x="156300" y="226294"/>
                  </a:lnTo>
                  <a:lnTo>
                    <a:pt x="158118" y="221259"/>
                  </a:lnTo>
                  <a:lnTo>
                    <a:pt x="159774" y="216169"/>
                  </a:lnTo>
                  <a:lnTo>
                    <a:pt x="161266" y="211028"/>
                  </a:lnTo>
                  <a:lnTo>
                    <a:pt x="162593" y="205842"/>
                  </a:lnTo>
                  <a:lnTo>
                    <a:pt x="163753" y="200616"/>
                  </a:lnTo>
                  <a:lnTo>
                    <a:pt x="164745" y="195356"/>
                  </a:lnTo>
                  <a:lnTo>
                    <a:pt x="165569" y="190067"/>
                  </a:lnTo>
                  <a:lnTo>
                    <a:pt x="166222" y="184754"/>
                  </a:lnTo>
                  <a:lnTo>
                    <a:pt x="166705" y="179422"/>
                  </a:lnTo>
                  <a:lnTo>
                    <a:pt x="167017" y="174079"/>
                  </a:lnTo>
                  <a:lnTo>
                    <a:pt x="167158" y="168727"/>
                  </a:lnTo>
                  <a:lnTo>
                    <a:pt x="167128" y="163374"/>
                  </a:lnTo>
                  <a:lnTo>
                    <a:pt x="166926" y="158025"/>
                  </a:lnTo>
                  <a:lnTo>
                    <a:pt x="166552" y="152685"/>
                  </a:lnTo>
                  <a:lnTo>
                    <a:pt x="166009" y="147360"/>
                  </a:lnTo>
                  <a:lnTo>
                    <a:pt x="165294" y="142055"/>
                  </a:lnTo>
                  <a:lnTo>
                    <a:pt x="164411" y="136775"/>
                  </a:lnTo>
                  <a:lnTo>
                    <a:pt x="163359" y="131527"/>
                  </a:lnTo>
                  <a:lnTo>
                    <a:pt x="162139" y="126315"/>
                  </a:lnTo>
                  <a:lnTo>
                    <a:pt x="160753" y="121144"/>
                  </a:lnTo>
                  <a:lnTo>
                    <a:pt x="159202" y="116021"/>
                  </a:lnTo>
                  <a:lnTo>
                    <a:pt x="157488" y="110950"/>
                  </a:lnTo>
                  <a:lnTo>
                    <a:pt x="155613" y="105936"/>
                  </a:lnTo>
                  <a:lnTo>
                    <a:pt x="153578" y="100985"/>
                  </a:lnTo>
                  <a:lnTo>
                    <a:pt x="151385" y="96101"/>
                  </a:lnTo>
                  <a:lnTo>
                    <a:pt x="149037" y="91291"/>
                  </a:lnTo>
                  <a:lnTo>
                    <a:pt x="146537" y="86558"/>
                  </a:lnTo>
                  <a:lnTo>
                    <a:pt x="143886" y="81907"/>
                  </a:lnTo>
                  <a:lnTo>
                    <a:pt x="141087" y="77344"/>
                  </a:lnTo>
                  <a:lnTo>
                    <a:pt x="138144" y="72873"/>
                  </a:lnTo>
                  <a:lnTo>
                    <a:pt x="135060" y="68498"/>
                  </a:lnTo>
                  <a:lnTo>
                    <a:pt x="131836" y="64224"/>
                  </a:lnTo>
                  <a:lnTo>
                    <a:pt x="128478" y="60056"/>
                  </a:lnTo>
                  <a:lnTo>
                    <a:pt x="124988" y="55997"/>
                  </a:lnTo>
                  <a:lnTo>
                    <a:pt x="121370" y="52052"/>
                  </a:lnTo>
                  <a:lnTo>
                    <a:pt x="117627" y="48225"/>
                  </a:lnTo>
                  <a:lnTo>
                    <a:pt x="113763" y="44520"/>
                  </a:lnTo>
                  <a:lnTo>
                    <a:pt x="109783" y="40940"/>
                  </a:lnTo>
                  <a:lnTo>
                    <a:pt x="105691" y="37490"/>
                  </a:lnTo>
                  <a:lnTo>
                    <a:pt x="101490" y="34172"/>
                  </a:lnTo>
                  <a:lnTo>
                    <a:pt x="97185" y="30991"/>
                  </a:lnTo>
                  <a:lnTo>
                    <a:pt x="92780" y="27949"/>
                  </a:lnTo>
                  <a:lnTo>
                    <a:pt x="88280" y="25049"/>
                  </a:lnTo>
                  <a:lnTo>
                    <a:pt x="83690" y="22296"/>
                  </a:lnTo>
                  <a:lnTo>
                    <a:pt x="79014" y="19690"/>
                  </a:lnTo>
                  <a:lnTo>
                    <a:pt x="74257" y="17236"/>
                  </a:lnTo>
                  <a:lnTo>
                    <a:pt x="69423" y="14935"/>
                  </a:lnTo>
                  <a:lnTo>
                    <a:pt x="64519" y="12790"/>
                  </a:lnTo>
                  <a:lnTo>
                    <a:pt x="59548" y="10804"/>
                  </a:lnTo>
                  <a:lnTo>
                    <a:pt x="54516" y="8977"/>
                  </a:lnTo>
                  <a:lnTo>
                    <a:pt x="49429" y="7313"/>
                  </a:lnTo>
                  <a:lnTo>
                    <a:pt x="44290" y="5812"/>
                  </a:lnTo>
                  <a:lnTo>
                    <a:pt x="39107" y="4477"/>
                  </a:lnTo>
                  <a:lnTo>
                    <a:pt x="33883" y="3308"/>
                  </a:lnTo>
                  <a:lnTo>
                    <a:pt x="28624" y="2307"/>
                  </a:lnTo>
                  <a:lnTo>
                    <a:pt x="23336" y="1475"/>
                  </a:lnTo>
                  <a:lnTo>
                    <a:pt x="18024" y="812"/>
                  </a:lnTo>
                  <a:lnTo>
                    <a:pt x="12694" y="320"/>
                  </a:lnTo>
                  <a:lnTo>
                    <a:pt x="7351" y="0"/>
                  </a:lnTo>
                  <a:lnTo>
                    <a:pt x="0" y="1670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7351" cy="167167"/>
            </a:xfrm>
            <a:custGeom>
              <a:avLst/>
              <a:pathLst>
                <a:path w="7351" h="167167">
                  <a:moveTo>
                    <a:pt x="7351" y="16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tx816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2025-06-05T18:33:30Z</dcterms:modified>
  <cp:category/>
</cp:coreProperties>
</file>