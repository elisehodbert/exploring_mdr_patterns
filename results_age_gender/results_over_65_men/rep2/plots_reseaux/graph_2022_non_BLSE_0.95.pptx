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65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72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730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3117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22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93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663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85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52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208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1517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9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147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007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5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534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286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1519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47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735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26955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587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1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117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730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721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19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1422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843" y="3170392"/>
              <a:ext cx="2936" cy="167167"/>
            </a:xfrm>
            <a:custGeom>
              <a:avLst/>
              <a:pathLst>
                <a:path w="2936" h="167167">
                  <a:moveTo>
                    <a:pt x="2936" y="0"/>
                  </a:moveTo>
                  <a:lnTo>
                    <a:pt x="0" y="25"/>
                  </a:lnTo>
                  <a:lnTo>
                    <a:pt x="293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0843" y="3170418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16611" y="3170415"/>
              <a:ext cx="334334" cy="334292"/>
            </a:xfrm>
            <a:custGeom>
              <a:avLst/>
              <a:pathLst>
                <a:path w="334334" h="334292">
                  <a:moveTo>
                    <a:pt x="164231" y="3"/>
                  </a:moveTo>
                  <a:lnTo>
                    <a:pt x="158931" y="180"/>
                  </a:lnTo>
                  <a:lnTo>
                    <a:pt x="153640" y="525"/>
                  </a:lnTo>
                  <a:lnTo>
                    <a:pt x="148362" y="1038"/>
                  </a:lnTo>
                  <a:lnTo>
                    <a:pt x="143103" y="1718"/>
                  </a:lnTo>
                  <a:lnTo>
                    <a:pt x="137869" y="2564"/>
                  </a:lnTo>
                  <a:lnTo>
                    <a:pt x="132664" y="3576"/>
                  </a:lnTo>
                  <a:lnTo>
                    <a:pt x="127493" y="4753"/>
                  </a:lnTo>
                  <a:lnTo>
                    <a:pt x="122363" y="6093"/>
                  </a:lnTo>
                  <a:lnTo>
                    <a:pt x="117277" y="7595"/>
                  </a:lnTo>
                  <a:lnTo>
                    <a:pt x="112242" y="9257"/>
                  </a:lnTo>
                  <a:lnTo>
                    <a:pt x="107262" y="11079"/>
                  </a:lnTo>
                  <a:lnTo>
                    <a:pt x="102343" y="13057"/>
                  </a:lnTo>
                  <a:lnTo>
                    <a:pt x="97488" y="15191"/>
                  </a:lnTo>
                  <a:lnTo>
                    <a:pt x="92704" y="17477"/>
                  </a:lnTo>
                  <a:lnTo>
                    <a:pt x="87994" y="19914"/>
                  </a:lnTo>
                  <a:lnTo>
                    <a:pt x="83365" y="22499"/>
                  </a:lnTo>
                  <a:lnTo>
                    <a:pt x="78819" y="25230"/>
                  </a:lnTo>
                  <a:lnTo>
                    <a:pt x="74363" y="28103"/>
                  </a:lnTo>
                  <a:lnTo>
                    <a:pt x="70000" y="31117"/>
                  </a:lnTo>
                  <a:lnTo>
                    <a:pt x="65734" y="34267"/>
                  </a:lnTo>
                  <a:lnTo>
                    <a:pt x="61571" y="37551"/>
                  </a:lnTo>
                  <a:lnTo>
                    <a:pt x="57514" y="40965"/>
                  </a:lnTo>
                  <a:lnTo>
                    <a:pt x="53567" y="44506"/>
                  </a:lnTo>
                  <a:lnTo>
                    <a:pt x="49735" y="48171"/>
                  </a:lnTo>
                  <a:lnTo>
                    <a:pt x="46020" y="51955"/>
                  </a:lnTo>
                  <a:lnTo>
                    <a:pt x="42428" y="55856"/>
                  </a:lnTo>
                  <a:lnTo>
                    <a:pt x="38961" y="59868"/>
                  </a:lnTo>
                  <a:lnTo>
                    <a:pt x="35623" y="63988"/>
                  </a:lnTo>
                  <a:lnTo>
                    <a:pt x="32418" y="68212"/>
                  </a:lnTo>
                  <a:lnTo>
                    <a:pt x="29348" y="72536"/>
                  </a:lnTo>
                  <a:lnTo>
                    <a:pt x="26416" y="76954"/>
                  </a:lnTo>
                  <a:lnTo>
                    <a:pt x="23627" y="81464"/>
                  </a:lnTo>
                  <a:lnTo>
                    <a:pt x="20981" y="86059"/>
                  </a:lnTo>
                  <a:lnTo>
                    <a:pt x="18483" y="90737"/>
                  </a:lnTo>
                  <a:lnTo>
                    <a:pt x="16135" y="95491"/>
                  </a:lnTo>
                  <a:lnTo>
                    <a:pt x="13938" y="100317"/>
                  </a:lnTo>
                  <a:lnTo>
                    <a:pt x="11896" y="105210"/>
                  </a:lnTo>
                  <a:lnTo>
                    <a:pt x="10009" y="110166"/>
                  </a:lnTo>
                  <a:lnTo>
                    <a:pt x="8281" y="115179"/>
                  </a:lnTo>
                  <a:lnTo>
                    <a:pt x="6713" y="120245"/>
                  </a:lnTo>
                  <a:lnTo>
                    <a:pt x="5306" y="125357"/>
                  </a:lnTo>
                  <a:lnTo>
                    <a:pt x="4063" y="130512"/>
                  </a:lnTo>
                  <a:lnTo>
                    <a:pt x="2983" y="135703"/>
                  </a:lnTo>
                  <a:lnTo>
                    <a:pt x="2068" y="140926"/>
                  </a:lnTo>
                  <a:lnTo>
                    <a:pt x="1320" y="146176"/>
                  </a:lnTo>
                  <a:lnTo>
                    <a:pt x="738" y="151446"/>
                  </a:lnTo>
                  <a:lnTo>
                    <a:pt x="324" y="156733"/>
                  </a:lnTo>
                  <a:lnTo>
                    <a:pt x="78" y="162030"/>
                  </a:lnTo>
                  <a:lnTo>
                    <a:pt x="0" y="167332"/>
                  </a:lnTo>
                  <a:lnTo>
                    <a:pt x="90" y="172633"/>
                  </a:lnTo>
                  <a:lnTo>
                    <a:pt x="348" y="177930"/>
                  </a:lnTo>
                  <a:lnTo>
                    <a:pt x="774" y="183215"/>
                  </a:lnTo>
                  <a:lnTo>
                    <a:pt x="1367" y="188484"/>
                  </a:lnTo>
                  <a:lnTo>
                    <a:pt x="2127" y="193732"/>
                  </a:lnTo>
                  <a:lnTo>
                    <a:pt x="3054" y="198953"/>
                  </a:lnTo>
                  <a:lnTo>
                    <a:pt x="4145" y="204142"/>
                  </a:lnTo>
                  <a:lnTo>
                    <a:pt x="5401" y="209294"/>
                  </a:lnTo>
                  <a:lnTo>
                    <a:pt x="6819" y="214403"/>
                  </a:lnTo>
                  <a:lnTo>
                    <a:pt x="8398" y="219465"/>
                  </a:lnTo>
                  <a:lnTo>
                    <a:pt x="10138" y="224475"/>
                  </a:lnTo>
                  <a:lnTo>
                    <a:pt x="12035" y="229426"/>
                  </a:lnTo>
                  <a:lnTo>
                    <a:pt x="14088" y="234315"/>
                  </a:lnTo>
                  <a:lnTo>
                    <a:pt x="16296" y="239136"/>
                  </a:lnTo>
                  <a:lnTo>
                    <a:pt x="18655" y="243885"/>
                  </a:lnTo>
                  <a:lnTo>
                    <a:pt x="21164" y="248557"/>
                  </a:lnTo>
                  <a:lnTo>
                    <a:pt x="23819" y="253146"/>
                  </a:lnTo>
                  <a:lnTo>
                    <a:pt x="26619" y="257650"/>
                  </a:lnTo>
                  <a:lnTo>
                    <a:pt x="29560" y="262062"/>
                  </a:lnTo>
                  <a:lnTo>
                    <a:pt x="32640" y="266378"/>
                  </a:lnTo>
                  <a:lnTo>
                    <a:pt x="35855" y="270595"/>
                  </a:lnTo>
                  <a:lnTo>
                    <a:pt x="39202" y="274708"/>
                  </a:lnTo>
                  <a:lnTo>
                    <a:pt x="42678" y="278712"/>
                  </a:lnTo>
                  <a:lnTo>
                    <a:pt x="46279" y="282604"/>
                  </a:lnTo>
                  <a:lnTo>
                    <a:pt x="50002" y="286380"/>
                  </a:lnTo>
                  <a:lnTo>
                    <a:pt x="53842" y="290036"/>
                  </a:lnTo>
                  <a:lnTo>
                    <a:pt x="57797" y="293569"/>
                  </a:lnTo>
                  <a:lnTo>
                    <a:pt x="61862" y="296974"/>
                  </a:lnTo>
                  <a:lnTo>
                    <a:pt x="66032" y="300249"/>
                  </a:lnTo>
                  <a:lnTo>
                    <a:pt x="70305" y="303389"/>
                  </a:lnTo>
                  <a:lnTo>
                    <a:pt x="74675" y="306393"/>
                  </a:lnTo>
                  <a:lnTo>
                    <a:pt x="79138" y="309256"/>
                  </a:lnTo>
                  <a:lnTo>
                    <a:pt x="83689" y="311977"/>
                  </a:lnTo>
                  <a:lnTo>
                    <a:pt x="88325" y="314551"/>
                  </a:lnTo>
                  <a:lnTo>
                    <a:pt x="93040" y="316978"/>
                  </a:lnTo>
                  <a:lnTo>
                    <a:pt x="97829" y="319253"/>
                  </a:lnTo>
                  <a:lnTo>
                    <a:pt x="102688" y="321376"/>
                  </a:lnTo>
                  <a:lnTo>
                    <a:pt x="107612" y="323343"/>
                  </a:lnTo>
                  <a:lnTo>
                    <a:pt x="112596" y="325154"/>
                  </a:lnTo>
                  <a:lnTo>
                    <a:pt x="117635" y="326805"/>
                  </a:lnTo>
                  <a:lnTo>
                    <a:pt x="122724" y="328296"/>
                  </a:lnTo>
                  <a:lnTo>
                    <a:pt x="127857" y="329624"/>
                  </a:lnTo>
                  <a:lnTo>
                    <a:pt x="133030" y="330789"/>
                  </a:lnTo>
                  <a:lnTo>
                    <a:pt x="138238" y="331789"/>
                  </a:lnTo>
                  <a:lnTo>
                    <a:pt x="143474" y="332624"/>
                  </a:lnTo>
                  <a:lnTo>
                    <a:pt x="148734" y="333292"/>
                  </a:lnTo>
                  <a:lnTo>
                    <a:pt x="154013" y="333793"/>
                  </a:lnTo>
                  <a:lnTo>
                    <a:pt x="159305" y="334127"/>
                  </a:lnTo>
                  <a:lnTo>
                    <a:pt x="164605" y="334292"/>
                  </a:lnTo>
                  <a:lnTo>
                    <a:pt x="169908" y="334289"/>
                  </a:lnTo>
                  <a:lnTo>
                    <a:pt x="175208" y="334118"/>
                  </a:lnTo>
                  <a:lnTo>
                    <a:pt x="180500" y="333779"/>
                  </a:lnTo>
                  <a:lnTo>
                    <a:pt x="185778" y="333272"/>
                  </a:lnTo>
                  <a:lnTo>
                    <a:pt x="191037" y="332599"/>
                  </a:lnTo>
                  <a:lnTo>
                    <a:pt x="196273" y="331758"/>
                  </a:lnTo>
                  <a:lnTo>
                    <a:pt x="201479" y="330752"/>
                  </a:lnTo>
                  <a:lnTo>
                    <a:pt x="206651" y="329582"/>
                  </a:lnTo>
                  <a:lnTo>
                    <a:pt x="211783" y="328248"/>
                  </a:lnTo>
                  <a:lnTo>
                    <a:pt x="216870" y="326752"/>
                  </a:lnTo>
                  <a:lnTo>
                    <a:pt x="221907" y="325095"/>
                  </a:lnTo>
                  <a:lnTo>
                    <a:pt x="226889" y="323279"/>
                  </a:lnTo>
                  <a:lnTo>
                    <a:pt x="231811" y="321307"/>
                  </a:lnTo>
                  <a:lnTo>
                    <a:pt x="236668" y="319179"/>
                  </a:lnTo>
                  <a:lnTo>
                    <a:pt x="241455" y="316898"/>
                  </a:lnTo>
                  <a:lnTo>
                    <a:pt x="246168" y="314466"/>
                  </a:lnTo>
                  <a:lnTo>
                    <a:pt x="250800" y="311887"/>
                  </a:lnTo>
                  <a:lnTo>
                    <a:pt x="255349" y="309161"/>
                  </a:lnTo>
                  <a:lnTo>
                    <a:pt x="259809" y="306293"/>
                  </a:lnTo>
                  <a:lnTo>
                    <a:pt x="264175" y="303285"/>
                  </a:lnTo>
                  <a:lnTo>
                    <a:pt x="268444" y="300140"/>
                  </a:lnTo>
                  <a:lnTo>
                    <a:pt x="272612" y="296861"/>
                  </a:lnTo>
                  <a:lnTo>
                    <a:pt x="276673" y="293451"/>
                  </a:lnTo>
                  <a:lnTo>
                    <a:pt x="280624" y="289914"/>
                  </a:lnTo>
                  <a:lnTo>
                    <a:pt x="284460" y="286254"/>
                  </a:lnTo>
                  <a:lnTo>
                    <a:pt x="288179" y="282474"/>
                  </a:lnTo>
                  <a:lnTo>
                    <a:pt x="291776" y="278578"/>
                  </a:lnTo>
                  <a:lnTo>
                    <a:pt x="295247" y="274570"/>
                  </a:lnTo>
                  <a:lnTo>
                    <a:pt x="298590" y="270454"/>
                  </a:lnTo>
                  <a:lnTo>
                    <a:pt x="301801" y="266234"/>
                  </a:lnTo>
                  <a:lnTo>
                    <a:pt x="304876" y="261914"/>
                  </a:lnTo>
                  <a:lnTo>
                    <a:pt x="307812" y="257498"/>
                  </a:lnTo>
                  <a:lnTo>
                    <a:pt x="310607" y="252992"/>
                  </a:lnTo>
                  <a:lnTo>
                    <a:pt x="313258" y="248400"/>
                  </a:lnTo>
                  <a:lnTo>
                    <a:pt x="315761" y="243725"/>
                  </a:lnTo>
                  <a:lnTo>
                    <a:pt x="318115" y="238974"/>
                  </a:lnTo>
                  <a:lnTo>
                    <a:pt x="320318" y="234150"/>
                  </a:lnTo>
                  <a:lnTo>
                    <a:pt x="322366" y="229259"/>
                  </a:lnTo>
                  <a:lnTo>
                    <a:pt x="324258" y="224306"/>
                  </a:lnTo>
                  <a:lnTo>
                    <a:pt x="325992" y="219295"/>
                  </a:lnTo>
                  <a:lnTo>
                    <a:pt x="327566" y="214231"/>
                  </a:lnTo>
                  <a:lnTo>
                    <a:pt x="328978" y="209120"/>
                  </a:lnTo>
                  <a:lnTo>
                    <a:pt x="330228" y="203967"/>
                  </a:lnTo>
                  <a:lnTo>
                    <a:pt x="331314" y="198777"/>
                  </a:lnTo>
                  <a:lnTo>
                    <a:pt x="332235" y="193555"/>
                  </a:lnTo>
                  <a:lnTo>
                    <a:pt x="332989" y="188306"/>
                  </a:lnTo>
                  <a:lnTo>
                    <a:pt x="333577" y="183036"/>
                  </a:lnTo>
                  <a:lnTo>
                    <a:pt x="333997" y="177750"/>
                  </a:lnTo>
                  <a:lnTo>
                    <a:pt x="334250" y="172454"/>
                  </a:lnTo>
                  <a:lnTo>
                    <a:pt x="334334" y="167152"/>
                  </a:lnTo>
                  <a:lnTo>
                    <a:pt x="334250" y="161850"/>
                  </a:lnTo>
                  <a:lnTo>
                    <a:pt x="333998" y="156553"/>
                  </a:lnTo>
                  <a:lnTo>
                    <a:pt x="333579" y="151267"/>
                  </a:lnTo>
                  <a:lnTo>
                    <a:pt x="332991" y="145997"/>
                  </a:lnTo>
                  <a:lnTo>
                    <a:pt x="332237" y="140749"/>
                  </a:lnTo>
                  <a:lnTo>
                    <a:pt x="331317" y="135527"/>
                  </a:lnTo>
                  <a:lnTo>
                    <a:pt x="330232" y="130336"/>
                  </a:lnTo>
                  <a:lnTo>
                    <a:pt x="328982" y="125183"/>
                  </a:lnTo>
                  <a:lnTo>
                    <a:pt x="327570" y="120072"/>
                  </a:lnTo>
                  <a:lnTo>
                    <a:pt x="325996" y="115008"/>
                  </a:lnTo>
                  <a:lnTo>
                    <a:pt x="324263" y="109997"/>
                  </a:lnTo>
                  <a:lnTo>
                    <a:pt x="322371" y="105043"/>
                  </a:lnTo>
                  <a:lnTo>
                    <a:pt x="320324" y="100152"/>
                  </a:lnTo>
                  <a:lnTo>
                    <a:pt x="318122" y="95328"/>
                  </a:lnTo>
                  <a:lnTo>
                    <a:pt x="315768" y="90577"/>
                  </a:lnTo>
                  <a:lnTo>
                    <a:pt x="313265" y="85902"/>
                  </a:lnTo>
                  <a:lnTo>
                    <a:pt x="310615" y="81309"/>
                  </a:lnTo>
                  <a:lnTo>
                    <a:pt x="307820" y="76803"/>
                  </a:lnTo>
                  <a:lnTo>
                    <a:pt x="304884" y="72387"/>
                  </a:lnTo>
                  <a:lnTo>
                    <a:pt x="301810" y="68067"/>
                  </a:lnTo>
                  <a:lnTo>
                    <a:pt x="298600" y="63847"/>
                  </a:lnTo>
                  <a:lnTo>
                    <a:pt x="295257" y="59730"/>
                  </a:lnTo>
                  <a:lnTo>
                    <a:pt x="291786" y="55722"/>
                  </a:lnTo>
                  <a:lnTo>
                    <a:pt x="288189" y="51825"/>
                  </a:lnTo>
                  <a:lnTo>
                    <a:pt x="284471" y="48045"/>
                  </a:lnTo>
                  <a:lnTo>
                    <a:pt x="280635" y="44384"/>
                  </a:lnTo>
                  <a:lnTo>
                    <a:pt x="276684" y="40847"/>
                  </a:lnTo>
                  <a:lnTo>
                    <a:pt x="272623" y="37437"/>
                  </a:lnTo>
                  <a:lnTo>
                    <a:pt x="268457" y="34158"/>
                  </a:lnTo>
                  <a:lnTo>
                    <a:pt x="264188" y="31012"/>
                  </a:lnTo>
                  <a:lnTo>
                    <a:pt x="259821" y="28004"/>
                  </a:lnTo>
                  <a:lnTo>
                    <a:pt x="255362" y="25135"/>
                  </a:lnTo>
                  <a:lnTo>
                    <a:pt x="250813" y="22409"/>
                  </a:lnTo>
                  <a:lnTo>
                    <a:pt x="246181" y="19829"/>
                  </a:lnTo>
                  <a:lnTo>
                    <a:pt x="241469" y="17397"/>
                  </a:lnTo>
                  <a:lnTo>
                    <a:pt x="236682" y="15116"/>
                  </a:lnTo>
                  <a:lnTo>
                    <a:pt x="231825" y="12988"/>
                  </a:lnTo>
                  <a:lnTo>
                    <a:pt x="226904" y="11015"/>
                  </a:lnTo>
                  <a:lnTo>
                    <a:pt x="221922" y="9198"/>
                  </a:lnTo>
                  <a:lnTo>
                    <a:pt x="216885" y="7541"/>
                  </a:lnTo>
                  <a:lnTo>
                    <a:pt x="211798" y="6045"/>
                  </a:lnTo>
                  <a:lnTo>
                    <a:pt x="206666" y="4710"/>
                  </a:lnTo>
                  <a:lnTo>
                    <a:pt x="201494" y="3539"/>
                  </a:lnTo>
                  <a:lnTo>
                    <a:pt x="196288" y="2533"/>
                  </a:lnTo>
                  <a:lnTo>
                    <a:pt x="191052" y="1692"/>
                  </a:lnTo>
                  <a:lnTo>
                    <a:pt x="185793" y="1018"/>
                  </a:lnTo>
                  <a:lnTo>
                    <a:pt x="180515" y="511"/>
                  </a:lnTo>
                  <a:lnTo>
                    <a:pt x="175223" y="171"/>
                  </a:lnTo>
                  <a:lnTo>
                    <a:pt x="169923" y="0"/>
                  </a:lnTo>
                  <a:lnTo>
                    <a:pt x="167167" y="1671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83779" y="3170392"/>
              <a:ext cx="2756" cy="167167"/>
            </a:xfrm>
            <a:custGeom>
              <a:avLst/>
              <a:pathLst>
                <a:path w="2756" h="167167">
                  <a:moveTo>
                    <a:pt x="2756" y="2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2426" y="2633064"/>
              <a:ext cx="36584" cy="167167"/>
            </a:xfrm>
            <a:custGeom>
              <a:avLst/>
              <a:pathLst>
                <a:path w="36584" h="167167">
                  <a:moveTo>
                    <a:pt x="36584" y="0"/>
                  </a:moveTo>
                  <a:lnTo>
                    <a:pt x="30438" y="113"/>
                  </a:lnTo>
                  <a:lnTo>
                    <a:pt x="24301" y="451"/>
                  </a:lnTo>
                  <a:lnTo>
                    <a:pt x="18180" y="1016"/>
                  </a:lnTo>
                  <a:lnTo>
                    <a:pt x="12084" y="1805"/>
                  </a:lnTo>
                  <a:lnTo>
                    <a:pt x="6021" y="2817"/>
                  </a:lnTo>
                  <a:lnTo>
                    <a:pt x="0" y="4052"/>
                  </a:lnTo>
                  <a:lnTo>
                    <a:pt x="3658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2426" y="2637116"/>
              <a:ext cx="36584" cy="163115"/>
            </a:xfrm>
            <a:custGeom>
              <a:avLst/>
              <a:pathLst>
                <a:path w="36584" h="163115">
                  <a:moveTo>
                    <a:pt x="0" y="0"/>
                  </a:moveTo>
                  <a:lnTo>
                    <a:pt x="36584" y="1631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1861" y="2637116"/>
              <a:ext cx="334300" cy="330282"/>
            </a:xfrm>
            <a:custGeom>
              <a:avLst/>
              <a:pathLst>
                <a:path w="334300" h="330282">
                  <a:moveTo>
                    <a:pt x="130565" y="0"/>
                  </a:moveTo>
                  <a:lnTo>
                    <a:pt x="125408" y="1242"/>
                  </a:lnTo>
                  <a:lnTo>
                    <a:pt x="120293" y="2648"/>
                  </a:lnTo>
                  <a:lnTo>
                    <a:pt x="115226" y="4216"/>
                  </a:lnTo>
                  <a:lnTo>
                    <a:pt x="110210" y="5943"/>
                  </a:lnTo>
                  <a:lnTo>
                    <a:pt x="105252" y="7829"/>
                  </a:lnTo>
                  <a:lnTo>
                    <a:pt x="100357" y="9871"/>
                  </a:lnTo>
                  <a:lnTo>
                    <a:pt x="95528" y="12067"/>
                  </a:lnTo>
                  <a:lnTo>
                    <a:pt x="90772" y="14416"/>
                  </a:lnTo>
                  <a:lnTo>
                    <a:pt x="86093" y="16914"/>
                  </a:lnTo>
                  <a:lnTo>
                    <a:pt x="81495" y="19559"/>
                  </a:lnTo>
                  <a:lnTo>
                    <a:pt x="76983" y="22349"/>
                  </a:lnTo>
                  <a:lnTo>
                    <a:pt x="72562" y="25281"/>
                  </a:lnTo>
                  <a:lnTo>
                    <a:pt x="68237" y="28351"/>
                  </a:lnTo>
                  <a:lnTo>
                    <a:pt x="64011" y="31557"/>
                  </a:lnTo>
                  <a:lnTo>
                    <a:pt x="59889" y="34896"/>
                  </a:lnTo>
                  <a:lnTo>
                    <a:pt x="55875" y="38363"/>
                  </a:lnTo>
                  <a:lnTo>
                    <a:pt x="51973" y="41957"/>
                  </a:lnTo>
                  <a:lnTo>
                    <a:pt x="48187" y="45672"/>
                  </a:lnTo>
                  <a:lnTo>
                    <a:pt x="44520" y="49506"/>
                  </a:lnTo>
                  <a:lnTo>
                    <a:pt x="40978" y="53454"/>
                  </a:lnTo>
                  <a:lnTo>
                    <a:pt x="37562" y="57512"/>
                  </a:lnTo>
                  <a:lnTo>
                    <a:pt x="34276" y="61677"/>
                  </a:lnTo>
                  <a:lnTo>
                    <a:pt x="31125" y="65943"/>
                  </a:lnTo>
                  <a:lnTo>
                    <a:pt x="28110" y="70308"/>
                  </a:lnTo>
                  <a:lnTo>
                    <a:pt x="25236" y="74766"/>
                  </a:lnTo>
                  <a:lnTo>
                    <a:pt x="22504" y="79313"/>
                  </a:lnTo>
                  <a:lnTo>
                    <a:pt x="19918" y="83945"/>
                  </a:lnTo>
                  <a:lnTo>
                    <a:pt x="17481" y="88656"/>
                  </a:lnTo>
                  <a:lnTo>
                    <a:pt x="15193" y="93442"/>
                  </a:lnTo>
                  <a:lnTo>
                    <a:pt x="13059" y="98298"/>
                  </a:lnTo>
                  <a:lnTo>
                    <a:pt x="11081" y="103220"/>
                  </a:lnTo>
                  <a:lnTo>
                    <a:pt x="9259" y="108202"/>
                  </a:lnTo>
                  <a:lnTo>
                    <a:pt x="7596" y="113239"/>
                  </a:lnTo>
                  <a:lnTo>
                    <a:pt x="6094" y="118326"/>
                  </a:lnTo>
                  <a:lnTo>
                    <a:pt x="4754" y="123459"/>
                  </a:lnTo>
                  <a:lnTo>
                    <a:pt x="3578" y="128631"/>
                  </a:lnTo>
                  <a:lnTo>
                    <a:pt x="2566" y="133838"/>
                  </a:lnTo>
                  <a:lnTo>
                    <a:pt x="1720" y="139075"/>
                  </a:lnTo>
                  <a:lnTo>
                    <a:pt x="1040" y="144336"/>
                  </a:lnTo>
                  <a:lnTo>
                    <a:pt x="528" y="149615"/>
                  </a:lnTo>
                  <a:lnTo>
                    <a:pt x="184" y="154909"/>
                  </a:lnTo>
                  <a:lnTo>
                    <a:pt x="7" y="160210"/>
                  </a:lnTo>
                  <a:lnTo>
                    <a:pt x="0" y="165515"/>
                  </a:lnTo>
                  <a:lnTo>
                    <a:pt x="160" y="170817"/>
                  </a:lnTo>
                  <a:lnTo>
                    <a:pt x="488" y="176111"/>
                  </a:lnTo>
                  <a:lnTo>
                    <a:pt x="985" y="181393"/>
                  </a:lnTo>
                  <a:lnTo>
                    <a:pt x="1648" y="186655"/>
                  </a:lnTo>
                  <a:lnTo>
                    <a:pt x="2478" y="191894"/>
                  </a:lnTo>
                  <a:lnTo>
                    <a:pt x="3474" y="197105"/>
                  </a:lnTo>
                  <a:lnTo>
                    <a:pt x="4635" y="202281"/>
                  </a:lnTo>
                  <a:lnTo>
                    <a:pt x="5960" y="207417"/>
                  </a:lnTo>
                  <a:lnTo>
                    <a:pt x="7446" y="212509"/>
                  </a:lnTo>
                  <a:lnTo>
                    <a:pt x="9094" y="217551"/>
                  </a:lnTo>
                  <a:lnTo>
                    <a:pt x="10901" y="222538"/>
                  </a:lnTo>
                  <a:lnTo>
                    <a:pt x="12865" y="227466"/>
                  </a:lnTo>
                  <a:lnTo>
                    <a:pt x="14984" y="232329"/>
                  </a:lnTo>
                  <a:lnTo>
                    <a:pt x="17257" y="237122"/>
                  </a:lnTo>
                  <a:lnTo>
                    <a:pt x="19680" y="241840"/>
                  </a:lnTo>
                  <a:lnTo>
                    <a:pt x="22252" y="246479"/>
                  </a:lnTo>
                  <a:lnTo>
                    <a:pt x="24970" y="251035"/>
                  </a:lnTo>
                  <a:lnTo>
                    <a:pt x="27831" y="255501"/>
                  </a:lnTo>
                  <a:lnTo>
                    <a:pt x="30833" y="259875"/>
                  </a:lnTo>
                  <a:lnTo>
                    <a:pt x="33971" y="264152"/>
                  </a:lnTo>
                  <a:lnTo>
                    <a:pt x="37244" y="268326"/>
                  </a:lnTo>
                  <a:lnTo>
                    <a:pt x="40648" y="272395"/>
                  </a:lnTo>
                  <a:lnTo>
                    <a:pt x="44178" y="276353"/>
                  </a:lnTo>
                  <a:lnTo>
                    <a:pt x="47833" y="280198"/>
                  </a:lnTo>
                  <a:lnTo>
                    <a:pt x="51608" y="283925"/>
                  </a:lnTo>
                  <a:lnTo>
                    <a:pt x="55499" y="287530"/>
                  </a:lnTo>
                  <a:lnTo>
                    <a:pt x="59503" y="291009"/>
                  </a:lnTo>
                  <a:lnTo>
                    <a:pt x="63615" y="294360"/>
                  </a:lnTo>
                  <a:lnTo>
                    <a:pt x="67831" y="297579"/>
                  </a:lnTo>
                  <a:lnTo>
                    <a:pt x="72147" y="300663"/>
                  </a:lnTo>
                  <a:lnTo>
                    <a:pt x="76559" y="303608"/>
                  </a:lnTo>
                  <a:lnTo>
                    <a:pt x="81062" y="306411"/>
                  </a:lnTo>
                  <a:lnTo>
                    <a:pt x="85652" y="309070"/>
                  </a:lnTo>
                  <a:lnTo>
                    <a:pt x="90324" y="311583"/>
                  </a:lnTo>
                  <a:lnTo>
                    <a:pt x="95073" y="313945"/>
                  </a:lnTo>
                  <a:lnTo>
                    <a:pt x="99895" y="316156"/>
                  </a:lnTo>
                  <a:lnTo>
                    <a:pt x="104785" y="318213"/>
                  </a:lnTo>
                  <a:lnTo>
                    <a:pt x="109737" y="320114"/>
                  </a:lnTo>
                  <a:lnTo>
                    <a:pt x="114747" y="321856"/>
                  </a:lnTo>
                  <a:lnTo>
                    <a:pt x="119810" y="323439"/>
                  </a:lnTo>
                  <a:lnTo>
                    <a:pt x="124920" y="324860"/>
                  </a:lnTo>
                  <a:lnTo>
                    <a:pt x="130074" y="326119"/>
                  </a:lnTo>
                  <a:lnTo>
                    <a:pt x="135264" y="327213"/>
                  </a:lnTo>
                  <a:lnTo>
                    <a:pt x="140486" y="328142"/>
                  </a:lnTo>
                  <a:lnTo>
                    <a:pt x="145736" y="328905"/>
                  </a:lnTo>
                  <a:lnTo>
                    <a:pt x="151007" y="329501"/>
                  </a:lnTo>
                  <a:lnTo>
                    <a:pt x="156294" y="329929"/>
                  </a:lnTo>
                  <a:lnTo>
                    <a:pt x="161592" y="330190"/>
                  </a:lnTo>
                  <a:lnTo>
                    <a:pt x="166896" y="330282"/>
                  </a:lnTo>
                  <a:lnTo>
                    <a:pt x="172200" y="330206"/>
                  </a:lnTo>
                  <a:lnTo>
                    <a:pt x="177499" y="329961"/>
                  </a:lnTo>
                  <a:lnTo>
                    <a:pt x="182787" y="329549"/>
                  </a:lnTo>
                  <a:lnTo>
                    <a:pt x="188060" y="328969"/>
                  </a:lnTo>
                  <a:lnTo>
                    <a:pt x="193311" y="328222"/>
                  </a:lnTo>
                  <a:lnTo>
                    <a:pt x="198537" y="327309"/>
                  </a:lnTo>
                  <a:lnTo>
                    <a:pt x="203730" y="326230"/>
                  </a:lnTo>
                  <a:lnTo>
                    <a:pt x="208887" y="324988"/>
                  </a:lnTo>
                  <a:lnTo>
                    <a:pt x="214002" y="323582"/>
                  </a:lnTo>
                  <a:lnTo>
                    <a:pt x="219070" y="322015"/>
                  </a:lnTo>
                  <a:lnTo>
                    <a:pt x="224085" y="320287"/>
                  </a:lnTo>
                  <a:lnTo>
                    <a:pt x="229043" y="318402"/>
                  </a:lnTo>
                  <a:lnTo>
                    <a:pt x="233939" y="316360"/>
                  </a:lnTo>
                  <a:lnTo>
                    <a:pt x="238768" y="314164"/>
                  </a:lnTo>
                  <a:lnTo>
                    <a:pt x="243524" y="311815"/>
                  </a:lnTo>
                  <a:lnTo>
                    <a:pt x="248203" y="309317"/>
                  </a:lnTo>
                  <a:lnTo>
                    <a:pt x="252801" y="306672"/>
                  </a:lnTo>
                  <a:lnTo>
                    <a:pt x="257313" y="303882"/>
                  </a:lnTo>
                  <a:lnTo>
                    <a:pt x="261734" y="300951"/>
                  </a:lnTo>
                  <a:lnTo>
                    <a:pt x="266059" y="297880"/>
                  </a:lnTo>
                  <a:lnTo>
                    <a:pt x="270285" y="294674"/>
                  </a:lnTo>
                  <a:lnTo>
                    <a:pt x="274408" y="291336"/>
                  </a:lnTo>
                  <a:lnTo>
                    <a:pt x="278422" y="287868"/>
                  </a:lnTo>
                  <a:lnTo>
                    <a:pt x="282324" y="284275"/>
                  </a:lnTo>
                  <a:lnTo>
                    <a:pt x="286110" y="280560"/>
                  </a:lnTo>
                  <a:lnTo>
                    <a:pt x="289776" y="276726"/>
                  </a:lnTo>
                  <a:lnTo>
                    <a:pt x="293319" y="272779"/>
                  </a:lnTo>
                  <a:lnTo>
                    <a:pt x="296735" y="268720"/>
                  </a:lnTo>
                  <a:lnTo>
                    <a:pt x="300021" y="264556"/>
                  </a:lnTo>
                  <a:lnTo>
                    <a:pt x="303172" y="260289"/>
                  </a:lnTo>
                  <a:lnTo>
                    <a:pt x="306187" y="255924"/>
                  </a:lnTo>
                  <a:lnTo>
                    <a:pt x="309061" y="251466"/>
                  </a:lnTo>
                  <a:lnTo>
                    <a:pt x="311793" y="246919"/>
                  </a:lnTo>
                  <a:lnTo>
                    <a:pt x="314379" y="242288"/>
                  </a:lnTo>
                  <a:lnTo>
                    <a:pt x="316817" y="237577"/>
                  </a:lnTo>
                  <a:lnTo>
                    <a:pt x="319104" y="232791"/>
                  </a:lnTo>
                  <a:lnTo>
                    <a:pt x="321238" y="227934"/>
                  </a:lnTo>
                  <a:lnTo>
                    <a:pt x="323217" y="223013"/>
                  </a:lnTo>
                  <a:lnTo>
                    <a:pt x="325039" y="218031"/>
                  </a:lnTo>
                  <a:lnTo>
                    <a:pt x="326702" y="212994"/>
                  </a:lnTo>
                  <a:lnTo>
                    <a:pt x="328204" y="207907"/>
                  </a:lnTo>
                  <a:lnTo>
                    <a:pt x="329545" y="202774"/>
                  </a:lnTo>
                  <a:lnTo>
                    <a:pt x="330721" y="197602"/>
                  </a:lnTo>
                  <a:lnTo>
                    <a:pt x="331733" y="192395"/>
                  </a:lnTo>
                  <a:lnTo>
                    <a:pt x="332579" y="187158"/>
                  </a:lnTo>
                  <a:lnTo>
                    <a:pt x="333259" y="181897"/>
                  </a:lnTo>
                  <a:lnTo>
                    <a:pt x="333771" y="176618"/>
                  </a:lnTo>
                  <a:lnTo>
                    <a:pt x="334115" y="171324"/>
                  </a:lnTo>
                  <a:lnTo>
                    <a:pt x="334292" y="166023"/>
                  </a:lnTo>
                  <a:lnTo>
                    <a:pt x="334300" y="160718"/>
                  </a:lnTo>
                  <a:lnTo>
                    <a:pt x="334140" y="155416"/>
                  </a:lnTo>
                  <a:lnTo>
                    <a:pt x="333811" y="150122"/>
                  </a:lnTo>
                  <a:lnTo>
                    <a:pt x="333315" y="144841"/>
                  </a:lnTo>
                  <a:lnTo>
                    <a:pt x="332652" y="139578"/>
                  </a:lnTo>
                  <a:lnTo>
                    <a:pt x="331822" y="134339"/>
                  </a:lnTo>
                  <a:lnTo>
                    <a:pt x="330826" y="129128"/>
                  </a:lnTo>
                  <a:lnTo>
                    <a:pt x="329665" y="123952"/>
                  </a:lnTo>
                  <a:lnTo>
                    <a:pt x="328341" y="118816"/>
                  </a:lnTo>
                  <a:lnTo>
                    <a:pt x="326854" y="113724"/>
                  </a:lnTo>
                  <a:lnTo>
                    <a:pt x="325207" y="108682"/>
                  </a:lnTo>
                  <a:lnTo>
                    <a:pt x="323400" y="103694"/>
                  </a:lnTo>
                  <a:lnTo>
                    <a:pt x="321436" y="98767"/>
                  </a:lnTo>
                  <a:lnTo>
                    <a:pt x="319317" y="93904"/>
                  </a:lnTo>
                  <a:lnTo>
                    <a:pt x="317044" y="89111"/>
                  </a:lnTo>
                  <a:lnTo>
                    <a:pt x="314621" y="84392"/>
                  </a:lnTo>
                  <a:lnTo>
                    <a:pt x="312049" y="79753"/>
                  </a:lnTo>
                  <a:lnTo>
                    <a:pt x="309331" y="75198"/>
                  </a:lnTo>
                  <a:lnTo>
                    <a:pt x="306470" y="70731"/>
                  </a:lnTo>
                  <a:lnTo>
                    <a:pt x="303469" y="66357"/>
                  </a:lnTo>
                  <a:lnTo>
                    <a:pt x="300330" y="62081"/>
                  </a:lnTo>
                  <a:lnTo>
                    <a:pt x="297058" y="57906"/>
                  </a:lnTo>
                  <a:lnTo>
                    <a:pt x="293654" y="53837"/>
                  </a:lnTo>
                  <a:lnTo>
                    <a:pt x="290124" y="49879"/>
                  </a:lnTo>
                  <a:lnTo>
                    <a:pt x="286469" y="46034"/>
                  </a:lnTo>
                  <a:lnTo>
                    <a:pt x="282694" y="42307"/>
                  </a:lnTo>
                  <a:lnTo>
                    <a:pt x="278803" y="38702"/>
                  </a:lnTo>
                  <a:lnTo>
                    <a:pt x="274800" y="35222"/>
                  </a:lnTo>
                  <a:lnTo>
                    <a:pt x="270688" y="31871"/>
                  </a:lnTo>
                  <a:lnTo>
                    <a:pt x="266472" y="28652"/>
                  </a:lnTo>
                  <a:lnTo>
                    <a:pt x="262155" y="25569"/>
                  </a:lnTo>
                  <a:lnTo>
                    <a:pt x="257743" y="22624"/>
                  </a:lnTo>
                  <a:lnTo>
                    <a:pt x="253240" y="19820"/>
                  </a:lnTo>
                  <a:lnTo>
                    <a:pt x="248651" y="17161"/>
                  </a:lnTo>
                  <a:lnTo>
                    <a:pt x="243979" y="14648"/>
                  </a:lnTo>
                  <a:lnTo>
                    <a:pt x="239230" y="12285"/>
                  </a:lnTo>
                  <a:lnTo>
                    <a:pt x="234408" y="10074"/>
                  </a:lnTo>
                  <a:lnTo>
                    <a:pt x="229518" y="8018"/>
                  </a:lnTo>
                  <a:lnTo>
                    <a:pt x="224566" y="6117"/>
                  </a:lnTo>
                  <a:lnTo>
                    <a:pt x="219556" y="4374"/>
                  </a:lnTo>
                  <a:lnTo>
                    <a:pt x="214493" y="2791"/>
                  </a:lnTo>
                  <a:lnTo>
                    <a:pt x="209383" y="1370"/>
                  </a:lnTo>
                  <a:lnTo>
                    <a:pt x="167150" y="1631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9011" y="2633064"/>
              <a:ext cx="42233" cy="167167"/>
            </a:xfrm>
            <a:custGeom>
              <a:avLst/>
              <a:pathLst>
                <a:path w="42233" h="167167">
                  <a:moveTo>
                    <a:pt x="42233" y="5422"/>
                  </a:moveTo>
                  <a:lnTo>
                    <a:pt x="36304" y="3989"/>
                  </a:lnTo>
                  <a:lnTo>
                    <a:pt x="30328" y="2774"/>
                  </a:lnTo>
                  <a:lnTo>
                    <a:pt x="24311" y="1777"/>
                  </a:lnTo>
                  <a:lnTo>
                    <a:pt x="18261" y="1000"/>
                  </a:lnTo>
                  <a:lnTo>
                    <a:pt x="12187" y="444"/>
                  </a:lnTo>
                  <a:lnTo>
                    <a:pt x="6098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002" y="2126963"/>
              <a:ext cx="6470" cy="167167"/>
            </a:xfrm>
            <a:custGeom>
              <a:avLst/>
              <a:pathLst>
                <a:path w="6470" h="167167">
                  <a:moveTo>
                    <a:pt x="6470" y="0"/>
                  </a:moveTo>
                  <a:lnTo>
                    <a:pt x="0" y="125"/>
                  </a:lnTo>
                  <a:lnTo>
                    <a:pt x="647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2002" y="2127088"/>
              <a:ext cx="6470" cy="167042"/>
            </a:xfrm>
            <a:custGeom>
              <a:avLst/>
              <a:pathLst>
                <a:path w="6470" h="167042">
                  <a:moveTo>
                    <a:pt x="0" y="0"/>
                  </a:moveTo>
                  <a:lnTo>
                    <a:pt x="6470" y="167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561304" y="2127088"/>
              <a:ext cx="167167" cy="332701"/>
            </a:xfrm>
            <a:custGeom>
              <a:avLst/>
              <a:pathLst>
                <a:path w="167167" h="332701">
                  <a:moveTo>
                    <a:pt x="160697" y="0"/>
                  </a:moveTo>
                  <a:lnTo>
                    <a:pt x="155369" y="291"/>
                  </a:lnTo>
                  <a:lnTo>
                    <a:pt x="150054" y="753"/>
                  </a:lnTo>
                  <a:lnTo>
                    <a:pt x="144755" y="1383"/>
                  </a:lnTo>
                  <a:lnTo>
                    <a:pt x="139480" y="2183"/>
                  </a:lnTo>
                  <a:lnTo>
                    <a:pt x="134233" y="3151"/>
                  </a:lnTo>
                  <a:lnTo>
                    <a:pt x="129020" y="4285"/>
                  </a:lnTo>
                  <a:lnTo>
                    <a:pt x="123845" y="5585"/>
                  </a:lnTo>
                  <a:lnTo>
                    <a:pt x="118714" y="7050"/>
                  </a:lnTo>
                  <a:lnTo>
                    <a:pt x="113633" y="8678"/>
                  </a:lnTo>
                  <a:lnTo>
                    <a:pt x="108606" y="10467"/>
                  </a:lnTo>
                  <a:lnTo>
                    <a:pt x="103639" y="12416"/>
                  </a:lnTo>
                  <a:lnTo>
                    <a:pt x="98737" y="14522"/>
                  </a:lnTo>
                  <a:lnTo>
                    <a:pt x="93905" y="16783"/>
                  </a:lnTo>
                  <a:lnTo>
                    <a:pt x="89147" y="19198"/>
                  </a:lnTo>
                  <a:lnTo>
                    <a:pt x="84468" y="21763"/>
                  </a:lnTo>
                  <a:lnTo>
                    <a:pt x="79874" y="24476"/>
                  </a:lnTo>
                  <a:lnTo>
                    <a:pt x="75369" y="27335"/>
                  </a:lnTo>
                  <a:lnTo>
                    <a:pt x="70957" y="30336"/>
                  </a:lnTo>
                  <a:lnTo>
                    <a:pt x="66643" y="33476"/>
                  </a:lnTo>
                  <a:lnTo>
                    <a:pt x="62432" y="36752"/>
                  </a:lnTo>
                  <a:lnTo>
                    <a:pt x="58327" y="40160"/>
                  </a:lnTo>
                  <a:lnTo>
                    <a:pt x="54333" y="43699"/>
                  </a:lnTo>
                  <a:lnTo>
                    <a:pt x="50454" y="47362"/>
                  </a:lnTo>
                  <a:lnTo>
                    <a:pt x="46695" y="51148"/>
                  </a:lnTo>
                  <a:lnTo>
                    <a:pt x="43057" y="55052"/>
                  </a:lnTo>
                  <a:lnTo>
                    <a:pt x="39547" y="59069"/>
                  </a:lnTo>
                  <a:lnTo>
                    <a:pt x="36166" y="63197"/>
                  </a:lnTo>
                  <a:lnTo>
                    <a:pt x="32919" y="67431"/>
                  </a:lnTo>
                  <a:lnTo>
                    <a:pt x="29808" y="71766"/>
                  </a:lnTo>
                  <a:lnTo>
                    <a:pt x="26837" y="76198"/>
                  </a:lnTo>
                  <a:lnTo>
                    <a:pt x="24010" y="80723"/>
                  </a:lnTo>
                  <a:lnTo>
                    <a:pt x="21328" y="85335"/>
                  </a:lnTo>
                  <a:lnTo>
                    <a:pt x="18795" y="90031"/>
                  </a:lnTo>
                  <a:lnTo>
                    <a:pt x="16413" y="94805"/>
                  </a:lnTo>
                  <a:lnTo>
                    <a:pt x="14184" y="99653"/>
                  </a:lnTo>
                  <a:lnTo>
                    <a:pt x="12111" y="104570"/>
                  </a:lnTo>
                  <a:lnTo>
                    <a:pt x="10197" y="109550"/>
                  </a:lnTo>
                  <a:lnTo>
                    <a:pt x="8442" y="114589"/>
                  </a:lnTo>
                  <a:lnTo>
                    <a:pt x="6849" y="119681"/>
                  </a:lnTo>
                  <a:lnTo>
                    <a:pt x="5419" y="124821"/>
                  </a:lnTo>
                  <a:lnTo>
                    <a:pt x="4154" y="130005"/>
                  </a:lnTo>
                  <a:lnTo>
                    <a:pt x="3055" y="135226"/>
                  </a:lnTo>
                  <a:lnTo>
                    <a:pt x="2123" y="140480"/>
                  </a:lnTo>
                  <a:lnTo>
                    <a:pt x="1360" y="145760"/>
                  </a:lnTo>
                  <a:lnTo>
                    <a:pt x="765" y="151063"/>
                  </a:lnTo>
                  <a:lnTo>
                    <a:pt x="340" y="156381"/>
                  </a:lnTo>
                  <a:lnTo>
                    <a:pt x="85" y="161711"/>
                  </a:lnTo>
                  <a:lnTo>
                    <a:pt x="0" y="167046"/>
                  </a:lnTo>
                  <a:lnTo>
                    <a:pt x="85" y="172380"/>
                  </a:lnTo>
                  <a:lnTo>
                    <a:pt x="340" y="177710"/>
                  </a:lnTo>
                  <a:lnTo>
                    <a:pt x="766" y="183028"/>
                  </a:lnTo>
                  <a:lnTo>
                    <a:pt x="1361" y="188331"/>
                  </a:lnTo>
                  <a:lnTo>
                    <a:pt x="2125" y="193611"/>
                  </a:lnTo>
                  <a:lnTo>
                    <a:pt x="3057" y="198865"/>
                  </a:lnTo>
                  <a:lnTo>
                    <a:pt x="4156" y="204086"/>
                  </a:lnTo>
                  <a:lnTo>
                    <a:pt x="5421" y="209269"/>
                  </a:lnTo>
                  <a:lnTo>
                    <a:pt x="6851" y="214410"/>
                  </a:lnTo>
                  <a:lnTo>
                    <a:pt x="8444" y="219502"/>
                  </a:lnTo>
                  <a:lnTo>
                    <a:pt x="10199" y="224541"/>
                  </a:lnTo>
                  <a:lnTo>
                    <a:pt x="12114" y="229521"/>
                  </a:lnTo>
                  <a:lnTo>
                    <a:pt x="14187" y="234437"/>
                  </a:lnTo>
                  <a:lnTo>
                    <a:pt x="16416" y="239285"/>
                  </a:lnTo>
                  <a:lnTo>
                    <a:pt x="18798" y="244059"/>
                  </a:lnTo>
                  <a:lnTo>
                    <a:pt x="21332" y="248755"/>
                  </a:lnTo>
                  <a:lnTo>
                    <a:pt x="24014" y="253367"/>
                  </a:lnTo>
                  <a:lnTo>
                    <a:pt x="26842" y="257892"/>
                  </a:lnTo>
                  <a:lnTo>
                    <a:pt x="29812" y="262324"/>
                  </a:lnTo>
                  <a:lnTo>
                    <a:pt x="32923" y="266659"/>
                  </a:lnTo>
                  <a:lnTo>
                    <a:pt x="36171" y="270892"/>
                  </a:lnTo>
                  <a:lnTo>
                    <a:pt x="39552" y="275020"/>
                  </a:lnTo>
                  <a:lnTo>
                    <a:pt x="43063" y="279037"/>
                  </a:lnTo>
                  <a:lnTo>
                    <a:pt x="46700" y="282941"/>
                  </a:lnTo>
                  <a:lnTo>
                    <a:pt x="50460" y="286726"/>
                  </a:lnTo>
                  <a:lnTo>
                    <a:pt x="54339" y="290390"/>
                  </a:lnTo>
                  <a:lnTo>
                    <a:pt x="58333" y="293928"/>
                  </a:lnTo>
                  <a:lnTo>
                    <a:pt x="62438" y="297337"/>
                  </a:lnTo>
                  <a:lnTo>
                    <a:pt x="66649" y="300612"/>
                  </a:lnTo>
                  <a:lnTo>
                    <a:pt x="70963" y="303752"/>
                  </a:lnTo>
                  <a:lnTo>
                    <a:pt x="75375" y="306753"/>
                  </a:lnTo>
                  <a:lnTo>
                    <a:pt x="79880" y="309611"/>
                  </a:lnTo>
                  <a:lnTo>
                    <a:pt x="84475" y="312324"/>
                  </a:lnTo>
                  <a:lnTo>
                    <a:pt x="89153" y="314889"/>
                  </a:lnTo>
                  <a:lnTo>
                    <a:pt x="93911" y="317303"/>
                  </a:lnTo>
                  <a:lnTo>
                    <a:pt x="98744" y="319565"/>
                  </a:lnTo>
                  <a:lnTo>
                    <a:pt x="103647" y="321671"/>
                  </a:lnTo>
                  <a:lnTo>
                    <a:pt x="108614" y="323619"/>
                  </a:lnTo>
                  <a:lnTo>
                    <a:pt x="113640" y="325408"/>
                  </a:lnTo>
                  <a:lnTo>
                    <a:pt x="118722" y="327035"/>
                  </a:lnTo>
                  <a:lnTo>
                    <a:pt x="123852" y="328500"/>
                  </a:lnTo>
                  <a:lnTo>
                    <a:pt x="129027" y="329800"/>
                  </a:lnTo>
                  <a:lnTo>
                    <a:pt x="134241" y="330934"/>
                  </a:lnTo>
                  <a:lnTo>
                    <a:pt x="139488" y="331902"/>
                  </a:lnTo>
                  <a:lnTo>
                    <a:pt x="144763" y="332701"/>
                  </a:lnTo>
                  <a:lnTo>
                    <a:pt x="167167" y="167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06068" y="2126963"/>
              <a:ext cx="189558" cy="334330"/>
            </a:xfrm>
            <a:custGeom>
              <a:avLst/>
              <a:pathLst>
                <a:path w="189558" h="334330">
                  <a:moveTo>
                    <a:pt x="0" y="332826"/>
                  </a:moveTo>
                  <a:lnTo>
                    <a:pt x="5279" y="333455"/>
                  </a:lnTo>
                  <a:lnTo>
                    <a:pt x="10576" y="333915"/>
                  </a:lnTo>
                  <a:lnTo>
                    <a:pt x="15884" y="334207"/>
                  </a:lnTo>
                  <a:lnTo>
                    <a:pt x="21200" y="334330"/>
                  </a:lnTo>
                  <a:lnTo>
                    <a:pt x="26516" y="334284"/>
                  </a:lnTo>
                  <a:lnTo>
                    <a:pt x="31828" y="334068"/>
                  </a:lnTo>
                  <a:lnTo>
                    <a:pt x="37131" y="333684"/>
                  </a:lnTo>
                  <a:lnTo>
                    <a:pt x="42419" y="333132"/>
                  </a:lnTo>
                  <a:lnTo>
                    <a:pt x="47687" y="332411"/>
                  </a:lnTo>
                  <a:lnTo>
                    <a:pt x="52929" y="331524"/>
                  </a:lnTo>
                  <a:lnTo>
                    <a:pt x="58140" y="330470"/>
                  </a:lnTo>
                  <a:lnTo>
                    <a:pt x="63315" y="329251"/>
                  </a:lnTo>
                  <a:lnTo>
                    <a:pt x="68449" y="327868"/>
                  </a:lnTo>
                  <a:lnTo>
                    <a:pt x="73536" y="326322"/>
                  </a:lnTo>
                  <a:lnTo>
                    <a:pt x="78571" y="324616"/>
                  </a:lnTo>
                  <a:lnTo>
                    <a:pt x="83550" y="322750"/>
                  </a:lnTo>
                  <a:lnTo>
                    <a:pt x="88467" y="320727"/>
                  </a:lnTo>
                  <a:lnTo>
                    <a:pt x="93316" y="318548"/>
                  </a:lnTo>
                  <a:lnTo>
                    <a:pt x="98095" y="316217"/>
                  </a:lnTo>
                  <a:lnTo>
                    <a:pt x="102796" y="313734"/>
                  </a:lnTo>
                  <a:lnTo>
                    <a:pt x="107416" y="311103"/>
                  </a:lnTo>
                  <a:lnTo>
                    <a:pt x="111951" y="308327"/>
                  </a:lnTo>
                  <a:lnTo>
                    <a:pt x="116394" y="305408"/>
                  </a:lnTo>
                  <a:lnTo>
                    <a:pt x="120743" y="302349"/>
                  </a:lnTo>
                  <a:lnTo>
                    <a:pt x="124992" y="299154"/>
                  </a:lnTo>
                  <a:lnTo>
                    <a:pt x="129138" y="295824"/>
                  </a:lnTo>
                  <a:lnTo>
                    <a:pt x="133175" y="292365"/>
                  </a:lnTo>
                  <a:lnTo>
                    <a:pt x="137100" y="288779"/>
                  </a:lnTo>
                  <a:lnTo>
                    <a:pt x="140910" y="285070"/>
                  </a:lnTo>
                  <a:lnTo>
                    <a:pt x="144599" y="281242"/>
                  </a:lnTo>
                  <a:lnTo>
                    <a:pt x="148165" y="277298"/>
                  </a:lnTo>
                  <a:lnTo>
                    <a:pt x="151604" y="273243"/>
                  </a:lnTo>
                  <a:lnTo>
                    <a:pt x="154912" y="269081"/>
                  </a:lnTo>
                  <a:lnTo>
                    <a:pt x="158086" y="264816"/>
                  </a:lnTo>
                  <a:lnTo>
                    <a:pt x="161122" y="260452"/>
                  </a:lnTo>
                  <a:lnTo>
                    <a:pt x="164019" y="255993"/>
                  </a:lnTo>
                  <a:lnTo>
                    <a:pt x="166772" y="251445"/>
                  </a:lnTo>
                  <a:lnTo>
                    <a:pt x="169379" y="246811"/>
                  </a:lnTo>
                  <a:lnTo>
                    <a:pt x="171837" y="242097"/>
                  </a:lnTo>
                  <a:lnTo>
                    <a:pt x="174144" y="237307"/>
                  </a:lnTo>
                  <a:lnTo>
                    <a:pt x="176298" y="232446"/>
                  </a:lnTo>
                  <a:lnTo>
                    <a:pt x="178296" y="227519"/>
                  </a:lnTo>
                  <a:lnTo>
                    <a:pt x="180137" y="222531"/>
                  </a:lnTo>
                  <a:lnTo>
                    <a:pt x="181817" y="217487"/>
                  </a:lnTo>
                  <a:lnTo>
                    <a:pt x="183337" y="212392"/>
                  </a:lnTo>
                  <a:lnTo>
                    <a:pt x="184694" y="207251"/>
                  </a:lnTo>
                  <a:lnTo>
                    <a:pt x="185886" y="202070"/>
                  </a:lnTo>
                  <a:lnTo>
                    <a:pt x="186914" y="196854"/>
                  </a:lnTo>
                  <a:lnTo>
                    <a:pt x="187775" y="191607"/>
                  </a:lnTo>
                  <a:lnTo>
                    <a:pt x="188468" y="186336"/>
                  </a:lnTo>
                  <a:lnTo>
                    <a:pt x="188994" y="181045"/>
                  </a:lnTo>
                  <a:lnTo>
                    <a:pt x="189351" y="175740"/>
                  </a:lnTo>
                  <a:lnTo>
                    <a:pt x="189539" y="170427"/>
                  </a:lnTo>
                  <a:lnTo>
                    <a:pt x="189558" y="165110"/>
                  </a:lnTo>
                  <a:lnTo>
                    <a:pt x="189408" y="159796"/>
                  </a:lnTo>
                  <a:lnTo>
                    <a:pt x="189089" y="154489"/>
                  </a:lnTo>
                  <a:lnTo>
                    <a:pt x="188602" y="149194"/>
                  </a:lnTo>
                  <a:lnTo>
                    <a:pt x="187946" y="143918"/>
                  </a:lnTo>
                  <a:lnTo>
                    <a:pt x="187123" y="138666"/>
                  </a:lnTo>
                  <a:lnTo>
                    <a:pt x="186133" y="133442"/>
                  </a:lnTo>
                  <a:lnTo>
                    <a:pt x="184978" y="128252"/>
                  </a:lnTo>
                  <a:lnTo>
                    <a:pt x="183658" y="123102"/>
                  </a:lnTo>
                  <a:lnTo>
                    <a:pt x="182176" y="117996"/>
                  </a:lnTo>
                  <a:lnTo>
                    <a:pt x="180531" y="112940"/>
                  </a:lnTo>
                  <a:lnTo>
                    <a:pt x="178727" y="107939"/>
                  </a:lnTo>
                  <a:lnTo>
                    <a:pt x="176764" y="102998"/>
                  </a:lnTo>
                  <a:lnTo>
                    <a:pt x="174645" y="98121"/>
                  </a:lnTo>
                  <a:lnTo>
                    <a:pt x="172373" y="93315"/>
                  </a:lnTo>
                  <a:lnTo>
                    <a:pt x="169948" y="88583"/>
                  </a:lnTo>
                  <a:lnTo>
                    <a:pt x="167375" y="83931"/>
                  </a:lnTo>
                  <a:lnTo>
                    <a:pt x="164654" y="79363"/>
                  </a:lnTo>
                  <a:lnTo>
                    <a:pt x="161790" y="74884"/>
                  </a:lnTo>
                  <a:lnTo>
                    <a:pt x="158785" y="70498"/>
                  </a:lnTo>
                  <a:lnTo>
                    <a:pt x="155642" y="66210"/>
                  </a:lnTo>
                  <a:lnTo>
                    <a:pt x="152364" y="62024"/>
                  </a:lnTo>
                  <a:lnTo>
                    <a:pt x="148955" y="57944"/>
                  </a:lnTo>
                  <a:lnTo>
                    <a:pt x="145417" y="53975"/>
                  </a:lnTo>
                  <a:lnTo>
                    <a:pt x="141756" y="50120"/>
                  </a:lnTo>
                  <a:lnTo>
                    <a:pt x="137973" y="46384"/>
                  </a:lnTo>
                  <a:lnTo>
                    <a:pt x="134074" y="42770"/>
                  </a:lnTo>
                  <a:lnTo>
                    <a:pt x="130061" y="39281"/>
                  </a:lnTo>
                  <a:lnTo>
                    <a:pt x="125940" y="35922"/>
                  </a:lnTo>
                  <a:lnTo>
                    <a:pt x="121714" y="32696"/>
                  </a:lnTo>
                  <a:lnTo>
                    <a:pt x="117387" y="29606"/>
                  </a:lnTo>
                  <a:lnTo>
                    <a:pt x="112965" y="26655"/>
                  </a:lnTo>
                  <a:lnTo>
                    <a:pt x="108451" y="23846"/>
                  </a:lnTo>
                  <a:lnTo>
                    <a:pt x="103850" y="21182"/>
                  </a:lnTo>
                  <a:lnTo>
                    <a:pt x="99166" y="18666"/>
                  </a:lnTo>
                  <a:lnTo>
                    <a:pt x="94405" y="16300"/>
                  </a:lnTo>
                  <a:lnTo>
                    <a:pt x="89571" y="14087"/>
                  </a:lnTo>
                  <a:lnTo>
                    <a:pt x="84669" y="12028"/>
                  </a:lnTo>
                  <a:lnTo>
                    <a:pt x="79704" y="10127"/>
                  </a:lnTo>
                  <a:lnTo>
                    <a:pt x="74681" y="8384"/>
                  </a:lnTo>
                  <a:lnTo>
                    <a:pt x="69605" y="6802"/>
                  </a:lnTo>
                  <a:lnTo>
                    <a:pt x="64481" y="5382"/>
                  </a:lnTo>
                  <a:lnTo>
                    <a:pt x="59315" y="4126"/>
                  </a:lnTo>
                  <a:lnTo>
                    <a:pt x="54112" y="3034"/>
                  </a:lnTo>
                  <a:lnTo>
                    <a:pt x="48876" y="2109"/>
                  </a:lnTo>
                  <a:lnTo>
                    <a:pt x="43614" y="1351"/>
                  </a:lnTo>
                  <a:lnTo>
                    <a:pt x="38330" y="760"/>
                  </a:lnTo>
                  <a:lnTo>
                    <a:pt x="33030" y="338"/>
                  </a:lnTo>
                  <a:lnTo>
                    <a:pt x="27719" y="84"/>
                  </a:lnTo>
                  <a:lnTo>
                    <a:pt x="22403" y="0"/>
                  </a:lnTo>
                  <a:lnTo>
                    <a:pt x="2240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7468" y="1681503"/>
              <a:ext cx="15766" cy="167167"/>
            </a:xfrm>
            <a:custGeom>
              <a:avLst/>
              <a:pathLst>
                <a:path w="15766" h="167167">
                  <a:moveTo>
                    <a:pt x="15766" y="0"/>
                  </a:moveTo>
                  <a:lnTo>
                    <a:pt x="7874" y="186"/>
                  </a:lnTo>
                  <a:lnTo>
                    <a:pt x="0" y="745"/>
                  </a:lnTo>
                  <a:lnTo>
                    <a:pt x="1576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07468" y="1682248"/>
              <a:ext cx="15766" cy="166422"/>
            </a:xfrm>
            <a:custGeom>
              <a:avLst/>
              <a:pathLst>
                <a:path w="15766" h="166422">
                  <a:moveTo>
                    <a:pt x="0" y="0"/>
                  </a:moveTo>
                  <a:lnTo>
                    <a:pt x="15766" y="1664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256088" y="1682248"/>
              <a:ext cx="334296" cy="333589"/>
            </a:xfrm>
            <a:custGeom>
              <a:avLst/>
              <a:pathLst>
                <a:path w="334296" h="333589">
                  <a:moveTo>
                    <a:pt x="151380" y="0"/>
                  </a:moveTo>
                  <a:lnTo>
                    <a:pt x="146105" y="584"/>
                  </a:lnTo>
                  <a:lnTo>
                    <a:pt x="140852" y="1335"/>
                  </a:lnTo>
                  <a:lnTo>
                    <a:pt x="135625" y="2253"/>
                  </a:lnTo>
                  <a:lnTo>
                    <a:pt x="130431" y="3336"/>
                  </a:lnTo>
                  <a:lnTo>
                    <a:pt x="125273" y="4584"/>
                  </a:lnTo>
                  <a:lnTo>
                    <a:pt x="120157" y="5994"/>
                  </a:lnTo>
                  <a:lnTo>
                    <a:pt x="115088" y="7567"/>
                  </a:lnTo>
                  <a:lnTo>
                    <a:pt x="110073" y="9299"/>
                  </a:lnTo>
                  <a:lnTo>
                    <a:pt x="105114" y="11190"/>
                  </a:lnTo>
                  <a:lnTo>
                    <a:pt x="100218" y="13237"/>
                  </a:lnTo>
                  <a:lnTo>
                    <a:pt x="95390" y="15439"/>
                  </a:lnTo>
                  <a:lnTo>
                    <a:pt x="90634" y="17792"/>
                  </a:lnTo>
                  <a:lnTo>
                    <a:pt x="85954" y="20296"/>
                  </a:lnTo>
                  <a:lnTo>
                    <a:pt x="81357" y="22946"/>
                  </a:lnTo>
                  <a:lnTo>
                    <a:pt x="76846" y="25742"/>
                  </a:lnTo>
                  <a:lnTo>
                    <a:pt x="72427" y="28679"/>
                  </a:lnTo>
                  <a:lnTo>
                    <a:pt x="68102" y="31755"/>
                  </a:lnTo>
                  <a:lnTo>
                    <a:pt x="63878" y="34966"/>
                  </a:lnTo>
                  <a:lnTo>
                    <a:pt x="59757" y="38310"/>
                  </a:lnTo>
                  <a:lnTo>
                    <a:pt x="55745" y="41783"/>
                  </a:lnTo>
                  <a:lnTo>
                    <a:pt x="51845" y="45382"/>
                  </a:lnTo>
                  <a:lnTo>
                    <a:pt x="48061" y="49103"/>
                  </a:lnTo>
                  <a:lnTo>
                    <a:pt x="44398" y="52942"/>
                  </a:lnTo>
                  <a:lnTo>
                    <a:pt x="40858" y="56895"/>
                  </a:lnTo>
                  <a:lnTo>
                    <a:pt x="37445" y="60959"/>
                  </a:lnTo>
                  <a:lnTo>
                    <a:pt x="34163" y="65129"/>
                  </a:lnTo>
                  <a:lnTo>
                    <a:pt x="31014" y="69401"/>
                  </a:lnTo>
                  <a:lnTo>
                    <a:pt x="28004" y="73771"/>
                  </a:lnTo>
                  <a:lnTo>
                    <a:pt x="25133" y="78234"/>
                  </a:lnTo>
                  <a:lnTo>
                    <a:pt x="22405" y="82786"/>
                  </a:lnTo>
                  <a:lnTo>
                    <a:pt x="19824" y="87422"/>
                  </a:lnTo>
                  <a:lnTo>
                    <a:pt x="17390" y="92138"/>
                  </a:lnTo>
                  <a:lnTo>
                    <a:pt x="15108" y="96929"/>
                  </a:lnTo>
                  <a:lnTo>
                    <a:pt x="12979" y="101790"/>
                  </a:lnTo>
                  <a:lnTo>
                    <a:pt x="11005" y="106716"/>
                  </a:lnTo>
                  <a:lnTo>
                    <a:pt x="9188" y="111702"/>
                  </a:lnTo>
                  <a:lnTo>
                    <a:pt x="7531" y="116743"/>
                  </a:lnTo>
                  <a:lnTo>
                    <a:pt x="6035" y="121834"/>
                  </a:lnTo>
                  <a:lnTo>
                    <a:pt x="4701" y="126971"/>
                  </a:lnTo>
                  <a:lnTo>
                    <a:pt x="3530" y="132147"/>
                  </a:lnTo>
                  <a:lnTo>
                    <a:pt x="2525" y="137357"/>
                  </a:lnTo>
                  <a:lnTo>
                    <a:pt x="1685" y="142597"/>
                  </a:lnTo>
                  <a:lnTo>
                    <a:pt x="1012" y="147861"/>
                  </a:lnTo>
                  <a:lnTo>
                    <a:pt x="507" y="153143"/>
                  </a:lnTo>
                  <a:lnTo>
                    <a:pt x="170" y="158439"/>
                  </a:lnTo>
                  <a:lnTo>
                    <a:pt x="0" y="163743"/>
                  </a:lnTo>
                  <a:lnTo>
                    <a:pt x="0" y="169050"/>
                  </a:lnTo>
                  <a:lnTo>
                    <a:pt x="167" y="174354"/>
                  </a:lnTo>
                  <a:lnTo>
                    <a:pt x="503" y="179650"/>
                  </a:lnTo>
                  <a:lnTo>
                    <a:pt x="1007" y="184933"/>
                  </a:lnTo>
                  <a:lnTo>
                    <a:pt x="1678" y="190197"/>
                  </a:lnTo>
                  <a:lnTo>
                    <a:pt x="2516" y="195437"/>
                  </a:lnTo>
                  <a:lnTo>
                    <a:pt x="3520" y="200648"/>
                  </a:lnTo>
                  <a:lnTo>
                    <a:pt x="4689" y="205824"/>
                  </a:lnTo>
                  <a:lnTo>
                    <a:pt x="6021" y="210961"/>
                  </a:lnTo>
                  <a:lnTo>
                    <a:pt x="7516" y="216052"/>
                  </a:lnTo>
                  <a:lnTo>
                    <a:pt x="9172" y="221094"/>
                  </a:lnTo>
                  <a:lnTo>
                    <a:pt x="10987" y="226081"/>
                  </a:lnTo>
                  <a:lnTo>
                    <a:pt x="12959" y="231007"/>
                  </a:lnTo>
                  <a:lnTo>
                    <a:pt x="15087" y="235869"/>
                  </a:lnTo>
                  <a:lnTo>
                    <a:pt x="17368" y="240660"/>
                  </a:lnTo>
                  <a:lnTo>
                    <a:pt x="19800" y="245377"/>
                  </a:lnTo>
                  <a:lnTo>
                    <a:pt x="22380" y="250014"/>
                  </a:lnTo>
                  <a:lnTo>
                    <a:pt x="25106" y="254567"/>
                  </a:lnTo>
                  <a:lnTo>
                    <a:pt x="27976" y="259031"/>
                  </a:lnTo>
                  <a:lnTo>
                    <a:pt x="30985" y="263402"/>
                  </a:lnTo>
                  <a:lnTo>
                    <a:pt x="34132" y="267675"/>
                  </a:lnTo>
                  <a:lnTo>
                    <a:pt x="37413" y="271846"/>
                  </a:lnTo>
                  <a:lnTo>
                    <a:pt x="40824" y="275910"/>
                  </a:lnTo>
                  <a:lnTo>
                    <a:pt x="44363" y="279865"/>
                  </a:lnTo>
                  <a:lnTo>
                    <a:pt x="48026" y="283705"/>
                  </a:lnTo>
                  <a:lnTo>
                    <a:pt x="51809" y="287427"/>
                  </a:lnTo>
                  <a:lnTo>
                    <a:pt x="55708" y="291027"/>
                  </a:lnTo>
                  <a:lnTo>
                    <a:pt x="59719" y="294501"/>
                  </a:lnTo>
                  <a:lnTo>
                    <a:pt x="63838" y="297846"/>
                  </a:lnTo>
                  <a:lnTo>
                    <a:pt x="68062" y="301059"/>
                  </a:lnTo>
                  <a:lnTo>
                    <a:pt x="72385" y="304136"/>
                  </a:lnTo>
                  <a:lnTo>
                    <a:pt x="76804" y="307075"/>
                  </a:lnTo>
                  <a:lnTo>
                    <a:pt x="81314" y="309871"/>
                  </a:lnTo>
                  <a:lnTo>
                    <a:pt x="85910" y="312523"/>
                  </a:lnTo>
                  <a:lnTo>
                    <a:pt x="90589" y="315028"/>
                  </a:lnTo>
                  <a:lnTo>
                    <a:pt x="95344" y="317383"/>
                  </a:lnTo>
                  <a:lnTo>
                    <a:pt x="100172" y="319586"/>
                  </a:lnTo>
                  <a:lnTo>
                    <a:pt x="105067" y="321635"/>
                  </a:lnTo>
                  <a:lnTo>
                    <a:pt x="110025" y="323527"/>
                  </a:lnTo>
                  <a:lnTo>
                    <a:pt x="115041" y="325261"/>
                  </a:lnTo>
                  <a:lnTo>
                    <a:pt x="120108" y="326835"/>
                  </a:lnTo>
                  <a:lnTo>
                    <a:pt x="125224" y="328247"/>
                  </a:lnTo>
                  <a:lnTo>
                    <a:pt x="130381" y="329496"/>
                  </a:lnTo>
                  <a:lnTo>
                    <a:pt x="135576" y="330581"/>
                  </a:lnTo>
                  <a:lnTo>
                    <a:pt x="140802" y="331500"/>
                  </a:lnTo>
                  <a:lnTo>
                    <a:pt x="146055" y="332253"/>
                  </a:lnTo>
                  <a:lnTo>
                    <a:pt x="151330" y="332839"/>
                  </a:lnTo>
                  <a:lnTo>
                    <a:pt x="156620" y="333257"/>
                  </a:lnTo>
                  <a:lnTo>
                    <a:pt x="161921" y="333508"/>
                  </a:lnTo>
                  <a:lnTo>
                    <a:pt x="167227" y="333589"/>
                  </a:lnTo>
                  <a:lnTo>
                    <a:pt x="172533" y="333502"/>
                  </a:lnTo>
                  <a:lnTo>
                    <a:pt x="177833" y="333247"/>
                  </a:lnTo>
                  <a:lnTo>
                    <a:pt x="183123" y="332824"/>
                  </a:lnTo>
                  <a:lnTo>
                    <a:pt x="188397" y="332233"/>
                  </a:lnTo>
                  <a:lnTo>
                    <a:pt x="193649" y="331475"/>
                  </a:lnTo>
                  <a:lnTo>
                    <a:pt x="198874" y="330551"/>
                  </a:lnTo>
                  <a:lnTo>
                    <a:pt x="204068" y="329461"/>
                  </a:lnTo>
                  <a:lnTo>
                    <a:pt x="209224" y="328207"/>
                  </a:lnTo>
                  <a:lnTo>
                    <a:pt x="214338" y="326790"/>
                  </a:lnTo>
                  <a:lnTo>
                    <a:pt x="219405" y="325211"/>
                  </a:lnTo>
                  <a:lnTo>
                    <a:pt x="224418" y="323472"/>
                  </a:lnTo>
                  <a:lnTo>
                    <a:pt x="229375" y="321575"/>
                  </a:lnTo>
                  <a:lnTo>
                    <a:pt x="234268" y="319522"/>
                  </a:lnTo>
                  <a:lnTo>
                    <a:pt x="239094" y="317314"/>
                  </a:lnTo>
                  <a:lnTo>
                    <a:pt x="243847" y="314955"/>
                  </a:lnTo>
                  <a:lnTo>
                    <a:pt x="248523" y="312445"/>
                  </a:lnTo>
                  <a:lnTo>
                    <a:pt x="253116" y="309789"/>
                  </a:lnTo>
                  <a:lnTo>
                    <a:pt x="257624" y="306988"/>
                  </a:lnTo>
                  <a:lnTo>
                    <a:pt x="262040" y="304045"/>
                  </a:lnTo>
                  <a:lnTo>
                    <a:pt x="266360" y="300964"/>
                  </a:lnTo>
                  <a:lnTo>
                    <a:pt x="270581" y="297747"/>
                  </a:lnTo>
                  <a:lnTo>
                    <a:pt x="274697" y="294398"/>
                  </a:lnTo>
                  <a:lnTo>
                    <a:pt x="278705" y="290919"/>
                  </a:lnTo>
                  <a:lnTo>
                    <a:pt x="282600" y="287316"/>
                  </a:lnTo>
                  <a:lnTo>
                    <a:pt x="286379" y="283590"/>
                  </a:lnTo>
                  <a:lnTo>
                    <a:pt x="290038" y="279747"/>
                  </a:lnTo>
                  <a:lnTo>
                    <a:pt x="293573" y="275789"/>
                  </a:lnTo>
                  <a:lnTo>
                    <a:pt x="296981" y="271721"/>
                  </a:lnTo>
                  <a:lnTo>
                    <a:pt x="300258" y="267547"/>
                  </a:lnTo>
                  <a:lnTo>
                    <a:pt x="303401" y="263271"/>
                  </a:lnTo>
                  <a:lnTo>
                    <a:pt x="306406" y="258897"/>
                  </a:lnTo>
                  <a:lnTo>
                    <a:pt x="309271" y="254430"/>
                  </a:lnTo>
                  <a:lnTo>
                    <a:pt x="311993" y="249875"/>
                  </a:lnTo>
                  <a:lnTo>
                    <a:pt x="314569" y="245235"/>
                  </a:lnTo>
                  <a:lnTo>
                    <a:pt x="316996" y="240516"/>
                  </a:lnTo>
                  <a:lnTo>
                    <a:pt x="319272" y="235723"/>
                  </a:lnTo>
                  <a:lnTo>
                    <a:pt x="321395" y="230859"/>
                  </a:lnTo>
                  <a:lnTo>
                    <a:pt x="323363" y="225931"/>
                  </a:lnTo>
                  <a:lnTo>
                    <a:pt x="325173" y="220942"/>
                  </a:lnTo>
                  <a:lnTo>
                    <a:pt x="326824" y="215899"/>
                  </a:lnTo>
                  <a:lnTo>
                    <a:pt x="328314" y="210806"/>
                  </a:lnTo>
                  <a:lnTo>
                    <a:pt x="329642" y="205668"/>
                  </a:lnTo>
                  <a:lnTo>
                    <a:pt x="330805" y="200490"/>
                  </a:lnTo>
                  <a:lnTo>
                    <a:pt x="331804" y="195279"/>
                  </a:lnTo>
                  <a:lnTo>
                    <a:pt x="332637" y="190038"/>
                  </a:lnTo>
                  <a:lnTo>
                    <a:pt x="333303" y="184773"/>
                  </a:lnTo>
                  <a:lnTo>
                    <a:pt x="333802" y="179490"/>
                  </a:lnTo>
                  <a:lnTo>
                    <a:pt x="334133" y="174193"/>
                  </a:lnTo>
                  <a:lnTo>
                    <a:pt x="334296" y="168889"/>
                  </a:lnTo>
                  <a:lnTo>
                    <a:pt x="334290" y="163583"/>
                  </a:lnTo>
                  <a:lnTo>
                    <a:pt x="334115" y="158279"/>
                  </a:lnTo>
                  <a:lnTo>
                    <a:pt x="333773" y="152983"/>
                  </a:lnTo>
                  <a:lnTo>
                    <a:pt x="333262" y="147701"/>
                  </a:lnTo>
                  <a:lnTo>
                    <a:pt x="332584" y="142438"/>
                  </a:lnTo>
                  <a:lnTo>
                    <a:pt x="331740" y="137199"/>
                  </a:lnTo>
                  <a:lnTo>
                    <a:pt x="330729" y="131989"/>
                  </a:lnTo>
                  <a:lnTo>
                    <a:pt x="329554" y="126814"/>
                  </a:lnTo>
                  <a:lnTo>
                    <a:pt x="328215" y="121679"/>
                  </a:lnTo>
                  <a:lnTo>
                    <a:pt x="326713" y="116589"/>
                  </a:lnTo>
                  <a:lnTo>
                    <a:pt x="325051" y="111550"/>
                  </a:lnTo>
                  <a:lnTo>
                    <a:pt x="323230" y="106565"/>
                  </a:lnTo>
                  <a:lnTo>
                    <a:pt x="321252" y="101641"/>
                  </a:lnTo>
                  <a:lnTo>
                    <a:pt x="319118" y="96783"/>
                  </a:lnTo>
                  <a:lnTo>
                    <a:pt x="316831" y="91994"/>
                  </a:lnTo>
                  <a:lnTo>
                    <a:pt x="314393" y="87280"/>
                  </a:lnTo>
                  <a:lnTo>
                    <a:pt x="311807" y="82647"/>
                  </a:lnTo>
                  <a:lnTo>
                    <a:pt x="309075" y="78097"/>
                  </a:lnTo>
                  <a:lnTo>
                    <a:pt x="306200" y="73637"/>
                  </a:lnTo>
                  <a:lnTo>
                    <a:pt x="303185" y="69270"/>
                  </a:lnTo>
                  <a:lnTo>
                    <a:pt x="300033" y="65001"/>
                  </a:lnTo>
                  <a:lnTo>
                    <a:pt x="296746" y="60834"/>
                  </a:lnTo>
                  <a:lnTo>
                    <a:pt x="293330" y="56774"/>
                  </a:lnTo>
                  <a:lnTo>
                    <a:pt x="289786" y="52824"/>
                  </a:lnTo>
                  <a:lnTo>
                    <a:pt x="286118" y="48988"/>
                  </a:lnTo>
                  <a:lnTo>
                    <a:pt x="282331" y="45271"/>
                  </a:lnTo>
                  <a:lnTo>
                    <a:pt x="278428" y="41676"/>
                  </a:lnTo>
                  <a:lnTo>
                    <a:pt x="274412" y="38207"/>
                  </a:lnTo>
                  <a:lnTo>
                    <a:pt x="270288" y="34867"/>
                  </a:lnTo>
                  <a:lnTo>
                    <a:pt x="266061" y="31659"/>
                  </a:lnTo>
                  <a:lnTo>
                    <a:pt x="261733" y="28588"/>
                  </a:lnTo>
                  <a:lnTo>
                    <a:pt x="257311" y="25655"/>
                  </a:lnTo>
                  <a:lnTo>
                    <a:pt x="252797" y="22864"/>
                  </a:lnTo>
                  <a:lnTo>
                    <a:pt x="248198" y="20218"/>
                  </a:lnTo>
                  <a:lnTo>
                    <a:pt x="243516" y="17719"/>
                  </a:lnTo>
                  <a:lnTo>
                    <a:pt x="238758" y="15370"/>
                  </a:lnTo>
                  <a:lnTo>
                    <a:pt x="233927" y="13173"/>
                  </a:lnTo>
                  <a:lnTo>
                    <a:pt x="229029" y="11130"/>
                  </a:lnTo>
                  <a:lnTo>
                    <a:pt x="224069" y="9244"/>
                  </a:lnTo>
                  <a:lnTo>
                    <a:pt x="219051" y="7517"/>
                  </a:lnTo>
                  <a:lnTo>
                    <a:pt x="213981" y="5949"/>
                  </a:lnTo>
                  <a:lnTo>
                    <a:pt x="208864" y="4544"/>
                  </a:lnTo>
                  <a:lnTo>
                    <a:pt x="203705" y="3301"/>
                  </a:lnTo>
                  <a:lnTo>
                    <a:pt x="198509" y="2223"/>
                  </a:lnTo>
                  <a:lnTo>
                    <a:pt x="167146" y="1664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23235" y="1681503"/>
              <a:ext cx="31362" cy="167167"/>
            </a:xfrm>
            <a:custGeom>
              <a:avLst/>
              <a:pathLst>
                <a:path w="31362" h="167167">
                  <a:moveTo>
                    <a:pt x="31362" y="2968"/>
                  </a:moveTo>
                  <a:lnTo>
                    <a:pt x="25144" y="1901"/>
                  </a:lnTo>
                  <a:lnTo>
                    <a:pt x="18889" y="1070"/>
                  </a:lnTo>
                  <a:lnTo>
                    <a:pt x="12607" y="476"/>
                  </a:lnTo>
                  <a:lnTo>
                    <a:pt x="6308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853879" y="1322571"/>
              <a:ext cx="167159" cy="329436"/>
            </a:xfrm>
            <a:custGeom>
              <a:avLst/>
              <a:pathLst>
                <a:path w="167159" h="329436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7" y="762"/>
                  </a:lnTo>
                  <a:lnTo>
                    <a:pt x="145915" y="1355"/>
                  </a:lnTo>
                  <a:lnTo>
                    <a:pt x="140645" y="2116"/>
                  </a:lnTo>
                  <a:lnTo>
                    <a:pt x="135401" y="3044"/>
                  </a:lnTo>
                  <a:lnTo>
                    <a:pt x="130190" y="4139"/>
                  </a:lnTo>
                  <a:lnTo>
                    <a:pt x="125016" y="5399"/>
                  </a:lnTo>
                  <a:lnTo>
                    <a:pt x="119885" y="6823"/>
                  </a:lnTo>
                  <a:lnTo>
                    <a:pt x="114802" y="8410"/>
                  </a:lnTo>
                  <a:lnTo>
                    <a:pt x="109772" y="10158"/>
                  </a:lnTo>
                  <a:lnTo>
                    <a:pt x="104800" y="12066"/>
                  </a:lnTo>
                  <a:lnTo>
                    <a:pt x="99892" y="14131"/>
                  </a:lnTo>
                  <a:lnTo>
                    <a:pt x="95052" y="16351"/>
                  </a:lnTo>
                  <a:lnTo>
                    <a:pt x="90284" y="18724"/>
                  </a:lnTo>
                  <a:lnTo>
                    <a:pt x="85595" y="21248"/>
                  </a:lnTo>
                  <a:lnTo>
                    <a:pt x="80989" y="23920"/>
                  </a:lnTo>
                  <a:lnTo>
                    <a:pt x="76470" y="26737"/>
                  </a:lnTo>
                  <a:lnTo>
                    <a:pt x="72044" y="29697"/>
                  </a:lnTo>
                  <a:lnTo>
                    <a:pt x="67713" y="32796"/>
                  </a:lnTo>
                  <a:lnTo>
                    <a:pt x="63484" y="36032"/>
                  </a:lnTo>
                  <a:lnTo>
                    <a:pt x="59360" y="39400"/>
                  </a:lnTo>
                  <a:lnTo>
                    <a:pt x="55345" y="42899"/>
                  </a:lnTo>
                  <a:lnTo>
                    <a:pt x="51444" y="46523"/>
                  </a:lnTo>
                  <a:lnTo>
                    <a:pt x="47660" y="50270"/>
                  </a:lnTo>
                  <a:lnTo>
                    <a:pt x="43997" y="54135"/>
                  </a:lnTo>
                  <a:lnTo>
                    <a:pt x="40460" y="58115"/>
                  </a:lnTo>
                  <a:lnTo>
                    <a:pt x="37050" y="62206"/>
                  </a:lnTo>
                  <a:lnTo>
                    <a:pt x="33773" y="66404"/>
                  </a:lnTo>
                  <a:lnTo>
                    <a:pt x="30632" y="70703"/>
                  </a:lnTo>
                  <a:lnTo>
                    <a:pt x="27628" y="75101"/>
                  </a:lnTo>
                  <a:lnTo>
                    <a:pt x="24767" y="79591"/>
                  </a:lnTo>
                  <a:lnTo>
                    <a:pt x="22050" y="84171"/>
                  </a:lnTo>
                  <a:lnTo>
                    <a:pt x="19480" y="88835"/>
                  </a:lnTo>
                  <a:lnTo>
                    <a:pt x="17060" y="93578"/>
                  </a:lnTo>
                  <a:lnTo>
                    <a:pt x="14792" y="98397"/>
                  </a:lnTo>
                  <a:lnTo>
                    <a:pt x="12679" y="103284"/>
                  </a:lnTo>
                  <a:lnTo>
                    <a:pt x="10723" y="108237"/>
                  </a:lnTo>
                  <a:lnTo>
                    <a:pt x="8925" y="113250"/>
                  </a:lnTo>
                  <a:lnTo>
                    <a:pt x="7288" y="118317"/>
                  </a:lnTo>
                  <a:lnTo>
                    <a:pt x="5813" y="123434"/>
                  </a:lnTo>
                  <a:lnTo>
                    <a:pt x="4502" y="128595"/>
                  </a:lnTo>
                  <a:lnTo>
                    <a:pt x="3356" y="133795"/>
                  </a:lnTo>
                  <a:lnTo>
                    <a:pt x="2376" y="139029"/>
                  </a:lnTo>
                  <a:lnTo>
                    <a:pt x="1564" y="144292"/>
                  </a:lnTo>
                  <a:lnTo>
                    <a:pt x="919" y="149578"/>
                  </a:lnTo>
                  <a:lnTo>
                    <a:pt x="443" y="154882"/>
                  </a:lnTo>
                  <a:lnTo>
                    <a:pt x="137" y="160198"/>
                  </a:lnTo>
                  <a:lnTo>
                    <a:pt x="0" y="165521"/>
                  </a:lnTo>
                  <a:lnTo>
                    <a:pt x="32" y="170846"/>
                  </a:lnTo>
                  <a:lnTo>
                    <a:pt x="234" y="176168"/>
                  </a:lnTo>
                  <a:lnTo>
                    <a:pt x="605" y="181480"/>
                  </a:lnTo>
                  <a:lnTo>
                    <a:pt x="1146" y="186777"/>
                  </a:lnTo>
                  <a:lnTo>
                    <a:pt x="1854" y="192055"/>
                  </a:lnTo>
                  <a:lnTo>
                    <a:pt x="2731" y="197307"/>
                  </a:lnTo>
                  <a:lnTo>
                    <a:pt x="3774" y="202529"/>
                  </a:lnTo>
                  <a:lnTo>
                    <a:pt x="4984" y="207715"/>
                  </a:lnTo>
                  <a:lnTo>
                    <a:pt x="6357" y="212860"/>
                  </a:lnTo>
                  <a:lnTo>
                    <a:pt x="7894" y="217959"/>
                  </a:lnTo>
                  <a:lnTo>
                    <a:pt x="9593" y="223006"/>
                  </a:lnTo>
                  <a:lnTo>
                    <a:pt x="11451" y="227996"/>
                  </a:lnTo>
                  <a:lnTo>
                    <a:pt x="13468" y="232924"/>
                  </a:lnTo>
                  <a:lnTo>
                    <a:pt x="15640" y="237786"/>
                  </a:lnTo>
                  <a:lnTo>
                    <a:pt x="17966" y="242576"/>
                  </a:lnTo>
                  <a:lnTo>
                    <a:pt x="20444" y="247290"/>
                  </a:lnTo>
                  <a:lnTo>
                    <a:pt x="23070" y="251922"/>
                  </a:lnTo>
                  <a:lnTo>
                    <a:pt x="25843" y="256469"/>
                  </a:lnTo>
                  <a:lnTo>
                    <a:pt x="28759" y="260924"/>
                  </a:lnTo>
                  <a:lnTo>
                    <a:pt x="31816" y="265285"/>
                  </a:lnTo>
                  <a:lnTo>
                    <a:pt x="35009" y="269546"/>
                  </a:lnTo>
                  <a:lnTo>
                    <a:pt x="38337" y="273703"/>
                  </a:lnTo>
                  <a:lnTo>
                    <a:pt x="41796" y="277752"/>
                  </a:lnTo>
                  <a:lnTo>
                    <a:pt x="45382" y="281689"/>
                  </a:lnTo>
                  <a:lnTo>
                    <a:pt x="49091" y="285509"/>
                  </a:lnTo>
                  <a:lnTo>
                    <a:pt x="52920" y="289210"/>
                  </a:lnTo>
                  <a:lnTo>
                    <a:pt x="56865" y="292787"/>
                  </a:lnTo>
                  <a:lnTo>
                    <a:pt x="60922" y="296236"/>
                  </a:lnTo>
                  <a:lnTo>
                    <a:pt x="65087" y="299554"/>
                  </a:lnTo>
                  <a:lnTo>
                    <a:pt x="69356" y="302738"/>
                  </a:lnTo>
                  <a:lnTo>
                    <a:pt x="73723" y="305784"/>
                  </a:lnTo>
                  <a:lnTo>
                    <a:pt x="78186" y="308690"/>
                  </a:lnTo>
                  <a:lnTo>
                    <a:pt x="82739" y="311452"/>
                  </a:lnTo>
                  <a:lnTo>
                    <a:pt x="87377" y="314068"/>
                  </a:lnTo>
                  <a:lnTo>
                    <a:pt x="92096" y="316534"/>
                  </a:lnTo>
                  <a:lnTo>
                    <a:pt x="96892" y="318849"/>
                  </a:lnTo>
                  <a:lnTo>
                    <a:pt x="101759" y="321010"/>
                  </a:lnTo>
                  <a:lnTo>
                    <a:pt x="106692" y="323015"/>
                  </a:lnTo>
                  <a:lnTo>
                    <a:pt x="111687" y="324862"/>
                  </a:lnTo>
                  <a:lnTo>
                    <a:pt x="116737" y="326549"/>
                  </a:lnTo>
                  <a:lnTo>
                    <a:pt x="121839" y="328074"/>
                  </a:lnTo>
                  <a:lnTo>
                    <a:pt x="126987" y="329436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80867" y="1489739"/>
              <a:ext cx="40171" cy="162268"/>
            </a:xfrm>
            <a:custGeom>
              <a:avLst/>
              <a:pathLst>
                <a:path w="40171" h="162268">
                  <a:moveTo>
                    <a:pt x="0" y="162268"/>
                  </a:moveTo>
                  <a:lnTo>
                    <a:pt x="4017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80867" y="1325528"/>
              <a:ext cx="207333" cy="331363"/>
            </a:xfrm>
            <a:custGeom>
              <a:avLst/>
              <a:pathLst>
                <a:path w="207333" h="331363">
                  <a:moveTo>
                    <a:pt x="0" y="326479"/>
                  </a:moveTo>
                  <a:lnTo>
                    <a:pt x="5205" y="327679"/>
                  </a:lnTo>
                  <a:lnTo>
                    <a:pt x="10446" y="328713"/>
                  </a:lnTo>
                  <a:lnTo>
                    <a:pt x="15718" y="329579"/>
                  </a:lnTo>
                  <a:lnTo>
                    <a:pt x="21015" y="330276"/>
                  </a:lnTo>
                  <a:lnTo>
                    <a:pt x="26331" y="330803"/>
                  </a:lnTo>
                  <a:lnTo>
                    <a:pt x="31661" y="331160"/>
                  </a:lnTo>
                  <a:lnTo>
                    <a:pt x="37000" y="331347"/>
                  </a:lnTo>
                  <a:lnTo>
                    <a:pt x="42342" y="331363"/>
                  </a:lnTo>
                  <a:lnTo>
                    <a:pt x="47682" y="331208"/>
                  </a:lnTo>
                  <a:lnTo>
                    <a:pt x="53015" y="330883"/>
                  </a:lnTo>
                  <a:lnTo>
                    <a:pt x="58334" y="330388"/>
                  </a:lnTo>
                  <a:lnTo>
                    <a:pt x="63635" y="329722"/>
                  </a:lnTo>
                  <a:lnTo>
                    <a:pt x="68912" y="328888"/>
                  </a:lnTo>
                  <a:lnTo>
                    <a:pt x="74159" y="327886"/>
                  </a:lnTo>
                  <a:lnTo>
                    <a:pt x="79372" y="326716"/>
                  </a:lnTo>
                  <a:lnTo>
                    <a:pt x="84544" y="325380"/>
                  </a:lnTo>
                  <a:lnTo>
                    <a:pt x="89672" y="323880"/>
                  </a:lnTo>
                  <a:lnTo>
                    <a:pt x="94748" y="322217"/>
                  </a:lnTo>
                  <a:lnTo>
                    <a:pt x="99769" y="320392"/>
                  </a:lnTo>
                  <a:lnTo>
                    <a:pt x="104729" y="318408"/>
                  </a:lnTo>
                  <a:lnTo>
                    <a:pt x="109624" y="316267"/>
                  </a:lnTo>
                  <a:lnTo>
                    <a:pt x="114447" y="313970"/>
                  </a:lnTo>
                  <a:lnTo>
                    <a:pt x="119194" y="311520"/>
                  </a:lnTo>
                  <a:lnTo>
                    <a:pt x="123861" y="308919"/>
                  </a:lnTo>
                  <a:lnTo>
                    <a:pt x="128442" y="306171"/>
                  </a:lnTo>
                  <a:lnTo>
                    <a:pt x="132933" y="303278"/>
                  </a:lnTo>
                  <a:lnTo>
                    <a:pt x="137330" y="300243"/>
                  </a:lnTo>
                  <a:lnTo>
                    <a:pt x="141627" y="297069"/>
                  </a:lnTo>
                  <a:lnTo>
                    <a:pt x="145821" y="293759"/>
                  </a:lnTo>
                  <a:lnTo>
                    <a:pt x="149906" y="290317"/>
                  </a:lnTo>
                  <a:lnTo>
                    <a:pt x="153880" y="286747"/>
                  </a:lnTo>
                  <a:lnTo>
                    <a:pt x="157737" y="283051"/>
                  </a:lnTo>
                  <a:lnTo>
                    <a:pt x="161474" y="279233"/>
                  </a:lnTo>
                  <a:lnTo>
                    <a:pt x="165088" y="275298"/>
                  </a:lnTo>
                  <a:lnTo>
                    <a:pt x="168574" y="271250"/>
                  </a:lnTo>
                  <a:lnTo>
                    <a:pt x="171929" y="267093"/>
                  </a:lnTo>
                  <a:lnTo>
                    <a:pt x="175149" y="262830"/>
                  </a:lnTo>
                  <a:lnTo>
                    <a:pt x="178231" y="258466"/>
                  </a:lnTo>
                  <a:lnTo>
                    <a:pt x="181172" y="254007"/>
                  </a:lnTo>
                  <a:lnTo>
                    <a:pt x="183970" y="249455"/>
                  </a:lnTo>
                  <a:lnTo>
                    <a:pt x="186620" y="244817"/>
                  </a:lnTo>
                  <a:lnTo>
                    <a:pt x="189121" y="240096"/>
                  </a:lnTo>
                  <a:lnTo>
                    <a:pt x="191470" y="235298"/>
                  </a:lnTo>
                  <a:lnTo>
                    <a:pt x="193664" y="230427"/>
                  </a:lnTo>
                  <a:lnTo>
                    <a:pt x="195702" y="225489"/>
                  </a:lnTo>
                  <a:lnTo>
                    <a:pt x="197580" y="220488"/>
                  </a:lnTo>
                  <a:lnTo>
                    <a:pt x="199298" y="215429"/>
                  </a:lnTo>
                  <a:lnTo>
                    <a:pt x="200854" y="210318"/>
                  </a:lnTo>
                  <a:lnTo>
                    <a:pt x="202245" y="205160"/>
                  </a:lnTo>
                  <a:lnTo>
                    <a:pt x="203471" y="199961"/>
                  </a:lnTo>
                  <a:lnTo>
                    <a:pt x="204530" y="194724"/>
                  </a:lnTo>
                  <a:lnTo>
                    <a:pt x="205421" y="189457"/>
                  </a:lnTo>
                  <a:lnTo>
                    <a:pt x="206143" y="184164"/>
                  </a:lnTo>
                  <a:lnTo>
                    <a:pt x="206696" y="178850"/>
                  </a:lnTo>
                  <a:lnTo>
                    <a:pt x="207079" y="173522"/>
                  </a:lnTo>
                  <a:lnTo>
                    <a:pt x="207291" y="168184"/>
                  </a:lnTo>
                  <a:lnTo>
                    <a:pt x="207333" y="162841"/>
                  </a:lnTo>
                  <a:lnTo>
                    <a:pt x="207204" y="157501"/>
                  </a:lnTo>
                  <a:lnTo>
                    <a:pt x="206904" y="152167"/>
                  </a:lnTo>
                  <a:lnTo>
                    <a:pt x="206434" y="146845"/>
                  </a:lnTo>
                  <a:lnTo>
                    <a:pt x="205794" y="141541"/>
                  </a:lnTo>
                  <a:lnTo>
                    <a:pt x="204985" y="136261"/>
                  </a:lnTo>
                  <a:lnTo>
                    <a:pt x="204008" y="131009"/>
                  </a:lnTo>
                  <a:lnTo>
                    <a:pt x="202864" y="125790"/>
                  </a:lnTo>
                  <a:lnTo>
                    <a:pt x="201553" y="120611"/>
                  </a:lnTo>
                  <a:lnTo>
                    <a:pt x="200077" y="115477"/>
                  </a:lnTo>
                  <a:lnTo>
                    <a:pt x="198438" y="110392"/>
                  </a:lnTo>
                  <a:lnTo>
                    <a:pt x="196638" y="105363"/>
                  </a:lnTo>
                  <a:lnTo>
                    <a:pt x="194678" y="100393"/>
                  </a:lnTo>
                  <a:lnTo>
                    <a:pt x="192560" y="95488"/>
                  </a:lnTo>
                  <a:lnTo>
                    <a:pt x="190286" y="90654"/>
                  </a:lnTo>
                  <a:lnTo>
                    <a:pt x="187859" y="85895"/>
                  </a:lnTo>
                  <a:lnTo>
                    <a:pt x="185281" y="81216"/>
                  </a:lnTo>
                  <a:lnTo>
                    <a:pt x="182555" y="76621"/>
                  </a:lnTo>
                  <a:lnTo>
                    <a:pt x="179684" y="72116"/>
                  </a:lnTo>
                  <a:lnTo>
                    <a:pt x="176670" y="67706"/>
                  </a:lnTo>
                  <a:lnTo>
                    <a:pt x="173516" y="63393"/>
                  </a:lnTo>
                  <a:lnTo>
                    <a:pt x="170227" y="59184"/>
                  </a:lnTo>
                  <a:lnTo>
                    <a:pt x="166804" y="55082"/>
                  </a:lnTo>
                  <a:lnTo>
                    <a:pt x="163253" y="51091"/>
                  </a:lnTo>
                  <a:lnTo>
                    <a:pt x="159575" y="47216"/>
                  </a:lnTo>
                  <a:lnTo>
                    <a:pt x="155776" y="43460"/>
                  </a:lnTo>
                  <a:lnTo>
                    <a:pt x="151858" y="39828"/>
                  </a:lnTo>
                  <a:lnTo>
                    <a:pt x="147827" y="36323"/>
                  </a:lnTo>
                  <a:lnTo>
                    <a:pt x="143686" y="32948"/>
                  </a:lnTo>
                  <a:lnTo>
                    <a:pt x="139438" y="29707"/>
                  </a:lnTo>
                  <a:lnTo>
                    <a:pt x="135090" y="26604"/>
                  </a:lnTo>
                  <a:lnTo>
                    <a:pt x="130644" y="23641"/>
                  </a:lnTo>
                  <a:lnTo>
                    <a:pt x="126107" y="20822"/>
                  </a:lnTo>
                  <a:lnTo>
                    <a:pt x="121481" y="18149"/>
                  </a:lnTo>
                  <a:lnTo>
                    <a:pt x="116772" y="15626"/>
                  </a:lnTo>
                  <a:lnTo>
                    <a:pt x="111985" y="13254"/>
                  </a:lnTo>
                  <a:lnTo>
                    <a:pt x="107125" y="11036"/>
                  </a:lnTo>
                  <a:lnTo>
                    <a:pt x="102197" y="8975"/>
                  </a:lnTo>
                  <a:lnTo>
                    <a:pt x="97205" y="7073"/>
                  </a:lnTo>
                  <a:lnTo>
                    <a:pt x="92154" y="5330"/>
                  </a:lnTo>
                  <a:lnTo>
                    <a:pt x="87051" y="3750"/>
                  </a:lnTo>
                  <a:lnTo>
                    <a:pt x="81900" y="2334"/>
                  </a:lnTo>
                  <a:lnTo>
                    <a:pt x="76706" y="1084"/>
                  </a:lnTo>
                  <a:lnTo>
                    <a:pt x="71475" y="0"/>
                  </a:lnTo>
                  <a:lnTo>
                    <a:pt x="40171" y="1642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21039" y="1322571"/>
              <a:ext cx="31304" cy="167167"/>
            </a:xfrm>
            <a:custGeom>
              <a:avLst/>
              <a:pathLst>
                <a:path w="31304" h="167167">
                  <a:moveTo>
                    <a:pt x="31304" y="2957"/>
                  </a:moveTo>
                  <a:lnTo>
                    <a:pt x="23538" y="1665"/>
                  </a:lnTo>
                  <a:lnTo>
                    <a:pt x="15721" y="740"/>
                  </a:lnTo>
                  <a:lnTo>
                    <a:pt x="7869" y="1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378091" y="1071028"/>
              <a:ext cx="167167" cy="304003"/>
            </a:xfrm>
            <a:custGeom>
              <a:avLst/>
              <a:pathLst>
                <a:path w="167167" h="304003">
                  <a:moveTo>
                    <a:pt x="167167" y="0"/>
                  </a:moveTo>
                  <a:lnTo>
                    <a:pt x="161815" y="85"/>
                  </a:lnTo>
                  <a:lnTo>
                    <a:pt x="156468" y="342"/>
                  </a:lnTo>
                  <a:lnTo>
                    <a:pt x="151133" y="770"/>
                  </a:lnTo>
                  <a:lnTo>
                    <a:pt x="145813" y="1369"/>
                  </a:lnTo>
                  <a:lnTo>
                    <a:pt x="140516" y="2138"/>
                  </a:lnTo>
                  <a:lnTo>
                    <a:pt x="135246" y="3075"/>
                  </a:lnTo>
                  <a:lnTo>
                    <a:pt x="130009" y="4181"/>
                  </a:lnTo>
                  <a:lnTo>
                    <a:pt x="124810" y="5455"/>
                  </a:lnTo>
                  <a:lnTo>
                    <a:pt x="119654" y="6894"/>
                  </a:lnTo>
                  <a:lnTo>
                    <a:pt x="114547" y="8497"/>
                  </a:lnTo>
                  <a:lnTo>
                    <a:pt x="109494" y="10263"/>
                  </a:lnTo>
                  <a:lnTo>
                    <a:pt x="104501" y="12190"/>
                  </a:lnTo>
                  <a:lnTo>
                    <a:pt x="99571" y="14276"/>
                  </a:lnTo>
                  <a:lnTo>
                    <a:pt x="94711" y="16518"/>
                  </a:lnTo>
                  <a:lnTo>
                    <a:pt x="89925" y="18915"/>
                  </a:lnTo>
                  <a:lnTo>
                    <a:pt x="85218" y="21464"/>
                  </a:lnTo>
                  <a:lnTo>
                    <a:pt x="80595" y="24162"/>
                  </a:lnTo>
                  <a:lnTo>
                    <a:pt x="76061" y="27007"/>
                  </a:lnTo>
                  <a:lnTo>
                    <a:pt x="71620" y="29996"/>
                  </a:lnTo>
                  <a:lnTo>
                    <a:pt x="67278" y="33125"/>
                  </a:lnTo>
                  <a:lnTo>
                    <a:pt x="63037" y="36392"/>
                  </a:lnTo>
                  <a:lnTo>
                    <a:pt x="58904" y="39793"/>
                  </a:lnTo>
                  <a:lnTo>
                    <a:pt x="54881" y="43324"/>
                  </a:lnTo>
                  <a:lnTo>
                    <a:pt x="50974" y="46983"/>
                  </a:lnTo>
                  <a:lnTo>
                    <a:pt x="47186" y="50764"/>
                  </a:lnTo>
                  <a:lnTo>
                    <a:pt x="43521" y="54665"/>
                  </a:lnTo>
                  <a:lnTo>
                    <a:pt x="39982" y="58682"/>
                  </a:lnTo>
                  <a:lnTo>
                    <a:pt x="36574" y="62809"/>
                  </a:lnTo>
                  <a:lnTo>
                    <a:pt x="33300" y="67044"/>
                  </a:lnTo>
                  <a:lnTo>
                    <a:pt x="30163" y="71381"/>
                  </a:lnTo>
                  <a:lnTo>
                    <a:pt x="27167" y="75816"/>
                  </a:lnTo>
                  <a:lnTo>
                    <a:pt x="24314" y="80346"/>
                  </a:lnTo>
                  <a:lnTo>
                    <a:pt x="21607" y="84964"/>
                  </a:lnTo>
                  <a:lnTo>
                    <a:pt x="19050" y="89666"/>
                  </a:lnTo>
                  <a:lnTo>
                    <a:pt x="16645" y="94448"/>
                  </a:lnTo>
                  <a:lnTo>
                    <a:pt x="14394" y="99304"/>
                  </a:lnTo>
                  <a:lnTo>
                    <a:pt x="12299" y="104230"/>
                  </a:lnTo>
                  <a:lnTo>
                    <a:pt x="10364" y="109221"/>
                  </a:lnTo>
                  <a:lnTo>
                    <a:pt x="8589" y="114271"/>
                  </a:lnTo>
                  <a:lnTo>
                    <a:pt x="6977" y="119375"/>
                  </a:lnTo>
                  <a:lnTo>
                    <a:pt x="5529" y="124528"/>
                  </a:lnTo>
                  <a:lnTo>
                    <a:pt x="4246" y="129725"/>
                  </a:lnTo>
                  <a:lnTo>
                    <a:pt x="3131" y="134960"/>
                  </a:lnTo>
                  <a:lnTo>
                    <a:pt x="2184" y="140228"/>
                  </a:lnTo>
                  <a:lnTo>
                    <a:pt x="1406" y="145524"/>
                  </a:lnTo>
                  <a:lnTo>
                    <a:pt x="798" y="150842"/>
                  </a:lnTo>
                  <a:lnTo>
                    <a:pt x="361" y="156177"/>
                  </a:lnTo>
                  <a:lnTo>
                    <a:pt x="95" y="161523"/>
                  </a:lnTo>
                  <a:lnTo>
                    <a:pt x="0" y="166875"/>
                  </a:lnTo>
                  <a:lnTo>
                    <a:pt x="76" y="172227"/>
                  </a:lnTo>
                  <a:lnTo>
                    <a:pt x="324" y="177574"/>
                  </a:lnTo>
                  <a:lnTo>
                    <a:pt x="742" y="182910"/>
                  </a:lnTo>
                  <a:lnTo>
                    <a:pt x="1332" y="188231"/>
                  </a:lnTo>
                  <a:lnTo>
                    <a:pt x="2091" y="193529"/>
                  </a:lnTo>
                  <a:lnTo>
                    <a:pt x="3020" y="198801"/>
                  </a:lnTo>
                  <a:lnTo>
                    <a:pt x="4117" y="204040"/>
                  </a:lnTo>
                  <a:lnTo>
                    <a:pt x="5381" y="209241"/>
                  </a:lnTo>
                  <a:lnTo>
                    <a:pt x="6811" y="214399"/>
                  </a:lnTo>
                  <a:lnTo>
                    <a:pt x="8405" y="219509"/>
                  </a:lnTo>
                  <a:lnTo>
                    <a:pt x="10162" y="224565"/>
                  </a:lnTo>
                  <a:lnTo>
                    <a:pt x="12080" y="229562"/>
                  </a:lnTo>
                  <a:lnTo>
                    <a:pt x="14157" y="234495"/>
                  </a:lnTo>
                  <a:lnTo>
                    <a:pt x="16391" y="239360"/>
                  </a:lnTo>
                  <a:lnTo>
                    <a:pt x="18780" y="244150"/>
                  </a:lnTo>
                  <a:lnTo>
                    <a:pt x="21321" y="248861"/>
                  </a:lnTo>
                  <a:lnTo>
                    <a:pt x="24011" y="253489"/>
                  </a:lnTo>
                  <a:lnTo>
                    <a:pt x="26848" y="258028"/>
                  </a:lnTo>
                  <a:lnTo>
                    <a:pt x="29829" y="262474"/>
                  </a:lnTo>
                  <a:lnTo>
                    <a:pt x="32951" y="266822"/>
                  </a:lnTo>
                  <a:lnTo>
                    <a:pt x="36210" y="271068"/>
                  </a:lnTo>
                  <a:lnTo>
                    <a:pt x="39604" y="275207"/>
                  </a:lnTo>
                  <a:lnTo>
                    <a:pt x="43128" y="279236"/>
                  </a:lnTo>
                  <a:lnTo>
                    <a:pt x="46780" y="283149"/>
                  </a:lnTo>
                  <a:lnTo>
                    <a:pt x="50555" y="286944"/>
                  </a:lnTo>
                  <a:lnTo>
                    <a:pt x="54449" y="290616"/>
                  </a:lnTo>
                  <a:lnTo>
                    <a:pt x="58460" y="294162"/>
                  </a:lnTo>
                  <a:lnTo>
                    <a:pt x="62581" y="297577"/>
                  </a:lnTo>
                  <a:lnTo>
                    <a:pt x="66810" y="300859"/>
                  </a:lnTo>
                  <a:lnTo>
                    <a:pt x="71142" y="30400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49233" y="1238196"/>
              <a:ext cx="96025" cy="136836"/>
            </a:xfrm>
            <a:custGeom>
              <a:avLst/>
              <a:pathLst>
                <a:path w="96025" h="136836">
                  <a:moveTo>
                    <a:pt x="0" y="136836"/>
                  </a:moveTo>
                  <a:lnTo>
                    <a:pt x="9602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49233" y="1118559"/>
              <a:ext cx="263191" cy="286803"/>
            </a:xfrm>
            <a:custGeom>
              <a:avLst/>
              <a:pathLst>
                <a:path w="263191" h="286803">
                  <a:moveTo>
                    <a:pt x="0" y="256473"/>
                  </a:moveTo>
                  <a:lnTo>
                    <a:pt x="4433" y="259479"/>
                  </a:lnTo>
                  <a:lnTo>
                    <a:pt x="8961" y="262342"/>
                  </a:lnTo>
                  <a:lnTo>
                    <a:pt x="13578" y="265058"/>
                  </a:lnTo>
                  <a:lnTo>
                    <a:pt x="18280" y="267625"/>
                  </a:lnTo>
                  <a:lnTo>
                    <a:pt x="23061" y="270040"/>
                  </a:lnTo>
                  <a:lnTo>
                    <a:pt x="27918" y="272301"/>
                  </a:lnTo>
                  <a:lnTo>
                    <a:pt x="32844" y="274405"/>
                  </a:lnTo>
                  <a:lnTo>
                    <a:pt x="37835" y="276350"/>
                  </a:lnTo>
                  <a:lnTo>
                    <a:pt x="42886" y="278134"/>
                  </a:lnTo>
                  <a:lnTo>
                    <a:pt x="47992" y="279755"/>
                  </a:lnTo>
                  <a:lnTo>
                    <a:pt x="53147" y="281212"/>
                  </a:lnTo>
                  <a:lnTo>
                    <a:pt x="58346" y="282502"/>
                  </a:lnTo>
                  <a:lnTo>
                    <a:pt x="63584" y="283626"/>
                  </a:lnTo>
                  <a:lnTo>
                    <a:pt x="68855" y="284581"/>
                  </a:lnTo>
                  <a:lnTo>
                    <a:pt x="74153" y="285367"/>
                  </a:lnTo>
                  <a:lnTo>
                    <a:pt x="79475" y="285983"/>
                  </a:lnTo>
                  <a:lnTo>
                    <a:pt x="84813" y="286428"/>
                  </a:lnTo>
                  <a:lnTo>
                    <a:pt x="90163" y="286701"/>
                  </a:lnTo>
                  <a:lnTo>
                    <a:pt x="95519" y="286803"/>
                  </a:lnTo>
                  <a:lnTo>
                    <a:pt x="100875" y="286734"/>
                  </a:lnTo>
                  <a:lnTo>
                    <a:pt x="106227" y="286492"/>
                  </a:lnTo>
                  <a:lnTo>
                    <a:pt x="111567" y="286080"/>
                  </a:lnTo>
                  <a:lnTo>
                    <a:pt x="116892" y="285496"/>
                  </a:lnTo>
                  <a:lnTo>
                    <a:pt x="122196" y="284743"/>
                  </a:lnTo>
                  <a:lnTo>
                    <a:pt x="127473" y="283819"/>
                  </a:lnTo>
                  <a:lnTo>
                    <a:pt x="132717" y="282727"/>
                  </a:lnTo>
                  <a:lnTo>
                    <a:pt x="137924" y="281468"/>
                  </a:lnTo>
                  <a:lnTo>
                    <a:pt x="143087" y="280042"/>
                  </a:lnTo>
                  <a:lnTo>
                    <a:pt x="148203" y="278452"/>
                  </a:lnTo>
                  <a:lnTo>
                    <a:pt x="153264" y="276699"/>
                  </a:lnTo>
                  <a:lnTo>
                    <a:pt x="158267" y="274784"/>
                  </a:lnTo>
                  <a:lnTo>
                    <a:pt x="163206" y="272710"/>
                  </a:lnTo>
                  <a:lnTo>
                    <a:pt x="168076" y="270479"/>
                  </a:lnTo>
                  <a:lnTo>
                    <a:pt x="172873" y="268093"/>
                  </a:lnTo>
                  <a:lnTo>
                    <a:pt x="177590" y="265555"/>
                  </a:lnTo>
                  <a:lnTo>
                    <a:pt x="182223" y="262866"/>
                  </a:lnTo>
                  <a:lnTo>
                    <a:pt x="186768" y="260031"/>
                  </a:lnTo>
                  <a:lnTo>
                    <a:pt x="191220" y="257051"/>
                  </a:lnTo>
                  <a:lnTo>
                    <a:pt x="195574" y="253931"/>
                  </a:lnTo>
                  <a:lnTo>
                    <a:pt x="199826" y="250672"/>
                  </a:lnTo>
                  <a:lnTo>
                    <a:pt x="203971" y="247279"/>
                  </a:lnTo>
                  <a:lnTo>
                    <a:pt x="208005" y="243755"/>
                  </a:lnTo>
                  <a:lnTo>
                    <a:pt x="211924" y="240103"/>
                  </a:lnTo>
                  <a:lnTo>
                    <a:pt x="215725" y="236328"/>
                  </a:lnTo>
                  <a:lnTo>
                    <a:pt x="219402" y="232433"/>
                  </a:lnTo>
                  <a:lnTo>
                    <a:pt x="222953" y="228422"/>
                  </a:lnTo>
                  <a:lnTo>
                    <a:pt x="226373" y="224299"/>
                  </a:lnTo>
                  <a:lnTo>
                    <a:pt x="229660" y="220069"/>
                  </a:lnTo>
                  <a:lnTo>
                    <a:pt x="232809" y="215735"/>
                  </a:lnTo>
                  <a:lnTo>
                    <a:pt x="235818" y="211303"/>
                  </a:lnTo>
                  <a:lnTo>
                    <a:pt x="238683" y="206777"/>
                  </a:lnTo>
                  <a:lnTo>
                    <a:pt x="241402" y="202162"/>
                  </a:lnTo>
                  <a:lnTo>
                    <a:pt x="243971" y="197461"/>
                  </a:lnTo>
                  <a:lnTo>
                    <a:pt x="246389" y="192681"/>
                  </a:lnTo>
                  <a:lnTo>
                    <a:pt x="248652" y="187826"/>
                  </a:lnTo>
                  <a:lnTo>
                    <a:pt x="250759" y="182901"/>
                  </a:lnTo>
                  <a:lnTo>
                    <a:pt x="252706" y="177910"/>
                  </a:lnTo>
                  <a:lnTo>
                    <a:pt x="254493" y="172860"/>
                  </a:lnTo>
                  <a:lnTo>
                    <a:pt x="256117" y="167756"/>
                  </a:lnTo>
                  <a:lnTo>
                    <a:pt x="257576" y="162601"/>
                  </a:lnTo>
                  <a:lnTo>
                    <a:pt x="258870" y="157403"/>
                  </a:lnTo>
                  <a:lnTo>
                    <a:pt x="259996" y="152166"/>
                  </a:lnTo>
                  <a:lnTo>
                    <a:pt x="260955" y="146896"/>
                  </a:lnTo>
                  <a:lnTo>
                    <a:pt x="261743" y="141597"/>
                  </a:lnTo>
                  <a:lnTo>
                    <a:pt x="262362" y="136276"/>
                  </a:lnTo>
                  <a:lnTo>
                    <a:pt x="262810" y="130938"/>
                  </a:lnTo>
                  <a:lnTo>
                    <a:pt x="263086" y="125588"/>
                  </a:lnTo>
                  <a:lnTo>
                    <a:pt x="263191" y="120233"/>
                  </a:lnTo>
                  <a:lnTo>
                    <a:pt x="263124" y="114876"/>
                  </a:lnTo>
                  <a:lnTo>
                    <a:pt x="262886" y="109525"/>
                  </a:lnTo>
                  <a:lnTo>
                    <a:pt x="262476" y="104184"/>
                  </a:lnTo>
                  <a:lnTo>
                    <a:pt x="261896" y="98858"/>
                  </a:lnTo>
                  <a:lnTo>
                    <a:pt x="261145" y="93554"/>
                  </a:lnTo>
                  <a:lnTo>
                    <a:pt x="260224" y="88277"/>
                  </a:lnTo>
                  <a:lnTo>
                    <a:pt x="259135" y="83032"/>
                  </a:lnTo>
                  <a:lnTo>
                    <a:pt x="257879" y="77825"/>
                  </a:lnTo>
                  <a:lnTo>
                    <a:pt x="256456" y="72660"/>
                  </a:lnTo>
                  <a:lnTo>
                    <a:pt x="254868" y="67544"/>
                  </a:lnTo>
                  <a:lnTo>
                    <a:pt x="253118" y="62482"/>
                  </a:lnTo>
                  <a:lnTo>
                    <a:pt x="251206" y="57478"/>
                  </a:lnTo>
                  <a:lnTo>
                    <a:pt x="249134" y="52537"/>
                  </a:lnTo>
                  <a:lnTo>
                    <a:pt x="246906" y="47666"/>
                  </a:lnTo>
                  <a:lnTo>
                    <a:pt x="244523" y="42869"/>
                  </a:lnTo>
                  <a:lnTo>
                    <a:pt x="241987" y="38150"/>
                  </a:lnTo>
                  <a:lnTo>
                    <a:pt x="239301" y="33515"/>
                  </a:lnTo>
                  <a:lnTo>
                    <a:pt x="236468" y="28969"/>
                  </a:lnTo>
                  <a:lnTo>
                    <a:pt x="233491" y="24516"/>
                  </a:lnTo>
                  <a:lnTo>
                    <a:pt x="230372" y="20160"/>
                  </a:lnTo>
                  <a:lnTo>
                    <a:pt x="227116" y="15906"/>
                  </a:lnTo>
                  <a:lnTo>
                    <a:pt x="223725" y="11759"/>
                  </a:lnTo>
                  <a:lnTo>
                    <a:pt x="220203" y="7723"/>
                  </a:lnTo>
                  <a:lnTo>
                    <a:pt x="216554" y="3802"/>
                  </a:lnTo>
                  <a:lnTo>
                    <a:pt x="212780" y="0"/>
                  </a:lnTo>
                  <a:lnTo>
                    <a:pt x="96025" y="1196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258" y="1071028"/>
              <a:ext cx="116755" cy="167167"/>
            </a:xfrm>
            <a:custGeom>
              <a:avLst/>
              <a:pathLst>
                <a:path w="116755" h="167167">
                  <a:moveTo>
                    <a:pt x="116755" y="47530"/>
                  </a:moveTo>
                  <a:lnTo>
                    <a:pt x="112668" y="43673"/>
                  </a:lnTo>
                  <a:lnTo>
                    <a:pt x="108454" y="39956"/>
                  </a:lnTo>
                  <a:lnTo>
                    <a:pt x="104117" y="36383"/>
                  </a:lnTo>
                  <a:lnTo>
                    <a:pt x="99662" y="32957"/>
                  </a:lnTo>
                  <a:lnTo>
                    <a:pt x="95095" y="29683"/>
                  </a:lnTo>
                  <a:lnTo>
                    <a:pt x="90420" y="26564"/>
                  </a:lnTo>
                  <a:lnTo>
                    <a:pt x="85643" y="23605"/>
                  </a:lnTo>
                  <a:lnTo>
                    <a:pt x="80769" y="20807"/>
                  </a:lnTo>
                  <a:lnTo>
                    <a:pt x="75804" y="18175"/>
                  </a:lnTo>
                  <a:lnTo>
                    <a:pt x="70753" y="15711"/>
                  </a:lnTo>
                  <a:lnTo>
                    <a:pt x="65623" y="13419"/>
                  </a:lnTo>
                  <a:lnTo>
                    <a:pt x="60418" y="11300"/>
                  </a:lnTo>
                  <a:lnTo>
                    <a:pt x="55145" y="9357"/>
                  </a:lnTo>
                  <a:lnTo>
                    <a:pt x="49810" y="7593"/>
                  </a:lnTo>
                  <a:lnTo>
                    <a:pt x="44418" y="6009"/>
                  </a:lnTo>
                  <a:lnTo>
                    <a:pt x="38976" y="4607"/>
                  </a:lnTo>
                  <a:lnTo>
                    <a:pt x="33490" y="3389"/>
                  </a:lnTo>
                  <a:lnTo>
                    <a:pt x="27966" y="2356"/>
                  </a:lnTo>
                  <a:lnTo>
                    <a:pt x="22411" y="1509"/>
                  </a:lnTo>
                  <a:lnTo>
                    <a:pt x="16830" y="849"/>
                  </a:lnTo>
                  <a:lnTo>
                    <a:pt x="11231" y="377"/>
                  </a:lnTo>
                  <a:lnTo>
                    <a:pt x="5618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9114" y="941493"/>
              <a:ext cx="84429" cy="167167"/>
            </a:xfrm>
            <a:custGeom>
              <a:avLst/>
              <a:pathLst>
                <a:path w="84429" h="167167">
                  <a:moveTo>
                    <a:pt x="84429" y="0"/>
                  </a:moveTo>
                  <a:lnTo>
                    <a:pt x="78530" y="104"/>
                  </a:lnTo>
                  <a:lnTo>
                    <a:pt x="72638" y="416"/>
                  </a:lnTo>
                  <a:lnTo>
                    <a:pt x="66761" y="936"/>
                  </a:lnTo>
                  <a:lnTo>
                    <a:pt x="60906" y="1663"/>
                  </a:lnTo>
                  <a:lnTo>
                    <a:pt x="55080" y="2596"/>
                  </a:lnTo>
                  <a:lnTo>
                    <a:pt x="49290" y="3734"/>
                  </a:lnTo>
                  <a:lnTo>
                    <a:pt x="43545" y="5076"/>
                  </a:lnTo>
                  <a:lnTo>
                    <a:pt x="37850" y="6620"/>
                  </a:lnTo>
                  <a:lnTo>
                    <a:pt x="32214" y="8364"/>
                  </a:lnTo>
                  <a:lnTo>
                    <a:pt x="26642" y="10305"/>
                  </a:lnTo>
                  <a:lnTo>
                    <a:pt x="21142" y="12442"/>
                  </a:lnTo>
                  <a:lnTo>
                    <a:pt x="15722" y="14772"/>
                  </a:lnTo>
                  <a:lnTo>
                    <a:pt x="10387" y="17292"/>
                  </a:lnTo>
                  <a:lnTo>
                    <a:pt x="5144" y="19998"/>
                  </a:lnTo>
                  <a:lnTo>
                    <a:pt x="0" y="22888"/>
                  </a:lnTo>
                  <a:lnTo>
                    <a:pt x="8442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39114" y="964381"/>
              <a:ext cx="84429" cy="144279"/>
            </a:xfrm>
            <a:custGeom>
              <a:avLst/>
              <a:pathLst>
                <a:path w="84429" h="144279">
                  <a:moveTo>
                    <a:pt x="0" y="0"/>
                  </a:moveTo>
                  <a:lnTo>
                    <a:pt x="84429" y="1442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856380" y="950165"/>
              <a:ext cx="334324" cy="325657"/>
            </a:xfrm>
            <a:custGeom>
              <a:avLst/>
              <a:pathLst>
                <a:path w="334324" h="325657">
                  <a:moveTo>
                    <a:pt x="82733" y="14216"/>
                  </a:moveTo>
                  <a:lnTo>
                    <a:pt x="78195" y="16969"/>
                  </a:lnTo>
                  <a:lnTo>
                    <a:pt x="73746" y="19865"/>
                  </a:lnTo>
                  <a:lnTo>
                    <a:pt x="69392" y="22901"/>
                  </a:lnTo>
                  <a:lnTo>
                    <a:pt x="65136" y="26074"/>
                  </a:lnTo>
                  <a:lnTo>
                    <a:pt x="60983" y="29380"/>
                  </a:lnTo>
                  <a:lnTo>
                    <a:pt x="56937" y="32816"/>
                  </a:lnTo>
                  <a:lnTo>
                    <a:pt x="53002" y="36379"/>
                  </a:lnTo>
                  <a:lnTo>
                    <a:pt x="49183" y="40065"/>
                  </a:lnTo>
                  <a:lnTo>
                    <a:pt x="45482" y="43871"/>
                  </a:lnTo>
                  <a:lnTo>
                    <a:pt x="41904" y="47792"/>
                  </a:lnTo>
                  <a:lnTo>
                    <a:pt x="38452" y="51825"/>
                  </a:lnTo>
                  <a:lnTo>
                    <a:pt x="35130" y="55965"/>
                  </a:lnTo>
                  <a:lnTo>
                    <a:pt x="31942" y="60209"/>
                  </a:lnTo>
                  <a:lnTo>
                    <a:pt x="28889" y="64552"/>
                  </a:lnTo>
                  <a:lnTo>
                    <a:pt x="25976" y="68990"/>
                  </a:lnTo>
                  <a:lnTo>
                    <a:pt x="23206" y="73518"/>
                  </a:lnTo>
                  <a:lnTo>
                    <a:pt x="20580" y="78131"/>
                  </a:lnTo>
                  <a:lnTo>
                    <a:pt x="18103" y="82826"/>
                  </a:lnTo>
                  <a:lnTo>
                    <a:pt x="15775" y="87597"/>
                  </a:lnTo>
                  <a:lnTo>
                    <a:pt x="13600" y="92439"/>
                  </a:lnTo>
                  <a:lnTo>
                    <a:pt x="11581" y="97348"/>
                  </a:lnTo>
                  <a:lnTo>
                    <a:pt x="9718" y="102319"/>
                  </a:lnTo>
                  <a:lnTo>
                    <a:pt x="8013" y="107346"/>
                  </a:lnTo>
                  <a:lnTo>
                    <a:pt x="6470" y="112425"/>
                  </a:lnTo>
                  <a:lnTo>
                    <a:pt x="5088" y="117550"/>
                  </a:lnTo>
                  <a:lnTo>
                    <a:pt x="3870" y="122717"/>
                  </a:lnTo>
                  <a:lnTo>
                    <a:pt x="2816" y="127919"/>
                  </a:lnTo>
                  <a:lnTo>
                    <a:pt x="1928" y="133153"/>
                  </a:lnTo>
                  <a:lnTo>
                    <a:pt x="1207" y="138412"/>
                  </a:lnTo>
                  <a:lnTo>
                    <a:pt x="653" y="143691"/>
                  </a:lnTo>
                  <a:lnTo>
                    <a:pt x="267" y="148985"/>
                  </a:lnTo>
                  <a:lnTo>
                    <a:pt x="49" y="154289"/>
                  </a:lnTo>
                  <a:lnTo>
                    <a:pt x="0" y="159597"/>
                  </a:lnTo>
                  <a:lnTo>
                    <a:pt x="119" y="164904"/>
                  </a:lnTo>
                  <a:lnTo>
                    <a:pt x="406" y="170205"/>
                  </a:lnTo>
                  <a:lnTo>
                    <a:pt x="862" y="175493"/>
                  </a:lnTo>
                  <a:lnTo>
                    <a:pt x="1486" y="180765"/>
                  </a:lnTo>
                  <a:lnTo>
                    <a:pt x="2277" y="186014"/>
                  </a:lnTo>
                  <a:lnTo>
                    <a:pt x="3233" y="191235"/>
                  </a:lnTo>
                  <a:lnTo>
                    <a:pt x="4356" y="196424"/>
                  </a:lnTo>
                  <a:lnTo>
                    <a:pt x="5642" y="201574"/>
                  </a:lnTo>
                  <a:lnTo>
                    <a:pt x="7091" y="206680"/>
                  </a:lnTo>
                  <a:lnTo>
                    <a:pt x="8702" y="211738"/>
                  </a:lnTo>
                  <a:lnTo>
                    <a:pt x="10472" y="216743"/>
                  </a:lnTo>
                  <a:lnTo>
                    <a:pt x="12400" y="221688"/>
                  </a:lnTo>
                  <a:lnTo>
                    <a:pt x="14485" y="226570"/>
                  </a:lnTo>
                  <a:lnTo>
                    <a:pt x="16723" y="231384"/>
                  </a:lnTo>
                  <a:lnTo>
                    <a:pt x="19113" y="236123"/>
                  </a:lnTo>
                  <a:lnTo>
                    <a:pt x="21653" y="240785"/>
                  </a:lnTo>
                  <a:lnTo>
                    <a:pt x="24339" y="245363"/>
                  </a:lnTo>
                  <a:lnTo>
                    <a:pt x="27169" y="249854"/>
                  </a:lnTo>
                  <a:lnTo>
                    <a:pt x="30140" y="254253"/>
                  </a:lnTo>
                  <a:lnTo>
                    <a:pt x="33250" y="258555"/>
                  </a:lnTo>
                  <a:lnTo>
                    <a:pt x="36494" y="262757"/>
                  </a:lnTo>
                  <a:lnTo>
                    <a:pt x="39870" y="266853"/>
                  </a:lnTo>
                  <a:lnTo>
                    <a:pt x="43375" y="270840"/>
                  </a:lnTo>
                  <a:lnTo>
                    <a:pt x="47004" y="274714"/>
                  </a:lnTo>
                  <a:lnTo>
                    <a:pt x="50755" y="278470"/>
                  </a:lnTo>
                  <a:lnTo>
                    <a:pt x="54623" y="282106"/>
                  </a:lnTo>
                  <a:lnTo>
                    <a:pt x="58604" y="285616"/>
                  </a:lnTo>
                  <a:lnTo>
                    <a:pt x="62695" y="288999"/>
                  </a:lnTo>
                  <a:lnTo>
                    <a:pt x="66891" y="292250"/>
                  </a:lnTo>
                  <a:lnTo>
                    <a:pt x="71189" y="295366"/>
                  </a:lnTo>
                  <a:lnTo>
                    <a:pt x="75583" y="298345"/>
                  </a:lnTo>
                  <a:lnTo>
                    <a:pt x="80069" y="301182"/>
                  </a:lnTo>
                  <a:lnTo>
                    <a:pt x="84643" y="303875"/>
                  </a:lnTo>
                  <a:lnTo>
                    <a:pt x="89301" y="306422"/>
                  </a:lnTo>
                  <a:lnTo>
                    <a:pt x="94037" y="308819"/>
                  </a:lnTo>
                  <a:lnTo>
                    <a:pt x="98847" y="311065"/>
                  </a:lnTo>
                  <a:lnTo>
                    <a:pt x="103725" y="313158"/>
                  </a:lnTo>
                  <a:lnTo>
                    <a:pt x="108668" y="315094"/>
                  </a:lnTo>
                  <a:lnTo>
                    <a:pt x="113669" y="316872"/>
                  </a:lnTo>
                  <a:lnTo>
                    <a:pt x="118725" y="318491"/>
                  </a:lnTo>
                  <a:lnTo>
                    <a:pt x="123829" y="319948"/>
                  </a:lnTo>
                  <a:lnTo>
                    <a:pt x="128977" y="321243"/>
                  </a:lnTo>
                  <a:lnTo>
                    <a:pt x="134164" y="322373"/>
                  </a:lnTo>
                  <a:lnTo>
                    <a:pt x="139384" y="323338"/>
                  </a:lnTo>
                  <a:lnTo>
                    <a:pt x="144631" y="324137"/>
                  </a:lnTo>
                  <a:lnTo>
                    <a:pt x="149902" y="324769"/>
                  </a:lnTo>
                  <a:lnTo>
                    <a:pt x="155190" y="325233"/>
                  </a:lnTo>
                  <a:lnTo>
                    <a:pt x="160490" y="325529"/>
                  </a:lnTo>
                  <a:lnTo>
                    <a:pt x="165797" y="325657"/>
                  </a:lnTo>
                  <a:lnTo>
                    <a:pt x="171105" y="325616"/>
                  </a:lnTo>
                  <a:lnTo>
                    <a:pt x="176409" y="325406"/>
                  </a:lnTo>
                  <a:lnTo>
                    <a:pt x="181704" y="325029"/>
                  </a:lnTo>
                  <a:lnTo>
                    <a:pt x="186984" y="324483"/>
                  </a:lnTo>
                  <a:lnTo>
                    <a:pt x="192244" y="323770"/>
                  </a:lnTo>
                  <a:lnTo>
                    <a:pt x="197479" y="322891"/>
                  </a:lnTo>
                  <a:lnTo>
                    <a:pt x="202683" y="321845"/>
                  </a:lnTo>
                  <a:lnTo>
                    <a:pt x="207852" y="320635"/>
                  </a:lnTo>
                  <a:lnTo>
                    <a:pt x="212979" y="319261"/>
                  </a:lnTo>
                  <a:lnTo>
                    <a:pt x="218061" y="317726"/>
                  </a:lnTo>
                  <a:lnTo>
                    <a:pt x="223091" y="316029"/>
                  </a:lnTo>
                  <a:lnTo>
                    <a:pt x="228064" y="314174"/>
                  </a:lnTo>
                  <a:lnTo>
                    <a:pt x="232976" y="312162"/>
                  </a:lnTo>
                  <a:lnTo>
                    <a:pt x="237822" y="309995"/>
                  </a:lnTo>
                  <a:lnTo>
                    <a:pt x="242597" y="307675"/>
                  </a:lnTo>
                  <a:lnTo>
                    <a:pt x="247295" y="305205"/>
                  </a:lnTo>
                  <a:lnTo>
                    <a:pt x="251913" y="302587"/>
                  </a:lnTo>
                  <a:lnTo>
                    <a:pt x="256445" y="299823"/>
                  </a:lnTo>
                  <a:lnTo>
                    <a:pt x="260887" y="296917"/>
                  </a:lnTo>
                  <a:lnTo>
                    <a:pt x="265235" y="293872"/>
                  </a:lnTo>
                  <a:lnTo>
                    <a:pt x="269484" y="290690"/>
                  </a:lnTo>
                  <a:lnTo>
                    <a:pt x="273629" y="287374"/>
                  </a:lnTo>
                  <a:lnTo>
                    <a:pt x="277668" y="283929"/>
                  </a:lnTo>
                  <a:lnTo>
                    <a:pt x="281595" y="280357"/>
                  </a:lnTo>
                  <a:lnTo>
                    <a:pt x="285406" y="276663"/>
                  </a:lnTo>
                  <a:lnTo>
                    <a:pt x="289098" y="272849"/>
                  </a:lnTo>
                  <a:lnTo>
                    <a:pt x="292668" y="268920"/>
                  </a:lnTo>
                  <a:lnTo>
                    <a:pt x="296110" y="264879"/>
                  </a:lnTo>
                  <a:lnTo>
                    <a:pt x="299423" y="260731"/>
                  </a:lnTo>
                  <a:lnTo>
                    <a:pt x="302602" y="256481"/>
                  </a:lnTo>
                  <a:lnTo>
                    <a:pt x="305645" y="252131"/>
                  </a:lnTo>
                  <a:lnTo>
                    <a:pt x="308548" y="247687"/>
                  </a:lnTo>
                  <a:lnTo>
                    <a:pt x="311309" y="243153"/>
                  </a:lnTo>
                  <a:lnTo>
                    <a:pt x="313924" y="238534"/>
                  </a:lnTo>
                  <a:lnTo>
                    <a:pt x="316391" y="233834"/>
                  </a:lnTo>
                  <a:lnTo>
                    <a:pt x="318708" y="229057"/>
                  </a:lnTo>
                  <a:lnTo>
                    <a:pt x="320872" y="224210"/>
                  </a:lnTo>
                  <a:lnTo>
                    <a:pt x="322881" y="219297"/>
                  </a:lnTo>
                  <a:lnTo>
                    <a:pt x="324733" y="214322"/>
                  </a:lnTo>
                  <a:lnTo>
                    <a:pt x="326426" y="209291"/>
                  </a:lnTo>
                  <a:lnTo>
                    <a:pt x="327959" y="204209"/>
                  </a:lnTo>
                  <a:lnTo>
                    <a:pt x="329329" y="199080"/>
                  </a:lnTo>
                  <a:lnTo>
                    <a:pt x="330536" y="193911"/>
                  </a:lnTo>
                  <a:lnTo>
                    <a:pt x="331578" y="188706"/>
                  </a:lnTo>
                  <a:lnTo>
                    <a:pt x="332454" y="183471"/>
                  </a:lnTo>
                  <a:lnTo>
                    <a:pt x="333164" y="178210"/>
                  </a:lnTo>
                  <a:lnTo>
                    <a:pt x="333706" y="172930"/>
                  </a:lnTo>
                  <a:lnTo>
                    <a:pt x="334081" y="167635"/>
                  </a:lnTo>
                  <a:lnTo>
                    <a:pt x="334287" y="162330"/>
                  </a:lnTo>
                  <a:lnTo>
                    <a:pt x="334324" y="157022"/>
                  </a:lnTo>
                  <a:lnTo>
                    <a:pt x="334193" y="151715"/>
                  </a:lnTo>
                  <a:lnTo>
                    <a:pt x="333894" y="146416"/>
                  </a:lnTo>
                  <a:lnTo>
                    <a:pt x="333426" y="141128"/>
                  </a:lnTo>
                  <a:lnTo>
                    <a:pt x="332791" y="135858"/>
                  </a:lnTo>
                  <a:lnTo>
                    <a:pt x="331989" y="130610"/>
                  </a:lnTo>
                  <a:lnTo>
                    <a:pt x="331020" y="125391"/>
                  </a:lnTo>
                  <a:lnTo>
                    <a:pt x="329887" y="120205"/>
                  </a:lnTo>
                  <a:lnTo>
                    <a:pt x="328589" y="115058"/>
                  </a:lnTo>
                  <a:lnTo>
                    <a:pt x="327128" y="109955"/>
                  </a:lnTo>
                  <a:lnTo>
                    <a:pt x="325507" y="104900"/>
                  </a:lnTo>
                  <a:lnTo>
                    <a:pt x="323725" y="99900"/>
                  </a:lnTo>
                  <a:lnTo>
                    <a:pt x="321786" y="94959"/>
                  </a:lnTo>
                  <a:lnTo>
                    <a:pt x="319690" y="90081"/>
                  </a:lnTo>
                  <a:lnTo>
                    <a:pt x="317441" y="85273"/>
                  </a:lnTo>
                  <a:lnTo>
                    <a:pt x="315041" y="80539"/>
                  </a:lnTo>
                  <a:lnTo>
                    <a:pt x="312491" y="75883"/>
                  </a:lnTo>
                  <a:lnTo>
                    <a:pt x="309795" y="71310"/>
                  </a:lnTo>
                  <a:lnTo>
                    <a:pt x="306955" y="66826"/>
                  </a:lnTo>
                  <a:lnTo>
                    <a:pt x="303974" y="62433"/>
                  </a:lnTo>
                  <a:lnTo>
                    <a:pt x="300855" y="58138"/>
                  </a:lnTo>
                  <a:lnTo>
                    <a:pt x="297601" y="53944"/>
                  </a:lnTo>
                  <a:lnTo>
                    <a:pt x="294216" y="49855"/>
                  </a:lnTo>
                  <a:lnTo>
                    <a:pt x="290702" y="45876"/>
                  </a:lnTo>
                  <a:lnTo>
                    <a:pt x="287064" y="42010"/>
                  </a:lnTo>
                  <a:lnTo>
                    <a:pt x="283306" y="38262"/>
                  </a:lnTo>
                  <a:lnTo>
                    <a:pt x="279430" y="34635"/>
                  </a:lnTo>
                  <a:lnTo>
                    <a:pt x="275440" y="31133"/>
                  </a:lnTo>
                  <a:lnTo>
                    <a:pt x="271342" y="27759"/>
                  </a:lnTo>
                  <a:lnTo>
                    <a:pt x="267139" y="24518"/>
                  </a:lnTo>
                  <a:lnTo>
                    <a:pt x="262834" y="21411"/>
                  </a:lnTo>
                  <a:lnTo>
                    <a:pt x="258434" y="18443"/>
                  </a:lnTo>
                  <a:lnTo>
                    <a:pt x="253941" y="15615"/>
                  </a:lnTo>
                  <a:lnTo>
                    <a:pt x="249361" y="12932"/>
                  </a:lnTo>
                  <a:lnTo>
                    <a:pt x="244698" y="10396"/>
                  </a:lnTo>
                  <a:lnTo>
                    <a:pt x="239956" y="8009"/>
                  </a:lnTo>
                  <a:lnTo>
                    <a:pt x="235142" y="5773"/>
                  </a:lnTo>
                  <a:lnTo>
                    <a:pt x="230258" y="3692"/>
                  </a:lnTo>
                  <a:lnTo>
                    <a:pt x="225312" y="1767"/>
                  </a:lnTo>
                  <a:lnTo>
                    <a:pt x="220306" y="0"/>
                  </a:lnTo>
                  <a:lnTo>
                    <a:pt x="167163" y="1584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23544" y="941493"/>
              <a:ext cx="53142" cy="167167"/>
            </a:xfrm>
            <a:custGeom>
              <a:avLst/>
              <a:pathLst>
                <a:path w="53142" h="167167">
                  <a:moveTo>
                    <a:pt x="53142" y="8672"/>
                  </a:moveTo>
                  <a:lnTo>
                    <a:pt x="47412" y="6864"/>
                  </a:lnTo>
                  <a:lnTo>
                    <a:pt x="41620" y="5264"/>
                  </a:lnTo>
                  <a:lnTo>
                    <a:pt x="35775" y="3872"/>
                  </a:lnTo>
                  <a:lnTo>
                    <a:pt x="29883" y="2692"/>
                  </a:lnTo>
                  <a:lnTo>
                    <a:pt x="23953" y="1725"/>
                  </a:lnTo>
                  <a:lnTo>
                    <a:pt x="17992" y="971"/>
                  </a:lnTo>
                  <a:lnTo>
                    <a:pt x="12007" y="431"/>
                  </a:lnTo>
                  <a:lnTo>
                    <a:pt x="6007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319075" y="941493"/>
              <a:ext cx="167140" cy="167167"/>
            </a:xfrm>
            <a:custGeom>
              <a:avLst/>
              <a:pathLst>
                <a:path w="167140" h="167167">
                  <a:moveTo>
                    <a:pt x="167140" y="0"/>
                  </a:moveTo>
                  <a:lnTo>
                    <a:pt x="161733" y="87"/>
                  </a:lnTo>
                  <a:lnTo>
                    <a:pt x="156331" y="349"/>
                  </a:lnTo>
                  <a:lnTo>
                    <a:pt x="150941" y="786"/>
                  </a:lnTo>
                  <a:lnTo>
                    <a:pt x="145568" y="1397"/>
                  </a:lnTo>
                  <a:lnTo>
                    <a:pt x="140217" y="2182"/>
                  </a:lnTo>
                  <a:lnTo>
                    <a:pt x="134895" y="3139"/>
                  </a:lnTo>
                  <a:lnTo>
                    <a:pt x="129606" y="4268"/>
                  </a:lnTo>
                  <a:lnTo>
                    <a:pt x="124357" y="5567"/>
                  </a:lnTo>
                  <a:lnTo>
                    <a:pt x="119152" y="7035"/>
                  </a:lnTo>
                  <a:lnTo>
                    <a:pt x="113997" y="8672"/>
                  </a:lnTo>
                  <a:lnTo>
                    <a:pt x="108898" y="10473"/>
                  </a:lnTo>
                  <a:lnTo>
                    <a:pt x="103861" y="12439"/>
                  </a:lnTo>
                  <a:lnTo>
                    <a:pt x="98889" y="14567"/>
                  </a:lnTo>
                  <a:lnTo>
                    <a:pt x="93989" y="16855"/>
                  </a:lnTo>
                  <a:lnTo>
                    <a:pt x="89165" y="19299"/>
                  </a:lnTo>
                  <a:lnTo>
                    <a:pt x="84423" y="21899"/>
                  </a:lnTo>
                  <a:lnTo>
                    <a:pt x="79767" y="24650"/>
                  </a:lnTo>
                  <a:lnTo>
                    <a:pt x="75203" y="27551"/>
                  </a:lnTo>
                  <a:lnTo>
                    <a:pt x="70735" y="30598"/>
                  </a:lnTo>
                  <a:lnTo>
                    <a:pt x="66368" y="33788"/>
                  </a:lnTo>
                  <a:lnTo>
                    <a:pt x="62107" y="37117"/>
                  </a:lnTo>
                  <a:lnTo>
                    <a:pt x="57955" y="40583"/>
                  </a:lnTo>
                  <a:lnTo>
                    <a:pt x="53918" y="44181"/>
                  </a:lnTo>
                  <a:lnTo>
                    <a:pt x="49999" y="47907"/>
                  </a:lnTo>
                  <a:lnTo>
                    <a:pt x="46203" y="51759"/>
                  </a:lnTo>
                  <a:lnTo>
                    <a:pt x="42533" y="55731"/>
                  </a:lnTo>
                  <a:lnTo>
                    <a:pt x="38994" y="59820"/>
                  </a:lnTo>
                  <a:lnTo>
                    <a:pt x="35588" y="64021"/>
                  </a:lnTo>
                  <a:lnTo>
                    <a:pt x="32321" y="68330"/>
                  </a:lnTo>
                  <a:lnTo>
                    <a:pt x="29195" y="72743"/>
                  </a:lnTo>
                  <a:lnTo>
                    <a:pt x="26212" y="77254"/>
                  </a:lnTo>
                  <a:lnTo>
                    <a:pt x="23378" y="81859"/>
                  </a:lnTo>
                  <a:lnTo>
                    <a:pt x="20694" y="86554"/>
                  </a:lnTo>
                  <a:lnTo>
                    <a:pt x="18163" y="91333"/>
                  </a:lnTo>
                  <a:lnTo>
                    <a:pt x="15788" y="96192"/>
                  </a:lnTo>
                  <a:lnTo>
                    <a:pt x="13571" y="101124"/>
                  </a:lnTo>
                  <a:lnTo>
                    <a:pt x="11516" y="106126"/>
                  </a:lnTo>
                  <a:lnTo>
                    <a:pt x="9623" y="111192"/>
                  </a:lnTo>
                  <a:lnTo>
                    <a:pt x="7894" y="116316"/>
                  </a:lnTo>
                  <a:lnTo>
                    <a:pt x="6333" y="121494"/>
                  </a:lnTo>
                  <a:lnTo>
                    <a:pt x="4940" y="126719"/>
                  </a:lnTo>
                  <a:lnTo>
                    <a:pt x="3716" y="131987"/>
                  </a:lnTo>
                  <a:lnTo>
                    <a:pt x="2664" y="137292"/>
                  </a:lnTo>
                  <a:lnTo>
                    <a:pt x="1784" y="142627"/>
                  </a:lnTo>
                  <a:lnTo>
                    <a:pt x="1076" y="147989"/>
                  </a:lnTo>
                  <a:lnTo>
                    <a:pt x="543" y="153370"/>
                  </a:lnTo>
                  <a:lnTo>
                    <a:pt x="184" y="158766"/>
                  </a:lnTo>
                  <a:lnTo>
                    <a:pt x="0" y="164171"/>
                  </a:lnTo>
                  <a:lnTo>
                    <a:pt x="16714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75" y="1105664"/>
              <a:ext cx="167140" cy="2996"/>
            </a:xfrm>
            <a:custGeom>
              <a:avLst/>
              <a:pathLst>
                <a:path w="167140" h="2996">
                  <a:moveTo>
                    <a:pt x="0" y="0"/>
                  </a:moveTo>
                  <a:lnTo>
                    <a:pt x="167140" y="29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19066" y="1105664"/>
              <a:ext cx="167149" cy="169498"/>
            </a:xfrm>
            <a:custGeom>
              <a:avLst/>
              <a:pathLst>
                <a:path w="167149" h="169498">
                  <a:moveTo>
                    <a:pt x="8" y="0"/>
                  </a:moveTo>
                  <a:lnTo>
                    <a:pt x="0" y="5448"/>
                  </a:lnTo>
                  <a:lnTo>
                    <a:pt x="168" y="10895"/>
                  </a:lnTo>
                  <a:lnTo>
                    <a:pt x="514" y="16333"/>
                  </a:lnTo>
                  <a:lnTo>
                    <a:pt x="1038" y="21756"/>
                  </a:lnTo>
                  <a:lnTo>
                    <a:pt x="1737" y="27160"/>
                  </a:lnTo>
                  <a:lnTo>
                    <a:pt x="2613" y="32538"/>
                  </a:lnTo>
                  <a:lnTo>
                    <a:pt x="3663" y="37885"/>
                  </a:lnTo>
                  <a:lnTo>
                    <a:pt x="4887" y="43195"/>
                  </a:lnTo>
                  <a:lnTo>
                    <a:pt x="6283" y="48462"/>
                  </a:lnTo>
                  <a:lnTo>
                    <a:pt x="7850" y="53680"/>
                  </a:lnTo>
                  <a:lnTo>
                    <a:pt x="9587" y="58845"/>
                  </a:lnTo>
                  <a:lnTo>
                    <a:pt x="11491" y="63951"/>
                  </a:lnTo>
                  <a:lnTo>
                    <a:pt x="13560" y="68991"/>
                  </a:lnTo>
                  <a:lnTo>
                    <a:pt x="15793" y="73962"/>
                  </a:lnTo>
                  <a:lnTo>
                    <a:pt x="18186" y="78857"/>
                  </a:lnTo>
                  <a:lnTo>
                    <a:pt x="20737" y="83672"/>
                  </a:lnTo>
                  <a:lnTo>
                    <a:pt x="23445" y="88401"/>
                  </a:lnTo>
                  <a:lnTo>
                    <a:pt x="26304" y="93039"/>
                  </a:lnTo>
                  <a:lnTo>
                    <a:pt x="29314" y="97581"/>
                  </a:lnTo>
                  <a:lnTo>
                    <a:pt x="32470" y="102023"/>
                  </a:lnTo>
                  <a:lnTo>
                    <a:pt x="35769" y="106360"/>
                  </a:lnTo>
                  <a:lnTo>
                    <a:pt x="39207" y="110587"/>
                  </a:lnTo>
                  <a:lnTo>
                    <a:pt x="42782" y="114699"/>
                  </a:lnTo>
                  <a:lnTo>
                    <a:pt x="46488" y="118693"/>
                  </a:lnTo>
                  <a:lnTo>
                    <a:pt x="50323" y="122564"/>
                  </a:lnTo>
                  <a:lnTo>
                    <a:pt x="54282" y="126308"/>
                  </a:lnTo>
                  <a:lnTo>
                    <a:pt x="58361" y="129921"/>
                  </a:lnTo>
                  <a:lnTo>
                    <a:pt x="62556" y="133399"/>
                  </a:lnTo>
                  <a:lnTo>
                    <a:pt x="66861" y="136739"/>
                  </a:lnTo>
                  <a:lnTo>
                    <a:pt x="71273" y="139936"/>
                  </a:lnTo>
                  <a:lnTo>
                    <a:pt x="75787" y="142988"/>
                  </a:lnTo>
                  <a:lnTo>
                    <a:pt x="80398" y="145892"/>
                  </a:lnTo>
                  <a:lnTo>
                    <a:pt x="85102" y="148643"/>
                  </a:lnTo>
                  <a:lnTo>
                    <a:pt x="89892" y="151240"/>
                  </a:lnTo>
                  <a:lnTo>
                    <a:pt x="94764" y="153679"/>
                  </a:lnTo>
                  <a:lnTo>
                    <a:pt x="99714" y="155958"/>
                  </a:lnTo>
                  <a:lnTo>
                    <a:pt x="104735" y="158074"/>
                  </a:lnTo>
                  <a:lnTo>
                    <a:pt x="109822" y="160026"/>
                  </a:lnTo>
                  <a:lnTo>
                    <a:pt x="114971" y="161811"/>
                  </a:lnTo>
                  <a:lnTo>
                    <a:pt x="120174" y="163427"/>
                  </a:lnTo>
                  <a:lnTo>
                    <a:pt x="125428" y="164873"/>
                  </a:lnTo>
                  <a:lnTo>
                    <a:pt x="130726" y="166147"/>
                  </a:lnTo>
                  <a:lnTo>
                    <a:pt x="136062" y="167247"/>
                  </a:lnTo>
                  <a:lnTo>
                    <a:pt x="141432" y="168173"/>
                  </a:lnTo>
                  <a:lnTo>
                    <a:pt x="146829" y="168923"/>
                  </a:lnTo>
                  <a:lnTo>
                    <a:pt x="152248" y="169498"/>
                  </a:lnTo>
                  <a:lnTo>
                    <a:pt x="167149" y="29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471314" y="941493"/>
              <a:ext cx="182067" cy="334331"/>
            </a:xfrm>
            <a:custGeom>
              <a:avLst/>
              <a:pathLst>
                <a:path w="182067" h="334331">
                  <a:moveTo>
                    <a:pt x="0" y="333669"/>
                  </a:moveTo>
                  <a:lnTo>
                    <a:pt x="5332" y="334060"/>
                  </a:lnTo>
                  <a:lnTo>
                    <a:pt x="10675" y="334281"/>
                  </a:lnTo>
                  <a:lnTo>
                    <a:pt x="16022" y="334331"/>
                  </a:lnTo>
                  <a:lnTo>
                    <a:pt x="21368" y="334209"/>
                  </a:lnTo>
                  <a:lnTo>
                    <a:pt x="26707" y="333917"/>
                  </a:lnTo>
                  <a:lnTo>
                    <a:pt x="32034" y="333454"/>
                  </a:lnTo>
                  <a:lnTo>
                    <a:pt x="37344" y="332821"/>
                  </a:lnTo>
                  <a:lnTo>
                    <a:pt x="42631" y="332018"/>
                  </a:lnTo>
                  <a:lnTo>
                    <a:pt x="47889" y="331047"/>
                  </a:lnTo>
                  <a:lnTo>
                    <a:pt x="53113" y="329908"/>
                  </a:lnTo>
                  <a:lnTo>
                    <a:pt x="58299" y="328603"/>
                  </a:lnTo>
                  <a:lnTo>
                    <a:pt x="63440" y="327132"/>
                  </a:lnTo>
                  <a:lnTo>
                    <a:pt x="68531" y="325498"/>
                  </a:lnTo>
                  <a:lnTo>
                    <a:pt x="73568" y="323702"/>
                  </a:lnTo>
                  <a:lnTo>
                    <a:pt x="78544" y="321745"/>
                  </a:lnTo>
                  <a:lnTo>
                    <a:pt x="83456" y="319631"/>
                  </a:lnTo>
                  <a:lnTo>
                    <a:pt x="88297" y="317360"/>
                  </a:lnTo>
                  <a:lnTo>
                    <a:pt x="93063" y="314936"/>
                  </a:lnTo>
                  <a:lnTo>
                    <a:pt x="97749" y="312360"/>
                  </a:lnTo>
                  <a:lnTo>
                    <a:pt x="102350" y="309636"/>
                  </a:lnTo>
                  <a:lnTo>
                    <a:pt x="106862" y="306767"/>
                  </a:lnTo>
                  <a:lnTo>
                    <a:pt x="111280" y="303754"/>
                  </a:lnTo>
                  <a:lnTo>
                    <a:pt x="115599" y="300601"/>
                  </a:lnTo>
                  <a:lnTo>
                    <a:pt x="119815" y="297313"/>
                  </a:lnTo>
                  <a:lnTo>
                    <a:pt x="123924" y="293890"/>
                  </a:lnTo>
                  <a:lnTo>
                    <a:pt x="127921" y="290339"/>
                  </a:lnTo>
                  <a:lnTo>
                    <a:pt x="131803" y="286661"/>
                  </a:lnTo>
                  <a:lnTo>
                    <a:pt x="135565" y="282861"/>
                  </a:lnTo>
                  <a:lnTo>
                    <a:pt x="139203" y="278943"/>
                  </a:lnTo>
                  <a:lnTo>
                    <a:pt x="142715" y="274910"/>
                  </a:lnTo>
                  <a:lnTo>
                    <a:pt x="146095" y="270767"/>
                  </a:lnTo>
                  <a:lnTo>
                    <a:pt x="149342" y="266518"/>
                  </a:lnTo>
                  <a:lnTo>
                    <a:pt x="152450" y="262167"/>
                  </a:lnTo>
                  <a:lnTo>
                    <a:pt x="155419" y="257719"/>
                  </a:lnTo>
                  <a:lnTo>
                    <a:pt x="158243" y="253179"/>
                  </a:lnTo>
                  <a:lnTo>
                    <a:pt x="160920" y="248550"/>
                  </a:lnTo>
                  <a:lnTo>
                    <a:pt x="163449" y="243838"/>
                  </a:lnTo>
                  <a:lnTo>
                    <a:pt x="165825" y="239048"/>
                  </a:lnTo>
                  <a:lnTo>
                    <a:pt x="168047" y="234184"/>
                  </a:lnTo>
                  <a:lnTo>
                    <a:pt x="170112" y="229252"/>
                  </a:lnTo>
                  <a:lnTo>
                    <a:pt x="172018" y="224256"/>
                  </a:lnTo>
                  <a:lnTo>
                    <a:pt x="173763" y="219202"/>
                  </a:lnTo>
                  <a:lnTo>
                    <a:pt x="175346" y="214094"/>
                  </a:lnTo>
                  <a:lnTo>
                    <a:pt x="176765" y="208939"/>
                  </a:lnTo>
                  <a:lnTo>
                    <a:pt x="178018" y="203740"/>
                  </a:lnTo>
                  <a:lnTo>
                    <a:pt x="179105" y="198504"/>
                  </a:lnTo>
                  <a:lnTo>
                    <a:pt x="180023" y="193237"/>
                  </a:lnTo>
                  <a:lnTo>
                    <a:pt x="180772" y="187942"/>
                  </a:lnTo>
                  <a:lnTo>
                    <a:pt x="181352" y="182627"/>
                  </a:lnTo>
                  <a:lnTo>
                    <a:pt x="181761" y="177295"/>
                  </a:lnTo>
                  <a:lnTo>
                    <a:pt x="182000" y="171953"/>
                  </a:lnTo>
                  <a:lnTo>
                    <a:pt x="182067" y="166606"/>
                  </a:lnTo>
                  <a:lnTo>
                    <a:pt x="181964" y="161260"/>
                  </a:lnTo>
                  <a:lnTo>
                    <a:pt x="181689" y="155920"/>
                  </a:lnTo>
                  <a:lnTo>
                    <a:pt x="181244" y="150591"/>
                  </a:lnTo>
                  <a:lnTo>
                    <a:pt x="180629" y="145279"/>
                  </a:lnTo>
                  <a:lnTo>
                    <a:pt x="179844" y="139990"/>
                  </a:lnTo>
                  <a:lnTo>
                    <a:pt x="178891" y="134729"/>
                  </a:lnTo>
                  <a:lnTo>
                    <a:pt x="177769" y="129500"/>
                  </a:lnTo>
                  <a:lnTo>
                    <a:pt x="176481" y="124311"/>
                  </a:lnTo>
                  <a:lnTo>
                    <a:pt x="175028" y="119165"/>
                  </a:lnTo>
                  <a:lnTo>
                    <a:pt x="173411" y="114068"/>
                  </a:lnTo>
                  <a:lnTo>
                    <a:pt x="171631" y="109025"/>
                  </a:lnTo>
                  <a:lnTo>
                    <a:pt x="169692" y="104042"/>
                  </a:lnTo>
                  <a:lnTo>
                    <a:pt x="167594" y="99124"/>
                  </a:lnTo>
                  <a:lnTo>
                    <a:pt x="165339" y="94275"/>
                  </a:lnTo>
                  <a:lnTo>
                    <a:pt x="162931" y="89501"/>
                  </a:lnTo>
                  <a:lnTo>
                    <a:pt x="160371" y="84806"/>
                  </a:lnTo>
                  <a:lnTo>
                    <a:pt x="157663" y="80196"/>
                  </a:lnTo>
                  <a:lnTo>
                    <a:pt x="154808" y="75674"/>
                  </a:lnTo>
                  <a:lnTo>
                    <a:pt x="151810" y="71246"/>
                  </a:lnTo>
                  <a:lnTo>
                    <a:pt x="148672" y="66917"/>
                  </a:lnTo>
                  <a:lnTo>
                    <a:pt x="145397" y="62689"/>
                  </a:lnTo>
                  <a:lnTo>
                    <a:pt x="141989" y="58569"/>
                  </a:lnTo>
                  <a:lnTo>
                    <a:pt x="138451" y="54560"/>
                  </a:lnTo>
                  <a:lnTo>
                    <a:pt x="134786" y="50666"/>
                  </a:lnTo>
                  <a:lnTo>
                    <a:pt x="130999" y="46891"/>
                  </a:lnTo>
                  <a:lnTo>
                    <a:pt x="127093" y="43240"/>
                  </a:lnTo>
                  <a:lnTo>
                    <a:pt x="123072" y="39715"/>
                  </a:lnTo>
                  <a:lnTo>
                    <a:pt x="118940" y="36320"/>
                  </a:lnTo>
                  <a:lnTo>
                    <a:pt x="114702" y="33060"/>
                  </a:lnTo>
                  <a:lnTo>
                    <a:pt x="110362" y="29937"/>
                  </a:lnTo>
                  <a:lnTo>
                    <a:pt x="105924" y="26954"/>
                  </a:lnTo>
                  <a:lnTo>
                    <a:pt x="101393" y="24114"/>
                  </a:lnTo>
                  <a:lnTo>
                    <a:pt x="96773" y="21421"/>
                  </a:lnTo>
                  <a:lnTo>
                    <a:pt x="92070" y="18877"/>
                  </a:lnTo>
                  <a:lnTo>
                    <a:pt x="87288" y="16485"/>
                  </a:lnTo>
                  <a:lnTo>
                    <a:pt x="82431" y="14247"/>
                  </a:lnTo>
                  <a:lnTo>
                    <a:pt x="77506" y="12165"/>
                  </a:lnTo>
                  <a:lnTo>
                    <a:pt x="72516" y="10242"/>
                  </a:lnTo>
                  <a:lnTo>
                    <a:pt x="67468" y="8480"/>
                  </a:lnTo>
                  <a:lnTo>
                    <a:pt x="62366" y="6880"/>
                  </a:lnTo>
                  <a:lnTo>
                    <a:pt x="57215" y="5444"/>
                  </a:lnTo>
                  <a:lnTo>
                    <a:pt x="52021" y="4173"/>
                  </a:lnTo>
                  <a:lnTo>
                    <a:pt x="46789" y="3069"/>
                  </a:lnTo>
                  <a:lnTo>
                    <a:pt x="41524" y="2133"/>
                  </a:lnTo>
                  <a:lnTo>
                    <a:pt x="36232" y="1366"/>
                  </a:lnTo>
                  <a:lnTo>
                    <a:pt x="30918" y="769"/>
                  </a:lnTo>
                  <a:lnTo>
                    <a:pt x="25588" y="341"/>
                  </a:lnTo>
                  <a:lnTo>
                    <a:pt x="20247" y="85"/>
                  </a:lnTo>
                  <a:lnTo>
                    <a:pt x="14901" y="0"/>
                  </a:lnTo>
                  <a:lnTo>
                    <a:pt x="1490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45" y="1071028"/>
              <a:ext cx="167156" cy="195936"/>
            </a:xfrm>
            <a:custGeom>
              <a:avLst/>
              <a:pathLst>
                <a:path w="167156" h="195936">
                  <a:moveTo>
                    <a:pt x="167156" y="0"/>
                  </a:moveTo>
                  <a:lnTo>
                    <a:pt x="161759" y="87"/>
                  </a:lnTo>
                  <a:lnTo>
                    <a:pt x="156367" y="348"/>
                  </a:lnTo>
                  <a:lnTo>
                    <a:pt x="150987" y="783"/>
                  </a:lnTo>
                  <a:lnTo>
                    <a:pt x="145623" y="1392"/>
                  </a:lnTo>
                  <a:lnTo>
                    <a:pt x="140282" y="2174"/>
                  </a:lnTo>
                  <a:lnTo>
                    <a:pt x="134969" y="3127"/>
                  </a:lnTo>
                  <a:lnTo>
                    <a:pt x="129690" y="4252"/>
                  </a:lnTo>
                  <a:lnTo>
                    <a:pt x="124450" y="5547"/>
                  </a:lnTo>
                  <a:lnTo>
                    <a:pt x="119254" y="7010"/>
                  </a:lnTo>
                  <a:lnTo>
                    <a:pt x="114108" y="8640"/>
                  </a:lnTo>
                  <a:lnTo>
                    <a:pt x="109017" y="10435"/>
                  </a:lnTo>
                  <a:lnTo>
                    <a:pt x="103987" y="12394"/>
                  </a:lnTo>
                  <a:lnTo>
                    <a:pt x="99023" y="14514"/>
                  </a:lnTo>
                  <a:lnTo>
                    <a:pt x="94130" y="16793"/>
                  </a:lnTo>
                  <a:lnTo>
                    <a:pt x="89313" y="19230"/>
                  </a:lnTo>
                  <a:lnTo>
                    <a:pt x="84577" y="21820"/>
                  </a:lnTo>
                  <a:lnTo>
                    <a:pt x="79928" y="24562"/>
                  </a:lnTo>
                  <a:lnTo>
                    <a:pt x="75369" y="27452"/>
                  </a:lnTo>
                  <a:lnTo>
                    <a:pt x="70906" y="30489"/>
                  </a:lnTo>
                  <a:lnTo>
                    <a:pt x="66544" y="33667"/>
                  </a:lnTo>
                  <a:lnTo>
                    <a:pt x="62286" y="36985"/>
                  </a:lnTo>
                  <a:lnTo>
                    <a:pt x="58137" y="40439"/>
                  </a:lnTo>
                  <a:lnTo>
                    <a:pt x="54103" y="44025"/>
                  </a:lnTo>
                  <a:lnTo>
                    <a:pt x="50186" y="47739"/>
                  </a:lnTo>
                  <a:lnTo>
                    <a:pt x="46391" y="51578"/>
                  </a:lnTo>
                  <a:lnTo>
                    <a:pt x="42722" y="55537"/>
                  </a:lnTo>
                  <a:lnTo>
                    <a:pt x="39183" y="59613"/>
                  </a:lnTo>
                  <a:lnTo>
                    <a:pt x="35777" y="63801"/>
                  </a:lnTo>
                  <a:lnTo>
                    <a:pt x="32508" y="68097"/>
                  </a:lnTo>
                  <a:lnTo>
                    <a:pt x="29380" y="72495"/>
                  </a:lnTo>
                  <a:lnTo>
                    <a:pt x="26395" y="76993"/>
                  </a:lnTo>
                  <a:lnTo>
                    <a:pt x="23557" y="81585"/>
                  </a:lnTo>
                  <a:lnTo>
                    <a:pt x="20869" y="86266"/>
                  </a:lnTo>
                  <a:lnTo>
                    <a:pt x="18333" y="91031"/>
                  </a:lnTo>
                  <a:lnTo>
                    <a:pt x="15952" y="95875"/>
                  </a:lnTo>
                  <a:lnTo>
                    <a:pt x="13730" y="100794"/>
                  </a:lnTo>
                  <a:lnTo>
                    <a:pt x="11667" y="105782"/>
                  </a:lnTo>
                  <a:lnTo>
                    <a:pt x="9766" y="110835"/>
                  </a:lnTo>
                  <a:lnTo>
                    <a:pt x="8029" y="115946"/>
                  </a:lnTo>
                  <a:lnTo>
                    <a:pt x="6458" y="121110"/>
                  </a:lnTo>
                  <a:lnTo>
                    <a:pt x="5055" y="126322"/>
                  </a:lnTo>
                  <a:lnTo>
                    <a:pt x="3821" y="131577"/>
                  </a:lnTo>
                  <a:lnTo>
                    <a:pt x="2757" y="136869"/>
                  </a:lnTo>
                  <a:lnTo>
                    <a:pt x="1865" y="142193"/>
                  </a:lnTo>
                  <a:lnTo>
                    <a:pt x="1144" y="147542"/>
                  </a:lnTo>
                  <a:lnTo>
                    <a:pt x="597" y="152912"/>
                  </a:lnTo>
                  <a:lnTo>
                    <a:pt x="224" y="158297"/>
                  </a:lnTo>
                  <a:lnTo>
                    <a:pt x="25" y="163692"/>
                  </a:lnTo>
                  <a:lnTo>
                    <a:pt x="0" y="169089"/>
                  </a:lnTo>
                  <a:lnTo>
                    <a:pt x="149" y="174485"/>
                  </a:lnTo>
                  <a:lnTo>
                    <a:pt x="472" y="179873"/>
                  </a:lnTo>
                  <a:lnTo>
                    <a:pt x="969" y="185248"/>
                  </a:lnTo>
                  <a:lnTo>
                    <a:pt x="1640" y="190605"/>
                  </a:lnTo>
                  <a:lnTo>
                    <a:pt x="2483" y="195936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9828" y="1238196"/>
              <a:ext cx="164673" cy="28769"/>
            </a:xfrm>
            <a:custGeom>
              <a:avLst/>
              <a:pathLst>
                <a:path w="164673" h="28769">
                  <a:moveTo>
                    <a:pt x="0" y="28769"/>
                  </a:moveTo>
                  <a:lnTo>
                    <a:pt x="16467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799828" y="1071262"/>
              <a:ext cx="331833" cy="334100"/>
            </a:xfrm>
            <a:custGeom>
              <a:avLst/>
              <a:pathLst>
                <a:path w="331833" h="334100">
                  <a:moveTo>
                    <a:pt x="0" y="195703"/>
                  </a:moveTo>
                  <a:lnTo>
                    <a:pt x="998" y="200927"/>
                  </a:lnTo>
                  <a:lnTo>
                    <a:pt x="2162" y="206117"/>
                  </a:lnTo>
                  <a:lnTo>
                    <a:pt x="3491" y="211267"/>
                  </a:lnTo>
                  <a:lnTo>
                    <a:pt x="4983" y="216373"/>
                  </a:lnTo>
                  <a:lnTo>
                    <a:pt x="6637" y="221428"/>
                  </a:lnTo>
                  <a:lnTo>
                    <a:pt x="8451" y="226428"/>
                  </a:lnTo>
                  <a:lnTo>
                    <a:pt x="10423" y="231368"/>
                  </a:lnTo>
                  <a:lnTo>
                    <a:pt x="12551" y="236243"/>
                  </a:lnTo>
                  <a:lnTo>
                    <a:pt x="14833" y="241047"/>
                  </a:lnTo>
                  <a:lnTo>
                    <a:pt x="17266" y="245777"/>
                  </a:lnTo>
                  <a:lnTo>
                    <a:pt x="19849" y="250427"/>
                  </a:lnTo>
                  <a:lnTo>
                    <a:pt x="22579" y="254992"/>
                  </a:lnTo>
                  <a:lnTo>
                    <a:pt x="25452" y="259468"/>
                  </a:lnTo>
                  <a:lnTo>
                    <a:pt x="28467" y="263850"/>
                  </a:lnTo>
                  <a:lnTo>
                    <a:pt x="31619" y="268134"/>
                  </a:lnTo>
                  <a:lnTo>
                    <a:pt x="34906" y="272316"/>
                  </a:lnTo>
                  <a:lnTo>
                    <a:pt x="38324" y="276391"/>
                  </a:lnTo>
                  <a:lnTo>
                    <a:pt x="41871" y="280356"/>
                  </a:lnTo>
                  <a:lnTo>
                    <a:pt x="45541" y="284205"/>
                  </a:lnTo>
                  <a:lnTo>
                    <a:pt x="49332" y="287936"/>
                  </a:lnTo>
                  <a:lnTo>
                    <a:pt x="53240" y="291544"/>
                  </a:lnTo>
                  <a:lnTo>
                    <a:pt x="57261" y="295026"/>
                  </a:lnTo>
                  <a:lnTo>
                    <a:pt x="61391" y="298378"/>
                  </a:lnTo>
                  <a:lnTo>
                    <a:pt x="65625" y="301598"/>
                  </a:lnTo>
                  <a:lnTo>
                    <a:pt x="69959" y="304681"/>
                  </a:lnTo>
                  <a:lnTo>
                    <a:pt x="74389" y="307624"/>
                  </a:lnTo>
                  <a:lnTo>
                    <a:pt x="78911" y="310425"/>
                  </a:lnTo>
                  <a:lnTo>
                    <a:pt x="83520" y="313081"/>
                  </a:lnTo>
                  <a:lnTo>
                    <a:pt x="88210" y="315589"/>
                  </a:lnTo>
                  <a:lnTo>
                    <a:pt x="92978" y="317946"/>
                  </a:lnTo>
                  <a:lnTo>
                    <a:pt x="97819" y="320151"/>
                  </a:lnTo>
                  <a:lnTo>
                    <a:pt x="102727" y="322200"/>
                  </a:lnTo>
                  <a:lnTo>
                    <a:pt x="107698" y="324092"/>
                  </a:lnTo>
                  <a:lnTo>
                    <a:pt x="112727" y="325825"/>
                  </a:lnTo>
                  <a:lnTo>
                    <a:pt x="117808" y="327397"/>
                  </a:lnTo>
                  <a:lnTo>
                    <a:pt x="122937" y="328807"/>
                  </a:lnTo>
                  <a:lnTo>
                    <a:pt x="128108" y="330053"/>
                  </a:lnTo>
                  <a:lnTo>
                    <a:pt x="133316" y="331134"/>
                  </a:lnTo>
                  <a:lnTo>
                    <a:pt x="138556" y="332048"/>
                  </a:lnTo>
                  <a:lnTo>
                    <a:pt x="143822" y="332795"/>
                  </a:lnTo>
                  <a:lnTo>
                    <a:pt x="149109" y="333375"/>
                  </a:lnTo>
                  <a:lnTo>
                    <a:pt x="154412" y="333786"/>
                  </a:lnTo>
                  <a:lnTo>
                    <a:pt x="159726" y="334028"/>
                  </a:lnTo>
                  <a:lnTo>
                    <a:pt x="165044" y="334100"/>
                  </a:lnTo>
                  <a:lnTo>
                    <a:pt x="170363" y="334004"/>
                  </a:lnTo>
                  <a:lnTo>
                    <a:pt x="175675" y="333738"/>
                  </a:lnTo>
                  <a:lnTo>
                    <a:pt x="180976" y="333304"/>
                  </a:lnTo>
                  <a:lnTo>
                    <a:pt x="186261" y="332701"/>
                  </a:lnTo>
                  <a:lnTo>
                    <a:pt x="191524" y="331930"/>
                  </a:lnTo>
                  <a:lnTo>
                    <a:pt x="196759" y="330993"/>
                  </a:lnTo>
                  <a:lnTo>
                    <a:pt x="201962" y="329889"/>
                  </a:lnTo>
                  <a:lnTo>
                    <a:pt x="207128" y="328620"/>
                  </a:lnTo>
                  <a:lnTo>
                    <a:pt x="212250" y="327187"/>
                  </a:lnTo>
                  <a:lnTo>
                    <a:pt x="217324" y="325593"/>
                  </a:lnTo>
                  <a:lnTo>
                    <a:pt x="222345" y="323837"/>
                  </a:lnTo>
                  <a:lnTo>
                    <a:pt x="227308" y="321923"/>
                  </a:lnTo>
                  <a:lnTo>
                    <a:pt x="232207" y="319852"/>
                  </a:lnTo>
                  <a:lnTo>
                    <a:pt x="237038" y="317626"/>
                  </a:lnTo>
                  <a:lnTo>
                    <a:pt x="241795" y="315247"/>
                  </a:lnTo>
                  <a:lnTo>
                    <a:pt x="246475" y="312719"/>
                  </a:lnTo>
                  <a:lnTo>
                    <a:pt x="251072" y="310042"/>
                  </a:lnTo>
                  <a:lnTo>
                    <a:pt x="255581" y="307221"/>
                  </a:lnTo>
                  <a:lnTo>
                    <a:pt x="259998" y="304258"/>
                  </a:lnTo>
                  <a:lnTo>
                    <a:pt x="264318" y="301156"/>
                  </a:lnTo>
                  <a:lnTo>
                    <a:pt x="268538" y="297918"/>
                  </a:lnTo>
                  <a:lnTo>
                    <a:pt x="272653" y="294547"/>
                  </a:lnTo>
                  <a:lnTo>
                    <a:pt x="276658" y="291047"/>
                  </a:lnTo>
                  <a:lnTo>
                    <a:pt x="280550" y="287422"/>
                  </a:lnTo>
                  <a:lnTo>
                    <a:pt x="284325" y="283674"/>
                  </a:lnTo>
                  <a:lnTo>
                    <a:pt x="287978" y="279808"/>
                  </a:lnTo>
                  <a:lnTo>
                    <a:pt x="291507" y="275828"/>
                  </a:lnTo>
                  <a:lnTo>
                    <a:pt x="294907" y="271738"/>
                  </a:lnTo>
                  <a:lnTo>
                    <a:pt x="298175" y="267542"/>
                  </a:lnTo>
                  <a:lnTo>
                    <a:pt x="301308" y="263244"/>
                  </a:lnTo>
                  <a:lnTo>
                    <a:pt x="304303" y="258848"/>
                  </a:lnTo>
                  <a:lnTo>
                    <a:pt x="307157" y="254359"/>
                  </a:lnTo>
                  <a:lnTo>
                    <a:pt x="309866" y="249782"/>
                  </a:lnTo>
                  <a:lnTo>
                    <a:pt x="312428" y="245121"/>
                  </a:lnTo>
                  <a:lnTo>
                    <a:pt x="314841" y="240380"/>
                  </a:lnTo>
                  <a:lnTo>
                    <a:pt x="317102" y="235566"/>
                  </a:lnTo>
                  <a:lnTo>
                    <a:pt x="319208" y="230682"/>
                  </a:lnTo>
                  <a:lnTo>
                    <a:pt x="321158" y="225733"/>
                  </a:lnTo>
                  <a:lnTo>
                    <a:pt x="322949" y="220725"/>
                  </a:lnTo>
                  <a:lnTo>
                    <a:pt x="324580" y="215662"/>
                  </a:lnTo>
                  <a:lnTo>
                    <a:pt x="326050" y="210550"/>
                  </a:lnTo>
                  <a:lnTo>
                    <a:pt x="327356" y="205394"/>
                  </a:lnTo>
                  <a:lnTo>
                    <a:pt x="328497" y="200199"/>
                  </a:lnTo>
                  <a:lnTo>
                    <a:pt x="329472" y="194970"/>
                  </a:lnTo>
                  <a:lnTo>
                    <a:pt x="330281" y="189713"/>
                  </a:lnTo>
                  <a:lnTo>
                    <a:pt x="330922" y="184433"/>
                  </a:lnTo>
                  <a:lnTo>
                    <a:pt x="331394" y="179135"/>
                  </a:lnTo>
                  <a:lnTo>
                    <a:pt x="331698" y="173825"/>
                  </a:lnTo>
                  <a:lnTo>
                    <a:pt x="331833" y="168507"/>
                  </a:lnTo>
                  <a:lnTo>
                    <a:pt x="331798" y="163188"/>
                  </a:lnTo>
                  <a:lnTo>
                    <a:pt x="331595" y="157873"/>
                  </a:lnTo>
                  <a:lnTo>
                    <a:pt x="331222" y="152567"/>
                  </a:lnTo>
                  <a:lnTo>
                    <a:pt x="330680" y="147276"/>
                  </a:lnTo>
                  <a:lnTo>
                    <a:pt x="329971" y="142005"/>
                  </a:lnTo>
                  <a:lnTo>
                    <a:pt x="329094" y="136758"/>
                  </a:lnTo>
                  <a:lnTo>
                    <a:pt x="328051" y="131543"/>
                  </a:lnTo>
                  <a:lnTo>
                    <a:pt x="326842" y="126363"/>
                  </a:lnTo>
                  <a:lnTo>
                    <a:pt x="325470" y="121224"/>
                  </a:lnTo>
                  <a:lnTo>
                    <a:pt x="323934" y="116132"/>
                  </a:lnTo>
                  <a:lnTo>
                    <a:pt x="322237" y="111091"/>
                  </a:lnTo>
                  <a:lnTo>
                    <a:pt x="320381" y="106106"/>
                  </a:lnTo>
                  <a:lnTo>
                    <a:pt x="318367" y="101183"/>
                  </a:lnTo>
                  <a:lnTo>
                    <a:pt x="316197" y="96327"/>
                  </a:lnTo>
                  <a:lnTo>
                    <a:pt x="313874" y="91542"/>
                  </a:lnTo>
                  <a:lnTo>
                    <a:pt x="311400" y="86833"/>
                  </a:lnTo>
                  <a:lnTo>
                    <a:pt x="308778" y="82206"/>
                  </a:lnTo>
                  <a:lnTo>
                    <a:pt x="306009" y="77664"/>
                  </a:lnTo>
                  <a:lnTo>
                    <a:pt x="303098" y="73213"/>
                  </a:lnTo>
                  <a:lnTo>
                    <a:pt x="300046" y="68857"/>
                  </a:lnTo>
                  <a:lnTo>
                    <a:pt x="296857" y="64599"/>
                  </a:lnTo>
                  <a:lnTo>
                    <a:pt x="293535" y="60446"/>
                  </a:lnTo>
                  <a:lnTo>
                    <a:pt x="290082" y="56400"/>
                  </a:lnTo>
                  <a:lnTo>
                    <a:pt x="286502" y="52466"/>
                  </a:lnTo>
                  <a:lnTo>
                    <a:pt x="282798" y="48648"/>
                  </a:lnTo>
                  <a:lnTo>
                    <a:pt x="278975" y="44950"/>
                  </a:lnTo>
                  <a:lnTo>
                    <a:pt x="275037" y="41375"/>
                  </a:lnTo>
                  <a:lnTo>
                    <a:pt x="270986" y="37928"/>
                  </a:lnTo>
                  <a:lnTo>
                    <a:pt x="266828" y="34611"/>
                  </a:lnTo>
                  <a:lnTo>
                    <a:pt x="262567" y="31428"/>
                  </a:lnTo>
                  <a:lnTo>
                    <a:pt x="258206" y="28382"/>
                  </a:lnTo>
                  <a:lnTo>
                    <a:pt x="253751" y="25477"/>
                  </a:lnTo>
                  <a:lnTo>
                    <a:pt x="249206" y="22714"/>
                  </a:lnTo>
                  <a:lnTo>
                    <a:pt x="244575" y="20098"/>
                  </a:lnTo>
                  <a:lnTo>
                    <a:pt x="239863" y="17630"/>
                  </a:lnTo>
                  <a:lnTo>
                    <a:pt x="235075" y="15314"/>
                  </a:lnTo>
                  <a:lnTo>
                    <a:pt x="230215" y="13151"/>
                  </a:lnTo>
                  <a:lnTo>
                    <a:pt x="225290" y="11143"/>
                  </a:lnTo>
                  <a:lnTo>
                    <a:pt x="220303" y="9294"/>
                  </a:lnTo>
                  <a:lnTo>
                    <a:pt x="215259" y="7604"/>
                  </a:lnTo>
                  <a:lnTo>
                    <a:pt x="210165" y="6075"/>
                  </a:lnTo>
                  <a:lnTo>
                    <a:pt x="205024" y="4709"/>
                  </a:lnTo>
                  <a:lnTo>
                    <a:pt x="199843" y="3507"/>
                  </a:lnTo>
                  <a:lnTo>
                    <a:pt x="194626" y="2471"/>
                  </a:lnTo>
                  <a:lnTo>
                    <a:pt x="189378" y="1602"/>
                  </a:lnTo>
                  <a:lnTo>
                    <a:pt x="184106" y="899"/>
                  </a:lnTo>
                  <a:lnTo>
                    <a:pt x="178814" y="365"/>
                  </a:lnTo>
                  <a:lnTo>
                    <a:pt x="173507" y="0"/>
                  </a:lnTo>
                  <a:lnTo>
                    <a:pt x="164673" y="1669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64501" y="1071028"/>
              <a:ext cx="8834" cy="167167"/>
            </a:xfrm>
            <a:custGeom>
              <a:avLst/>
              <a:pathLst>
                <a:path w="8834" h="167167">
                  <a:moveTo>
                    <a:pt x="8834" y="23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4216" y="1322571"/>
              <a:ext cx="54504" cy="167167"/>
            </a:xfrm>
            <a:custGeom>
              <a:avLst/>
              <a:pathLst>
                <a:path w="54504" h="167167">
                  <a:moveTo>
                    <a:pt x="54504" y="0"/>
                  </a:moveTo>
                  <a:lnTo>
                    <a:pt x="48336" y="113"/>
                  </a:lnTo>
                  <a:lnTo>
                    <a:pt x="42177" y="455"/>
                  </a:lnTo>
                  <a:lnTo>
                    <a:pt x="36035" y="1023"/>
                  </a:lnTo>
                  <a:lnTo>
                    <a:pt x="29918" y="1817"/>
                  </a:lnTo>
                  <a:lnTo>
                    <a:pt x="23834" y="2837"/>
                  </a:lnTo>
                  <a:lnTo>
                    <a:pt x="17793" y="4080"/>
                  </a:lnTo>
                  <a:lnTo>
                    <a:pt x="11801" y="5546"/>
                  </a:lnTo>
                  <a:lnTo>
                    <a:pt x="5867" y="7231"/>
                  </a:lnTo>
                  <a:lnTo>
                    <a:pt x="0" y="9135"/>
                  </a:lnTo>
                  <a:lnTo>
                    <a:pt x="5450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4216" y="1331706"/>
              <a:ext cx="54504" cy="158032"/>
            </a:xfrm>
            <a:custGeom>
              <a:avLst/>
              <a:pathLst>
                <a:path w="54504" h="158032">
                  <a:moveTo>
                    <a:pt x="0" y="0"/>
                  </a:moveTo>
                  <a:lnTo>
                    <a:pt x="54504" y="1580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4216" y="1331706"/>
              <a:ext cx="54504" cy="158032"/>
            </a:xfrm>
            <a:custGeom>
              <a:avLst/>
              <a:pathLst>
                <a:path w="54504" h="158032">
                  <a:moveTo>
                    <a:pt x="0" y="0"/>
                  </a:moveTo>
                  <a:lnTo>
                    <a:pt x="54504" y="1580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4216" y="1331706"/>
              <a:ext cx="54504" cy="158032"/>
            </a:xfrm>
            <a:custGeom>
              <a:avLst/>
              <a:pathLst>
                <a:path w="54504" h="158032">
                  <a:moveTo>
                    <a:pt x="0" y="0"/>
                  </a:moveTo>
                  <a:lnTo>
                    <a:pt x="54504" y="158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4216" y="1331706"/>
              <a:ext cx="54504" cy="158032"/>
            </a:xfrm>
            <a:custGeom>
              <a:avLst/>
              <a:pathLst>
                <a:path w="54504" h="158032">
                  <a:moveTo>
                    <a:pt x="0" y="0"/>
                  </a:moveTo>
                  <a:lnTo>
                    <a:pt x="54504" y="158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4216" y="1331706"/>
              <a:ext cx="54504" cy="158032"/>
            </a:xfrm>
            <a:custGeom>
              <a:avLst/>
              <a:pathLst>
                <a:path w="54504" h="158032">
                  <a:moveTo>
                    <a:pt x="0" y="0"/>
                  </a:moveTo>
                  <a:lnTo>
                    <a:pt x="54504" y="158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4216" y="1331706"/>
              <a:ext cx="54504" cy="158032"/>
            </a:xfrm>
            <a:custGeom>
              <a:avLst/>
              <a:pathLst>
                <a:path w="54504" h="158032">
                  <a:moveTo>
                    <a:pt x="0" y="0"/>
                  </a:moveTo>
                  <a:lnTo>
                    <a:pt x="54504" y="158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4216" y="1331706"/>
              <a:ext cx="54504" cy="158032"/>
            </a:xfrm>
            <a:custGeom>
              <a:avLst/>
              <a:pathLst>
                <a:path w="54504" h="158032">
                  <a:moveTo>
                    <a:pt x="0" y="0"/>
                  </a:moveTo>
                  <a:lnTo>
                    <a:pt x="54504" y="1580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4216" y="1331706"/>
              <a:ext cx="54504" cy="158032"/>
            </a:xfrm>
            <a:custGeom>
              <a:avLst/>
              <a:pathLst>
                <a:path w="54504" h="158032">
                  <a:moveTo>
                    <a:pt x="0" y="0"/>
                  </a:moveTo>
                  <a:lnTo>
                    <a:pt x="54504" y="158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4216" y="1331706"/>
              <a:ext cx="54504" cy="158032"/>
            </a:xfrm>
            <a:custGeom>
              <a:avLst/>
              <a:pathLst>
                <a:path w="54504" h="158032">
                  <a:moveTo>
                    <a:pt x="0" y="0"/>
                  </a:moveTo>
                  <a:lnTo>
                    <a:pt x="54504" y="158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4216" y="1331706"/>
              <a:ext cx="54504" cy="158032"/>
            </a:xfrm>
            <a:custGeom>
              <a:avLst/>
              <a:pathLst>
                <a:path w="54504" h="158032">
                  <a:moveTo>
                    <a:pt x="0" y="0"/>
                  </a:moveTo>
                  <a:lnTo>
                    <a:pt x="54504" y="1580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4216" y="1331706"/>
              <a:ext cx="54504" cy="158032"/>
            </a:xfrm>
            <a:custGeom>
              <a:avLst/>
              <a:pathLst>
                <a:path w="54504" h="158032">
                  <a:moveTo>
                    <a:pt x="0" y="0"/>
                  </a:moveTo>
                  <a:lnTo>
                    <a:pt x="54504" y="158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4216" y="1331706"/>
              <a:ext cx="54504" cy="158032"/>
            </a:xfrm>
            <a:custGeom>
              <a:avLst/>
              <a:pathLst>
                <a:path w="54504" h="158032">
                  <a:moveTo>
                    <a:pt x="0" y="0"/>
                  </a:moveTo>
                  <a:lnTo>
                    <a:pt x="54504" y="158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4216" y="1331706"/>
              <a:ext cx="54504" cy="158032"/>
            </a:xfrm>
            <a:custGeom>
              <a:avLst/>
              <a:pathLst>
                <a:path w="54504" h="158032">
                  <a:moveTo>
                    <a:pt x="0" y="0"/>
                  </a:moveTo>
                  <a:lnTo>
                    <a:pt x="54504" y="158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4216" y="1331706"/>
              <a:ext cx="54504" cy="158032"/>
            </a:xfrm>
            <a:custGeom>
              <a:avLst/>
              <a:pathLst>
                <a:path w="54504" h="158032">
                  <a:moveTo>
                    <a:pt x="0" y="0"/>
                  </a:moveTo>
                  <a:lnTo>
                    <a:pt x="54504" y="158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4216" y="1331706"/>
              <a:ext cx="54504" cy="158032"/>
            </a:xfrm>
            <a:custGeom>
              <a:avLst/>
              <a:pathLst>
                <a:path w="54504" h="158032">
                  <a:moveTo>
                    <a:pt x="0" y="0"/>
                  </a:moveTo>
                  <a:lnTo>
                    <a:pt x="54504" y="158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34216" y="1331706"/>
              <a:ext cx="54504" cy="158032"/>
            </a:xfrm>
            <a:custGeom>
              <a:avLst/>
              <a:pathLst>
                <a:path w="54504" h="158032">
                  <a:moveTo>
                    <a:pt x="0" y="0"/>
                  </a:moveTo>
                  <a:lnTo>
                    <a:pt x="54504" y="158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321554" y="1331706"/>
              <a:ext cx="334330" cy="325189"/>
            </a:xfrm>
            <a:custGeom>
              <a:avLst/>
              <a:pathLst>
                <a:path w="334330" h="325189">
                  <a:moveTo>
                    <a:pt x="112662" y="0"/>
                  </a:moveTo>
                  <a:lnTo>
                    <a:pt x="107682" y="1806"/>
                  </a:lnTo>
                  <a:lnTo>
                    <a:pt x="102762" y="3769"/>
                  </a:lnTo>
                  <a:lnTo>
                    <a:pt x="97906" y="5887"/>
                  </a:lnTo>
                  <a:lnTo>
                    <a:pt x="93120" y="8158"/>
                  </a:lnTo>
                  <a:lnTo>
                    <a:pt x="88409" y="10580"/>
                  </a:lnTo>
                  <a:lnTo>
                    <a:pt x="83776" y="13149"/>
                  </a:lnTo>
                  <a:lnTo>
                    <a:pt x="79227" y="15864"/>
                  </a:lnTo>
                  <a:lnTo>
                    <a:pt x="74767" y="18722"/>
                  </a:lnTo>
                  <a:lnTo>
                    <a:pt x="70399" y="21720"/>
                  </a:lnTo>
                  <a:lnTo>
                    <a:pt x="66128" y="24854"/>
                  </a:lnTo>
                  <a:lnTo>
                    <a:pt x="61959" y="28122"/>
                  </a:lnTo>
                  <a:lnTo>
                    <a:pt x="57896" y="31521"/>
                  </a:lnTo>
                  <a:lnTo>
                    <a:pt x="53942" y="35047"/>
                  </a:lnTo>
                  <a:lnTo>
                    <a:pt x="50102" y="38696"/>
                  </a:lnTo>
                  <a:lnTo>
                    <a:pt x="46380" y="42465"/>
                  </a:lnTo>
                  <a:lnTo>
                    <a:pt x="42779" y="46351"/>
                  </a:lnTo>
                  <a:lnTo>
                    <a:pt x="39303" y="50348"/>
                  </a:lnTo>
                  <a:lnTo>
                    <a:pt x="35955" y="54454"/>
                  </a:lnTo>
                  <a:lnTo>
                    <a:pt x="32739" y="58663"/>
                  </a:lnTo>
                  <a:lnTo>
                    <a:pt x="29658" y="62972"/>
                  </a:lnTo>
                  <a:lnTo>
                    <a:pt x="26715" y="67377"/>
                  </a:lnTo>
                  <a:lnTo>
                    <a:pt x="23913" y="71873"/>
                  </a:lnTo>
                  <a:lnTo>
                    <a:pt x="21255" y="76455"/>
                  </a:lnTo>
                  <a:lnTo>
                    <a:pt x="18743" y="81119"/>
                  </a:lnTo>
                  <a:lnTo>
                    <a:pt x="16381" y="85861"/>
                  </a:lnTo>
                  <a:lnTo>
                    <a:pt x="14170" y="90675"/>
                  </a:lnTo>
                  <a:lnTo>
                    <a:pt x="12112" y="95556"/>
                  </a:lnTo>
                  <a:lnTo>
                    <a:pt x="10210" y="100501"/>
                  </a:lnTo>
                  <a:lnTo>
                    <a:pt x="8466" y="105503"/>
                  </a:lnTo>
                  <a:lnTo>
                    <a:pt x="6882" y="110558"/>
                  </a:lnTo>
                  <a:lnTo>
                    <a:pt x="5458" y="115660"/>
                  </a:lnTo>
                  <a:lnTo>
                    <a:pt x="4197" y="120805"/>
                  </a:lnTo>
                  <a:lnTo>
                    <a:pt x="3099" y="125988"/>
                  </a:lnTo>
                  <a:lnTo>
                    <a:pt x="2166" y="131203"/>
                  </a:lnTo>
                  <a:lnTo>
                    <a:pt x="1399" y="136444"/>
                  </a:lnTo>
                  <a:lnTo>
                    <a:pt x="798" y="141707"/>
                  </a:lnTo>
                  <a:lnTo>
                    <a:pt x="364" y="146987"/>
                  </a:lnTo>
                  <a:lnTo>
                    <a:pt x="98" y="152278"/>
                  </a:lnTo>
                  <a:lnTo>
                    <a:pt x="0" y="157574"/>
                  </a:lnTo>
                  <a:lnTo>
                    <a:pt x="69" y="162871"/>
                  </a:lnTo>
                  <a:lnTo>
                    <a:pt x="306" y="168163"/>
                  </a:lnTo>
                  <a:lnTo>
                    <a:pt x="711" y="173445"/>
                  </a:lnTo>
                  <a:lnTo>
                    <a:pt x="1283" y="178712"/>
                  </a:lnTo>
                  <a:lnTo>
                    <a:pt x="2021" y="183958"/>
                  </a:lnTo>
                  <a:lnTo>
                    <a:pt x="2926" y="189177"/>
                  </a:lnTo>
                  <a:lnTo>
                    <a:pt x="3995" y="194366"/>
                  </a:lnTo>
                  <a:lnTo>
                    <a:pt x="5228" y="199518"/>
                  </a:lnTo>
                  <a:lnTo>
                    <a:pt x="6624" y="204628"/>
                  </a:lnTo>
                  <a:lnTo>
                    <a:pt x="8181" y="209691"/>
                  </a:lnTo>
                  <a:lnTo>
                    <a:pt x="9898" y="214703"/>
                  </a:lnTo>
                  <a:lnTo>
                    <a:pt x="11773" y="219658"/>
                  </a:lnTo>
                  <a:lnTo>
                    <a:pt x="13803" y="224550"/>
                  </a:lnTo>
                  <a:lnTo>
                    <a:pt x="15988" y="229376"/>
                  </a:lnTo>
                  <a:lnTo>
                    <a:pt x="18324" y="234131"/>
                  </a:lnTo>
                  <a:lnTo>
                    <a:pt x="20810" y="238809"/>
                  </a:lnTo>
                  <a:lnTo>
                    <a:pt x="23443" y="243405"/>
                  </a:lnTo>
                  <a:lnTo>
                    <a:pt x="26221" y="247916"/>
                  </a:lnTo>
                  <a:lnTo>
                    <a:pt x="29139" y="252337"/>
                  </a:lnTo>
                  <a:lnTo>
                    <a:pt x="32197" y="256663"/>
                  </a:lnTo>
                  <a:lnTo>
                    <a:pt x="35390" y="260890"/>
                  </a:lnTo>
                  <a:lnTo>
                    <a:pt x="38715" y="265014"/>
                  </a:lnTo>
                  <a:lnTo>
                    <a:pt x="42169" y="269030"/>
                  </a:lnTo>
                  <a:lnTo>
                    <a:pt x="45749" y="272935"/>
                  </a:lnTo>
                  <a:lnTo>
                    <a:pt x="49451" y="276725"/>
                  </a:lnTo>
                  <a:lnTo>
                    <a:pt x="53271" y="280395"/>
                  </a:lnTo>
                  <a:lnTo>
                    <a:pt x="57205" y="283942"/>
                  </a:lnTo>
                  <a:lnTo>
                    <a:pt x="61250" y="287363"/>
                  </a:lnTo>
                  <a:lnTo>
                    <a:pt x="65401" y="290655"/>
                  </a:lnTo>
                  <a:lnTo>
                    <a:pt x="69654" y="293812"/>
                  </a:lnTo>
                  <a:lnTo>
                    <a:pt x="74006" y="296834"/>
                  </a:lnTo>
                  <a:lnTo>
                    <a:pt x="78450" y="299716"/>
                  </a:lnTo>
                  <a:lnTo>
                    <a:pt x="82984" y="302456"/>
                  </a:lnTo>
                  <a:lnTo>
                    <a:pt x="87603" y="305051"/>
                  </a:lnTo>
                  <a:lnTo>
                    <a:pt x="92301" y="307498"/>
                  </a:lnTo>
                  <a:lnTo>
                    <a:pt x="97074" y="309795"/>
                  </a:lnTo>
                  <a:lnTo>
                    <a:pt x="101918" y="311940"/>
                  </a:lnTo>
                  <a:lnTo>
                    <a:pt x="106828" y="313930"/>
                  </a:lnTo>
                  <a:lnTo>
                    <a:pt x="111798" y="315764"/>
                  </a:lnTo>
                  <a:lnTo>
                    <a:pt x="116823" y="317439"/>
                  </a:lnTo>
                  <a:lnTo>
                    <a:pt x="121899" y="318954"/>
                  </a:lnTo>
                  <a:lnTo>
                    <a:pt x="127021" y="320307"/>
                  </a:lnTo>
                  <a:lnTo>
                    <a:pt x="132183" y="321498"/>
                  </a:lnTo>
                  <a:lnTo>
                    <a:pt x="137380" y="322524"/>
                  </a:lnTo>
                  <a:lnTo>
                    <a:pt x="142607" y="323385"/>
                  </a:lnTo>
                  <a:lnTo>
                    <a:pt x="147859" y="324081"/>
                  </a:lnTo>
                  <a:lnTo>
                    <a:pt x="153130" y="324609"/>
                  </a:lnTo>
                  <a:lnTo>
                    <a:pt x="158415" y="324970"/>
                  </a:lnTo>
                  <a:lnTo>
                    <a:pt x="163709" y="325164"/>
                  </a:lnTo>
                  <a:lnTo>
                    <a:pt x="169006" y="325189"/>
                  </a:lnTo>
                  <a:lnTo>
                    <a:pt x="174302" y="325047"/>
                  </a:lnTo>
                  <a:lnTo>
                    <a:pt x="179590" y="324737"/>
                  </a:lnTo>
                  <a:lnTo>
                    <a:pt x="184866" y="324260"/>
                  </a:lnTo>
                  <a:lnTo>
                    <a:pt x="190124" y="323615"/>
                  </a:lnTo>
                  <a:lnTo>
                    <a:pt x="195359" y="322805"/>
                  </a:lnTo>
                  <a:lnTo>
                    <a:pt x="200566" y="321829"/>
                  </a:lnTo>
                  <a:lnTo>
                    <a:pt x="205739" y="320688"/>
                  </a:lnTo>
                  <a:lnTo>
                    <a:pt x="210874" y="319384"/>
                  </a:lnTo>
                  <a:lnTo>
                    <a:pt x="215964" y="317918"/>
                  </a:lnTo>
                  <a:lnTo>
                    <a:pt x="221006" y="316292"/>
                  </a:lnTo>
                  <a:lnTo>
                    <a:pt x="225993" y="314507"/>
                  </a:lnTo>
                  <a:lnTo>
                    <a:pt x="230922" y="312564"/>
                  </a:lnTo>
                  <a:lnTo>
                    <a:pt x="235786" y="310466"/>
                  </a:lnTo>
                  <a:lnTo>
                    <a:pt x="240582" y="308216"/>
                  </a:lnTo>
                  <a:lnTo>
                    <a:pt x="245303" y="305814"/>
                  </a:lnTo>
                  <a:lnTo>
                    <a:pt x="249947" y="303264"/>
                  </a:lnTo>
                  <a:lnTo>
                    <a:pt x="254507" y="300568"/>
                  </a:lnTo>
                  <a:lnTo>
                    <a:pt x="258979" y="297729"/>
                  </a:lnTo>
                  <a:lnTo>
                    <a:pt x="263360" y="294750"/>
                  </a:lnTo>
                  <a:lnTo>
                    <a:pt x="267643" y="291633"/>
                  </a:lnTo>
                  <a:lnTo>
                    <a:pt x="271826" y="288382"/>
                  </a:lnTo>
                  <a:lnTo>
                    <a:pt x="275904" y="285001"/>
                  </a:lnTo>
                  <a:lnTo>
                    <a:pt x="279872" y="281492"/>
                  </a:lnTo>
                  <a:lnTo>
                    <a:pt x="283728" y="277859"/>
                  </a:lnTo>
                  <a:lnTo>
                    <a:pt x="287466" y="274105"/>
                  </a:lnTo>
                  <a:lnTo>
                    <a:pt x="291083" y="270235"/>
                  </a:lnTo>
                  <a:lnTo>
                    <a:pt x="294576" y="266252"/>
                  </a:lnTo>
                  <a:lnTo>
                    <a:pt x="297941" y="262161"/>
                  </a:lnTo>
                  <a:lnTo>
                    <a:pt x="301175" y="257965"/>
                  </a:lnTo>
                  <a:lnTo>
                    <a:pt x="304274" y="253669"/>
                  </a:lnTo>
                  <a:lnTo>
                    <a:pt x="307236" y="249276"/>
                  </a:lnTo>
                  <a:lnTo>
                    <a:pt x="310056" y="244792"/>
                  </a:lnTo>
                  <a:lnTo>
                    <a:pt x="312734" y="240221"/>
                  </a:lnTo>
                  <a:lnTo>
                    <a:pt x="315265" y="235568"/>
                  </a:lnTo>
                  <a:lnTo>
                    <a:pt x="317647" y="230836"/>
                  </a:lnTo>
                  <a:lnTo>
                    <a:pt x="319878" y="226032"/>
                  </a:lnTo>
                  <a:lnTo>
                    <a:pt x="321956" y="221159"/>
                  </a:lnTo>
                  <a:lnTo>
                    <a:pt x="323879" y="216222"/>
                  </a:lnTo>
                  <a:lnTo>
                    <a:pt x="325644" y="211228"/>
                  </a:lnTo>
                  <a:lnTo>
                    <a:pt x="327250" y="206179"/>
                  </a:lnTo>
                  <a:lnTo>
                    <a:pt x="328695" y="201083"/>
                  </a:lnTo>
                  <a:lnTo>
                    <a:pt x="329978" y="195943"/>
                  </a:lnTo>
                  <a:lnTo>
                    <a:pt x="331098" y="190765"/>
                  </a:lnTo>
                  <a:lnTo>
                    <a:pt x="332052" y="185555"/>
                  </a:lnTo>
                  <a:lnTo>
                    <a:pt x="332842" y="180316"/>
                  </a:lnTo>
                  <a:lnTo>
                    <a:pt x="333465" y="175056"/>
                  </a:lnTo>
                  <a:lnTo>
                    <a:pt x="333921" y="169778"/>
                  </a:lnTo>
                  <a:lnTo>
                    <a:pt x="334209" y="164488"/>
                  </a:lnTo>
                  <a:lnTo>
                    <a:pt x="334330" y="159192"/>
                  </a:lnTo>
                  <a:lnTo>
                    <a:pt x="334283" y="153895"/>
                  </a:lnTo>
                  <a:lnTo>
                    <a:pt x="334068" y="148602"/>
                  </a:lnTo>
                  <a:lnTo>
                    <a:pt x="333685" y="143318"/>
                  </a:lnTo>
                  <a:lnTo>
                    <a:pt x="333135" y="138049"/>
                  </a:lnTo>
                  <a:lnTo>
                    <a:pt x="332419" y="132801"/>
                  </a:lnTo>
                  <a:lnTo>
                    <a:pt x="331536" y="127577"/>
                  </a:lnTo>
                  <a:lnTo>
                    <a:pt x="330489" y="122384"/>
                  </a:lnTo>
                  <a:lnTo>
                    <a:pt x="329277" y="117227"/>
                  </a:lnTo>
                  <a:lnTo>
                    <a:pt x="327903" y="112111"/>
                  </a:lnTo>
                  <a:lnTo>
                    <a:pt x="326367" y="107041"/>
                  </a:lnTo>
                  <a:lnTo>
                    <a:pt x="324672" y="102023"/>
                  </a:lnTo>
                  <a:lnTo>
                    <a:pt x="322818" y="97060"/>
                  </a:lnTo>
                  <a:lnTo>
                    <a:pt x="320808" y="92159"/>
                  </a:lnTo>
                  <a:lnTo>
                    <a:pt x="318643" y="87324"/>
                  </a:lnTo>
                  <a:lnTo>
                    <a:pt x="316327" y="82560"/>
                  </a:lnTo>
                  <a:lnTo>
                    <a:pt x="313861" y="77871"/>
                  </a:lnTo>
                  <a:lnTo>
                    <a:pt x="311247" y="73263"/>
                  </a:lnTo>
                  <a:lnTo>
                    <a:pt x="308489" y="68741"/>
                  </a:lnTo>
                  <a:lnTo>
                    <a:pt x="305589" y="64308"/>
                  </a:lnTo>
                  <a:lnTo>
                    <a:pt x="302549" y="59969"/>
                  </a:lnTo>
                  <a:lnTo>
                    <a:pt x="299374" y="55728"/>
                  </a:lnTo>
                  <a:lnTo>
                    <a:pt x="296066" y="51591"/>
                  </a:lnTo>
                  <a:lnTo>
                    <a:pt x="292629" y="47560"/>
                  </a:lnTo>
                  <a:lnTo>
                    <a:pt x="289066" y="43640"/>
                  </a:lnTo>
                  <a:lnTo>
                    <a:pt x="285380" y="39835"/>
                  </a:lnTo>
                  <a:lnTo>
                    <a:pt x="281575" y="36149"/>
                  </a:lnTo>
                  <a:lnTo>
                    <a:pt x="277656" y="32585"/>
                  </a:lnTo>
                  <a:lnTo>
                    <a:pt x="273626" y="29147"/>
                  </a:lnTo>
                  <a:lnTo>
                    <a:pt x="269488" y="25838"/>
                  </a:lnTo>
                  <a:lnTo>
                    <a:pt x="265248" y="22663"/>
                  </a:lnTo>
                  <a:lnTo>
                    <a:pt x="260910" y="19623"/>
                  </a:lnTo>
                  <a:lnTo>
                    <a:pt x="256477" y="16722"/>
                  </a:lnTo>
                  <a:lnTo>
                    <a:pt x="251955" y="13963"/>
                  </a:lnTo>
                  <a:lnTo>
                    <a:pt x="247347" y="11349"/>
                  </a:lnTo>
                  <a:lnTo>
                    <a:pt x="242659" y="8882"/>
                  </a:lnTo>
                  <a:lnTo>
                    <a:pt x="237896" y="6565"/>
                  </a:lnTo>
                  <a:lnTo>
                    <a:pt x="233061" y="4400"/>
                  </a:lnTo>
                  <a:lnTo>
                    <a:pt x="228160" y="2389"/>
                  </a:lnTo>
                  <a:lnTo>
                    <a:pt x="223198" y="534"/>
                  </a:lnTo>
                  <a:lnTo>
                    <a:pt x="167166" y="158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88720" y="1322571"/>
              <a:ext cx="56031" cy="167167"/>
            </a:xfrm>
            <a:custGeom>
              <a:avLst/>
              <a:pathLst>
                <a:path w="56031" h="167167">
                  <a:moveTo>
                    <a:pt x="56031" y="9669"/>
                  </a:moveTo>
                  <a:lnTo>
                    <a:pt x="50010" y="7656"/>
                  </a:lnTo>
                  <a:lnTo>
                    <a:pt x="43918" y="5872"/>
                  </a:lnTo>
                  <a:lnTo>
                    <a:pt x="37762" y="4321"/>
                  </a:lnTo>
                  <a:lnTo>
                    <a:pt x="31552" y="3004"/>
                  </a:lnTo>
                  <a:lnTo>
                    <a:pt x="25296" y="1925"/>
                  </a:lnTo>
                  <a:lnTo>
                    <a:pt x="19004" y="1083"/>
                  </a:lnTo>
                  <a:lnTo>
                    <a:pt x="12684" y="481"/>
                  </a:lnTo>
                  <a:lnTo>
                    <a:pt x="6347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47634" y="1681503"/>
              <a:ext cx="38890" cy="167167"/>
            </a:xfrm>
            <a:custGeom>
              <a:avLst/>
              <a:pathLst>
                <a:path w="38890" h="167167">
                  <a:moveTo>
                    <a:pt x="38890" y="0"/>
                  </a:moveTo>
                  <a:lnTo>
                    <a:pt x="32350" y="127"/>
                  </a:lnTo>
                  <a:lnTo>
                    <a:pt x="25820" y="511"/>
                  </a:lnTo>
                  <a:lnTo>
                    <a:pt x="19310" y="1150"/>
                  </a:lnTo>
                  <a:lnTo>
                    <a:pt x="12830" y="2043"/>
                  </a:lnTo>
                  <a:lnTo>
                    <a:pt x="6390" y="3189"/>
                  </a:lnTo>
                  <a:lnTo>
                    <a:pt x="0" y="4586"/>
                  </a:lnTo>
                  <a:lnTo>
                    <a:pt x="3889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47634" y="1686090"/>
              <a:ext cx="38890" cy="162580"/>
            </a:xfrm>
            <a:custGeom>
              <a:avLst/>
              <a:pathLst>
                <a:path w="38890" h="162580">
                  <a:moveTo>
                    <a:pt x="0" y="0"/>
                  </a:moveTo>
                  <a:lnTo>
                    <a:pt x="38890" y="1625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47634" y="1686090"/>
              <a:ext cx="38890" cy="162580"/>
            </a:xfrm>
            <a:custGeom>
              <a:avLst/>
              <a:pathLst>
                <a:path w="38890" h="162580">
                  <a:moveTo>
                    <a:pt x="0" y="0"/>
                  </a:moveTo>
                  <a:lnTo>
                    <a:pt x="38890" y="1625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47634" y="1686090"/>
              <a:ext cx="38890" cy="162580"/>
            </a:xfrm>
            <a:custGeom>
              <a:avLst/>
              <a:pathLst>
                <a:path w="38890" h="162580">
                  <a:moveTo>
                    <a:pt x="0" y="0"/>
                  </a:moveTo>
                  <a:lnTo>
                    <a:pt x="38890" y="1625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47634" y="1686090"/>
              <a:ext cx="38890" cy="162580"/>
            </a:xfrm>
            <a:custGeom>
              <a:avLst/>
              <a:pathLst>
                <a:path w="38890" h="162580">
                  <a:moveTo>
                    <a:pt x="0" y="0"/>
                  </a:moveTo>
                  <a:lnTo>
                    <a:pt x="38890" y="1625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47634" y="1686090"/>
              <a:ext cx="38890" cy="162580"/>
            </a:xfrm>
            <a:custGeom>
              <a:avLst/>
              <a:pathLst>
                <a:path w="38890" h="162580">
                  <a:moveTo>
                    <a:pt x="0" y="0"/>
                  </a:moveTo>
                  <a:lnTo>
                    <a:pt x="38890" y="1625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47634" y="1686090"/>
              <a:ext cx="38890" cy="162580"/>
            </a:xfrm>
            <a:custGeom>
              <a:avLst/>
              <a:pathLst>
                <a:path w="38890" h="162580">
                  <a:moveTo>
                    <a:pt x="0" y="0"/>
                  </a:moveTo>
                  <a:lnTo>
                    <a:pt x="38890" y="1625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47634" y="1686090"/>
              <a:ext cx="38890" cy="162580"/>
            </a:xfrm>
            <a:custGeom>
              <a:avLst/>
              <a:pathLst>
                <a:path w="38890" h="162580">
                  <a:moveTo>
                    <a:pt x="0" y="0"/>
                  </a:moveTo>
                  <a:lnTo>
                    <a:pt x="38890" y="1625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47634" y="1686090"/>
              <a:ext cx="38890" cy="162580"/>
            </a:xfrm>
            <a:custGeom>
              <a:avLst/>
              <a:pathLst>
                <a:path w="38890" h="162580">
                  <a:moveTo>
                    <a:pt x="0" y="0"/>
                  </a:moveTo>
                  <a:lnTo>
                    <a:pt x="38890" y="1625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47634" y="1686090"/>
              <a:ext cx="38890" cy="162580"/>
            </a:xfrm>
            <a:custGeom>
              <a:avLst/>
              <a:pathLst>
                <a:path w="38890" h="162580">
                  <a:moveTo>
                    <a:pt x="0" y="0"/>
                  </a:moveTo>
                  <a:lnTo>
                    <a:pt x="38890" y="1625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47634" y="1686090"/>
              <a:ext cx="38890" cy="162580"/>
            </a:xfrm>
            <a:custGeom>
              <a:avLst/>
              <a:pathLst>
                <a:path w="38890" h="162580">
                  <a:moveTo>
                    <a:pt x="0" y="0"/>
                  </a:moveTo>
                  <a:lnTo>
                    <a:pt x="38890" y="1625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47634" y="1686090"/>
              <a:ext cx="38890" cy="162580"/>
            </a:xfrm>
            <a:custGeom>
              <a:avLst/>
              <a:pathLst>
                <a:path w="38890" h="162580">
                  <a:moveTo>
                    <a:pt x="0" y="0"/>
                  </a:moveTo>
                  <a:lnTo>
                    <a:pt x="38890" y="1625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47634" y="1686090"/>
              <a:ext cx="38890" cy="162580"/>
            </a:xfrm>
            <a:custGeom>
              <a:avLst/>
              <a:pathLst>
                <a:path w="38890" h="162580">
                  <a:moveTo>
                    <a:pt x="0" y="0"/>
                  </a:moveTo>
                  <a:lnTo>
                    <a:pt x="38890" y="1625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47634" y="1686090"/>
              <a:ext cx="38890" cy="162580"/>
            </a:xfrm>
            <a:custGeom>
              <a:avLst/>
              <a:pathLst>
                <a:path w="38890" h="162580">
                  <a:moveTo>
                    <a:pt x="0" y="0"/>
                  </a:moveTo>
                  <a:lnTo>
                    <a:pt x="38890" y="1625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47634" y="1686090"/>
              <a:ext cx="38890" cy="162580"/>
            </a:xfrm>
            <a:custGeom>
              <a:avLst/>
              <a:pathLst>
                <a:path w="38890" h="162580">
                  <a:moveTo>
                    <a:pt x="0" y="0"/>
                  </a:moveTo>
                  <a:lnTo>
                    <a:pt x="38890" y="1625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47634" y="1686090"/>
              <a:ext cx="38890" cy="162580"/>
            </a:xfrm>
            <a:custGeom>
              <a:avLst/>
              <a:pathLst>
                <a:path w="38890" h="162580">
                  <a:moveTo>
                    <a:pt x="0" y="0"/>
                  </a:moveTo>
                  <a:lnTo>
                    <a:pt x="38890" y="1625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90401" y="1686090"/>
              <a:ext cx="96123" cy="162580"/>
            </a:xfrm>
            <a:custGeom>
              <a:avLst/>
              <a:pathLst>
                <a:path w="96123" h="162580">
                  <a:moveTo>
                    <a:pt x="57232" y="0"/>
                  </a:moveTo>
                  <a:lnTo>
                    <a:pt x="51672" y="1431"/>
                  </a:lnTo>
                  <a:lnTo>
                    <a:pt x="46164" y="3052"/>
                  </a:lnTo>
                  <a:lnTo>
                    <a:pt x="40715" y="4862"/>
                  </a:lnTo>
                  <a:lnTo>
                    <a:pt x="35332" y="6858"/>
                  </a:lnTo>
                  <a:lnTo>
                    <a:pt x="30020" y="9037"/>
                  </a:lnTo>
                  <a:lnTo>
                    <a:pt x="24786" y="11398"/>
                  </a:lnTo>
                  <a:lnTo>
                    <a:pt x="19637" y="13937"/>
                  </a:lnTo>
                  <a:lnTo>
                    <a:pt x="14577" y="16651"/>
                  </a:lnTo>
                  <a:lnTo>
                    <a:pt x="9614" y="19537"/>
                  </a:lnTo>
                  <a:lnTo>
                    <a:pt x="4753" y="22593"/>
                  </a:lnTo>
                  <a:lnTo>
                    <a:pt x="0" y="25813"/>
                  </a:lnTo>
                  <a:lnTo>
                    <a:pt x="96123" y="1625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19362" y="1681503"/>
              <a:ext cx="334315" cy="334332"/>
            </a:xfrm>
            <a:custGeom>
              <a:avLst/>
              <a:pathLst>
                <a:path w="334315" h="334332">
                  <a:moveTo>
                    <a:pt x="71039" y="30400"/>
                  </a:moveTo>
                  <a:lnTo>
                    <a:pt x="66755" y="33513"/>
                  </a:lnTo>
                  <a:lnTo>
                    <a:pt x="62572" y="36760"/>
                  </a:lnTo>
                  <a:lnTo>
                    <a:pt x="58494" y="40138"/>
                  </a:lnTo>
                  <a:lnTo>
                    <a:pt x="54525" y="43644"/>
                  </a:lnTo>
                  <a:lnTo>
                    <a:pt x="50669" y="47274"/>
                  </a:lnTo>
                  <a:lnTo>
                    <a:pt x="46930" y="51024"/>
                  </a:lnTo>
                  <a:lnTo>
                    <a:pt x="43312" y="54890"/>
                  </a:lnTo>
                  <a:lnTo>
                    <a:pt x="39818" y="58869"/>
                  </a:lnTo>
                  <a:lnTo>
                    <a:pt x="36451" y="62957"/>
                  </a:lnTo>
                  <a:lnTo>
                    <a:pt x="33216" y="67149"/>
                  </a:lnTo>
                  <a:lnTo>
                    <a:pt x="30115" y="71442"/>
                  </a:lnTo>
                  <a:lnTo>
                    <a:pt x="27152" y="75831"/>
                  </a:lnTo>
                  <a:lnTo>
                    <a:pt x="24330" y="80311"/>
                  </a:lnTo>
                  <a:lnTo>
                    <a:pt x="21650" y="84879"/>
                  </a:lnTo>
                  <a:lnTo>
                    <a:pt x="19117" y="89529"/>
                  </a:lnTo>
                  <a:lnTo>
                    <a:pt x="16732" y="94257"/>
                  </a:lnTo>
                  <a:lnTo>
                    <a:pt x="14498" y="99059"/>
                  </a:lnTo>
                  <a:lnTo>
                    <a:pt x="12417" y="103928"/>
                  </a:lnTo>
                  <a:lnTo>
                    <a:pt x="10492" y="108861"/>
                  </a:lnTo>
                  <a:lnTo>
                    <a:pt x="8724" y="113853"/>
                  </a:lnTo>
                  <a:lnTo>
                    <a:pt x="7115" y="118898"/>
                  </a:lnTo>
                  <a:lnTo>
                    <a:pt x="5666" y="123992"/>
                  </a:lnTo>
                  <a:lnTo>
                    <a:pt x="4380" y="129128"/>
                  </a:lnTo>
                  <a:lnTo>
                    <a:pt x="3257" y="134303"/>
                  </a:lnTo>
                  <a:lnTo>
                    <a:pt x="2298" y="139511"/>
                  </a:lnTo>
                  <a:lnTo>
                    <a:pt x="1505" y="144747"/>
                  </a:lnTo>
                  <a:lnTo>
                    <a:pt x="878" y="150005"/>
                  </a:lnTo>
                  <a:lnTo>
                    <a:pt x="418" y="155281"/>
                  </a:lnTo>
                  <a:lnTo>
                    <a:pt x="125" y="160568"/>
                  </a:lnTo>
                  <a:lnTo>
                    <a:pt x="0" y="165862"/>
                  </a:lnTo>
                  <a:lnTo>
                    <a:pt x="42" y="171158"/>
                  </a:lnTo>
                  <a:lnTo>
                    <a:pt x="252" y="176449"/>
                  </a:lnTo>
                  <a:lnTo>
                    <a:pt x="630" y="181731"/>
                  </a:lnTo>
                  <a:lnTo>
                    <a:pt x="1175" y="186998"/>
                  </a:lnTo>
                  <a:lnTo>
                    <a:pt x="1886" y="192246"/>
                  </a:lnTo>
                  <a:lnTo>
                    <a:pt x="2764" y="197468"/>
                  </a:lnTo>
                  <a:lnTo>
                    <a:pt x="3806" y="202660"/>
                  </a:lnTo>
                  <a:lnTo>
                    <a:pt x="5012" y="207816"/>
                  </a:lnTo>
                  <a:lnTo>
                    <a:pt x="6381" y="212932"/>
                  </a:lnTo>
                  <a:lnTo>
                    <a:pt x="7911" y="218002"/>
                  </a:lnTo>
                  <a:lnTo>
                    <a:pt x="9601" y="223020"/>
                  </a:lnTo>
                  <a:lnTo>
                    <a:pt x="11449" y="227983"/>
                  </a:lnTo>
                  <a:lnTo>
                    <a:pt x="13454" y="232884"/>
                  </a:lnTo>
                  <a:lnTo>
                    <a:pt x="15612" y="237720"/>
                  </a:lnTo>
                  <a:lnTo>
                    <a:pt x="17923" y="242484"/>
                  </a:lnTo>
                  <a:lnTo>
                    <a:pt x="20384" y="247174"/>
                  </a:lnTo>
                  <a:lnTo>
                    <a:pt x="22991" y="251783"/>
                  </a:lnTo>
                  <a:lnTo>
                    <a:pt x="25744" y="256307"/>
                  </a:lnTo>
                  <a:lnTo>
                    <a:pt x="28638" y="260741"/>
                  </a:lnTo>
                  <a:lnTo>
                    <a:pt x="31671" y="265082"/>
                  </a:lnTo>
                  <a:lnTo>
                    <a:pt x="34841" y="269324"/>
                  </a:lnTo>
                  <a:lnTo>
                    <a:pt x="38143" y="273464"/>
                  </a:lnTo>
                  <a:lnTo>
                    <a:pt x="41574" y="277497"/>
                  </a:lnTo>
                  <a:lnTo>
                    <a:pt x="45132" y="281420"/>
                  </a:lnTo>
                  <a:lnTo>
                    <a:pt x="48812" y="285227"/>
                  </a:lnTo>
                  <a:lnTo>
                    <a:pt x="52611" y="288917"/>
                  </a:lnTo>
                  <a:lnTo>
                    <a:pt x="56525" y="292484"/>
                  </a:lnTo>
                  <a:lnTo>
                    <a:pt x="60549" y="295925"/>
                  </a:lnTo>
                  <a:lnTo>
                    <a:pt x="64681" y="299238"/>
                  </a:lnTo>
                  <a:lnTo>
                    <a:pt x="68916" y="302417"/>
                  </a:lnTo>
                  <a:lnTo>
                    <a:pt x="73249" y="305461"/>
                  </a:lnTo>
                  <a:lnTo>
                    <a:pt x="77676" y="308366"/>
                  </a:lnTo>
                  <a:lnTo>
                    <a:pt x="82194" y="311130"/>
                  </a:lnTo>
                  <a:lnTo>
                    <a:pt x="86796" y="313749"/>
                  </a:lnTo>
                  <a:lnTo>
                    <a:pt x="91479" y="316221"/>
                  </a:lnTo>
                  <a:lnTo>
                    <a:pt x="96238" y="318543"/>
                  </a:lnTo>
                  <a:lnTo>
                    <a:pt x="101069" y="320714"/>
                  </a:lnTo>
                  <a:lnTo>
                    <a:pt x="105965" y="322730"/>
                  </a:lnTo>
                  <a:lnTo>
                    <a:pt x="110923" y="324590"/>
                  </a:lnTo>
                  <a:lnTo>
                    <a:pt x="115938" y="326293"/>
                  </a:lnTo>
                  <a:lnTo>
                    <a:pt x="121003" y="327835"/>
                  </a:lnTo>
                  <a:lnTo>
                    <a:pt x="126116" y="329217"/>
                  </a:lnTo>
                  <a:lnTo>
                    <a:pt x="131269" y="330436"/>
                  </a:lnTo>
                  <a:lnTo>
                    <a:pt x="136458" y="331491"/>
                  </a:lnTo>
                  <a:lnTo>
                    <a:pt x="141678" y="332381"/>
                  </a:lnTo>
                  <a:lnTo>
                    <a:pt x="146924" y="333105"/>
                  </a:lnTo>
                  <a:lnTo>
                    <a:pt x="152190" y="333663"/>
                  </a:lnTo>
                  <a:lnTo>
                    <a:pt x="157471" y="334053"/>
                  </a:lnTo>
                  <a:lnTo>
                    <a:pt x="162762" y="334276"/>
                  </a:lnTo>
                  <a:lnTo>
                    <a:pt x="168057" y="334332"/>
                  </a:lnTo>
                  <a:lnTo>
                    <a:pt x="173352" y="334220"/>
                  </a:lnTo>
                  <a:lnTo>
                    <a:pt x="178640" y="333940"/>
                  </a:lnTo>
                  <a:lnTo>
                    <a:pt x="183916" y="333493"/>
                  </a:lnTo>
                  <a:lnTo>
                    <a:pt x="189176" y="332879"/>
                  </a:lnTo>
                  <a:lnTo>
                    <a:pt x="194414" y="332098"/>
                  </a:lnTo>
                  <a:lnTo>
                    <a:pt x="199624" y="331152"/>
                  </a:lnTo>
                  <a:lnTo>
                    <a:pt x="204802" y="330042"/>
                  </a:lnTo>
                  <a:lnTo>
                    <a:pt x="209942" y="328768"/>
                  </a:lnTo>
                  <a:lnTo>
                    <a:pt x="215039" y="327332"/>
                  </a:lnTo>
                  <a:lnTo>
                    <a:pt x="220088" y="325735"/>
                  </a:lnTo>
                  <a:lnTo>
                    <a:pt x="225084" y="323979"/>
                  </a:lnTo>
                  <a:lnTo>
                    <a:pt x="230022" y="322066"/>
                  </a:lnTo>
                  <a:lnTo>
                    <a:pt x="234896" y="319997"/>
                  </a:lnTo>
                  <a:lnTo>
                    <a:pt x="239703" y="317775"/>
                  </a:lnTo>
                  <a:lnTo>
                    <a:pt x="244437" y="315402"/>
                  </a:lnTo>
                  <a:lnTo>
                    <a:pt x="249093" y="312880"/>
                  </a:lnTo>
                  <a:lnTo>
                    <a:pt x="253668" y="310211"/>
                  </a:lnTo>
                  <a:lnTo>
                    <a:pt x="258155" y="307400"/>
                  </a:lnTo>
                  <a:lnTo>
                    <a:pt x="262551" y="304447"/>
                  </a:lnTo>
                  <a:lnTo>
                    <a:pt x="266851" y="301357"/>
                  </a:lnTo>
                  <a:lnTo>
                    <a:pt x="271052" y="298132"/>
                  </a:lnTo>
                  <a:lnTo>
                    <a:pt x="275148" y="294776"/>
                  </a:lnTo>
                  <a:lnTo>
                    <a:pt x="279135" y="291291"/>
                  </a:lnTo>
                  <a:lnTo>
                    <a:pt x="283011" y="287683"/>
                  </a:lnTo>
                  <a:lnTo>
                    <a:pt x="286770" y="283953"/>
                  </a:lnTo>
                  <a:lnTo>
                    <a:pt x="290409" y="280106"/>
                  </a:lnTo>
                  <a:lnTo>
                    <a:pt x="293924" y="276145"/>
                  </a:lnTo>
                  <a:lnTo>
                    <a:pt x="297312" y="272076"/>
                  </a:lnTo>
                  <a:lnTo>
                    <a:pt x="300570" y="267901"/>
                  </a:lnTo>
                  <a:lnTo>
                    <a:pt x="303694" y="263624"/>
                  </a:lnTo>
                  <a:lnTo>
                    <a:pt x="306680" y="259252"/>
                  </a:lnTo>
                  <a:lnTo>
                    <a:pt x="309527" y="254786"/>
                  </a:lnTo>
                  <a:lnTo>
                    <a:pt x="312231" y="250233"/>
                  </a:lnTo>
                  <a:lnTo>
                    <a:pt x="314789" y="245597"/>
                  </a:lnTo>
                  <a:lnTo>
                    <a:pt x="317199" y="240881"/>
                  </a:lnTo>
                  <a:lnTo>
                    <a:pt x="319459" y="236092"/>
                  </a:lnTo>
                  <a:lnTo>
                    <a:pt x="321565" y="231234"/>
                  </a:lnTo>
                  <a:lnTo>
                    <a:pt x="323517" y="226311"/>
                  </a:lnTo>
                  <a:lnTo>
                    <a:pt x="325312" y="221329"/>
                  </a:lnTo>
                  <a:lnTo>
                    <a:pt x="326948" y="216292"/>
                  </a:lnTo>
                  <a:lnTo>
                    <a:pt x="328424" y="211207"/>
                  </a:lnTo>
                  <a:lnTo>
                    <a:pt x="329738" y="206077"/>
                  </a:lnTo>
                  <a:lnTo>
                    <a:pt x="330889" y="200908"/>
                  </a:lnTo>
                  <a:lnTo>
                    <a:pt x="331875" y="195705"/>
                  </a:lnTo>
                  <a:lnTo>
                    <a:pt x="332697" y="190474"/>
                  </a:lnTo>
                  <a:lnTo>
                    <a:pt x="333352" y="185219"/>
                  </a:lnTo>
                  <a:lnTo>
                    <a:pt x="333840" y="179946"/>
                  </a:lnTo>
                  <a:lnTo>
                    <a:pt x="334161" y="174660"/>
                  </a:lnTo>
                  <a:lnTo>
                    <a:pt x="334315" y="169367"/>
                  </a:lnTo>
                  <a:lnTo>
                    <a:pt x="334301" y="164072"/>
                  </a:lnTo>
                  <a:lnTo>
                    <a:pt x="334119" y="158779"/>
                  </a:lnTo>
                  <a:lnTo>
                    <a:pt x="333769" y="153495"/>
                  </a:lnTo>
                  <a:lnTo>
                    <a:pt x="333253" y="148225"/>
                  </a:lnTo>
                  <a:lnTo>
                    <a:pt x="332569" y="142974"/>
                  </a:lnTo>
                  <a:lnTo>
                    <a:pt x="331720" y="137747"/>
                  </a:lnTo>
                  <a:lnTo>
                    <a:pt x="330706" y="132549"/>
                  </a:lnTo>
                  <a:lnTo>
                    <a:pt x="329527" y="127387"/>
                  </a:lnTo>
                  <a:lnTo>
                    <a:pt x="328186" y="122264"/>
                  </a:lnTo>
                  <a:lnTo>
                    <a:pt x="326683" y="117186"/>
                  </a:lnTo>
                  <a:lnTo>
                    <a:pt x="325019" y="112159"/>
                  </a:lnTo>
                  <a:lnTo>
                    <a:pt x="323198" y="107186"/>
                  </a:lnTo>
                  <a:lnTo>
                    <a:pt x="321220" y="102274"/>
                  </a:lnTo>
                  <a:lnTo>
                    <a:pt x="319087" y="97427"/>
                  </a:lnTo>
                  <a:lnTo>
                    <a:pt x="316802" y="92650"/>
                  </a:lnTo>
                  <a:lnTo>
                    <a:pt x="314367" y="87948"/>
                  </a:lnTo>
                  <a:lnTo>
                    <a:pt x="311784" y="83325"/>
                  </a:lnTo>
                  <a:lnTo>
                    <a:pt x="309055" y="78786"/>
                  </a:lnTo>
                  <a:lnTo>
                    <a:pt x="306185" y="74336"/>
                  </a:lnTo>
                  <a:lnTo>
                    <a:pt x="303175" y="69979"/>
                  </a:lnTo>
                  <a:lnTo>
                    <a:pt x="300028" y="65720"/>
                  </a:lnTo>
                  <a:lnTo>
                    <a:pt x="296748" y="61563"/>
                  </a:lnTo>
                  <a:lnTo>
                    <a:pt x="293339" y="57511"/>
                  </a:lnTo>
                  <a:lnTo>
                    <a:pt x="289802" y="53570"/>
                  </a:lnTo>
                  <a:lnTo>
                    <a:pt x="286142" y="49742"/>
                  </a:lnTo>
                  <a:lnTo>
                    <a:pt x="282363" y="46032"/>
                  </a:lnTo>
                  <a:lnTo>
                    <a:pt x="278469" y="42444"/>
                  </a:lnTo>
                  <a:lnTo>
                    <a:pt x="274462" y="38981"/>
                  </a:lnTo>
                  <a:lnTo>
                    <a:pt x="270349" y="35647"/>
                  </a:lnTo>
                  <a:lnTo>
                    <a:pt x="266131" y="32445"/>
                  </a:lnTo>
                  <a:lnTo>
                    <a:pt x="261814" y="29378"/>
                  </a:lnTo>
                  <a:lnTo>
                    <a:pt x="257402" y="26449"/>
                  </a:lnTo>
                  <a:lnTo>
                    <a:pt x="252900" y="23661"/>
                  </a:lnTo>
                  <a:lnTo>
                    <a:pt x="248312" y="21017"/>
                  </a:lnTo>
                  <a:lnTo>
                    <a:pt x="243642" y="18520"/>
                  </a:lnTo>
                  <a:lnTo>
                    <a:pt x="238895" y="16173"/>
                  </a:lnTo>
                  <a:lnTo>
                    <a:pt x="234077" y="13976"/>
                  </a:lnTo>
                  <a:lnTo>
                    <a:pt x="229191" y="11934"/>
                  </a:lnTo>
                  <a:lnTo>
                    <a:pt x="224243" y="10047"/>
                  </a:lnTo>
                  <a:lnTo>
                    <a:pt x="219238" y="8318"/>
                  </a:lnTo>
                  <a:lnTo>
                    <a:pt x="214180" y="6748"/>
                  </a:lnTo>
                  <a:lnTo>
                    <a:pt x="209076" y="5339"/>
                  </a:lnTo>
                  <a:lnTo>
                    <a:pt x="203929" y="4093"/>
                  </a:lnTo>
                  <a:lnTo>
                    <a:pt x="198745" y="3010"/>
                  </a:lnTo>
                  <a:lnTo>
                    <a:pt x="193530" y="2092"/>
                  </a:lnTo>
                  <a:lnTo>
                    <a:pt x="188288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2282" y="2126963"/>
              <a:ext cx="29005" cy="167167"/>
            </a:xfrm>
            <a:custGeom>
              <a:avLst/>
              <a:pathLst>
                <a:path w="29005" h="167167">
                  <a:moveTo>
                    <a:pt x="29005" y="0"/>
                  </a:moveTo>
                  <a:lnTo>
                    <a:pt x="21719" y="158"/>
                  </a:lnTo>
                  <a:lnTo>
                    <a:pt x="14447" y="635"/>
                  </a:lnTo>
                  <a:lnTo>
                    <a:pt x="7202" y="1427"/>
                  </a:lnTo>
                  <a:lnTo>
                    <a:pt x="0" y="2535"/>
                  </a:lnTo>
                  <a:lnTo>
                    <a:pt x="2900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2282" y="2129499"/>
              <a:ext cx="29005" cy="164631"/>
            </a:xfrm>
            <a:custGeom>
              <a:avLst/>
              <a:pathLst>
                <a:path w="29005" h="164631">
                  <a:moveTo>
                    <a:pt x="0" y="0"/>
                  </a:moveTo>
                  <a:lnTo>
                    <a:pt x="29005" y="164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2282" y="2129499"/>
              <a:ext cx="29005" cy="164631"/>
            </a:xfrm>
            <a:custGeom>
              <a:avLst/>
              <a:pathLst>
                <a:path w="29005" h="164631">
                  <a:moveTo>
                    <a:pt x="0" y="0"/>
                  </a:moveTo>
                  <a:lnTo>
                    <a:pt x="29005" y="164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2282" y="2129499"/>
              <a:ext cx="29005" cy="164631"/>
            </a:xfrm>
            <a:custGeom>
              <a:avLst/>
              <a:pathLst>
                <a:path w="29005" h="164631">
                  <a:moveTo>
                    <a:pt x="0" y="0"/>
                  </a:moveTo>
                  <a:lnTo>
                    <a:pt x="29005" y="164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2282" y="2129499"/>
              <a:ext cx="29005" cy="164631"/>
            </a:xfrm>
            <a:custGeom>
              <a:avLst/>
              <a:pathLst>
                <a:path w="29005" h="164631">
                  <a:moveTo>
                    <a:pt x="0" y="0"/>
                  </a:moveTo>
                  <a:lnTo>
                    <a:pt x="29005" y="164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2282" y="2129499"/>
              <a:ext cx="29005" cy="164631"/>
            </a:xfrm>
            <a:custGeom>
              <a:avLst/>
              <a:pathLst>
                <a:path w="29005" h="164631">
                  <a:moveTo>
                    <a:pt x="0" y="0"/>
                  </a:moveTo>
                  <a:lnTo>
                    <a:pt x="29005" y="1646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2282" y="2129499"/>
              <a:ext cx="29005" cy="164631"/>
            </a:xfrm>
            <a:custGeom>
              <a:avLst/>
              <a:pathLst>
                <a:path w="29005" h="164631">
                  <a:moveTo>
                    <a:pt x="0" y="0"/>
                  </a:moveTo>
                  <a:lnTo>
                    <a:pt x="29005" y="1646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2282" y="2129499"/>
              <a:ext cx="29005" cy="164631"/>
            </a:xfrm>
            <a:custGeom>
              <a:avLst/>
              <a:pathLst>
                <a:path w="29005" h="164631">
                  <a:moveTo>
                    <a:pt x="0" y="0"/>
                  </a:moveTo>
                  <a:lnTo>
                    <a:pt x="29005" y="1646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52282" y="2129499"/>
              <a:ext cx="29005" cy="164631"/>
            </a:xfrm>
            <a:custGeom>
              <a:avLst/>
              <a:pathLst>
                <a:path w="29005" h="164631">
                  <a:moveTo>
                    <a:pt x="0" y="0"/>
                  </a:moveTo>
                  <a:lnTo>
                    <a:pt x="29005" y="1646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52282" y="2129499"/>
              <a:ext cx="29005" cy="164631"/>
            </a:xfrm>
            <a:custGeom>
              <a:avLst/>
              <a:pathLst>
                <a:path w="29005" h="164631">
                  <a:moveTo>
                    <a:pt x="0" y="0"/>
                  </a:moveTo>
                  <a:lnTo>
                    <a:pt x="29005" y="164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52282" y="2129499"/>
              <a:ext cx="29005" cy="164631"/>
            </a:xfrm>
            <a:custGeom>
              <a:avLst/>
              <a:pathLst>
                <a:path w="29005" h="164631">
                  <a:moveTo>
                    <a:pt x="0" y="0"/>
                  </a:moveTo>
                  <a:lnTo>
                    <a:pt x="29005" y="164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52282" y="2129499"/>
              <a:ext cx="29005" cy="164631"/>
            </a:xfrm>
            <a:custGeom>
              <a:avLst/>
              <a:pathLst>
                <a:path w="29005" h="164631">
                  <a:moveTo>
                    <a:pt x="0" y="0"/>
                  </a:moveTo>
                  <a:lnTo>
                    <a:pt x="29005" y="164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52282" y="2129499"/>
              <a:ext cx="29005" cy="164631"/>
            </a:xfrm>
            <a:custGeom>
              <a:avLst/>
              <a:pathLst>
                <a:path w="29005" h="164631">
                  <a:moveTo>
                    <a:pt x="0" y="0"/>
                  </a:moveTo>
                  <a:lnTo>
                    <a:pt x="29005" y="164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52282" y="2129499"/>
              <a:ext cx="29005" cy="164631"/>
            </a:xfrm>
            <a:custGeom>
              <a:avLst/>
              <a:pathLst>
                <a:path w="29005" h="164631">
                  <a:moveTo>
                    <a:pt x="0" y="0"/>
                  </a:moveTo>
                  <a:lnTo>
                    <a:pt x="29005" y="1646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52282" y="2129499"/>
              <a:ext cx="29005" cy="164631"/>
            </a:xfrm>
            <a:custGeom>
              <a:avLst/>
              <a:pathLst>
                <a:path w="29005" h="164631">
                  <a:moveTo>
                    <a:pt x="0" y="0"/>
                  </a:moveTo>
                  <a:lnTo>
                    <a:pt x="29005" y="1646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614123" y="2128536"/>
              <a:ext cx="334320" cy="332761"/>
            </a:xfrm>
            <a:custGeom>
              <a:avLst/>
              <a:pathLst>
                <a:path w="334320" h="332761">
                  <a:moveTo>
                    <a:pt x="138158" y="962"/>
                  </a:moveTo>
                  <a:lnTo>
                    <a:pt x="132972" y="1961"/>
                  </a:lnTo>
                  <a:lnTo>
                    <a:pt x="127820" y="3122"/>
                  </a:lnTo>
                  <a:lnTo>
                    <a:pt x="122707" y="4446"/>
                  </a:lnTo>
                  <a:lnTo>
                    <a:pt x="117639" y="5931"/>
                  </a:lnTo>
                  <a:lnTo>
                    <a:pt x="112620" y="7575"/>
                  </a:lnTo>
                  <a:lnTo>
                    <a:pt x="107655" y="9377"/>
                  </a:lnTo>
                  <a:lnTo>
                    <a:pt x="102750" y="11335"/>
                  </a:lnTo>
                  <a:lnTo>
                    <a:pt x="97909" y="13447"/>
                  </a:lnTo>
                  <a:lnTo>
                    <a:pt x="93137" y="15711"/>
                  </a:lnTo>
                  <a:lnTo>
                    <a:pt x="88439" y="18124"/>
                  </a:lnTo>
                  <a:lnTo>
                    <a:pt x="83820" y="20684"/>
                  </a:lnTo>
                  <a:lnTo>
                    <a:pt x="79284" y="23389"/>
                  </a:lnTo>
                  <a:lnTo>
                    <a:pt x="74836" y="26237"/>
                  </a:lnTo>
                  <a:lnTo>
                    <a:pt x="70479" y="29223"/>
                  </a:lnTo>
                  <a:lnTo>
                    <a:pt x="66220" y="32345"/>
                  </a:lnTo>
                  <a:lnTo>
                    <a:pt x="62061" y="35600"/>
                  </a:lnTo>
                  <a:lnTo>
                    <a:pt x="58007" y="38985"/>
                  </a:lnTo>
                  <a:lnTo>
                    <a:pt x="54062" y="42497"/>
                  </a:lnTo>
                  <a:lnTo>
                    <a:pt x="50229" y="46131"/>
                  </a:lnTo>
                  <a:lnTo>
                    <a:pt x="46514" y="49885"/>
                  </a:lnTo>
                  <a:lnTo>
                    <a:pt x="42919" y="53754"/>
                  </a:lnTo>
                  <a:lnTo>
                    <a:pt x="39448" y="57735"/>
                  </a:lnTo>
                  <a:lnTo>
                    <a:pt x="36104" y="61823"/>
                  </a:lnTo>
                  <a:lnTo>
                    <a:pt x="32892" y="66015"/>
                  </a:lnTo>
                  <a:lnTo>
                    <a:pt x="29813" y="70306"/>
                  </a:lnTo>
                  <a:lnTo>
                    <a:pt x="26871" y="74693"/>
                  </a:lnTo>
                  <a:lnTo>
                    <a:pt x="24070" y="79170"/>
                  </a:lnTo>
                  <a:lnTo>
                    <a:pt x="21411" y="83733"/>
                  </a:lnTo>
                  <a:lnTo>
                    <a:pt x="18898" y="88379"/>
                  </a:lnTo>
                  <a:lnTo>
                    <a:pt x="16533" y="93101"/>
                  </a:lnTo>
                  <a:lnTo>
                    <a:pt x="14318" y="97895"/>
                  </a:lnTo>
                  <a:lnTo>
                    <a:pt x="12256" y="102758"/>
                  </a:lnTo>
                  <a:lnTo>
                    <a:pt x="10348" y="107683"/>
                  </a:lnTo>
                  <a:lnTo>
                    <a:pt x="8597" y="112665"/>
                  </a:lnTo>
                  <a:lnTo>
                    <a:pt x="7004" y="117701"/>
                  </a:lnTo>
                  <a:lnTo>
                    <a:pt x="5571" y="122784"/>
                  </a:lnTo>
                  <a:lnTo>
                    <a:pt x="4299" y="127910"/>
                  </a:lnTo>
                  <a:lnTo>
                    <a:pt x="3190" y="133074"/>
                  </a:lnTo>
                  <a:lnTo>
                    <a:pt x="2244" y="138270"/>
                  </a:lnTo>
                  <a:lnTo>
                    <a:pt x="1464" y="143494"/>
                  </a:lnTo>
                  <a:lnTo>
                    <a:pt x="848" y="148739"/>
                  </a:lnTo>
                  <a:lnTo>
                    <a:pt x="399" y="154001"/>
                  </a:lnTo>
                  <a:lnTo>
                    <a:pt x="116" y="159275"/>
                  </a:lnTo>
                  <a:lnTo>
                    <a:pt x="0" y="164555"/>
                  </a:lnTo>
                  <a:lnTo>
                    <a:pt x="50" y="169837"/>
                  </a:lnTo>
                  <a:lnTo>
                    <a:pt x="268" y="175114"/>
                  </a:lnTo>
                  <a:lnTo>
                    <a:pt x="652" y="180381"/>
                  </a:lnTo>
                  <a:lnTo>
                    <a:pt x="1202" y="185634"/>
                  </a:lnTo>
                  <a:lnTo>
                    <a:pt x="1918" y="190867"/>
                  </a:lnTo>
                  <a:lnTo>
                    <a:pt x="2799" y="196074"/>
                  </a:lnTo>
                  <a:lnTo>
                    <a:pt x="3843" y="201251"/>
                  </a:lnTo>
                  <a:lnTo>
                    <a:pt x="5051" y="206393"/>
                  </a:lnTo>
                  <a:lnTo>
                    <a:pt x="6421" y="211493"/>
                  </a:lnTo>
                  <a:lnTo>
                    <a:pt x="7951" y="216548"/>
                  </a:lnTo>
                  <a:lnTo>
                    <a:pt x="9640" y="221552"/>
                  </a:lnTo>
                  <a:lnTo>
                    <a:pt x="11487" y="226501"/>
                  </a:lnTo>
                  <a:lnTo>
                    <a:pt x="13488" y="231388"/>
                  </a:lnTo>
                  <a:lnTo>
                    <a:pt x="15644" y="236210"/>
                  </a:lnTo>
                  <a:lnTo>
                    <a:pt x="17950" y="240961"/>
                  </a:lnTo>
                  <a:lnTo>
                    <a:pt x="20405" y="245637"/>
                  </a:lnTo>
                  <a:lnTo>
                    <a:pt x="23007" y="250233"/>
                  </a:lnTo>
                  <a:lnTo>
                    <a:pt x="25753" y="254745"/>
                  </a:lnTo>
                  <a:lnTo>
                    <a:pt x="28640" y="259168"/>
                  </a:lnTo>
                  <a:lnTo>
                    <a:pt x="31665" y="263497"/>
                  </a:lnTo>
                  <a:lnTo>
                    <a:pt x="34825" y="267729"/>
                  </a:lnTo>
                  <a:lnTo>
                    <a:pt x="38118" y="271858"/>
                  </a:lnTo>
                  <a:lnTo>
                    <a:pt x="41539" y="275882"/>
                  </a:lnTo>
                  <a:lnTo>
                    <a:pt x="45086" y="279795"/>
                  </a:lnTo>
                  <a:lnTo>
                    <a:pt x="48754" y="283595"/>
                  </a:lnTo>
                  <a:lnTo>
                    <a:pt x="52541" y="287276"/>
                  </a:lnTo>
                  <a:lnTo>
                    <a:pt x="56442" y="290836"/>
                  </a:lnTo>
                  <a:lnTo>
                    <a:pt x="60454" y="294272"/>
                  </a:lnTo>
                  <a:lnTo>
                    <a:pt x="64572" y="297578"/>
                  </a:lnTo>
                  <a:lnTo>
                    <a:pt x="68793" y="300753"/>
                  </a:lnTo>
                  <a:lnTo>
                    <a:pt x="73111" y="303793"/>
                  </a:lnTo>
                  <a:lnTo>
                    <a:pt x="77524" y="306696"/>
                  </a:lnTo>
                  <a:lnTo>
                    <a:pt x="82026" y="309457"/>
                  </a:lnTo>
                  <a:lnTo>
                    <a:pt x="86613" y="312075"/>
                  </a:lnTo>
                  <a:lnTo>
                    <a:pt x="91281" y="314546"/>
                  </a:lnTo>
                  <a:lnTo>
                    <a:pt x="96024" y="316869"/>
                  </a:lnTo>
                  <a:lnTo>
                    <a:pt x="100838" y="319041"/>
                  </a:lnTo>
                  <a:lnTo>
                    <a:pt x="105719" y="321059"/>
                  </a:lnTo>
                  <a:lnTo>
                    <a:pt x="110661" y="322923"/>
                  </a:lnTo>
                  <a:lnTo>
                    <a:pt x="115659" y="324629"/>
                  </a:lnTo>
                  <a:lnTo>
                    <a:pt x="120708" y="326177"/>
                  </a:lnTo>
                  <a:lnTo>
                    <a:pt x="125804" y="327564"/>
                  </a:lnTo>
                  <a:lnTo>
                    <a:pt x="130942" y="328790"/>
                  </a:lnTo>
                  <a:lnTo>
                    <a:pt x="136115" y="329853"/>
                  </a:lnTo>
                  <a:lnTo>
                    <a:pt x="141320" y="330752"/>
                  </a:lnTo>
                  <a:lnTo>
                    <a:pt x="146550" y="331486"/>
                  </a:lnTo>
                  <a:lnTo>
                    <a:pt x="151801" y="332054"/>
                  </a:lnTo>
                  <a:lnTo>
                    <a:pt x="157067" y="332456"/>
                  </a:lnTo>
                  <a:lnTo>
                    <a:pt x="162343" y="332692"/>
                  </a:lnTo>
                  <a:lnTo>
                    <a:pt x="167624" y="332761"/>
                  </a:lnTo>
                  <a:lnTo>
                    <a:pt x="172904" y="332663"/>
                  </a:lnTo>
                  <a:lnTo>
                    <a:pt x="178179" y="332398"/>
                  </a:lnTo>
                  <a:lnTo>
                    <a:pt x="183443" y="331967"/>
                  </a:lnTo>
                  <a:lnTo>
                    <a:pt x="188691" y="331370"/>
                  </a:lnTo>
                  <a:lnTo>
                    <a:pt x="193917" y="330607"/>
                  </a:lnTo>
                  <a:lnTo>
                    <a:pt x="199116" y="329679"/>
                  </a:lnTo>
                  <a:lnTo>
                    <a:pt x="204284" y="328588"/>
                  </a:lnTo>
                  <a:lnTo>
                    <a:pt x="209414" y="327334"/>
                  </a:lnTo>
                  <a:lnTo>
                    <a:pt x="214502" y="325919"/>
                  </a:lnTo>
                  <a:lnTo>
                    <a:pt x="219544" y="324343"/>
                  </a:lnTo>
                  <a:lnTo>
                    <a:pt x="224532" y="322609"/>
                  </a:lnTo>
                  <a:lnTo>
                    <a:pt x="229464" y="320719"/>
                  </a:lnTo>
                  <a:lnTo>
                    <a:pt x="234333" y="318673"/>
                  </a:lnTo>
                  <a:lnTo>
                    <a:pt x="239135" y="316475"/>
                  </a:lnTo>
                  <a:lnTo>
                    <a:pt x="243866" y="314126"/>
                  </a:lnTo>
                  <a:lnTo>
                    <a:pt x="248520" y="311629"/>
                  </a:lnTo>
                  <a:lnTo>
                    <a:pt x="253092" y="308986"/>
                  </a:lnTo>
                  <a:lnTo>
                    <a:pt x="257579" y="306200"/>
                  </a:lnTo>
                  <a:lnTo>
                    <a:pt x="261976" y="303273"/>
                  </a:lnTo>
                  <a:lnTo>
                    <a:pt x="266278" y="300210"/>
                  </a:lnTo>
                  <a:lnTo>
                    <a:pt x="270481" y="297011"/>
                  </a:lnTo>
                  <a:lnTo>
                    <a:pt x="274581" y="293682"/>
                  </a:lnTo>
                  <a:lnTo>
                    <a:pt x="278573" y="290225"/>
                  </a:lnTo>
                  <a:lnTo>
                    <a:pt x="282455" y="286643"/>
                  </a:lnTo>
                  <a:lnTo>
                    <a:pt x="286221" y="282941"/>
                  </a:lnTo>
                  <a:lnTo>
                    <a:pt x="289869" y="279121"/>
                  </a:lnTo>
                  <a:lnTo>
                    <a:pt x="293394" y="275188"/>
                  </a:lnTo>
                  <a:lnTo>
                    <a:pt x="296793" y="271146"/>
                  </a:lnTo>
                  <a:lnTo>
                    <a:pt x="300063" y="266998"/>
                  </a:lnTo>
                  <a:lnTo>
                    <a:pt x="303200" y="262749"/>
                  </a:lnTo>
                  <a:lnTo>
                    <a:pt x="306201" y="258404"/>
                  </a:lnTo>
                  <a:lnTo>
                    <a:pt x="309063" y="253965"/>
                  </a:lnTo>
                  <a:lnTo>
                    <a:pt x="311784" y="249438"/>
                  </a:lnTo>
                  <a:lnTo>
                    <a:pt x="314361" y="244828"/>
                  </a:lnTo>
                  <a:lnTo>
                    <a:pt x="316790" y="240138"/>
                  </a:lnTo>
                  <a:lnTo>
                    <a:pt x="319070" y="235375"/>
                  </a:lnTo>
                  <a:lnTo>
                    <a:pt x="321199" y="230541"/>
                  </a:lnTo>
                  <a:lnTo>
                    <a:pt x="323174" y="225643"/>
                  </a:lnTo>
                  <a:lnTo>
                    <a:pt x="324993" y="220684"/>
                  </a:lnTo>
                  <a:lnTo>
                    <a:pt x="326654" y="215671"/>
                  </a:lnTo>
                  <a:lnTo>
                    <a:pt x="328157" y="210608"/>
                  </a:lnTo>
                  <a:lnTo>
                    <a:pt x="329498" y="205499"/>
                  </a:lnTo>
                  <a:lnTo>
                    <a:pt x="330678" y="200351"/>
                  </a:lnTo>
                  <a:lnTo>
                    <a:pt x="331694" y="195169"/>
                  </a:lnTo>
                  <a:lnTo>
                    <a:pt x="332546" y="189956"/>
                  </a:lnTo>
                  <a:lnTo>
                    <a:pt x="333233" y="184720"/>
                  </a:lnTo>
                  <a:lnTo>
                    <a:pt x="333755" y="179464"/>
                  </a:lnTo>
                  <a:lnTo>
                    <a:pt x="334110" y="174195"/>
                  </a:lnTo>
                  <a:lnTo>
                    <a:pt x="334298" y="168916"/>
                  </a:lnTo>
                  <a:lnTo>
                    <a:pt x="334320" y="163635"/>
                  </a:lnTo>
                  <a:lnTo>
                    <a:pt x="334174" y="158356"/>
                  </a:lnTo>
                  <a:lnTo>
                    <a:pt x="333862" y="153083"/>
                  </a:lnTo>
                  <a:lnTo>
                    <a:pt x="333384" y="147824"/>
                  </a:lnTo>
                  <a:lnTo>
                    <a:pt x="332740" y="142582"/>
                  </a:lnTo>
                  <a:lnTo>
                    <a:pt x="331930" y="137362"/>
                  </a:lnTo>
                  <a:lnTo>
                    <a:pt x="330956" y="132172"/>
                  </a:lnTo>
                  <a:lnTo>
                    <a:pt x="329818" y="127014"/>
                  </a:lnTo>
                  <a:lnTo>
                    <a:pt x="328518" y="121895"/>
                  </a:lnTo>
                  <a:lnTo>
                    <a:pt x="327058" y="116820"/>
                  </a:lnTo>
                  <a:lnTo>
                    <a:pt x="325437" y="111793"/>
                  </a:lnTo>
                  <a:lnTo>
                    <a:pt x="323658" y="106820"/>
                  </a:lnTo>
                  <a:lnTo>
                    <a:pt x="321724" y="101906"/>
                  </a:lnTo>
                  <a:lnTo>
                    <a:pt x="319635" y="97055"/>
                  </a:lnTo>
                  <a:lnTo>
                    <a:pt x="317393" y="92273"/>
                  </a:lnTo>
                  <a:lnTo>
                    <a:pt x="315002" y="87563"/>
                  </a:lnTo>
                  <a:lnTo>
                    <a:pt x="312463" y="82932"/>
                  </a:lnTo>
                  <a:lnTo>
                    <a:pt x="309780" y="78383"/>
                  </a:lnTo>
                  <a:lnTo>
                    <a:pt x="306953" y="73922"/>
                  </a:lnTo>
                  <a:lnTo>
                    <a:pt x="303988" y="69551"/>
                  </a:lnTo>
                  <a:lnTo>
                    <a:pt x="300885" y="65277"/>
                  </a:lnTo>
                  <a:lnTo>
                    <a:pt x="297650" y="61103"/>
                  </a:lnTo>
                  <a:lnTo>
                    <a:pt x="294284" y="57033"/>
                  </a:lnTo>
                  <a:lnTo>
                    <a:pt x="290791" y="53072"/>
                  </a:lnTo>
                  <a:lnTo>
                    <a:pt x="287175" y="49222"/>
                  </a:lnTo>
                  <a:lnTo>
                    <a:pt x="283438" y="45489"/>
                  </a:lnTo>
                  <a:lnTo>
                    <a:pt x="279586" y="41876"/>
                  </a:lnTo>
                  <a:lnTo>
                    <a:pt x="275622" y="38386"/>
                  </a:lnTo>
                  <a:lnTo>
                    <a:pt x="271549" y="35024"/>
                  </a:lnTo>
                  <a:lnTo>
                    <a:pt x="267373" y="31791"/>
                  </a:lnTo>
                  <a:lnTo>
                    <a:pt x="263096" y="28692"/>
                  </a:lnTo>
                  <a:lnTo>
                    <a:pt x="258723" y="25730"/>
                  </a:lnTo>
                  <a:lnTo>
                    <a:pt x="254259" y="22908"/>
                  </a:lnTo>
                  <a:lnTo>
                    <a:pt x="249708" y="20228"/>
                  </a:lnTo>
                  <a:lnTo>
                    <a:pt x="245075" y="17693"/>
                  </a:lnTo>
                  <a:lnTo>
                    <a:pt x="240364" y="15305"/>
                  </a:lnTo>
                  <a:lnTo>
                    <a:pt x="235580" y="13068"/>
                  </a:lnTo>
                  <a:lnTo>
                    <a:pt x="230727" y="10983"/>
                  </a:lnTo>
                  <a:lnTo>
                    <a:pt x="225811" y="9052"/>
                  </a:lnTo>
                  <a:lnTo>
                    <a:pt x="220837" y="7277"/>
                  </a:lnTo>
                  <a:lnTo>
                    <a:pt x="215809" y="5661"/>
                  </a:lnTo>
                  <a:lnTo>
                    <a:pt x="210732" y="4204"/>
                  </a:lnTo>
                  <a:lnTo>
                    <a:pt x="205612" y="2908"/>
                  </a:lnTo>
                  <a:lnTo>
                    <a:pt x="200454" y="1775"/>
                  </a:lnTo>
                  <a:lnTo>
                    <a:pt x="195262" y="805"/>
                  </a:lnTo>
                  <a:lnTo>
                    <a:pt x="190042" y="0"/>
                  </a:lnTo>
                  <a:lnTo>
                    <a:pt x="167164" y="1655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81287" y="2126963"/>
              <a:ext cx="22878" cy="167167"/>
            </a:xfrm>
            <a:custGeom>
              <a:avLst/>
              <a:pathLst>
                <a:path w="22878" h="167167">
                  <a:moveTo>
                    <a:pt x="22878" y="1573"/>
                  </a:moveTo>
                  <a:lnTo>
                    <a:pt x="15279" y="699"/>
                  </a:lnTo>
                  <a:lnTo>
                    <a:pt x="7647" y="17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134" y="2633064"/>
              <a:ext cx="4613" cy="167167"/>
            </a:xfrm>
            <a:custGeom>
              <a:avLst/>
              <a:pathLst>
                <a:path w="4613" h="167167">
                  <a:moveTo>
                    <a:pt x="4613" y="0"/>
                  </a:moveTo>
                  <a:lnTo>
                    <a:pt x="0" y="63"/>
                  </a:lnTo>
                  <a:lnTo>
                    <a:pt x="461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134" y="2633128"/>
              <a:ext cx="4613" cy="167103"/>
            </a:xfrm>
            <a:custGeom>
              <a:avLst/>
              <a:pathLst>
                <a:path w="4613" h="167103">
                  <a:moveTo>
                    <a:pt x="0" y="0"/>
                  </a:moveTo>
                  <a:lnTo>
                    <a:pt x="4613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134" y="2633128"/>
              <a:ext cx="4613" cy="167103"/>
            </a:xfrm>
            <a:custGeom>
              <a:avLst/>
              <a:pathLst>
                <a:path w="4613" h="167103">
                  <a:moveTo>
                    <a:pt x="0" y="0"/>
                  </a:moveTo>
                  <a:lnTo>
                    <a:pt x="4613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134" y="2633128"/>
              <a:ext cx="4613" cy="167103"/>
            </a:xfrm>
            <a:custGeom>
              <a:avLst/>
              <a:pathLst>
                <a:path w="4613" h="167103">
                  <a:moveTo>
                    <a:pt x="0" y="0"/>
                  </a:moveTo>
                  <a:lnTo>
                    <a:pt x="4613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134" y="2633128"/>
              <a:ext cx="4613" cy="167103"/>
            </a:xfrm>
            <a:custGeom>
              <a:avLst/>
              <a:pathLst>
                <a:path w="4613" h="167103">
                  <a:moveTo>
                    <a:pt x="0" y="0"/>
                  </a:moveTo>
                  <a:lnTo>
                    <a:pt x="4613" y="1671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6134" y="2633128"/>
              <a:ext cx="4613" cy="167103"/>
            </a:xfrm>
            <a:custGeom>
              <a:avLst/>
              <a:pathLst>
                <a:path w="4613" h="167103">
                  <a:moveTo>
                    <a:pt x="0" y="0"/>
                  </a:moveTo>
                  <a:lnTo>
                    <a:pt x="4613" y="1671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6134" y="2633128"/>
              <a:ext cx="4613" cy="167103"/>
            </a:xfrm>
            <a:custGeom>
              <a:avLst/>
              <a:pathLst>
                <a:path w="4613" h="167103">
                  <a:moveTo>
                    <a:pt x="0" y="0"/>
                  </a:moveTo>
                  <a:lnTo>
                    <a:pt x="4613" y="1671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6134" y="2633128"/>
              <a:ext cx="4613" cy="167103"/>
            </a:xfrm>
            <a:custGeom>
              <a:avLst/>
              <a:pathLst>
                <a:path w="4613" h="167103">
                  <a:moveTo>
                    <a:pt x="0" y="0"/>
                  </a:moveTo>
                  <a:lnTo>
                    <a:pt x="4613" y="1671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6134" y="2633128"/>
              <a:ext cx="4613" cy="167103"/>
            </a:xfrm>
            <a:custGeom>
              <a:avLst/>
              <a:pathLst>
                <a:path w="4613" h="167103">
                  <a:moveTo>
                    <a:pt x="0" y="0"/>
                  </a:moveTo>
                  <a:lnTo>
                    <a:pt x="4613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6134" y="2633128"/>
              <a:ext cx="4613" cy="167103"/>
            </a:xfrm>
            <a:custGeom>
              <a:avLst/>
              <a:pathLst>
                <a:path w="4613" h="167103">
                  <a:moveTo>
                    <a:pt x="0" y="0"/>
                  </a:moveTo>
                  <a:lnTo>
                    <a:pt x="4613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6134" y="2633128"/>
              <a:ext cx="4613" cy="167103"/>
            </a:xfrm>
            <a:custGeom>
              <a:avLst/>
              <a:pathLst>
                <a:path w="4613" h="167103">
                  <a:moveTo>
                    <a:pt x="0" y="0"/>
                  </a:moveTo>
                  <a:lnTo>
                    <a:pt x="4613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6134" y="2633128"/>
              <a:ext cx="4613" cy="167103"/>
            </a:xfrm>
            <a:custGeom>
              <a:avLst/>
              <a:pathLst>
                <a:path w="4613" h="167103">
                  <a:moveTo>
                    <a:pt x="0" y="0"/>
                  </a:moveTo>
                  <a:lnTo>
                    <a:pt x="4613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6134" y="2633128"/>
              <a:ext cx="4613" cy="167103"/>
            </a:xfrm>
            <a:custGeom>
              <a:avLst/>
              <a:pathLst>
                <a:path w="4613" h="167103">
                  <a:moveTo>
                    <a:pt x="0" y="0"/>
                  </a:moveTo>
                  <a:lnTo>
                    <a:pt x="4613" y="1671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6134" y="2633128"/>
              <a:ext cx="4613" cy="167103"/>
            </a:xfrm>
            <a:custGeom>
              <a:avLst/>
              <a:pathLst>
                <a:path w="4613" h="167103">
                  <a:moveTo>
                    <a:pt x="0" y="0"/>
                  </a:moveTo>
                  <a:lnTo>
                    <a:pt x="4613" y="1671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423585" y="2633128"/>
              <a:ext cx="334330" cy="334255"/>
            </a:xfrm>
            <a:custGeom>
              <a:avLst/>
              <a:pathLst>
                <a:path w="334330" h="334255">
                  <a:moveTo>
                    <a:pt x="162549" y="0"/>
                  </a:moveTo>
                  <a:lnTo>
                    <a:pt x="157267" y="229"/>
                  </a:lnTo>
                  <a:lnTo>
                    <a:pt x="151994" y="626"/>
                  </a:lnTo>
                  <a:lnTo>
                    <a:pt x="146736" y="1189"/>
                  </a:lnTo>
                  <a:lnTo>
                    <a:pt x="141498" y="1918"/>
                  </a:lnTo>
                  <a:lnTo>
                    <a:pt x="136287" y="2812"/>
                  </a:lnTo>
                  <a:lnTo>
                    <a:pt x="131106" y="3871"/>
                  </a:lnTo>
                  <a:lnTo>
                    <a:pt x="125961" y="5093"/>
                  </a:lnTo>
                  <a:lnTo>
                    <a:pt x="120858" y="6477"/>
                  </a:lnTo>
                  <a:lnTo>
                    <a:pt x="115800" y="8022"/>
                  </a:lnTo>
                  <a:lnTo>
                    <a:pt x="110795" y="9726"/>
                  </a:lnTo>
                  <a:lnTo>
                    <a:pt x="105845" y="11588"/>
                  </a:lnTo>
                  <a:lnTo>
                    <a:pt x="100957" y="13605"/>
                  </a:lnTo>
                  <a:lnTo>
                    <a:pt x="96135" y="15776"/>
                  </a:lnTo>
                  <a:lnTo>
                    <a:pt x="91385" y="18098"/>
                  </a:lnTo>
                  <a:lnTo>
                    <a:pt x="86710" y="20569"/>
                  </a:lnTo>
                  <a:lnTo>
                    <a:pt x="82115" y="23187"/>
                  </a:lnTo>
                  <a:lnTo>
                    <a:pt x="77606" y="25949"/>
                  </a:lnTo>
                  <a:lnTo>
                    <a:pt x="73186" y="28852"/>
                  </a:lnTo>
                  <a:lnTo>
                    <a:pt x="68861" y="31894"/>
                  </a:lnTo>
                  <a:lnTo>
                    <a:pt x="64634" y="35070"/>
                  </a:lnTo>
                  <a:lnTo>
                    <a:pt x="60509" y="38379"/>
                  </a:lnTo>
                  <a:lnTo>
                    <a:pt x="56491" y="41817"/>
                  </a:lnTo>
                  <a:lnTo>
                    <a:pt x="52584" y="45380"/>
                  </a:lnTo>
                  <a:lnTo>
                    <a:pt x="48791" y="49065"/>
                  </a:lnTo>
                  <a:lnTo>
                    <a:pt x="45117" y="52868"/>
                  </a:lnTo>
                  <a:lnTo>
                    <a:pt x="41565" y="56785"/>
                  </a:lnTo>
                  <a:lnTo>
                    <a:pt x="38139" y="60813"/>
                  </a:lnTo>
                  <a:lnTo>
                    <a:pt x="34841" y="64947"/>
                  </a:lnTo>
                  <a:lnTo>
                    <a:pt x="31677" y="69183"/>
                  </a:lnTo>
                  <a:lnTo>
                    <a:pt x="28647" y="73517"/>
                  </a:lnTo>
                  <a:lnTo>
                    <a:pt x="25757" y="77945"/>
                  </a:lnTo>
                  <a:lnTo>
                    <a:pt x="23007" y="82462"/>
                  </a:lnTo>
                  <a:lnTo>
                    <a:pt x="20402" y="87064"/>
                  </a:lnTo>
                  <a:lnTo>
                    <a:pt x="17944" y="91746"/>
                  </a:lnTo>
                  <a:lnTo>
                    <a:pt x="15636" y="96503"/>
                  </a:lnTo>
                  <a:lnTo>
                    <a:pt x="13478" y="101331"/>
                  </a:lnTo>
                  <a:lnTo>
                    <a:pt x="11475" y="106225"/>
                  </a:lnTo>
                  <a:lnTo>
                    <a:pt x="9627" y="111179"/>
                  </a:lnTo>
                  <a:lnTo>
                    <a:pt x="7937" y="116190"/>
                  </a:lnTo>
                  <a:lnTo>
                    <a:pt x="6407" y="121251"/>
                  </a:lnTo>
                  <a:lnTo>
                    <a:pt x="5037" y="126359"/>
                  </a:lnTo>
                  <a:lnTo>
                    <a:pt x="3829" y="131507"/>
                  </a:lnTo>
                  <a:lnTo>
                    <a:pt x="2785" y="136691"/>
                  </a:lnTo>
                  <a:lnTo>
                    <a:pt x="1906" y="141905"/>
                  </a:lnTo>
                  <a:lnTo>
                    <a:pt x="1191" y="147144"/>
                  </a:lnTo>
                  <a:lnTo>
                    <a:pt x="643" y="152404"/>
                  </a:lnTo>
                  <a:lnTo>
                    <a:pt x="262" y="157678"/>
                  </a:lnTo>
                  <a:lnTo>
                    <a:pt x="47" y="162961"/>
                  </a:lnTo>
                  <a:lnTo>
                    <a:pt x="0" y="168249"/>
                  </a:lnTo>
                  <a:lnTo>
                    <a:pt x="119" y="173536"/>
                  </a:lnTo>
                  <a:lnTo>
                    <a:pt x="406" y="178816"/>
                  </a:lnTo>
                  <a:lnTo>
                    <a:pt x="860" y="184084"/>
                  </a:lnTo>
                  <a:lnTo>
                    <a:pt x="1481" y="189335"/>
                  </a:lnTo>
                  <a:lnTo>
                    <a:pt x="2267" y="194565"/>
                  </a:lnTo>
                  <a:lnTo>
                    <a:pt x="3218" y="199766"/>
                  </a:lnTo>
                  <a:lnTo>
                    <a:pt x="4333" y="204935"/>
                  </a:lnTo>
                  <a:lnTo>
                    <a:pt x="5611" y="210066"/>
                  </a:lnTo>
                  <a:lnTo>
                    <a:pt x="7050" y="215154"/>
                  </a:lnTo>
                  <a:lnTo>
                    <a:pt x="8650" y="220194"/>
                  </a:lnTo>
                  <a:lnTo>
                    <a:pt x="10409" y="225181"/>
                  </a:lnTo>
                  <a:lnTo>
                    <a:pt x="12324" y="230110"/>
                  </a:lnTo>
                  <a:lnTo>
                    <a:pt x="14394" y="234976"/>
                  </a:lnTo>
                  <a:lnTo>
                    <a:pt x="16618" y="239774"/>
                  </a:lnTo>
                  <a:lnTo>
                    <a:pt x="18991" y="244499"/>
                  </a:lnTo>
                  <a:lnTo>
                    <a:pt x="21513" y="249147"/>
                  </a:lnTo>
                  <a:lnTo>
                    <a:pt x="24181" y="253712"/>
                  </a:lnTo>
                  <a:lnTo>
                    <a:pt x="26992" y="258191"/>
                  </a:lnTo>
                  <a:lnTo>
                    <a:pt x="29943" y="262579"/>
                  </a:lnTo>
                  <a:lnTo>
                    <a:pt x="33031" y="266871"/>
                  </a:lnTo>
                  <a:lnTo>
                    <a:pt x="36254" y="271064"/>
                  </a:lnTo>
                  <a:lnTo>
                    <a:pt x="39608" y="275152"/>
                  </a:lnTo>
                  <a:lnTo>
                    <a:pt x="43089" y="279133"/>
                  </a:lnTo>
                  <a:lnTo>
                    <a:pt x="46694" y="283001"/>
                  </a:lnTo>
                  <a:lnTo>
                    <a:pt x="50420" y="286753"/>
                  </a:lnTo>
                  <a:lnTo>
                    <a:pt x="54263" y="290386"/>
                  </a:lnTo>
                  <a:lnTo>
                    <a:pt x="58219" y="293895"/>
                  </a:lnTo>
                  <a:lnTo>
                    <a:pt x="62283" y="297277"/>
                  </a:lnTo>
                  <a:lnTo>
                    <a:pt x="66453" y="300529"/>
                  </a:lnTo>
                  <a:lnTo>
                    <a:pt x="70723" y="303648"/>
                  </a:lnTo>
                  <a:lnTo>
                    <a:pt x="75090" y="306630"/>
                  </a:lnTo>
                  <a:lnTo>
                    <a:pt x="79549" y="309472"/>
                  </a:lnTo>
                  <a:lnTo>
                    <a:pt x="84096" y="312172"/>
                  </a:lnTo>
                  <a:lnTo>
                    <a:pt x="88726" y="314726"/>
                  </a:lnTo>
                  <a:lnTo>
                    <a:pt x="93434" y="317133"/>
                  </a:lnTo>
                  <a:lnTo>
                    <a:pt x="98216" y="319390"/>
                  </a:lnTo>
                  <a:lnTo>
                    <a:pt x="103067" y="321495"/>
                  </a:lnTo>
                  <a:lnTo>
                    <a:pt x="107983" y="323445"/>
                  </a:lnTo>
                  <a:lnTo>
                    <a:pt x="112957" y="325238"/>
                  </a:lnTo>
                  <a:lnTo>
                    <a:pt x="117986" y="326874"/>
                  </a:lnTo>
                  <a:lnTo>
                    <a:pt x="123064" y="328349"/>
                  </a:lnTo>
                  <a:lnTo>
                    <a:pt x="128186" y="329663"/>
                  </a:lnTo>
                  <a:lnTo>
                    <a:pt x="133347" y="330815"/>
                  </a:lnTo>
                  <a:lnTo>
                    <a:pt x="138541" y="331802"/>
                  </a:lnTo>
                  <a:lnTo>
                    <a:pt x="143765" y="332625"/>
                  </a:lnTo>
                  <a:lnTo>
                    <a:pt x="149012" y="333282"/>
                  </a:lnTo>
                  <a:lnTo>
                    <a:pt x="154277" y="333773"/>
                  </a:lnTo>
                  <a:lnTo>
                    <a:pt x="159555" y="334097"/>
                  </a:lnTo>
                  <a:lnTo>
                    <a:pt x="164840" y="334255"/>
                  </a:lnTo>
                  <a:lnTo>
                    <a:pt x="170128" y="334244"/>
                  </a:lnTo>
                  <a:lnTo>
                    <a:pt x="175413" y="334067"/>
                  </a:lnTo>
                  <a:lnTo>
                    <a:pt x="180690" y="333723"/>
                  </a:lnTo>
                  <a:lnTo>
                    <a:pt x="185953" y="333211"/>
                  </a:lnTo>
                  <a:lnTo>
                    <a:pt x="191197" y="332534"/>
                  </a:lnTo>
                  <a:lnTo>
                    <a:pt x="196418" y="331691"/>
                  </a:lnTo>
                  <a:lnTo>
                    <a:pt x="201609" y="330683"/>
                  </a:lnTo>
                  <a:lnTo>
                    <a:pt x="206765" y="329512"/>
                  </a:lnTo>
                  <a:lnTo>
                    <a:pt x="211882" y="328178"/>
                  </a:lnTo>
                  <a:lnTo>
                    <a:pt x="216954" y="326683"/>
                  </a:lnTo>
                  <a:lnTo>
                    <a:pt x="221977" y="325029"/>
                  </a:lnTo>
                  <a:lnTo>
                    <a:pt x="226944" y="323216"/>
                  </a:lnTo>
                  <a:lnTo>
                    <a:pt x="231852" y="321247"/>
                  </a:lnTo>
                  <a:lnTo>
                    <a:pt x="236695" y="319124"/>
                  </a:lnTo>
                  <a:lnTo>
                    <a:pt x="241468" y="316849"/>
                  </a:lnTo>
                  <a:lnTo>
                    <a:pt x="246167" y="314424"/>
                  </a:lnTo>
                  <a:lnTo>
                    <a:pt x="250787" y="311851"/>
                  </a:lnTo>
                  <a:lnTo>
                    <a:pt x="255323" y="309134"/>
                  </a:lnTo>
                  <a:lnTo>
                    <a:pt x="259771" y="306274"/>
                  </a:lnTo>
                  <a:lnTo>
                    <a:pt x="264127" y="303276"/>
                  </a:lnTo>
                  <a:lnTo>
                    <a:pt x="268385" y="300141"/>
                  </a:lnTo>
                  <a:lnTo>
                    <a:pt x="272542" y="296873"/>
                  </a:lnTo>
                  <a:lnTo>
                    <a:pt x="276594" y="293475"/>
                  </a:lnTo>
                  <a:lnTo>
                    <a:pt x="280536" y="289951"/>
                  </a:lnTo>
                  <a:lnTo>
                    <a:pt x="284365" y="286303"/>
                  </a:lnTo>
                  <a:lnTo>
                    <a:pt x="288076" y="282537"/>
                  </a:lnTo>
                  <a:lnTo>
                    <a:pt x="291667" y="278655"/>
                  </a:lnTo>
                  <a:lnTo>
                    <a:pt x="295133" y="274661"/>
                  </a:lnTo>
                  <a:lnTo>
                    <a:pt x="298471" y="270560"/>
                  </a:lnTo>
                  <a:lnTo>
                    <a:pt x="301677" y="266355"/>
                  </a:lnTo>
                  <a:lnTo>
                    <a:pt x="304749" y="262051"/>
                  </a:lnTo>
                  <a:lnTo>
                    <a:pt x="307683" y="257652"/>
                  </a:lnTo>
                  <a:lnTo>
                    <a:pt x="310477" y="253162"/>
                  </a:lnTo>
                  <a:lnTo>
                    <a:pt x="313127" y="248586"/>
                  </a:lnTo>
                  <a:lnTo>
                    <a:pt x="315631" y="243929"/>
                  </a:lnTo>
                  <a:lnTo>
                    <a:pt x="317987" y="239195"/>
                  </a:lnTo>
                  <a:lnTo>
                    <a:pt x="320191" y="234388"/>
                  </a:lnTo>
                  <a:lnTo>
                    <a:pt x="322243" y="229514"/>
                  </a:lnTo>
                  <a:lnTo>
                    <a:pt x="324139" y="224578"/>
                  </a:lnTo>
                  <a:lnTo>
                    <a:pt x="325879" y="219585"/>
                  </a:lnTo>
                  <a:lnTo>
                    <a:pt x="327459" y="214538"/>
                  </a:lnTo>
                  <a:lnTo>
                    <a:pt x="328879" y="209445"/>
                  </a:lnTo>
                  <a:lnTo>
                    <a:pt x="330138" y="204309"/>
                  </a:lnTo>
                  <a:lnTo>
                    <a:pt x="331233" y="199136"/>
                  </a:lnTo>
                  <a:lnTo>
                    <a:pt x="332164" y="193930"/>
                  </a:lnTo>
                  <a:lnTo>
                    <a:pt x="332930" y="188698"/>
                  </a:lnTo>
                  <a:lnTo>
                    <a:pt x="333530" y="183444"/>
                  </a:lnTo>
                  <a:lnTo>
                    <a:pt x="333963" y="178174"/>
                  </a:lnTo>
                  <a:lnTo>
                    <a:pt x="334230" y="172893"/>
                  </a:lnTo>
                  <a:lnTo>
                    <a:pt x="334330" y="167606"/>
                  </a:lnTo>
                  <a:lnTo>
                    <a:pt x="334262" y="162319"/>
                  </a:lnTo>
                  <a:lnTo>
                    <a:pt x="334027" y="157036"/>
                  </a:lnTo>
                  <a:lnTo>
                    <a:pt x="333625" y="151764"/>
                  </a:lnTo>
                  <a:lnTo>
                    <a:pt x="333057" y="146506"/>
                  </a:lnTo>
                  <a:lnTo>
                    <a:pt x="332322" y="141270"/>
                  </a:lnTo>
                  <a:lnTo>
                    <a:pt x="331423" y="136059"/>
                  </a:lnTo>
                  <a:lnTo>
                    <a:pt x="330358" y="130879"/>
                  </a:lnTo>
                  <a:lnTo>
                    <a:pt x="329131" y="125736"/>
                  </a:lnTo>
                  <a:lnTo>
                    <a:pt x="327742" y="120634"/>
                  </a:lnTo>
                  <a:lnTo>
                    <a:pt x="326192" y="115578"/>
                  </a:lnTo>
                  <a:lnTo>
                    <a:pt x="324482" y="110574"/>
                  </a:lnTo>
                  <a:lnTo>
                    <a:pt x="322616" y="105626"/>
                  </a:lnTo>
                  <a:lnTo>
                    <a:pt x="320594" y="100740"/>
                  </a:lnTo>
                  <a:lnTo>
                    <a:pt x="318418" y="95921"/>
                  </a:lnTo>
                  <a:lnTo>
                    <a:pt x="316091" y="91173"/>
                  </a:lnTo>
                  <a:lnTo>
                    <a:pt x="313615" y="86500"/>
                  </a:lnTo>
                  <a:lnTo>
                    <a:pt x="310992" y="81909"/>
                  </a:lnTo>
                  <a:lnTo>
                    <a:pt x="308226" y="77402"/>
                  </a:lnTo>
                  <a:lnTo>
                    <a:pt x="305318" y="72985"/>
                  </a:lnTo>
                  <a:lnTo>
                    <a:pt x="302272" y="68663"/>
                  </a:lnTo>
                  <a:lnTo>
                    <a:pt x="299091" y="64439"/>
                  </a:lnTo>
                  <a:lnTo>
                    <a:pt x="295778" y="60318"/>
                  </a:lnTo>
                  <a:lnTo>
                    <a:pt x="292336" y="56303"/>
                  </a:lnTo>
                  <a:lnTo>
                    <a:pt x="288769" y="52399"/>
                  </a:lnTo>
                  <a:lnTo>
                    <a:pt x="285080" y="48611"/>
                  </a:lnTo>
                  <a:lnTo>
                    <a:pt x="281273" y="44940"/>
                  </a:lnTo>
                  <a:lnTo>
                    <a:pt x="277353" y="41392"/>
                  </a:lnTo>
                  <a:lnTo>
                    <a:pt x="273321" y="37970"/>
                  </a:lnTo>
                  <a:lnTo>
                    <a:pt x="269184" y="34677"/>
                  </a:lnTo>
                  <a:lnTo>
                    <a:pt x="264945" y="31517"/>
                  </a:lnTo>
                  <a:lnTo>
                    <a:pt x="260607" y="28492"/>
                  </a:lnTo>
                  <a:lnTo>
                    <a:pt x="256176" y="25606"/>
                  </a:lnTo>
                  <a:lnTo>
                    <a:pt x="251657" y="22861"/>
                  </a:lnTo>
                  <a:lnTo>
                    <a:pt x="247052" y="20261"/>
                  </a:lnTo>
                  <a:lnTo>
                    <a:pt x="242368" y="17808"/>
                  </a:lnTo>
                  <a:lnTo>
                    <a:pt x="237608" y="15504"/>
                  </a:lnTo>
                  <a:lnTo>
                    <a:pt x="232778" y="13351"/>
                  </a:lnTo>
                  <a:lnTo>
                    <a:pt x="227882" y="11353"/>
                  </a:lnTo>
                  <a:lnTo>
                    <a:pt x="222926" y="9511"/>
                  </a:lnTo>
                  <a:lnTo>
                    <a:pt x="217914" y="7826"/>
                  </a:lnTo>
                  <a:lnTo>
                    <a:pt x="167163" y="1671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90748" y="2633064"/>
              <a:ext cx="50750" cy="167167"/>
            </a:xfrm>
            <a:custGeom>
              <a:avLst/>
              <a:pathLst>
                <a:path w="50750" h="167167">
                  <a:moveTo>
                    <a:pt x="50750" y="7889"/>
                  </a:moveTo>
                  <a:lnTo>
                    <a:pt x="44573" y="6051"/>
                  </a:lnTo>
                  <a:lnTo>
                    <a:pt x="38329" y="4453"/>
                  </a:lnTo>
                  <a:lnTo>
                    <a:pt x="32028" y="3096"/>
                  </a:lnTo>
                  <a:lnTo>
                    <a:pt x="25680" y="1984"/>
                  </a:lnTo>
                  <a:lnTo>
                    <a:pt x="19293" y="1117"/>
                  </a:lnTo>
                  <a:lnTo>
                    <a:pt x="12878" y="496"/>
                  </a:lnTo>
                  <a:lnTo>
                    <a:pt x="6443" y="1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2567" y="3170392"/>
              <a:ext cx="23412" cy="167167"/>
            </a:xfrm>
            <a:custGeom>
              <a:avLst/>
              <a:pathLst>
                <a:path w="23412" h="167167">
                  <a:moveTo>
                    <a:pt x="23412" y="0"/>
                  </a:moveTo>
                  <a:lnTo>
                    <a:pt x="15585" y="183"/>
                  </a:lnTo>
                  <a:lnTo>
                    <a:pt x="7775" y="732"/>
                  </a:lnTo>
                  <a:lnTo>
                    <a:pt x="0" y="1647"/>
                  </a:lnTo>
                  <a:lnTo>
                    <a:pt x="2341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2567" y="3172040"/>
              <a:ext cx="23412" cy="165519"/>
            </a:xfrm>
            <a:custGeom>
              <a:avLst/>
              <a:pathLst>
                <a:path w="23412" h="165519">
                  <a:moveTo>
                    <a:pt x="0" y="0"/>
                  </a:moveTo>
                  <a:lnTo>
                    <a:pt x="23412" y="1655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2567" y="3172040"/>
              <a:ext cx="23412" cy="165519"/>
            </a:xfrm>
            <a:custGeom>
              <a:avLst/>
              <a:pathLst>
                <a:path w="23412" h="165519">
                  <a:moveTo>
                    <a:pt x="0" y="0"/>
                  </a:moveTo>
                  <a:lnTo>
                    <a:pt x="23412" y="1655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2567" y="3172040"/>
              <a:ext cx="23412" cy="165519"/>
            </a:xfrm>
            <a:custGeom>
              <a:avLst/>
              <a:pathLst>
                <a:path w="23412" h="165519">
                  <a:moveTo>
                    <a:pt x="0" y="0"/>
                  </a:moveTo>
                  <a:lnTo>
                    <a:pt x="23412" y="1655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2567" y="3172040"/>
              <a:ext cx="23412" cy="165519"/>
            </a:xfrm>
            <a:custGeom>
              <a:avLst/>
              <a:pathLst>
                <a:path w="23412" h="165519">
                  <a:moveTo>
                    <a:pt x="0" y="0"/>
                  </a:moveTo>
                  <a:lnTo>
                    <a:pt x="23412" y="1655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2567" y="3172040"/>
              <a:ext cx="23412" cy="165519"/>
            </a:xfrm>
            <a:custGeom>
              <a:avLst/>
              <a:pathLst>
                <a:path w="23412" h="165519">
                  <a:moveTo>
                    <a:pt x="0" y="0"/>
                  </a:moveTo>
                  <a:lnTo>
                    <a:pt x="23412" y="1655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2567" y="3172040"/>
              <a:ext cx="23412" cy="165519"/>
            </a:xfrm>
            <a:custGeom>
              <a:avLst/>
              <a:pathLst>
                <a:path w="23412" h="165519">
                  <a:moveTo>
                    <a:pt x="0" y="0"/>
                  </a:moveTo>
                  <a:lnTo>
                    <a:pt x="23412" y="1655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2567" y="3172040"/>
              <a:ext cx="23412" cy="165519"/>
            </a:xfrm>
            <a:custGeom>
              <a:avLst/>
              <a:pathLst>
                <a:path w="23412" h="165519">
                  <a:moveTo>
                    <a:pt x="0" y="0"/>
                  </a:moveTo>
                  <a:lnTo>
                    <a:pt x="23412" y="165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2567" y="3172040"/>
              <a:ext cx="23412" cy="165519"/>
            </a:xfrm>
            <a:custGeom>
              <a:avLst/>
              <a:pathLst>
                <a:path w="23412" h="165519">
                  <a:moveTo>
                    <a:pt x="0" y="0"/>
                  </a:moveTo>
                  <a:lnTo>
                    <a:pt x="23412" y="165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2567" y="3172040"/>
              <a:ext cx="23412" cy="165519"/>
            </a:xfrm>
            <a:custGeom>
              <a:avLst/>
              <a:pathLst>
                <a:path w="23412" h="165519">
                  <a:moveTo>
                    <a:pt x="0" y="0"/>
                  </a:moveTo>
                  <a:lnTo>
                    <a:pt x="23412" y="165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2567" y="3172040"/>
              <a:ext cx="23412" cy="165519"/>
            </a:xfrm>
            <a:custGeom>
              <a:avLst/>
              <a:pathLst>
                <a:path w="23412" h="165519">
                  <a:moveTo>
                    <a:pt x="0" y="0"/>
                  </a:moveTo>
                  <a:lnTo>
                    <a:pt x="23412" y="1655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2567" y="3172040"/>
              <a:ext cx="23412" cy="165519"/>
            </a:xfrm>
            <a:custGeom>
              <a:avLst/>
              <a:pathLst>
                <a:path w="23412" h="165519">
                  <a:moveTo>
                    <a:pt x="0" y="0"/>
                  </a:moveTo>
                  <a:lnTo>
                    <a:pt x="23412" y="1655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02567" y="3172040"/>
              <a:ext cx="23412" cy="165519"/>
            </a:xfrm>
            <a:custGeom>
              <a:avLst/>
              <a:pathLst>
                <a:path w="23412" h="165519">
                  <a:moveTo>
                    <a:pt x="0" y="0"/>
                  </a:moveTo>
                  <a:lnTo>
                    <a:pt x="23412" y="1655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358819" y="3172040"/>
              <a:ext cx="334320" cy="332687"/>
            </a:xfrm>
            <a:custGeom>
              <a:avLst/>
              <a:pathLst>
                <a:path w="334320" h="332687">
                  <a:moveTo>
                    <a:pt x="143748" y="0"/>
                  </a:moveTo>
                  <a:lnTo>
                    <a:pt x="138530" y="822"/>
                  </a:lnTo>
                  <a:lnTo>
                    <a:pt x="133341" y="1809"/>
                  </a:lnTo>
                  <a:lnTo>
                    <a:pt x="128186" y="2959"/>
                  </a:lnTo>
                  <a:lnTo>
                    <a:pt x="123069" y="4271"/>
                  </a:lnTo>
                  <a:lnTo>
                    <a:pt x="117997" y="5745"/>
                  </a:lnTo>
                  <a:lnTo>
                    <a:pt x="112973" y="7378"/>
                  </a:lnTo>
                  <a:lnTo>
                    <a:pt x="108004" y="9169"/>
                  </a:lnTo>
                  <a:lnTo>
                    <a:pt x="103094" y="11116"/>
                  </a:lnTo>
                  <a:lnTo>
                    <a:pt x="98247" y="13218"/>
                  </a:lnTo>
                  <a:lnTo>
                    <a:pt x="93470" y="15471"/>
                  </a:lnTo>
                  <a:lnTo>
                    <a:pt x="88766" y="17874"/>
                  </a:lnTo>
                  <a:lnTo>
                    <a:pt x="84140" y="20425"/>
                  </a:lnTo>
                  <a:lnTo>
                    <a:pt x="79597" y="23120"/>
                  </a:lnTo>
                  <a:lnTo>
                    <a:pt x="75142" y="25958"/>
                  </a:lnTo>
                  <a:lnTo>
                    <a:pt x="70779" y="28935"/>
                  </a:lnTo>
                  <a:lnTo>
                    <a:pt x="66511" y="32048"/>
                  </a:lnTo>
                  <a:lnTo>
                    <a:pt x="62345" y="35295"/>
                  </a:lnTo>
                  <a:lnTo>
                    <a:pt x="58283" y="38671"/>
                  </a:lnTo>
                  <a:lnTo>
                    <a:pt x="54329" y="42175"/>
                  </a:lnTo>
                  <a:lnTo>
                    <a:pt x="50489" y="45801"/>
                  </a:lnTo>
                  <a:lnTo>
                    <a:pt x="46764" y="49547"/>
                  </a:lnTo>
                  <a:lnTo>
                    <a:pt x="43160" y="53409"/>
                  </a:lnTo>
                  <a:lnTo>
                    <a:pt x="39680" y="57383"/>
                  </a:lnTo>
                  <a:lnTo>
                    <a:pt x="36327" y="61464"/>
                  </a:lnTo>
                  <a:lnTo>
                    <a:pt x="33105" y="65650"/>
                  </a:lnTo>
                  <a:lnTo>
                    <a:pt x="30017" y="69935"/>
                  </a:lnTo>
                  <a:lnTo>
                    <a:pt x="27065" y="74316"/>
                  </a:lnTo>
                  <a:lnTo>
                    <a:pt x="24254" y="78788"/>
                  </a:lnTo>
                  <a:lnTo>
                    <a:pt x="21585" y="83346"/>
                  </a:lnTo>
                  <a:lnTo>
                    <a:pt x="19061" y="87986"/>
                  </a:lnTo>
                  <a:lnTo>
                    <a:pt x="16685" y="92704"/>
                  </a:lnTo>
                  <a:lnTo>
                    <a:pt x="14460" y="97495"/>
                  </a:lnTo>
                  <a:lnTo>
                    <a:pt x="12387" y="102353"/>
                  </a:lnTo>
                  <a:lnTo>
                    <a:pt x="10469" y="107275"/>
                  </a:lnTo>
                  <a:lnTo>
                    <a:pt x="8707" y="112255"/>
                  </a:lnTo>
                  <a:lnTo>
                    <a:pt x="7103" y="117288"/>
                  </a:lnTo>
                  <a:lnTo>
                    <a:pt x="5659" y="122369"/>
                  </a:lnTo>
                  <a:lnTo>
                    <a:pt x="4376" y="127493"/>
                  </a:lnTo>
                  <a:lnTo>
                    <a:pt x="3256" y="132655"/>
                  </a:lnTo>
                  <a:lnTo>
                    <a:pt x="2300" y="137850"/>
                  </a:lnTo>
                  <a:lnTo>
                    <a:pt x="1508" y="143072"/>
                  </a:lnTo>
                  <a:lnTo>
                    <a:pt x="881" y="148317"/>
                  </a:lnTo>
                  <a:lnTo>
                    <a:pt x="421" y="153579"/>
                  </a:lnTo>
                  <a:lnTo>
                    <a:pt x="127" y="158853"/>
                  </a:lnTo>
                  <a:lnTo>
                    <a:pt x="0" y="164134"/>
                  </a:lnTo>
                  <a:lnTo>
                    <a:pt x="39" y="169416"/>
                  </a:lnTo>
                  <a:lnTo>
                    <a:pt x="246" y="174694"/>
                  </a:lnTo>
                  <a:lnTo>
                    <a:pt x="619" y="179963"/>
                  </a:lnTo>
                  <a:lnTo>
                    <a:pt x="1158" y="185218"/>
                  </a:lnTo>
                  <a:lnTo>
                    <a:pt x="1864" y="190453"/>
                  </a:lnTo>
                  <a:lnTo>
                    <a:pt x="2734" y="195663"/>
                  </a:lnTo>
                  <a:lnTo>
                    <a:pt x="3768" y="200843"/>
                  </a:lnTo>
                  <a:lnTo>
                    <a:pt x="4966" y="205988"/>
                  </a:lnTo>
                  <a:lnTo>
                    <a:pt x="6326" y="211092"/>
                  </a:lnTo>
                  <a:lnTo>
                    <a:pt x="7846" y="216151"/>
                  </a:lnTo>
                  <a:lnTo>
                    <a:pt x="9525" y="221159"/>
                  </a:lnTo>
                  <a:lnTo>
                    <a:pt x="11362" y="226112"/>
                  </a:lnTo>
                  <a:lnTo>
                    <a:pt x="13354" y="231004"/>
                  </a:lnTo>
                  <a:lnTo>
                    <a:pt x="15500" y="235831"/>
                  </a:lnTo>
                  <a:lnTo>
                    <a:pt x="17797" y="240587"/>
                  </a:lnTo>
                  <a:lnTo>
                    <a:pt x="20243" y="245269"/>
                  </a:lnTo>
                  <a:lnTo>
                    <a:pt x="22836" y="249871"/>
                  </a:lnTo>
                  <a:lnTo>
                    <a:pt x="25573" y="254389"/>
                  </a:lnTo>
                  <a:lnTo>
                    <a:pt x="28452" y="258818"/>
                  </a:lnTo>
                  <a:lnTo>
                    <a:pt x="31469" y="263154"/>
                  </a:lnTo>
                  <a:lnTo>
                    <a:pt x="34621" y="267392"/>
                  </a:lnTo>
                  <a:lnTo>
                    <a:pt x="37906" y="271529"/>
                  </a:lnTo>
                  <a:lnTo>
                    <a:pt x="41320" y="275560"/>
                  </a:lnTo>
                  <a:lnTo>
                    <a:pt x="44859" y="279481"/>
                  </a:lnTo>
                  <a:lnTo>
                    <a:pt x="48521" y="283288"/>
                  </a:lnTo>
                  <a:lnTo>
                    <a:pt x="52301" y="286977"/>
                  </a:lnTo>
                  <a:lnTo>
                    <a:pt x="56196" y="290546"/>
                  </a:lnTo>
                  <a:lnTo>
                    <a:pt x="60201" y="293989"/>
                  </a:lnTo>
                  <a:lnTo>
                    <a:pt x="64314" y="297304"/>
                  </a:lnTo>
                  <a:lnTo>
                    <a:pt x="68529" y="300488"/>
                  </a:lnTo>
                  <a:lnTo>
                    <a:pt x="72842" y="303537"/>
                  </a:lnTo>
                  <a:lnTo>
                    <a:pt x="77250" y="306448"/>
                  </a:lnTo>
                  <a:lnTo>
                    <a:pt x="81747" y="309218"/>
                  </a:lnTo>
                  <a:lnTo>
                    <a:pt x="86330" y="311845"/>
                  </a:lnTo>
                  <a:lnTo>
                    <a:pt x="90993" y="314326"/>
                  </a:lnTo>
                  <a:lnTo>
                    <a:pt x="95733" y="316658"/>
                  </a:lnTo>
                  <a:lnTo>
                    <a:pt x="100544" y="318839"/>
                  </a:lnTo>
                  <a:lnTo>
                    <a:pt x="105421" y="320868"/>
                  </a:lnTo>
                  <a:lnTo>
                    <a:pt x="110360" y="322741"/>
                  </a:lnTo>
                  <a:lnTo>
                    <a:pt x="115356" y="324457"/>
                  </a:lnTo>
                  <a:lnTo>
                    <a:pt x="120403" y="326014"/>
                  </a:lnTo>
                  <a:lnTo>
                    <a:pt x="125497" y="327411"/>
                  </a:lnTo>
                  <a:lnTo>
                    <a:pt x="130633" y="328647"/>
                  </a:lnTo>
                  <a:lnTo>
                    <a:pt x="135805" y="329720"/>
                  </a:lnTo>
                  <a:lnTo>
                    <a:pt x="141009" y="330628"/>
                  </a:lnTo>
                  <a:lnTo>
                    <a:pt x="146238" y="331372"/>
                  </a:lnTo>
                  <a:lnTo>
                    <a:pt x="151489" y="331950"/>
                  </a:lnTo>
                  <a:lnTo>
                    <a:pt x="156755" y="332362"/>
                  </a:lnTo>
                  <a:lnTo>
                    <a:pt x="162031" y="332608"/>
                  </a:lnTo>
                  <a:lnTo>
                    <a:pt x="167313" y="332687"/>
                  </a:lnTo>
                  <a:lnTo>
                    <a:pt x="172595" y="332598"/>
                  </a:lnTo>
                  <a:lnTo>
                    <a:pt x="177871" y="332343"/>
                  </a:lnTo>
                  <a:lnTo>
                    <a:pt x="183136" y="331922"/>
                  </a:lnTo>
                  <a:lnTo>
                    <a:pt x="188386" y="331334"/>
                  </a:lnTo>
                  <a:lnTo>
                    <a:pt x="193614" y="330581"/>
                  </a:lnTo>
                  <a:lnTo>
                    <a:pt x="198816" y="329662"/>
                  </a:lnTo>
                  <a:lnTo>
                    <a:pt x="203986" y="328580"/>
                  </a:lnTo>
                  <a:lnTo>
                    <a:pt x="209119" y="327335"/>
                  </a:lnTo>
                  <a:lnTo>
                    <a:pt x="214211" y="325929"/>
                  </a:lnTo>
                  <a:lnTo>
                    <a:pt x="219255" y="324362"/>
                  </a:lnTo>
                  <a:lnTo>
                    <a:pt x="224248" y="322637"/>
                  </a:lnTo>
                  <a:lnTo>
                    <a:pt x="229184" y="320755"/>
                  </a:lnTo>
                  <a:lnTo>
                    <a:pt x="234057" y="318718"/>
                  </a:lnTo>
                  <a:lnTo>
                    <a:pt x="238864" y="316528"/>
                  </a:lnTo>
                  <a:lnTo>
                    <a:pt x="243599" y="314187"/>
                  </a:lnTo>
                  <a:lnTo>
                    <a:pt x="248258" y="311698"/>
                  </a:lnTo>
                  <a:lnTo>
                    <a:pt x="252836" y="309063"/>
                  </a:lnTo>
                  <a:lnTo>
                    <a:pt x="257329" y="306284"/>
                  </a:lnTo>
                  <a:lnTo>
                    <a:pt x="261731" y="303365"/>
                  </a:lnTo>
                  <a:lnTo>
                    <a:pt x="266039" y="300308"/>
                  </a:lnTo>
                  <a:lnTo>
                    <a:pt x="270248" y="297117"/>
                  </a:lnTo>
                  <a:lnTo>
                    <a:pt x="274355" y="293794"/>
                  </a:lnTo>
                  <a:lnTo>
                    <a:pt x="278354" y="290344"/>
                  </a:lnTo>
                  <a:lnTo>
                    <a:pt x="282242" y="286768"/>
                  </a:lnTo>
                  <a:lnTo>
                    <a:pt x="286016" y="283072"/>
                  </a:lnTo>
                  <a:lnTo>
                    <a:pt x="289670" y="279258"/>
                  </a:lnTo>
                  <a:lnTo>
                    <a:pt x="293203" y="275331"/>
                  </a:lnTo>
                  <a:lnTo>
                    <a:pt x="296609" y="271294"/>
                  </a:lnTo>
                  <a:lnTo>
                    <a:pt x="299886" y="267151"/>
                  </a:lnTo>
                  <a:lnTo>
                    <a:pt x="303031" y="262907"/>
                  </a:lnTo>
                  <a:lnTo>
                    <a:pt x="306040" y="258565"/>
                  </a:lnTo>
                  <a:lnTo>
                    <a:pt x="308911" y="254131"/>
                  </a:lnTo>
                  <a:lnTo>
                    <a:pt x="311639" y="249608"/>
                  </a:lnTo>
                  <a:lnTo>
                    <a:pt x="314224" y="245002"/>
                  </a:lnTo>
                  <a:lnTo>
                    <a:pt x="316662" y="240316"/>
                  </a:lnTo>
                  <a:lnTo>
                    <a:pt x="318950" y="235555"/>
                  </a:lnTo>
                  <a:lnTo>
                    <a:pt x="321087" y="230724"/>
                  </a:lnTo>
                  <a:lnTo>
                    <a:pt x="323071" y="225828"/>
                  </a:lnTo>
                  <a:lnTo>
                    <a:pt x="324898" y="220872"/>
                  </a:lnTo>
                  <a:lnTo>
                    <a:pt x="326568" y="215861"/>
                  </a:lnTo>
                  <a:lnTo>
                    <a:pt x="328079" y="210800"/>
                  </a:lnTo>
                  <a:lnTo>
                    <a:pt x="329430" y="205693"/>
                  </a:lnTo>
                  <a:lnTo>
                    <a:pt x="330618" y="200546"/>
                  </a:lnTo>
                  <a:lnTo>
                    <a:pt x="331643" y="195364"/>
                  </a:lnTo>
                  <a:lnTo>
                    <a:pt x="332504" y="190153"/>
                  </a:lnTo>
                  <a:lnTo>
                    <a:pt x="333199" y="184916"/>
                  </a:lnTo>
                  <a:lnTo>
                    <a:pt x="333729" y="179661"/>
                  </a:lnTo>
                  <a:lnTo>
                    <a:pt x="334093" y="174391"/>
                  </a:lnTo>
                  <a:lnTo>
                    <a:pt x="334290" y="169112"/>
                  </a:lnTo>
                  <a:lnTo>
                    <a:pt x="334320" y="163830"/>
                  </a:lnTo>
                  <a:lnTo>
                    <a:pt x="334183" y="158550"/>
                  </a:lnTo>
                  <a:lnTo>
                    <a:pt x="333880" y="153276"/>
                  </a:lnTo>
                  <a:lnTo>
                    <a:pt x="333410" y="148015"/>
                  </a:lnTo>
                  <a:lnTo>
                    <a:pt x="332774" y="142771"/>
                  </a:lnTo>
                  <a:lnTo>
                    <a:pt x="331972" y="137550"/>
                  </a:lnTo>
                  <a:lnTo>
                    <a:pt x="331006" y="132357"/>
                  </a:lnTo>
                  <a:lnTo>
                    <a:pt x="329877" y="127197"/>
                  </a:lnTo>
                  <a:lnTo>
                    <a:pt x="328585" y="122075"/>
                  </a:lnTo>
                  <a:lnTo>
                    <a:pt x="327132" y="116997"/>
                  </a:lnTo>
                  <a:lnTo>
                    <a:pt x="325519" y="111967"/>
                  </a:lnTo>
                  <a:lnTo>
                    <a:pt x="323748" y="106990"/>
                  </a:lnTo>
                  <a:lnTo>
                    <a:pt x="321820" y="102072"/>
                  </a:lnTo>
                  <a:lnTo>
                    <a:pt x="319738" y="97217"/>
                  </a:lnTo>
                  <a:lnTo>
                    <a:pt x="317504" y="92431"/>
                  </a:lnTo>
                  <a:lnTo>
                    <a:pt x="315120" y="87717"/>
                  </a:lnTo>
                  <a:lnTo>
                    <a:pt x="312588" y="83082"/>
                  </a:lnTo>
                  <a:lnTo>
                    <a:pt x="309911" y="78528"/>
                  </a:lnTo>
                  <a:lnTo>
                    <a:pt x="307091" y="74061"/>
                  </a:lnTo>
                  <a:lnTo>
                    <a:pt x="304132" y="69686"/>
                  </a:lnTo>
                  <a:lnTo>
                    <a:pt x="301036" y="65406"/>
                  </a:lnTo>
                  <a:lnTo>
                    <a:pt x="297806" y="61227"/>
                  </a:lnTo>
                  <a:lnTo>
                    <a:pt x="294445" y="57151"/>
                  </a:lnTo>
                  <a:lnTo>
                    <a:pt x="290958" y="53184"/>
                  </a:lnTo>
                  <a:lnTo>
                    <a:pt x="287347" y="49328"/>
                  </a:lnTo>
                  <a:lnTo>
                    <a:pt x="283616" y="45589"/>
                  </a:lnTo>
                  <a:lnTo>
                    <a:pt x="279769" y="41970"/>
                  </a:lnTo>
                  <a:lnTo>
                    <a:pt x="275809" y="38474"/>
                  </a:lnTo>
                  <a:lnTo>
                    <a:pt x="271741" y="35104"/>
                  </a:lnTo>
                  <a:lnTo>
                    <a:pt x="267568" y="31865"/>
                  </a:lnTo>
                  <a:lnTo>
                    <a:pt x="263295" y="28760"/>
                  </a:lnTo>
                  <a:lnTo>
                    <a:pt x="258926" y="25791"/>
                  </a:lnTo>
                  <a:lnTo>
                    <a:pt x="254466" y="22961"/>
                  </a:lnTo>
                  <a:lnTo>
                    <a:pt x="249918" y="20274"/>
                  </a:lnTo>
                  <a:lnTo>
                    <a:pt x="245288" y="17732"/>
                  </a:lnTo>
                  <a:lnTo>
                    <a:pt x="240580" y="15337"/>
                  </a:lnTo>
                  <a:lnTo>
                    <a:pt x="235798" y="13092"/>
                  </a:lnTo>
                  <a:lnTo>
                    <a:pt x="230948" y="11000"/>
                  </a:lnTo>
                  <a:lnTo>
                    <a:pt x="226034" y="9062"/>
                  </a:lnTo>
                  <a:lnTo>
                    <a:pt x="167161" y="1655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5980" y="3170392"/>
              <a:ext cx="58873" cy="167167"/>
            </a:xfrm>
            <a:custGeom>
              <a:avLst/>
              <a:pathLst>
                <a:path w="58873" h="167167">
                  <a:moveTo>
                    <a:pt x="58873" y="10710"/>
                  </a:moveTo>
                  <a:lnTo>
                    <a:pt x="53205" y="8692"/>
                  </a:lnTo>
                  <a:lnTo>
                    <a:pt x="47468" y="6881"/>
                  </a:lnTo>
                  <a:lnTo>
                    <a:pt x="41670" y="5276"/>
                  </a:lnTo>
                  <a:lnTo>
                    <a:pt x="35818" y="3882"/>
                  </a:lnTo>
                  <a:lnTo>
                    <a:pt x="29919" y="2699"/>
                  </a:lnTo>
                  <a:lnTo>
                    <a:pt x="23982" y="1729"/>
                  </a:lnTo>
                  <a:lnTo>
                    <a:pt x="18013" y="973"/>
                  </a:lnTo>
                  <a:lnTo>
                    <a:pt x="12022" y="432"/>
                  </a:lnTo>
                  <a:lnTo>
                    <a:pt x="601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5955" y="3707720"/>
              <a:ext cx="4793" cy="167167"/>
            </a:xfrm>
            <a:custGeom>
              <a:avLst/>
              <a:pathLst>
                <a:path w="4793" h="167167">
                  <a:moveTo>
                    <a:pt x="4793" y="0"/>
                  </a:moveTo>
                  <a:lnTo>
                    <a:pt x="0" y="68"/>
                  </a:lnTo>
                  <a:lnTo>
                    <a:pt x="479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5955" y="3707789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5955" y="3707789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5955" y="3707789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5955" y="3707789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5955" y="3707789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5955" y="3707789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5955" y="3707789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5955" y="3707789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5955" y="3707789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5955" y="3707789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5955" y="3707789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423583" y="3707720"/>
              <a:ext cx="334325" cy="334317"/>
            </a:xfrm>
            <a:custGeom>
              <a:avLst/>
              <a:pathLst>
                <a:path w="334325" h="334317">
                  <a:moveTo>
                    <a:pt x="162371" y="68"/>
                  </a:moveTo>
                  <a:lnTo>
                    <a:pt x="157096" y="303"/>
                  </a:lnTo>
                  <a:lnTo>
                    <a:pt x="151831" y="704"/>
                  </a:lnTo>
                  <a:lnTo>
                    <a:pt x="146581" y="1272"/>
                  </a:lnTo>
                  <a:lnTo>
                    <a:pt x="141352" y="2004"/>
                  </a:lnTo>
                  <a:lnTo>
                    <a:pt x="136148" y="2902"/>
                  </a:lnTo>
                  <a:lnTo>
                    <a:pt x="130976" y="3964"/>
                  </a:lnTo>
                  <a:lnTo>
                    <a:pt x="125839" y="5188"/>
                  </a:lnTo>
                  <a:lnTo>
                    <a:pt x="120744" y="6574"/>
                  </a:lnTo>
                  <a:lnTo>
                    <a:pt x="115695" y="8120"/>
                  </a:lnTo>
                  <a:lnTo>
                    <a:pt x="110698" y="9825"/>
                  </a:lnTo>
                  <a:lnTo>
                    <a:pt x="105757" y="11687"/>
                  </a:lnTo>
                  <a:lnTo>
                    <a:pt x="100877" y="13704"/>
                  </a:lnTo>
                  <a:lnTo>
                    <a:pt x="96063" y="15874"/>
                  </a:lnTo>
                  <a:lnTo>
                    <a:pt x="91320" y="18195"/>
                  </a:lnTo>
                  <a:lnTo>
                    <a:pt x="86653" y="20665"/>
                  </a:lnTo>
                  <a:lnTo>
                    <a:pt x="82066" y="23281"/>
                  </a:lnTo>
                  <a:lnTo>
                    <a:pt x="77564" y="26040"/>
                  </a:lnTo>
                  <a:lnTo>
                    <a:pt x="73152" y="28940"/>
                  </a:lnTo>
                  <a:lnTo>
                    <a:pt x="68833" y="31979"/>
                  </a:lnTo>
                  <a:lnTo>
                    <a:pt x="64612" y="35152"/>
                  </a:lnTo>
                  <a:lnTo>
                    <a:pt x="60494" y="38456"/>
                  </a:lnTo>
                  <a:lnTo>
                    <a:pt x="56482" y="41890"/>
                  </a:lnTo>
                  <a:lnTo>
                    <a:pt x="52581" y="45448"/>
                  </a:lnTo>
                  <a:lnTo>
                    <a:pt x="48793" y="49127"/>
                  </a:lnTo>
                  <a:lnTo>
                    <a:pt x="45124" y="52925"/>
                  </a:lnTo>
                  <a:lnTo>
                    <a:pt x="41577" y="56836"/>
                  </a:lnTo>
                  <a:lnTo>
                    <a:pt x="38155" y="60858"/>
                  </a:lnTo>
                  <a:lnTo>
                    <a:pt x="34862" y="64985"/>
                  </a:lnTo>
                  <a:lnTo>
                    <a:pt x="31701" y="69215"/>
                  </a:lnTo>
                  <a:lnTo>
                    <a:pt x="28675" y="73542"/>
                  </a:lnTo>
                  <a:lnTo>
                    <a:pt x="25787" y="77963"/>
                  </a:lnTo>
                  <a:lnTo>
                    <a:pt x="23040" y="82472"/>
                  </a:lnTo>
                  <a:lnTo>
                    <a:pt x="20437" y="87066"/>
                  </a:lnTo>
                  <a:lnTo>
                    <a:pt x="17980" y="91741"/>
                  </a:lnTo>
                  <a:lnTo>
                    <a:pt x="15673" y="96490"/>
                  </a:lnTo>
                  <a:lnTo>
                    <a:pt x="13516" y="101310"/>
                  </a:lnTo>
                  <a:lnTo>
                    <a:pt x="11513" y="106195"/>
                  </a:lnTo>
                  <a:lnTo>
                    <a:pt x="9665" y="111142"/>
                  </a:lnTo>
                  <a:lnTo>
                    <a:pt x="7974" y="116144"/>
                  </a:lnTo>
                  <a:lnTo>
                    <a:pt x="6442" y="121197"/>
                  </a:lnTo>
                  <a:lnTo>
                    <a:pt x="5070" y="126296"/>
                  </a:lnTo>
                  <a:lnTo>
                    <a:pt x="3860" y="131436"/>
                  </a:lnTo>
                  <a:lnTo>
                    <a:pt x="2813" y="136612"/>
                  </a:lnTo>
                  <a:lnTo>
                    <a:pt x="1930" y="141817"/>
                  </a:lnTo>
                  <a:lnTo>
                    <a:pt x="1212" y="147049"/>
                  </a:lnTo>
                  <a:lnTo>
                    <a:pt x="659" y="152300"/>
                  </a:lnTo>
                  <a:lnTo>
                    <a:pt x="273" y="157566"/>
                  </a:lnTo>
                  <a:lnTo>
                    <a:pt x="53" y="162842"/>
                  </a:lnTo>
                  <a:lnTo>
                    <a:pt x="0" y="168122"/>
                  </a:lnTo>
                  <a:lnTo>
                    <a:pt x="113" y="173401"/>
                  </a:lnTo>
                  <a:lnTo>
                    <a:pt x="393" y="178674"/>
                  </a:lnTo>
                  <a:lnTo>
                    <a:pt x="840" y="183936"/>
                  </a:lnTo>
                  <a:lnTo>
                    <a:pt x="1453" y="189180"/>
                  </a:lnTo>
                  <a:lnTo>
                    <a:pt x="2230" y="194403"/>
                  </a:lnTo>
                  <a:lnTo>
                    <a:pt x="3173" y="199598"/>
                  </a:lnTo>
                  <a:lnTo>
                    <a:pt x="4279" y="204762"/>
                  </a:lnTo>
                  <a:lnTo>
                    <a:pt x="5548" y="209887"/>
                  </a:lnTo>
                  <a:lnTo>
                    <a:pt x="6977" y="214970"/>
                  </a:lnTo>
                  <a:lnTo>
                    <a:pt x="8567" y="220006"/>
                  </a:lnTo>
                  <a:lnTo>
                    <a:pt x="10315" y="224988"/>
                  </a:lnTo>
                  <a:lnTo>
                    <a:pt x="12220" y="229913"/>
                  </a:lnTo>
                  <a:lnTo>
                    <a:pt x="14279" y="234776"/>
                  </a:lnTo>
                  <a:lnTo>
                    <a:pt x="16490" y="239571"/>
                  </a:lnTo>
                  <a:lnTo>
                    <a:pt x="18852" y="244293"/>
                  </a:lnTo>
                  <a:lnTo>
                    <a:pt x="21362" y="248939"/>
                  </a:lnTo>
                  <a:lnTo>
                    <a:pt x="24017" y="253503"/>
                  </a:lnTo>
                  <a:lnTo>
                    <a:pt x="26815" y="257981"/>
                  </a:lnTo>
                  <a:lnTo>
                    <a:pt x="29754" y="262368"/>
                  </a:lnTo>
                  <a:lnTo>
                    <a:pt x="32829" y="266661"/>
                  </a:lnTo>
                  <a:lnTo>
                    <a:pt x="36038" y="270854"/>
                  </a:lnTo>
                  <a:lnTo>
                    <a:pt x="39379" y="274943"/>
                  </a:lnTo>
                  <a:lnTo>
                    <a:pt x="42846" y="278926"/>
                  </a:lnTo>
                  <a:lnTo>
                    <a:pt x="46438" y="282796"/>
                  </a:lnTo>
                  <a:lnTo>
                    <a:pt x="50150" y="286551"/>
                  </a:lnTo>
                  <a:lnTo>
                    <a:pt x="53979" y="290187"/>
                  </a:lnTo>
                  <a:lnTo>
                    <a:pt x="57921" y="293701"/>
                  </a:lnTo>
                  <a:lnTo>
                    <a:pt x="61972" y="297088"/>
                  </a:lnTo>
                  <a:lnTo>
                    <a:pt x="66127" y="300345"/>
                  </a:lnTo>
                  <a:lnTo>
                    <a:pt x="70384" y="303470"/>
                  </a:lnTo>
                  <a:lnTo>
                    <a:pt x="74737" y="306459"/>
                  </a:lnTo>
                  <a:lnTo>
                    <a:pt x="79183" y="309308"/>
                  </a:lnTo>
                  <a:lnTo>
                    <a:pt x="83716" y="312016"/>
                  </a:lnTo>
                  <a:lnTo>
                    <a:pt x="88332" y="314580"/>
                  </a:lnTo>
                  <a:lnTo>
                    <a:pt x="93027" y="316996"/>
                  </a:lnTo>
                  <a:lnTo>
                    <a:pt x="97796" y="319262"/>
                  </a:lnTo>
                  <a:lnTo>
                    <a:pt x="102635" y="321377"/>
                  </a:lnTo>
                  <a:lnTo>
                    <a:pt x="107537" y="323339"/>
                  </a:lnTo>
                  <a:lnTo>
                    <a:pt x="112499" y="325144"/>
                  </a:lnTo>
                  <a:lnTo>
                    <a:pt x="117516" y="326792"/>
                  </a:lnTo>
                  <a:lnTo>
                    <a:pt x="122582" y="328280"/>
                  </a:lnTo>
                  <a:lnTo>
                    <a:pt x="127693" y="329608"/>
                  </a:lnTo>
                  <a:lnTo>
                    <a:pt x="132843" y="330773"/>
                  </a:lnTo>
                  <a:lnTo>
                    <a:pt x="138027" y="331776"/>
                  </a:lnTo>
                  <a:lnTo>
                    <a:pt x="143241" y="332614"/>
                  </a:lnTo>
                  <a:lnTo>
                    <a:pt x="148478" y="333287"/>
                  </a:lnTo>
                  <a:lnTo>
                    <a:pt x="153734" y="333794"/>
                  </a:lnTo>
                  <a:lnTo>
                    <a:pt x="159003" y="334135"/>
                  </a:lnTo>
                  <a:lnTo>
                    <a:pt x="164281" y="334310"/>
                  </a:lnTo>
                  <a:lnTo>
                    <a:pt x="169561" y="334317"/>
                  </a:lnTo>
                  <a:lnTo>
                    <a:pt x="174839" y="334158"/>
                  </a:lnTo>
                  <a:lnTo>
                    <a:pt x="180109" y="333832"/>
                  </a:lnTo>
                  <a:lnTo>
                    <a:pt x="185367" y="333340"/>
                  </a:lnTo>
                  <a:lnTo>
                    <a:pt x="190606" y="332683"/>
                  </a:lnTo>
                  <a:lnTo>
                    <a:pt x="195822" y="331860"/>
                  </a:lnTo>
                  <a:lnTo>
                    <a:pt x="201009" y="330872"/>
                  </a:lnTo>
                  <a:lnTo>
                    <a:pt x="206162" y="329722"/>
                  </a:lnTo>
                  <a:lnTo>
                    <a:pt x="211277" y="328409"/>
                  </a:lnTo>
                  <a:lnTo>
                    <a:pt x="216347" y="326935"/>
                  </a:lnTo>
                  <a:lnTo>
                    <a:pt x="221369" y="325302"/>
                  </a:lnTo>
                  <a:lnTo>
                    <a:pt x="226336" y="323511"/>
                  </a:lnTo>
                  <a:lnTo>
                    <a:pt x="231245" y="321565"/>
                  </a:lnTo>
                  <a:lnTo>
                    <a:pt x="236089" y="319464"/>
                  </a:lnTo>
                  <a:lnTo>
                    <a:pt x="240865" y="317211"/>
                  </a:lnTo>
                  <a:lnTo>
                    <a:pt x="245567" y="314808"/>
                  </a:lnTo>
                  <a:lnTo>
                    <a:pt x="250191" y="312259"/>
                  </a:lnTo>
                  <a:lnTo>
                    <a:pt x="254732" y="309564"/>
                  </a:lnTo>
                  <a:lnTo>
                    <a:pt x="259185" y="306727"/>
                  </a:lnTo>
                  <a:lnTo>
                    <a:pt x="263547" y="303751"/>
                  </a:lnTo>
                  <a:lnTo>
                    <a:pt x="267813" y="300639"/>
                  </a:lnTo>
                  <a:lnTo>
                    <a:pt x="271978" y="297394"/>
                  </a:lnTo>
                  <a:lnTo>
                    <a:pt x="276039" y="294018"/>
                  </a:lnTo>
                  <a:lnTo>
                    <a:pt x="279991" y="290516"/>
                  </a:lnTo>
                  <a:lnTo>
                    <a:pt x="283830" y="286892"/>
                  </a:lnTo>
                  <a:lnTo>
                    <a:pt x="287553" y="283147"/>
                  </a:lnTo>
                  <a:lnTo>
                    <a:pt x="291156" y="279287"/>
                  </a:lnTo>
                  <a:lnTo>
                    <a:pt x="294636" y="275315"/>
                  </a:lnTo>
                  <a:lnTo>
                    <a:pt x="297988" y="271235"/>
                  </a:lnTo>
                  <a:lnTo>
                    <a:pt x="301209" y="267051"/>
                  </a:lnTo>
                  <a:lnTo>
                    <a:pt x="304297" y="262768"/>
                  </a:lnTo>
                  <a:lnTo>
                    <a:pt x="307248" y="258389"/>
                  </a:lnTo>
                  <a:lnTo>
                    <a:pt x="310059" y="253919"/>
                  </a:lnTo>
                  <a:lnTo>
                    <a:pt x="312728" y="249363"/>
                  </a:lnTo>
                  <a:lnTo>
                    <a:pt x="315251" y="244725"/>
                  </a:lnTo>
                  <a:lnTo>
                    <a:pt x="317627" y="240009"/>
                  </a:lnTo>
                  <a:lnTo>
                    <a:pt x="319852" y="235220"/>
                  </a:lnTo>
                  <a:lnTo>
                    <a:pt x="321926" y="230364"/>
                  </a:lnTo>
                  <a:lnTo>
                    <a:pt x="323844" y="225445"/>
                  </a:lnTo>
                  <a:lnTo>
                    <a:pt x="325607" y="220467"/>
                  </a:lnTo>
                  <a:lnTo>
                    <a:pt x="327211" y="215437"/>
                  </a:lnTo>
                  <a:lnTo>
                    <a:pt x="328656" y="210358"/>
                  </a:lnTo>
                  <a:lnTo>
                    <a:pt x="329939" y="205236"/>
                  </a:lnTo>
                  <a:lnTo>
                    <a:pt x="331060" y="200076"/>
                  </a:lnTo>
                  <a:lnTo>
                    <a:pt x="332018" y="194883"/>
                  </a:lnTo>
                  <a:lnTo>
                    <a:pt x="332811" y="189663"/>
                  </a:lnTo>
                  <a:lnTo>
                    <a:pt x="333439" y="184420"/>
                  </a:lnTo>
                  <a:lnTo>
                    <a:pt x="333901" y="179160"/>
                  </a:lnTo>
                  <a:lnTo>
                    <a:pt x="334197" y="173887"/>
                  </a:lnTo>
                  <a:lnTo>
                    <a:pt x="334325" y="168609"/>
                  </a:lnTo>
                  <a:lnTo>
                    <a:pt x="334288" y="163329"/>
                  </a:lnTo>
                  <a:lnTo>
                    <a:pt x="334083" y="158052"/>
                  </a:lnTo>
                  <a:lnTo>
                    <a:pt x="333712" y="152785"/>
                  </a:lnTo>
                  <a:lnTo>
                    <a:pt x="333175" y="147532"/>
                  </a:lnTo>
                  <a:lnTo>
                    <a:pt x="332472" y="142299"/>
                  </a:lnTo>
                  <a:lnTo>
                    <a:pt x="331604" y="137090"/>
                  </a:lnTo>
                  <a:lnTo>
                    <a:pt x="330572" y="131912"/>
                  </a:lnTo>
                  <a:lnTo>
                    <a:pt x="329377" y="126768"/>
                  </a:lnTo>
                  <a:lnTo>
                    <a:pt x="328020" y="121665"/>
                  </a:lnTo>
                  <a:lnTo>
                    <a:pt x="326503" y="116608"/>
                  </a:lnTo>
                  <a:lnTo>
                    <a:pt x="324826" y="111600"/>
                  </a:lnTo>
                  <a:lnTo>
                    <a:pt x="322993" y="106649"/>
                  </a:lnTo>
                  <a:lnTo>
                    <a:pt x="321004" y="101757"/>
                  </a:lnTo>
                  <a:lnTo>
                    <a:pt x="318861" y="96931"/>
                  </a:lnTo>
                  <a:lnTo>
                    <a:pt x="316567" y="92175"/>
                  </a:lnTo>
                  <a:lnTo>
                    <a:pt x="314124" y="87494"/>
                  </a:lnTo>
                  <a:lnTo>
                    <a:pt x="311534" y="82892"/>
                  </a:lnTo>
                  <a:lnTo>
                    <a:pt x="308801" y="78375"/>
                  </a:lnTo>
                  <a:lnTo>
                    <a:pt x="305926" y="73946"/>
                  </a:lnTo>
                  <a:lnTo>
                    <a:pt x="302912" y="69610"/>
                  </a:lnTo>
                  <a:lnTo>
                    <a:pt x="299763" y="65371"/>
                  </a:lnTo>
                  <a:lnTo>
                    <a:pt x="296482" y="61234"/>
                  </a:lnTo>
                  <a:lnTo>
                    <a:pt x="293072" y="57202"/>
                  </a:lnTo>
                  <a:lnTo>
                    <a:pt x="289536" y="53281"/>
                  </a:lnTo>
                  <a:lnTo>
                    <a:pt x="285878" y="49473"/>
                  </a:lnTo>
                  <a:lnTo>
                    <a:pt x="282102" y="45782"/>
                  </a:lnTo>
                  <a:lnTo>
                    <a:pt x="278211" y="42212"/>
                  </a:lnTo>
                  <a:lnTo>
                    <a:pt x="274209" y="38768"/>
                  </a:lnTo>
                  <a:lnTo>
                    <a:pt x="270100" y="35451"/>
                  </a:lnTo>
                  <a:lnTo>
                    <a:pt x="265889" y="32265"/>
                  </a:lnTo>
                  <a:lnTo>
                    <a:pt x="261579" y="29215"/>
                  </a:lnTo>
                  <a:lnTo>
                    <a:pt x="257175" y="26302"/>
                  </a:lnTo>
                  <a:lnTo>
                    <a:pt x="252681" y="23529"/>
                  </a:lnTo>
                  <a:lnTo>
                    <a:pt x="248102" y="20900"/>
                  </a:lnTo>
                  <a:lnTo>
                    <a:pt x="243442" y="18417"/>
                  </a:lnTo>
                  <a:lnTo>
                    <a:pt x="238706" y="16082"/>
                  </a:lnTo>
                  <a:lnTo>
                    <a:pt x="233898" y="13898"/>
                  </a:lnTo>
                  <a:lnTo>
                    <a:pt x="229024" y="11866"/>
                  </a:lnTo>
                  <a:lnTo>
                    <a:pt x="224089" y="9990"/>
                  </a:lnTo>
                  <a:lnTo>
                    <a:pt x="219096" y="8271"/>
                  </a:lnTo>
                  <a:lnTo>
                    <a:pt x="214052" y="6710"/>
                  </a:lnTo>
                  <a:lnTo>
                    <a:pt x="208960" y="5309"/>
                  </a:lnTo>
                  <a:lnTo>
                    <a:pt x="203828" y="4070"/>
                  </a:lnTo>
                  <a:lnTo>
                    <a:pt x="198658" y="2993"/>
                  </a:lnTo>
                  <a:lnTo>
                    <a:pt x="193457" y="2080"/>
                  </a:lnTo>
                  <a:lnTo>
                    <a:pt x="188230" y="1332"/>
                  </a:lnTo>
                  <a:lnTo>
                    <a:pt x="182982" y="750"/>
                  </a:lnTo>
                  <a:lnTo>
                    <a:pt x="177718" y="333"/>
                  </a:lnTo>
                  <a:lnTo>
                    <a:pt x="172444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494" y="4213821"/>
              <a:ext cx="4793" cy="167167"/>
            </a:xfrm>
            <a:custGeom>
              <a:avLst/>
              <a:pathLst>
                <a:path w="4793" h="167167">
                  <a:moveTo>
                    <a:pt x="4793" y="0"/>
                  </a:moveTo>
                  <a:lnTo>
                    <a:pt x="0" y="68"/>
                  </a:lnTo>
                  <a:lnTo>
                    <a:pt x="479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494" y="4213890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494" y="4213890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494" y="4213890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494" y="4213890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494" y="4213890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494" y="4213890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494" y="4213890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494" y="4213890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494" y="4213890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6494" y="4213890"/>
              <a:ext cx="4793" cy="167098"/>
            </a:xfrm>
            <a:custGeom>
              <a:avLst/>
              <a:pathLst>
                <a:path w="4793" h="167098">
                  <a:moveTo>
                    <a:pt x="0" y="0"/>
                  </a:moveTo>
                  <a:lnTo>
                    <a:pt x="4793" y="1670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14123" y="4213821"/>
              <a:ext cx="334325" cy="334317"/>
            </a:xfrm>
            <a:custGeom>
              <a:avLst/>
              <a:pathLst>
                <a:path w="334325" h="334317">
                  <a:moveTo>
                    <a:pt x="162371" y="68"/>
                  </a:moveTo>
                  <a:lnTo>
                    <a:pt x="157096" y="303"/>
                  </a:lnTo>
                  <a:lnTo>
                    <a:pt x="151831" y="704"/>
                  </a:lnTo>
                  <a:lnTo>
                    <a:pt x="146581" y="1272"/>
                  </a:lnTo>
                  <a:lnTo>
                    <a:pt x="141352" y="2004"/>
                  </a:lnTo>
                  <a:lnTo>
                    <a:pt x="136148" y="2902"/>
                  </a:lnTo>
                  <a:lnTo>
                    <a:pt x="130976" y="3964"/>
                  </a:lnTo>
                  <a:lnTo>
                    <a:pt x="125839" y="5188"/>
                  </a:lnTo>
                  <a:lnTo>
                    <a:pt x="120744" y="6574"/>
                  </a:lnTo>
                  <a:lnTo>
                    <a:pt x="115695" y="8120"/>
                  </a:lnTo>
                  <a:lnTo>
                    <a:pt x="110698" y="9825"/>
                  </a:lnTo>
                  <a:lnTo>
                    <a:pt x="105757" y="11687"/>
                  </a:lnTo>
                  <a:lnTo>
                    <a:pt x="100877" y="13704"/>
                  </a:lnTo>
                  <a:lnTo>
                    <a:pt x="96063" y="15874"/>
                  </a:lnTo>
                  <a:lnTo>
                    <a:pt x="91320" y="18195"/>
                  </a:lnTo>
                  <a:lnTo>
                    <a:pt x="86653" y="20665"/>
                  </a:lnTo>
                  <a:lnTo>
                    <a:pt x="82066" y="23281"/>
                  </a:lnTo>
                  <a:lnTo>
                    <a:pt x="77564" y="26040"/>
                  </a:lnTo>
                  <a:lnTo>
                    <a:pt x="73152" y="28940"/>
                  </a:lnTo>
                  <a:lnTo>
                    <a:pt x="68833" y="31979"/>
                  </a:lnTo>
                  <a:lnTo>
                    <a:pt x="64612" y="35152"/>
                  </a:lnTo>
                  <a:lnTo>
                    <a:pt x="60494" y="38456"/>
                  </a:lnTo>
                  <a:lnTo>
                    <a:pt x="56482" y="41890"/>
                  </a:lnTo>
                  <a:lnTo>
                    <a:pt x="52581" y="45448"/>
                  </a:lnTo>
                  <a:lnTo>
                    <a:pt x="48793" y="49127"/>
                  </a:lnTo>
                  <a:lnTo>
                    <a:pt x="45124" y="52925"/>
                  </a:lnTo>
                  <a:lnTo>
                    <a:pt x="41577" y="56836"/>
                  </a:lnTo>
                  <a:lnTo>
                    <a:pt x="38155" y="60858"/>
                  </a:lnTo>
                  <a:lnTo>
                    <a:pt x="34862" y="64985"/>
                  </a:lnTo>
                  <a:lnTo>
                    <a:pt x="31701" y="69215"/>
                  </a:lnTo>
                  <a:lnTo>
                    <a:pt x="28675" y="73542"/>
                  </a:lnTo>
                  <a:lnTo>
                    <a:pt x="25787" y="77963"/>
                  </a:lnTo>
                  <a:lnTo>
                    <a:pt x="23040" y="82472"/>
                  </a:lnTo>
                  <a:lnTo>
                    <a:pt x="20437" y="87066"/>
                  </a:lnTo>
                  <a:lnTo>
                    <a:pt x="17980" y="91741"/>
                  </a:lnTo>
                  <a:lnTo>
                    <a:pt x="15673" y="96490"/>
                  </a:lnTo>
                  <a:lnTo>
                    <a:pt x="13516" y="101310"/>
                  </a:lnTo>
                  <a:lnTo>
                    <a:pt x="11513" y="106195"/>
                  </a:lnTo>
                  <a:lnTo>
                    <a:pt x="9665" y="111142"/>
                  </a:lnTo>
                  <a:lnTo>
                    <a:pt x="7974" y="116144"/>
                  </a:lnTo>
                  <a:lnTo>
                    <a:pt x="6442" y="121197"/>
                  </a:lnTo>
                  <a:lnTo>
                    <a:pt x="5070" y="126296"/>
                  </a:lnTo>
                  <a:lnTo>
                    <a:pt x="3860" y="131436"/>
                  </a:lnTo>
                  <a:lnTo>
                    <a:pt x="2813" y="136612"/>
                  </a:lnTo>
                  <a:lnTo>
                    <a:pt x="1930" y="141817"/>
                  </a:lnTo>
                  <a:lnTo>
                    <a:pt x="1212" y="147049"/>
                  </a:lnTo>
                  <a:lnTo>
                    <a:pt x="659" y="152300"/>
                  </a:lnTo>
                  <a:lnTo>
                    <a:pt x="273" y="157566"/>
                  </a:lnTo>
                  <a:lnTo>
                    <a:pt x="53" y="162842"/>
                  </a:lnTo>
                  <a:lnTo>
                    <a:pt x="0" y="168122"/>
                  </a:lnTo>
                  <a:lnTo>
                    <a:pt x="113" y="173401"/>
                  </a:lnTo>
                  <a:lnTo>
                    <a:pt x="393" y="178674"/>
                  </a:lnTo>
                  <a:lnTo>
                    <a:pt x="840" y="183936"/>
                  </a:lnTo>
                  <a:lnTo>
                    <a:pt x="1453" y="189180"/>
                  </a:lnTo>
                  <a:lnTo>
                    <a:pt x="2230" y="194403"/>
                  </a:lnTo>
                  <a:lnTo>
                    <a:pt x="3173" y="199598"/>
                  </a:lnTo>
                  <a:lnTo>
                    <a:pt x="4279" y="204762"/>
                  </a:lnTo>
                  <a:lnTo>
                    <a:pt x="5548" y="209887"/>
                  </a:lnTo>
                  <a:lnTo>
                    <a:pt x="6977" y="214970"/>
                  </a:lnTo>
                  <a:lnTo>
                    <a:pt x="8567" y="220006"/>
                  </a:lnTo>
                  <a:lnTo>
                    <a:pt x="10315" y="224988"/>
                  </a:lnTo>
                  <a:lnTo>
                    <a:pt x="12220" y="229913"/>
                  </a:lnTo>
                  <a:lnTo>
                    <a:pt x="14279" y="234776"/>
                  </a:lnTo>
                  <a:lnTo>
                    <a:pt x="16490" y="239571"/>
                  </a:lnTo>
                  <a:lnTo>
                    <a:pt x="18852" y="244293"/>
                  </a:lnTo>
                  <a:lnTo>
                    <a:pt x="21362" y="248939"/>
                  </a:lnTo>
                  <a:lnTo>
                    <a:pt x="24017" y="253503"/>
                  </a:lnTo>
                  <a:lnTo>
                    <a:pt x="26815" y="257981"/>
                  </a:lnTo>
                  <a:lnTo>
                    <a:pt x="29754" y="262368"/>
                  </a:lnTo>
                  <a:lnTo>
                    <a:pt x="32829" y="266661"/>
                  </a:lnTo>
                  <a:lnTo>
                    <a:pt x="36038" y="270854"/>
                  </a:lnTo>
                  <a:lnTo>
                    <a:pt x="39379" y="274943"/>
                  </a:lnTo>
                  <a:lnTo>
                    <a:pt x="42846" y="278926"/>
                  </a:lnTo>
                  <a:lnTo>
                    <a:pt x="46438" y="282796"/>
                  </a:lnTo>
                  <a:lnTo>
                    <a:pt x="50150" y="286551"/>
                  </a:lnTo>
                  <a:lnTo>
                    <a:pt x="53979" y="290187"/>
                  </a:lnTo>
                  <a:lnTo>
                    <a:pt x="57921" y="293701"/>
                  </a:lnTo>
                  <a:lnTo>
                    <a:pt x="61972" y="297088"/>
                  </a:lnTo>
                  <a:lnTo>
                    <a:pt x="66127" y="300345"/>
                  </a:lnTo>
                  <a:lnTo>
                    <a:pt x="70384" y="303470"/>
                  </a:lnTo>
                  <a:lnTo>
                    <a:pt x="74737" y="306459"/>
                  </a:lnTo>
                  <a:lnTo>
                    <a:pt x="79183" y="309308"/>
                  </a:lnTo>
                  <a:lnTo>
                    <a:pt x="83716" y="312016"/>
                  </a:lnTo>
                  <a:lnTo>
                    <a:pt x="88332" y="314580"/>
                  </a:lnTo>
                  <a:lnTo>
                    <a:pt x="93027" y="316996"/>
                  </a:lnTo>
                  <a:lnTo>
                    <a:pt x="97796" y="319262"/>
                  </a:lnTo>
                  <a:lnTo>
                    <a:pt x="102635" y="321377"/>
                  </a:lnTo>
                  <a:lnTo>
                    <a:pt x="107537" y="323339"/>
                  </a:lnTo>
                  <a:lnTo>
                    <a:pt x="112499" y="325144"/>
                  </a:lnTo>
                  <a:lnTo>
                    <a:pt x="117516" y="326792"/>
                  </a:lnTo>
                  <a:lnTo>
                    <a:pt x="122582" y="328280"/>
                  </a:lnTo>
                  <a:lnTo>
                    <a:pt x="127693" y="329608"/>
                  </a:lnTo>
                  <a:lnTo>
                    <a:pt x="132843" y="330773"/>
                  </a:lnTo>
                  <a:lnTo>
                    <a:pt x="138027" y="331776"/>
                  </a:lnTo>
                  <a:lnTo>
                    <a:pt x="143241" y="332614"/>
                  </a:lnTo>
                  <a:lnTo>
                    <a:pt x="148478" y="333287"/>
                  </a:lnTo>
                  <a:lnTo>
                    <a:pt x="153734" y="333794"/>
                  </a:lnTo>
                  <a:lnTo>
                    <a:pt x="159003" y="334135"/>
                  </a:lnTo>
                  <a:lnTo>
                    <a:pt x="164281" y="334310"/>
                  </a:lnTo>
                  <a:lnTo>
                    <a:pt x="169561" y="334317"/>
                  </a:lnTo>
                  <a:lnTo>
                    <a:pt x="174839" y="334158"/>
                  </a:lnTo>
                  <a:lnTo>
                    <a:pt x="180109" y="333832"/>
                  </a:lnTo>
                  <a:lnTo>
                    <a:pt x="185367" y="333340"/>
                  </a:lnTo>
                  <a:lnTo>
                    <a:pt x="190606" y="332683"/>
                  </a:lnTo>
                  <a:lnTo>
                    <a:pt x="195822" y="331860"/>
                  </a:lnTo>
                  <a:lnTo>
                    <a:pt x="201009" y="330872"/>
                  </a:lnTo>
                  <a:lnTo>
                    <a:pt x="206162" y="329722"/>
                  </a:lnTo>
                  <a:lnTo>
                    <a:pt x="211277" y="328409"/>
                  </a:lnTo>
                  <a:lnTo>
                    <a:pt x="216347" y="326935"/>
                  </a:lnTo>
                  <a:lnTo>
                    <a:pt x="221369" y="325302"/>
                  </a:lnTo>
                  <a:lnTo>
                    <a:pt x="226336" y="323511"/>
                  </a:lnTo>
                  <a:lnTo>
                    <a:pt x="231245" y="321565"/>
                  </a:lnTo>
                  <a:lnTo>
                    <a:pt x="236089" y="319464"/>
                  </a:lnTo>
                  <a:lnTo>
                    <a:pt x="240865" y="317211"/>
                  </a:lnTo>
                  <a:lnTo>
                    <a:pt x="245567" y="314808"/>
                  </a:lnTo>
                  <a:lnTo>
                    <a:pt x="250191" y="312259"/>
                  </a:lnTo>
                  <a:lnTo>
                    <a:pt x="254732" y="309564"/>
                  </a:lnTo>
                  <a:lnTo>
                    <a:pt x="259185" y="306727"/>
                  </a:lnTo>
                  <a:lnTo>
                    <a:pt x="263547" y="303751"/>
                  </a:lnTo>
                  <a:lnTo>
                    <a:pt x="267813" y="300639"/>
                  </a:lnTo>
                  <a:lnTo>
                    <a:pt x="271978" y="297394"/>
                  </a:lnTo>
                  <a:lnTo>
                    <a:pt x="276039" y="294018"/>
                  </a:lnTo>
                  <a:lnTo>
                    <a:pt x="279991" y="290516"/>
                  </a:lnTo>
                  <a:lnTo>
                    <a:pt x="283830" y="286892"/>
                  </a:lnTo>
                  <a:lnTo>
                    <a:pt x="287553" y="283147"/>
                  </a:lnTo>
                  <a:lnTo>
                    <a:pt x="291156" y="279287"/>
                  </a:lnTo>
                  <a:lnTo>
                    <a:pt x="294636" y="275315"/>
                  </a:lnTo>
                  <a:lnTo>
                    <a:pt x="297988" y="271235"/>
                  </a:lnTo>
                  <a:lnTo>
                    <a:pt x="301209" y="267051"/>
                  </a:lnTo>
                  <a:lnTo>
                    <a:pt x="304297" y="262768"/>
                  </a:lnTo>
                  <a:lnTo>
                    <a:pt x="307248" y="258389"/>
                  </a:lnTo>
                  <a:lnTo>
                    <a:pt x="310059" y="253919"/>
                  </a:lnTo>
                  <a:lnTo>
                    <a:pt x="312728" y="249363"/>
                  </a:lnTo>
                  <a:lnTo>
                    <a:pt x="315251" y="244725"/>
                  </a:lnTo>
                  <a:lnTo>
                    <a:pt x="317627" y="240009"/>
                  </a:lnTo>
                  <a:lnTo>
                    <a:pt x="319852" y="235220"/>
                  </a:lnTo>
                  <a:lnTo>
                    <a:pt x="321926" y="230364"/>
                  </a:lnTo>
                  <a:lnTo>
                    <a:pt x="323844" y="225445"/>
                  </a:lnTo>
                  <a:lnTo>
                    <a:pt x="325607" y="220467"/>
                  </a:lnTo>
                  <a:lnTo>
                    <a:pt x="327211" y="215437"/>
                  </a:lnTo>
                  <a:lnTo>
                    <a:pt x="328656" y="210358"/>
                  </a:lnTo>
                  <a:lnTo>
                    <a:pt x="329939" y="205236"/>
                  </a:lnTo>
                  <a:lnTo>
                    <a:pt x="331060" y="200076"/>
                  </a:lnTo>
                  <a:lnTo>
                    <a:pt x="332018" y="194883"/>
                  </a:lnTo>
                  <a:lnTo>
                    <a:pt x="332811" y="189663"/>
                  </a:lnTo>
                  <a:lnTo>
                    <a:pt x="333439" y="184420"/>
                  </a:lnTo>
                  <a:lnTo>
                    <a:pt x="333901" y="179160"/>
                  </a:lnTo>
                  <a:lnTo>
                    <a:pt x="334197" y="173887"/>
                  </a:lnTo>
                  <a:lnTo>
                    <a:pt x="334325" y="168609"/>
                  </a:lnTo>
                  <a:lnTo>
                    <a:pt x="334288" y="163329"/>
                  </a:lnTo>
                  <a:lnTo>
                    <a:pt x="334083" y="158052"/>
                  </a:lnTo>
                  <a:lnTo>
                    <a:pt x="333712" y="152785"/>
                  </a:lnTo>
                  <a:lnTo>
                    <a:pt x="333175" y="147532"/>
                  </a:lnTo>
                  <a:lnTo>
                    <a:pt x="332472" y="142299"/>
                  </a:lnTo>
                  <a:lnTo>
                    <a:pt x="331604" y="137090"/>
                  </a:lnTo>
                  <a:lnTo>
                    <a:pt x="330572" y="131912"/>
                  </a:lnTo>
                  <a:lnTo>
                    <a:pt x="329377" y="126768"/>
                  </a:lnTo>
                  <a:lnTo>
                    <a:pt x="328020" y="121665"/>
                  </a:lnTo>
                  <a:lnTo>
                    <a:pt x="326503" y="116608"/>
                  </a:lnTo>
                  <a:lnTo>
                    <a:pt x="324826" y="111600"/>
                  </a:lnTo>
                  <a:lnTo>
                    <a:pt x="322993" y="106649"/>
                  </a:lnTo>
                  <a:lnTo>
                    <a:pt x="321004" y="101757"/>
                  </a:lnTo>
                  <a:lnTo>
                    <a:pt x="318861" y="96931"/>
                  </a:lnTo>
                  <a:lnTo>
                    <a:pt x="316567" y="92175"/>
                  </a:lnTo>
                  <a:lnTo>
                    <a:pt x="314124" y="87494"/>
                  </a:lnTo>
                  <a:lnTo>
                    <a:pt x="311534" y="82892"/>
                  </a:lnTo>
                  <a:lnTo>
                    <a:pt x="308801" y="78375"/>
                  </a:lnTo>
                  <a:lnTo>
                    <a:pt x="305926" y="73946"/>
                  </a:lnTo>
                  <a:lnTo>
                    <a:pt x="302912" y="69610"/>
                  </a:lnTo>
                  <a:lnTo>
                    <a:pt x="299763" y="65371"/>
                  </a:lnTo>
                  <a:lnTo>
                    <a:pt x="296482" y="61234"/>
                  </a:lnTo>
                  <a:lnTo>
                    <a:pt x="293072" y="57202"/>
                  </a:lnTo>
                  <a:lnTo>
                    <a:pt x="289536" y="53281"/>
                  </a:lnTo>
                  <a:lnTo>
                    <a:pt x="285878" y="49473"/>
                  </a:lnTo>
                  <a:lnTo>
                    <a:pt x="282102" y="45782"/>
                  </a:lnTo>
                  <a:lnTo>
                    <a:pt x="278211" y="42212"/>
                  </a:lnTo>
                  <a:lnTo>
                    <a:pt x="274209" y="38768"/>
                  </a:lnTo>
                  <a:lnTo>
                    <a:pt x="270100" y="35451"/>
                  </a:lnTo>
                  <a:lnTo>
                    <a:pt x="265889" y="32265"/>
                  </a:lnTo>
                  <a:lnTo>
                    <a:pt x="261579" y="29215"/>
                  </a:lnTo>
                  <a:lnTo>
                    <a:pt x="257175" y="26302"/>
                  </a:lnTo>
                  <a:lnTo>
                    <a:pt x="252681" y="23529"/>
                  </a:lnTo>
                  <a:lnTo>
                    <a:pt x="248102" y="20900"/>
                  </a:lnTo>
                  <a:lnTo>
                    <a:pt x="243442" y="18417"/>
                  </a:lnTo>
                  <a:lnTo>
                    <a:pt x="238706" y="16082"/>
                  </a:lnTo>
                  <a:lnTo>
                    <a:pt x="233898" y="13898"/>
                  </a:lnTo>
                  <a:lnTo>
                    <a:pt x="229024" y="11866"/>
                  </a:lnTo>
                  <a:lnTo>
                    <a:pt x="224089" y="9990"/>
                  </a:lnTo>
                  <a:lnTo>
                    <a:pt x="219096" y="8271"/>
                  </a:lnTo>
                  <a:lnTo>
                    <a:pt x="214052" y="6710"/>
                  </a:lnTo>
                  <a:lnTo>
                    <a:pt x="208960" y="5309"/>
                  </a:lnTo>
                  <a:lnTo>
                    <a:pt x="203828" y="4070"/>
                  </a:lnTo>
                  <a:lnTo>
                    <a:pt x="198658" y="2993"/>
                  </a:lnTo>
                  <a:lnTo>
                    <a:pt x="193457" y="2080"/>
                  </a:lnTo>
                  <a:lnTo>
                    <a:pt x="188230" y="1332"/>
                  </a:lnTo>
                  <a:lnTo>
                    <a:pt x="182982" y="750"/>
                  </a:lnTo>
                  <a:lnTo>
                    <a:pt x="177718" y="333"/>
                  </a:lnTo>
                  <a:lnTo>
                    <a:pt x="172444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266" y="4659281"/>
              <a:ext cx="1258" cy="167167"/>
            </a:xfrm>
            <a:custGeom>
              <a:avLst/>
              <a:pathLst>
                <a:path w="1258" h="167167">
                  <a:moveTo>
                    <a:pt x="1258" y="0"/>
                  </a:moveTo>
                  <a:lnTo>
                    <a:pt x="0" y="4"/>
                  </a:lnTo>
                  <a:lnTo>
                    <a:pt x="125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266" y="4659286"/>
              <a:ext cx="1258" cy="167162"/>
            </a:xfrm>
            <a:custGeom>
              <a:avLst/>
              <a:pathLst>
                <a:path w="1258" h="167162">
                  <a:moveTo>
                    <a:pt x="0" y="0"/>
                  </a:moveTo>
                  <a:lnTo>
                    <a:pt x="1258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266" y="4659286"/>
              <a:ext cx="1258" cy="167162"/>
            </a:xfrm>
            <a:custGeom>
              <a:avLst/>
              <a:pathLst>
                <a:path w="1258" h="167162">
                  <a:moveTo>
                    <a:pt x="0" y="0"/>
                  </a:moveTo>
                  <a:lnTo>
                    <a:pt x="1258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5266" y="4659286"/>
              <a:ext cx="1258" cy="167162"/>
            </a:xfrm>
            <a:custGeom>
              <a:avLst/>
              <a:pathLst>
                <a:path w="1258" h="167162">
                  <a:moveTo>
                    <a:pt x="0" y="0"/>
                  </a:moveTo>
                  <a:lnTo>
                    <a:pt x="1258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5266" y="4659286"/>
              <a:ext cx="1258" cy="167162"/>
            </a:xfrm>
            <a:custGeom>
              <a:avLst/>
              <a:pathLst>
                <a:path w="1258" h="167162">
                  <a:moveTo>
                    <a:pt x="0" y="0"/>
                  </a:moveTo>
                  <a:lnTo>
                    <a:pt x="125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5266" y="4659286"/>
              <a:ext cx="1258" cy="167162"/>
            </a:xfrm>
            <a:custGeom>
              <a:avLst/>
              <a:pathLst>
                <a:path w="1258" h="167162">
                  <a:moveTo>
                    <a:pt x="0" y="0"/>
                  </a:moveTo>
                  <a:lnTo>
                    <a:pt x="125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5266" y="4659286"/>
              <a:ext cx="1258" cy="167162"/>
            </a:xfrm>
            <a:custGeom>
              <a:avLst/>
              <a:pathLst>
                <a:path w="1258" h="167162">
                  <a:moveTo>
                    <a:pt x="0" y="0"/>
                  </a:moveTo>
                  <a:lnTo>
                    <a:pt x="125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5266" y="4659286"/>
              <a:ext cx="1258" cy="167162"/>
            </a:xfrm>
            <a:custGeom>
              <a:avLst/>
              <a:pathLst>
                <a:path w="1258" h="167162">
                  <a:moveTo>
                    <a:pt x="0" y="0"/>
                  </a:moveTo>
                  <a:lnTo>
                    <a:pt x="1258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5266" y="4659286"/>
              <a:ext cx="1258" cy="167162"/>
            </a:xfrm>
            <a:custGeom>
              <a:avLst/>
              <a:pathLst>
                <a:path w="1258" h="167162">
                  <a:moveTo>
                    <a:pt x="0" y="0"/>
                  </a:moveTo>
                  <a:lnTo>
                    <a:pt x="1258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5266" y="4659286"/>
              <a:ext cx="1258" cy="167162"/>
            </a:xfrm>
            <a:custGeom>
              <a:avLst/>
              <a:pathLst>
                <a:path w="1258" h="167162">
                  <a:moveTo>
                    <a:pt x="0" y="0"/>
                  </a:moveTo>
                  <a:lnTo>
                    <a:pt x="1258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37779" y="4659286"/>
              <a:ext cx="148745" cy="167162"/>
            </a:xfrm>
            <a:custGeom>
              <a:avLst/>
              <a:pathLst>
                <a:path w="148745" h="167162">
                  <a:moveTo>
                    <a:pt x="147487" y="0"/>
                  </a:moveTo>
                  <a:lnTo>
                    <a:pt x="141970" y="132"/>
                  </a:lnTo>
                  <a:lnTo>
                    <a:pt x="136461" y="447"/>
                  </a:lnTo>
                  <a:lnTo>
                    <a:pt x="130965" y="943"/>
                  </a:lnTo>
                  <a:lnTo>
                    <a:pt x="125488" y="1620"/>
                  </a:lnTo>
                  <a:lnTo>
                    <a:pt x="120037" y="2478"/>
                  </a:lnTo>
                  <a:lnTo>
                    <a:pt x="114618" y="3515"/>
                  </a:lnTo>
                  <a:lnTo>
                    <a:pt x="109235" y="4731"/>
                  </a:lnTo>
                  <a:lnTo>
                    <a:pt x="103895" y="6123"/>
                  </a:lnTo>
                  <a:lnTo>
                    <a:pt x="98605" y="7692"/>
                  </a:lnTo>
                  <a:lnTo>
                    <a:pt x="93369" y="9433"/>
                  </a:lnTo>
                  <a:lnTo>
                    <a:pt x="88193" y="11347"/>
                  </a:lnTo>
                  <a:lnTo>
                    <a:pt x="83083" y="13430"/>
                  </a:lnTo>
                  <a:lnTo>
                    <a:pt x="78045" y="15681"/>
                  </a:lnTo>
                  <a:lnTo>
                    <a:pt x="73084" y="18097"/>
                  </a:lnTo>
                  <a:lnTo>
                    <a:pt x="68205" y="20676"/>
                  </a:lnTo>
                  <a:lnTo>
                    <a:pt x="63414" y="23414"/>
                  </a:lnTo>
                  <a:lnTo>
                    <a:pt x="58716" y="26309"/>
                  </a:lnTo>
                  <a:lnTo>
                    <a:pt x="54116" y="29357"/>
                  </a:lnTo>
                  <a:lnTo>
                    <a:pt x="49619" y="32555"/>
                  </a:lnTo>
                  <a:lnTo>
                    <a:pt x="45231" y="35900"/>
                  </a:lnTo>
                  <a:lnTo>
                    <a:pt x="40955" y="39388"/>
                  </a:lnTo>
                  <a:lnTo>
                    <a:pt x="36796" y="43015"/>
                  </a:lnTo>
                  <a:lnTo>
                    <a:pt x="32760" y="46778"/>
                  </a:lnTo>
                  <a:lnTo>
                    <a:pt x="28849" y="50672"/>
                  </a:lnTo>
                  <a:lnTo>
                    <a:pt x="25070" y="54692"/>
                  </a:lnTo>
                  <a:lnTo>
                    <a:pt x="21425" y="58836"/>
                  </a:lnTo>
                  <a:lnTo>
                    <a:pt x="17919" y="63097"/>
                  </a:lnTo>
                  <a:lnTo>
                    <a:pt x="14556" y="67472"/>
                  </a:lnTo>
                  <a:lnTo>
                    <a:pt x="11339" y="71955"/>
                  </a:lnTo>
                  <a:lnTo>
                    <a:pt x="8271" y="76542"/>
                  </a:lnTo>
                  <a:lnTo>
                    <a:pt x="5357" y="81228"/>
                  </a:lnTo>
                  <a:lnTo>
                    <a:pt x="2598" y="86007"/>
                  </a:lnTo>
                  <a:lnTo>
                    <a:pt x="0" y="90875"/>
                  </a:lnTo>
                  <a:lnTo>
                    <a:pt x="148745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919357" y="4659281"/>
              <a:ext cx="334325" cy="334325"/>
            </a:xfrm>
            <a:custGeom>
              <a:avLst/>
              <a:pathLst>
                <a:path w="334325" h="334325">
                  <a:moveTo>
                    <a:pt x="18421" y="90880"/>
                  </a:moveTo>
                  <a:lnTo>
                    <a:pt x="16084" y="95621"/>
                  </a:lnTo>
                  <a:lnTo>
                    <a:pt x="13897" y="100434"/>
                  </a:lnTo>
                  <a:lnTo>
                    <a:pt x="11864" y="105313"/>
                  </a:lnTo>
                  <a:lnTo>
                    <a:pt x="9986" y="110255"/>
                  </a:lnTo>
                  <a:lnTo>
                    <a:pt x="8265" y="115253"/>
                  </a:lnTo>
                  <a:lnTo>
                    <a:pt x="6703" y="120303"/>
                  </a:lnTo>
                  <a:lnTo>
                    <a:pt x="5301" y="125400"/>
                  </a:lnTo>
                  <a:lnTo>
                    <a:pt x="4062" y="130539"/>
                  </a:lnTo>
                  <a:lnTo>
                    <a:pt x="2985" y="135714"/>
                  </a:lnTo>
                  <a:lnTo>
                    <a:pt x="2073" y="140921"/>
                  </a:lnTo>
                  <a:lnTo>
                    <a:pt x="1325" y="146154"/>
                  </a:lnTo>
                  <a:lnTo>
                    <a:pt x="744" y="151408"/>
                  </a:lnTo>
                  <a:lnTo>
                    <a:pt x="329" y="156678"/>
                  </a:lnTo>
                  <a:lnTo>
                    <a:pt x="81" y="161959"/>
                  </a:lnTo>
                  <a:lnTo>
                    <a:pt x="0" y="167244"/>
                  </a:lnTo>
                  <a:lnTo>
                    <a:pt x="86" y="172530"/>
                  </a:lnTo>
                  <a:lnTo>
                    <a:pt x="339" y="177810"/>
                  </a:lnTo>
                  <a:lnTo>
                    <a:pt x="759" y="183080"/>
                  </a:lnTo>
                  <a:lnTo>
                    <a:pt x="1345" y="188333"/>
                  </a:lnTo>
                  <a:lnTo>
                    <a:pt x="2097" y="193566"/>
                  </a:lnTo>
                  <a:lnTo>
                    <a:pt x="3014" y="198772"/>
                  </a:lnTo>
                  <a:lnTo>
                    <a:pt x="4096" y="203946"/>
                  </a:lnTo>
                  <a:lnTo>
                    <a:pt x="5340" y="209084"/>
                  </a:lnTo>
                  <a:lnTo>
                    <a:pt x="6746" y="214180"/>
                  </a:lnTo>
                  <a:lnTo>
                    <a:pt x="8313" y="219228"/>
                  </a:lnTo>
                  <a:lnTo>
                    <a:pt x="10039" y="224225"/>
                  </a:lnTo>
                  <a:lnTo>
                    <a:pt x="11921" y="229165"/>
                  </a:lnTo>
                  <a:lnTo>
                    <a:pt x="13959" y="234042"/>
                  </a:lnTo>
                  <a:lnTo>
                    <a:pt x="16150" y="238853"/>
                  </a:lnTo>
                  <a:lnTo>
                    <a:pt x="18492" y="243592"/>
                  </a:lnTo>
                  <a:lnTo>
                    <a:pt x="20983" y="248255"/>
                  </a:lnTo>
                  <a:lnTo>
                    <a:pt x="23620" y="252836"/>
                  </a:lnTo>
                  <a:lnTo>
                    <a:pt x="26400" y="257332"/>
                  </a:lnTo>
                  <a:lnTo>
                    <a:pt x="29322" y="261738"/>
                  </a:lnTo>
                  <a:lnTo>
                    <a:pt x="32381" y="266049"/>
                  </a:lnTo>
                  <a:lnTo>
                    <a:pt x="35575" y="270261"/>
                  </a:lnTo>
                  <a:lnTo>
                    <a:pt x="38900" y="274370"/>
                  </a:lnTo>
                  <a:lnTo>
                    <a:pt x="42354" y="278372"/>
                  </a:lnTo>
                  <a:lnTo>
                    <a:pt x="45932" y="282263"/>
                  </a:lnTo>
                  <a:lnTo>
                    <a:pt x="49632" y="286039"/>
                  </a:lnTo>
                  <a:lnTo>
                    <a:pt x="53450" y="289696"/>
                  </a:lnTo>
                  <a:lnTo>
                    <a:pt x="57381" y="293230"/>
                  </a:lnTo>
                  <a:lnTo>
                    <a:pt x="61421" y="296638"/>
                  </a:lnTo>
                  <a:lnTo>
                    <a:pt x="65568" y="299917"/>
                  </a:lnTo>
                  <a:lnTo>
                    <a:pt x="69816" y="303063"/>
                  </a:lnTo>
                  <a:lnTo>
                    <a:pt x="74162" y="306073"/>
                  </a:lnTo>
                  <a:lnTo>
                    <a:pt x="78600" y="308944"/>
                  </a:lnTo>
                  <a:lnTo>
                    <a:pt x="83127" y="311674"/>
                  </a:lnTo>
                  <a:lnTo>
                    <a:pt x="87738" y="314259"/>
                  </a:lnTo>
                  <a:lnTo>
                    <a:pt x="92429" y="316697"/>
                  </a:lnTo>
                  <a:lnTo>
                    <a:pt x="97194" y="318985"/>
                  </a:lnTo>
                  <a:lnTo>
                    <a:pt x="102029" y="321122"/>
                  </a:lnTo>
                  <a:lnTo>
                    <a:pt x="106930" y="323104"/>
                  </a:lnTo>
                  <a:lnTo>
                    <a:pt x="111890" y="324931"/>
                  </a:lnTo>
                  <a:lnTo>
                    <a:pt x="116906" y="326600"/>
                  </a:lnTo>
                  <a:lnTo>
                    <a:pt x="121972" y="328109"/>
                  </a:lnTo>
                  <a:lnTo>
                    <a:pt x="127084" y="329458"/>
                  </a:lnTo>
                  <a:lnTo>
                    <a:pt x="132235" y="330644"/>
                  </a:lnTo>
                  <a:lnTo>
                    <a:pt x="137421" y="331667"/>
                  </a:lnTo>
                  <a:lnTo>
                    <a:pt x="142637" y="332525"/>
                  </a:lnTo>
                  <a:lnTo>
                    <a:pt x="147878" y="333218"/>
                  </a:lnTo>
                  <a:lnTo>
                    <a:pt x="153138" y="333745"/>
                  </a:lnTo>
                  <a:lnTo>
                    <a:pt x="158412" y="334105"/>
                  </a:lnTo>
                  <a:lnTo>
                    <a:pt x="163695" y="334298"/>
                  </a:lnTo>
                  <a:lnTo>
                    <a:pt x="168981" y="334325"/>
                  </a:lnTo>
                  <a:lnTo>
                    <a:pt x="174265" y="334184"/>
                  </a:lnTo>
                  <a:lnTo>
                    <a:pt x="179542" y="333876"/>
                  </a:lnTo>
                  <a:lnTo>
                    <a:pt x="184807" y="333401"/>
                  </a:lnTo>
                  <a:lnTo>
                    <a:pt x="190054" y="332760"/>
                  </a:lnTo>
                  <a:lnTo>
                    <a:pt x="195279" y="331954"/>
                  </a:lnTo>
                  <a:lnTo>
                    <a:pt x="200475" y="330982"/>
                  </a:lnTo>
                  <a:lnTo>
                    <a:pt x="205638" y="329847"/>
                  </a:lnTo>
                  <a:lnTo>
                    <a:pt x="210762" y="328550"/>
                  </a:lnTo>
                  <a:lnTo>
                    <a:pt x="215843" y="327091"/>
                  </a:lnTo>
                  <a:lnTo>
                    <a:pt x="220875" y="325472"/>
                  </a:lnTo>
                  <a:lnTo>
                    <a:pt x="225854" y="323694"/>
                  </a:lnTo>
                  <a:lnTo>
                    <a:pt x="230774" y="321760"/>
                  </a:lnTo>
                  <a:lnTo>
                    <a:pt x="235630" y="319672"/>
                  </a:lnTo>
                  <a:lnTo>
                    <a:pt x="240418" y="317431"/>
                  </a:lnTo>
                  <a:lnTo>
                    <a:pt x="245132" y="315040"/>
                  </a:lnTo>
                  <a:lnTo>
                    <a:pt x="249769" y="312501"/>
                  </a:lnTo>
                  <a:lnTo>
                    <a:pt x="254323" y="309816"/>
                  </a:lnTo>
                  <a:lnTo>
                    <a:pt x="258789" y="306989"/>
                  </a:lnTo>
                  <a:lnTo>
                    <a:pt x="263164" y="304022"/>
                  </a:lnTo>
                  <a:lnTo>
                    <a:pt x="267444" y="300919"/>
                  </a:lnTo>
                  <a:lnTo>
                    <a:pt x="271622" y="297681"/>
                  </a:lnTo>
                  <a:lnTo>
                    <a:pt x="275697" y="294313"/>
                  </a:lnTo>
                  <a:lnTo>
                    <a:pt x="279663" y="290818"/>
                  </a:lnTo>
                  <a:lnTo>
                    <a:pt x="283516" y="287199"/>
                  </a:lnTo>
                  <a:lnTo>
                    <a:pt x="287253" y="283461"/>
                  </a:lnTo>
                  <a:lnTo>
                    <a:pt x="290870" y="279606"/>
                  </a:lnTo>
                  <a:lnTo>
                    <a:pt x="294364" y="275638"/>
                  </a:lnTo>
                  <a:lnTo>
                    <a:pt x="297730" y="271562"/>
                  </a:lnTo>
                  <a:lnTo>
                    <a:pt x="300965" y="267382"/>
                  </a:lnTo>
                  <a:lnTo>
                    <a:pt x="304067" y="263101"/>
                  </a:lnTo>
                  <a:lnTo>
                    <a:pt x="307032" y="258725"/>
                  </a:lnTo>
                  <a:lnTo>
                    <a:pt x="309857" y="254256"/>
                  </a:lnTo>
                  <a:lnTo>
                    <a:pt x="312539" y="249701"/>
                  </a:lnTo>
                  <a:lnTo>
                    <a:pt x="315076" y="245064"/>
                  </a:lnTo>
                  <a:lnTo>
                    <a:pt x="317465" y="240348"/>
                  </a:lnTo>
                  <a:lnTo>
                    <a:pt x="319704" y="235559"/>
                  </a:lnTo>
                  <a:lnTo>
                    <a:pt x="321790" y="230702"/>
                  </a:lnTo>
                  <a:lnTo>
                    <a:pt x="323721" y="225781"/>
                  </a:lnTo>
                  <a:lnTo>
                    <a:pt x="325496" y="220802"/>
                  </a:lnTo>
                  <a:lnTo>
                    <a:pt x="327113" y="215769"/>
                  </a:lnTo>
                  <a:lnTo>
                    <a:pt x="328570" y="210688"/>
                  </a:lnTo>
                  <a:lnTo>
                    <a:pt x="329865" y="205563"/>
                  </a:lnTo>
                  <a:lnTo>
                    <a:pt x="330998" y="200399"/>
                  </a:lnTo>
                  <a:lnTo>
                    <a:pt x="331967" y="195202"/>
                  </a:lnTo>
                  <a:lnTo>
                    <a:pt x="332771" y="189978"/>
                  </a:lnTo>
                  <a:lnTo>
                    <a:pt x="333409" y="184730"/>
                  </a:lnTo>
                  <a:lnTo>
                    <a:pt x="333881" y="179465"/>
                  </a:lnTo>
                  <a:lnTo>
                    <a:pt x="334187" y="174188"/>
                  </a:lnTo>
                  <a:lnTo>
                    <a:pt x="334325" y="168903"/>
                  </a:lnTo>
                  <a:lnTo>
                    <a:pt x="334297" y="163617"/>
                  </a:lnTo>
                  <a:lnTo>
                    <a:pt x="334101" y="158334"/>
                  </a:lnTo>
                  <a:lnTo>
                    <a:pt x="333738" y="153061"/>
                  </a:lnTo>
                  <a:lnTo>
                    <a:pt x="333209" y="147801"/>
                  </a:lnTo>
                  <a:lnTo>
                    <a:pt x="332513" y="142561"/>
                  </a:lnTo>
                  <a:lnTo>
                    <a:pt x="331653" y="137345"/>
                  </a:lnTo>
                  <a:lnTo>
                    <a:pt x="330628" y="132159"/>
                  </a:lnTo>
                  <a:lnTo>
                    <a:pt x="329439" y="127008"/>
                  </a:lnTo>
                  <a:lnTo>
                    <a:pt x="328088" y="121898"/>
                  </a:lnTo>
                  <a:lnTo>
                    <a:pt x="326576" y="116832"/>
                  </a:lnTo>
                  <a:lnTo>
                    <a:pt x="324905" y="111817"/>
                  </a:lnTo>
                  <a:lnTo>
                    <a:pt x="323076" y="106857"/>
                  </a:lnTo>
                  <a:lnTo>
                    <a:pt x="321091" y="101958"/>
                  </a:lnTo>
                  <a:lnTo>
                    <a:pt x="318953" y="97124"/>
                  </a:lnTo>
                  <a:lnTo>
                    <a:pt x="316662" y="92359"/>
                  </a:lnTo>
                  <a:lnTo>
                    <a:pt x="314222" y="87670"/>
                  </a:lnTo>
                  <a:lnTo>
                    <a:pt x="311635" y="83060"/>
                  </a:lnTo>
                  <a:lnTo>
                    <a:pt x="308903" y="78534"/>
                  </a:lnTo>
                  <a:lnTo>
                    <a:pt x="306030" y="74097"/>
                  </a:lnTo>
                  <a:lnTo>
                    <a:pt x="303018" y="69753"/>
                  </a:lnTo>
                  <a:lnTo>
                    <a:pt x="299870" y="65506"/>
                  </a:lnTo>
                  <a:lnTo>
                    <a:pt x="296589" y="61361"/>
                  </a:lnTo>
                  <a:lnTo>
                    <a:pt x="293179" y="57322"/>
                  </a:lnTo>
                  <a:lnTo>
                    <a:pt x="289643" y="53393"/>
                  </a:lnTo>
                  <a:lnTo>
                    <a:pt x="285984" y="49577"/>
                  </a:lnTo>
                  <a:lnTo>
                    <a:pt x="282207" y="45879"/>
                  </a:lnTo>
                  <a:lnTo>
                    <a:pt x="278315" y="42302"/>
                  </a:lnTo>
                  <a:lnTo>
                    <a:pt x="274311" y="38851"/>
                  </a:lnTo>
                  <a:lnTo>
                    <a:pt x="270200" y="35527"/>
                  </a:lnTo>
                  <a:lnTo>
                    <a:pt x="265987" y="32335"/>
                  </a:lnTo>
                  <a:lnTo>
                    <a:pt x="261674" y="29278"/>
                  </a:lnTo>
                  <a:lnTo>
                    <a:pt x="257267" y="26359"/>
                  </a:lnTo>
                  <a:lnTo>
                    <a:pt x="252770" y="23580"/>
                  </a:lnTo>
                  <a:lnTo>
                    <a:pt x="248187" y="20945"/>
                  </a:lnTo>
                  <a:lnTo>
                    <a:pt x="243523" y="18457"/>
                  </a:lnTo>
                  <a:lnTo>
                    <a:pt x="238783" y="16117"/>
                  </a:lnTo>
                  <a:lnTo>
                    <a:pt x="233971" y="13928"/>
                  </a:lnTo>
                  <a:lnTo>
                    <a:pt x="229093" y="11892"/>
                  </a:lnTo>
                  <a:lnTo>
                    <a:pt x="224152" y="10012"/>
                  </a:lnTo>
                  <a:lnTo>
                    <a:pt x="219155" y="8289"/>
                  </a:lnTo>
                  <a:lnTo>
                    <a:pt x="214105" y="6725"/>
                  </a:lnTo>
                  <a:lnTo>
                    <a:pt x="209009" y="5321"/>
                  </a:lnTo>
                  <a:lnTo>
                    <a:pt x="203871" y="4079"/>
                  </a:lnTo>
                  <a:lnTo>
                    <a:pt x="198696" y="3000"/>
                  </a:lnTo>
                  <a:lnTo>
                    <a:pt x="193489" y="2085"/>
                  </a:lnTo>
                  <a:lnTo>
                    <a:pt x="188256" y="1335"/>
                  </a:lnTo>
                  <a:lnTo>
                    <a:pt x="183002" y="751"/>
                  </a:lnTo>
                  <a:lnTo>
                    <a:pt x="177733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179" y="0"/>
                  </a:moveTo>
                  <a:lnTo>
                    <a:pt x="0" y="0"/>
                  </a:lnTo>
                  <a:lnTo>
                    <a:pt x="17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0" y="0"/>
                  </a:moveTo>
                  <a:lnTo>
                    <a:pt x="17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0" y="0"/>
                  </a:moveTo>
                  <a:lnTo>
                    <a:pt x="17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0" y="0"/>
                  </a:moveTo>
                  <a:lnTo>
                    <a:pt x="17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0" y="0"/>
                  </a:moveTo>
                  <a:lnTo>
                    <a:pt x="17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0" y="0"/>
                  </a:moveTo>
                  <a:lnTo>
                    <a:pt x="17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0" y="0"/>
                  </a:moveTo>
                  <a:lnTo>
                    <a:pt x="17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0" y="0"/>
                  </a:moveTo>
                  <a:lnTo>
                    <a:pt x="17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541" y="5018213"/>
              <a:ext cx="179" cy="167167"/>
            </a:xfrm>
            <a:custGeom>
              <a:avLst/>
              <a:pathLst>
                <a:path w="179" h="167167">
                  <a:moveTo>
                    <a:pt x="0" y="0"/>
                  </a:moveTo>
                  <a:lnTo>
                    <a:pt x="17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321570" y="5018213"/>
              <a:ext cx="334309" cy="334333"/>
            </a:xfrm>
            <a:custGeom>
              <a:avLst/>
              <a:pathLst>
                <a:path w="334309" h="334333">
                  <a:moveTo>
                    <a:pt x="166970" y="0"/>
                  </a:moveTo>
                  <a:lnTo>
                    <a:pt x="161674" y="89"/>
                  </a:lnTo>
                  <a:lnTo>
                    <a:pt x="156384" y="346"/>
                  </a:lnTo>
                  <a:lnTo>
                    <a:pt x="151105" y="771"/>
                  </a:lnTo>
                  <a:lnTo>
                    <a:pt x="145842" y="1363"/>
                  </a:lnTo>
                  <a:lnTo>
                    <a:pt x="140600" y="2121"/>
                  </a:lnTo>
                  <a:lnTo>
                    <a:pt x="135385" y="3045"/>
                  </a:lnTo>
                  <a:lnTo>
                    <a:pt x="130202" y="4134"/>
                  </a:lnTo>
                  <a:lnTo>
                    <a:pt x="125056" y="5386"/>
                  </a:lnTo>
                  <a:lnTo>
                    <a:pt x="119952" y="6800"/>
                  </a:lnTo>
                  <a:lnTo>
                    <a:pt x="114896" y="8376"/>
                  </a:lnTo>
                  <a:lnTo>
                    <a:pt x="109892" y="10111"/>
                  </a:lnTo>
                  <a:lnTo>
                    <a:pt x="104945" y="12004"/>
                  </a:lnTo>
                  <a:lnTo>
                    <a:pt x="100061" y="14052"/>
                  </a:lnTo>
                  <a:lnTo>
                    <a:pt x="95245" y="16254"/>
                  </a:lnTo>
                  <a:lnTo>
                    <a:pt x="90500" y="18608"/>
                  </a:lnTo>
                  <a:lnTo>
                    <a:pt x="85832" y="21110"/>
                  </a:lnTo>
                  <a:lnTo>
                    <a:pt x="81247" y="23760"/>
                  </a:lnTo>
                  <a:lnTo>
                    <a:pt x="76747" y="26553"/>
                  </a:lnTo>
                  <a:lnTo>
                    <a:pt x="72338" y="29487"/>
                  </a:lnTo>
                  <a:lnTo>
                    <a:pt x="68024" y="32560"/>
                  </a:lnTo>
                  <a:lnTo>
                    <a:pt x="63810" y="35767"/>
                  </a:lnTo>
                  <a:lnTo>
                    <a:pt x="59699" y="39107"/>
                  </a:lnTo>
                  <a:lnTo>
                    <a:pt x="55696" y="42575"/>
                  </a:lnTo>
                  <a:lnTo>
                    <a:pt x="51805" y="46168"/>
                  </a:lnTo>
                  <a:lnTo>
                    <a:pt x="48030" y="49883"/>
                  </a:lnTo>
                  <a:lnTo>
                    <a:pt x="44375" y="53715"/>
                  </a:lnTo>
                  <a:lnTo>
                    <a:pt x="40842" y="57661"/>
                  </a:lnTo>
                  <a:lnTo>
                    <a:pt x="37437" y="61718"/>
                  </a:lnTo>
                  <a:lnTo>
                    <a:pt x="34161" y="65880"/>
                  </a:lnTo>
                  <a:lnTo>
                    <a:pt x="31019" y="70143"/>
                  </a:lnTo>
                  <a:lnTo>
                    <a:pt x="28014" y="74504"/>
                  </a:lnTo>
                  <a:lnTo>
                    <a:pt x="25149" y="78958"/>
                  </a:lnTo>
                  <a:lnTo>
                    <a:pt x="22426" y="83501"/>
                  </a:lnTo>
                  <a:lnTo>
                    <a:pt x="19848" y="88128"/>
                  </a:lnTo>
                  <a:lnTo>
                    <a:pt x="17418" y="92833"/>
                  </a:lnTo>
                  <a:lnTo>
                    <a:pt x="15138" y="97614"/>
                  </a:lnTo>
                  <a:lnTo>
                    <a:pt x="13011" y="102464"/>
                  </a:lnTo>
                  <a:lnTo>
                    <a:pt x="11039" y="107380"/>
                  </a:lnTo>
                  <a:lnTo>
                    <a:pt x="9224" y="112355"/>
                  </a:lnTo>
                  <a:lnTo>
                    <a:pt x="7566" y="117385"/>
                  </a:lnTo>
                  <a:lnTo>
                    <a:pt x="6070" y="122465"/>
                  </a:lnTo>
                  <a:lnTo>
                    <a:pt x="4734" y="127591"/>
                  </a:lnTo>
                  <a:lnTo>
                    <a:pt x="3562" y="132756"/>
                  </a:lnTo>
                  <a:lnTo>
                    <a:pt x="2554" y="137955"/>
                  </a:lnTo>
                  <a:lnTo>
                    <a:pt x="1711" y="143184"/>
                  </a:lnTo>
                  <a:lnTo>
                    <a:pt x="1035" y="148436"/>
                  </a:lnTo>
                  <a:lnTo>
                    <a:pt x="525" y="153708"/>
                  </a:lnTo>
                  <a:lnTo>
                    <a:pt x="182" y="158993"/>
                  </a:lnTo>
                  <a:lnTo>
                    <a:pt x="7" y="164287"/>
                  </a:lnTo>
                  <a:lnTo>
                    <a:pt x="0" y="169583"/>
                  </a:lnTo>
                  <a:lnTo>
                    <a:pt x="160" y="174877"/>
                  </a:lnTo>
                  <a:lnTo>
                    <a:pt x="488" y="180163"/>
                  </a:lnTo>
                  <a:lnTo>
                    <a:pt x="983" y="185436"/>
                  </a:lnTo>
                  <a:lnTo>
                    <a:pt x="1645" y="190690"/>
                  </a:lnTo>
                  <a:lnTo>
                    <a:pt x="2474" y="195921"/>
                  </a:lnTo>
                  <a:lnTo>
                    <a:pt x="3467" y="201124"/>
                  </a:lnTo>
                  <a:lnTo>
                    <a:pt x="4625" y="206292"/>
                  </a:lnTo>
                  <a:lnTo>
                    <a:pt x="5946" y="211421"/>
                  </a:lnTo>
                  <a:lnTo>
                    <a:pt x="7429" y="216505"/>
                  </a:lnTo>
                  <a:lnTo>
                    <a:pt x="9072" y="221540"/>
                  </a:lnTo>
                  <a:lnTo>
                    <a:pt x="10874" y="226520"/>
                  </a:lnTo>
                  <a:lnTo>
                    <a:pt x="12832" y="231441"/>
                  </a:lnTo>
                  <a:lnTo>
                    <a:pt x="14946" y="236297"/>
                  </a:lnTo>
                  <a:lnTo>
                    <a:pt x="17212" y="241084"/>
                  </a:lnTo>
                  <a:lnTo>
                    <a:pt x="19629" y="245797"/>
                  </a:lnTo>
                  <a:lnTo>
                    <a:pt x="22194" y="250430"/>
                  </a:lnTo>
                  <a:lnTo>
                    <a:pt x="24904" y="254980"/>
                  </a:lnTo>
                  <a:lnTo>
                    <a:pt x="27757" y="259442"/>
                  </a:lnTo>
                  <a:lnTo>
                    <a:pt x="30750" y="263812"/>
                  </a:lnTo>
                  <a:lnTo>
                    <a:pt x="33880" y="268084"/>
                  </a:lnTo>
                  <a:lnTo>
                    <a:pt x="37144" y="272255"/>
                  </a:lnTo>
                  <a:lnTo>
                    <a:pt x="40538" y="276321"/>
                  </a:lnTo>
                  <a:lnTo>
                    <a:pt x="44060" y="280277"/>
                  </a:lnTo>
                  <a:lnTo>
                    <a:pt x="47705" y="284119"/>
                  </a:lnTo>
                  <a:lnTo>
                    <a:pt x="51469" y="287844"/>
                  </a:lnTo>
                  <a:lnTo>
                    <a:pt x="55350" y="291448"/>
                  </a:lnTo>
                  <a:lnTo>
                    <a:pt x="59344" y="294928"/>
                  </a:lnTo>
                  <a:lnTo>
                    <a:pt x="63445" y="298279"/>
                  </a:lnTo>
                  <a:lnTo>
                    <a:pt x="67650" y="301498"/>
                  </a:lnTo>
                  <a:lnTo>
                    <a:pt x="71956" y="304583"/>
                  </a:lnTo>
                  <a:lnTo>
                    <a:pt x="76356" y="307529"/>
                  </a:lnTo>
                  <a:lnTo>
                    <a:pt x="80848" y="310335"/>
                  </a:lnTo>
                  <a:lnTo>
                    <a:pt x="85427" y="312997"/>
                  </a:lnTo>
                  <a:lnTo>
                    <a:pt x="90088" y="315513"/>
                  </a:lnTo>
                  <a:lnTo>
                    <a:pt x="94826" y="317879"/>
                  </a:lnTo>
                  <a:lnTo>
                    <a:pt x="99636" y="320095"/>
                  </a:lnTo>
                  <a:lnTo>
                    <a:pt x="104515" y="322157"/>
                  </a:lnTo>
                  <a:lnTo>
                    <a:pt x="109456" y="324063"/>
                  </a:lnTo>
                  <a:lnTo>
                    <a:pt x="114455" y="325812"/>
                  </a:lnTo>
                  <a:lnTo>
                    <a:pt x="119507" y="327402"/>
                  </a:lnTo>
                  <a:lnTo>
                    <a:pt x="124607" y="328830"/>
                  </a:lnTo>
                  <a:lnTo>
                    <a:pt x="129749" y="330097"/>
                  </a:lnTo>
                  <a:lnTo>
                    <a:pt x="134930" y="331200"/>
                  </a:lnTo>
                  <a:lnTo>
                    <a:pt x="140142" y="332138"/>
                  </a:lnTo>
                  <a:lnTo>
                    <a:pt x="145382" y="332911"/>
                  </a:lnTo>
                  <a:lnTo>
                    <a:pt x="150643" y="333517"/>
                  </a:lnTo>
                  <a:lnTo>
                    <a:pt x="155921" y="333957"/>
                  </a:lnTo>
                  <a:lnTo>
                    <a:pt x="161210" y="334229"/>
                  </a:lnTo>
                  <a:lnTo>
                    <a:pt x="166505" y="334333"/>
                  </a:lnTo>
                  <a:lnTo>
                    <a:pt x="171801" y="334270"/>
                  </a:lnTo>
                  <a:lnTo>
                    <a:pt x="177092" y="334038"/>
                  </a:lnTo>
                  <a:lnTo>
                    <a:pt x="182374" y="333640"/>
                  </a:lnTo>
                  <a:lnTo>
                    <a:pt x="187639" y="333074"/>
                  </a:lnTo>
                  <a:lnTo>
                    <a:pt x="192885" y="332341"/>
                  </a:lnTo>
                  <a:lnTo>
                    <a:pt x="198104" y="331443"/>
                  </a:lnTo>
                  <a:lnTo>
                    <a:pt x="203293" y="330380"/>
                  </a:lnTo>
                  <a:lnTo>
                    <a:pt x="208445" y="329153"/>
                  </a:lnTo>
                  <a:lnTo>
                    <a:pt x="213556" y="327764"/>
                  </a:lnTo>
                  <a:lnTo>
                    <a:pt x="218620" y="326213"/>
                  </a:lnTo>
                  <a:lnTo>
                    <a:pt x="223632" y="324503"/>
                  </a:lnTo>
                  <a:lnTo>
                    <a:pt x="228588" y="322635"/>
                  </a:lnTo>
                  <a:lnTo>
                    <a:pt x="233482" y="320610"/>
                  </a:lnTo>
                  <a:lnTo>
                    <a:pt x="238310" y="318432"/>
                  </a:lnTo>
                  <a:lnTo>
                    <a:pt x="243066" y="316102"/>
                  </a:lnTo>
                  <a:lnTo>
                    <a:pt x="247746" y="313622"/>
                  </a:lnTo>
                  <a:lnTo>
                    <a:pt x="252345" y="310996"/>
                  </a:lnTo>
                  <a:lnTo>
                    <a:pt x="256858" y="308225"/>
                  </a:lnTo>
                  <a:lnTo>
                    <a:pt x="261281" y="305312"/>
                  </a:lnTo>
                  <a:lnTo>
                    <a:pt x="265610" y="302261"/>
                  </a:lnTo>
                  <a:lnTo>
                    <a:pt x="269841" y="299074"/>
                  </a:lnTo>
                  <a:lnTo>
                    <a:pt x="273968" y="295755"/>
                  </a:lnTo>
                  <a:lnTo>
                    <a:pt x="277987" y="292306"/>
                  </a:lnTo>
                  <a:lnTo>
                    <a:pt x="281896" y="288732"/>
                  </a:lnTo>
                  <a:lnTo>
                    <a:pt x="285689" y="285036"/>
                  </a:lnTo>
                  <a:lnTo>
                    <a:pt x="289364" y="281222"/>
                  </a:lnTo>
                  <a:lnTo>
                    <a:pt x="292915" y="277293"/>
                  </a:lnTo>
                  <a:lnTo>
                    <a:pt x="296341" y="273254"/>
                  </a:lnTo>
                  <a:lnTo>
                    <a:pt x="299637" y="269108"/>
                  </a:lnTo>
                  <a:lnTo>
                    <a:pt x="302800" y="264860"/>
                  </a:lnTo>
                  <a:lnTo>
                    <a:pt x="305826" y="260514"/>
                  </a:lnTo>
                  <a:lnTo>
                    <a:pt x="308714" y="256074"/>
                  </a:lnTo>
                  <a:lnTo>
                    <a:pt x="311459" y="251545"/>
                  </a:lnTo>
                  <a:lnTo>
                    <a:pt x="314060" y="246931"/>
                  </a:lnTo>
                  <a:lnTo>
                    <a:pt x="316513" y="242237"/>
                  </a:lnTo>
                  <a:lnTo>
                    <a:pt x="318816" y="237468"/>
                  </a:lnTo>
                  <a:lnTo>
                    <a:pt x="320967" y="232628"/>
                  </a:lnTo>
                  <a:lnTo>
                    <a:pt x="322963" y="227723"/>
                  </a:lnTo>
                  <a:lnTo>
                    <a:pt x="324803" y="222757"/>
                  </a:lnTo>
                  <a:lnTo>
                    <a:pt x="326485" y="217734"/>
                  </a:lnTo>
                  <a:lnTo>
                    <a:pt x="328007" y="212662"/>
                  </a:lnTo>
                  <a:lnTo>
                    <a:pt x="329368" y="207543"/>
                  </a:lnTo>
                  <a:lnTo>
                    <a:pt x="330565" y="202384"/>
                  </a:lnTo>
                  <a:lnTo>
                    <a:pt x="331599" y="197190"/>
                  </a:lnTo>
                  <a:lnTo>
                    <a:pt x="332467" y="191965"/>
                  </a:lnTo>
                  <a:lnTo>
                    <a:pt x="333170" y="186716"/>
                  </a:lnTo>
                  <a:lnTo>
                    <a:pt x="333706" y="181447"/>
                  </a:lnTo>
                  <a:lnTo>
                    <a:pt x="334075" y="176163"/>
                  </a:lnTo>
                  <a:lnTo>
                    <a:pt x="334276" y="170871"/>
                  </a:lnTo>
                  <a:lnTo>
                    <a:pt x="334309" y="165575"/>
                  </a:lnTo>
                  <a:lnTo>
                    <a:pt x="334175" y="160280"/>
                  </a:lnTo>
                  <a:lnTo>
                    <a:pt x="333873" y="154993"/>
                  </a:lnTo>
                  <a:lnTo>
                    <a:pt x="333404" y="149717"/>
                  </a:lnTo>
                  <a:lnTo>
                    <a:pt x="332767" y="144459"/>
                  </a:lnTo>
                  <a:lnTo>
                    <a:pt x="331965" y="139224"/>
                  </a:lnTo>
                  <a:lnTo>
                    <a:pt x="330997" y="134017"/>
                  </a:lnTo>
                  <a:lnTo>
                    <a:pt x="329865" y="128844"/>
                  </a:lnTo>
                  <a:lnTo>
                    <a:pt x="328569" y="123708"/>
                  </a:lnTo>
                  <a:lnTo>
                    <a:pt x="327111" y="118617"/>
                  </a:lnTo>
                  <a:lnTo>
                    <a:pt x="325493" y="113574"/>
                  </a:lnTo>
                  <a:lnTo>
                    <a:pt x="323716" y="108585"/>
                  </a:lnTo>
                  <a:lnTo>
                    <a:pt x="321782" y="103654"/>
                  </a:lnTo>
                  <a:lnTo>
                    <a:pt x="319692" y="98788"/>
                  </a:lnTo>
                  <a:lnTo>
                    <a:pt x="317449" y="93990"/>
                  </a:lnTo>
                  <a:lnTo>
                    <a:pt x="315056" y="89265"/>
                  </a:lnTo>
                  <a:lnTo>
                    <a:pt x="312514" y="84619"/>
                  </a:lnTo>
                  <a:lnTo>
                    <a:pt x="309826" y="80055"/>
                  </a:lnTo>
                  <a:lnTo>
                    <a:pt x="306995" y="75579"/>
                  </a:lnTo>
                  <a:lnTo>
                    <a:pt x="304023" y="71195"/>
                  </a:lnTo>
                  <a:lnTo>
                    <a:pt x="300914" y="66908"/>
                  </a:lnTo>
                  <a:lnTo>
                    <a:pt x="297671" y="62720"/>
                  </a:lnTo>
                  <a:lnTo>
                    <a:pt x="294297" y="58638"/>
                  </a:lnTo>
                  <a:lnTo>
                    <a:pt x="290795" y="54665"/>
                  </a:lnTo>
                  <a:lnTo>
                    <a:pt x="287169" y="50804"/>
                  </a:lnTo>
                  <a:lnTo>
                    <a:pt x="283423" y="47061"/>
                  </a:lnTo>
                  <a:lnTo>
                    <a:pt x="279560" y="43438"/>
                  </a:lnTo>
                  <a:lnTo>
                    <a:pt x="275584" y="39939"/>
                  </a:lnTo>
                  <a:lnTo>
                    <a:pt x="271499" y="36568"/>
                  </a:lnTo>
                  <a:lnTo>
                    <a:pt x="267310" y="33328"/>
                  </a:lnTo>
                  <a:lnTo>
                    <a:pt x="263020" y="30222"/>
                  </a:lnTo>
                  <a:lnTo>
                    <a:pt x="258633" y="27254"/>
                  </a:lnTo>
                  <a:lnTo>
                    <a:pt x="254155" y="24426"/>
                  </a:lnTo>
                  <a:lnTo>
                    <a:pt x="249590" y="21741"/>
                  </a:lnTo>
                  <a:lnTo>
                    <a:pt x="244942" y="19203"/>
                  </a:lnTo>
                  <a:lnTo>
                    <a:pt x="240215" y="16813"/>
                  </a:lnTo>
                  <a:lnTo>
                    <a:pt x="235416" y="14574"/>
                  </a:lnTo>
                  <a:lnTo>
                    <a:pt x="230547" y="12488"/>
                  </a:lnTo>
                  <a:lnTo>
                    <a:pt x="225616" y="10557"/>
                  </a:lnTo>
                  <a:lnTo>
                    <a:pt x="220625" y="8783"/>
                  </a:lnTo>
                  <a:lnTo>
                    <a:pt x="215581" y="7169"/>
                  </a:lnTo>
                  <a:lnTo>
                    <a:pt x="210488" y="5715"/>
                  </a:lnTo>
                  <a:lnTo>
                    <a:pt x="205352" y="4423"/>
                  </a:lnTo>
                  <a:lnTo>
                    <a:pt x="200178" y="3295"/>
                  </a:lnTo>
                  <a:lnTo>
                    <a:pt x="194970" y="2331"/>
                  </a:lnTo>
                  <a:lnTo>
                    <a:pt x="189734" y="1532"/>
                  </a:lnTo>
                  <a:lnTo>
                    <a:pt x="184476" y="900"/>
                  </a:lnTo>
                  <a:lnTo>
                    <a:pt x="179200" y="434"/>
                  </a:lnTo>
                  <a:lnTo>
                    <a:pt x="173912" y="136"/>
                  </a:lnTo>
                  <a:lnTo>
                    <a:pt x="168618" y="6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720" y="5018213"/>
              <a:ext cx="1468" cy="167167"/>
            </a:xfrm>
            <a:custGeom>
              <a:avLst/>
              <a:pathLst>
                <a:path w="1468" h="167167">
                  <a:moveTo>
                    <a:pt x="146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811015" y="5269756"/>
              <a:ext cx="153485" cy="167167"/>
            </a:xfrm>
            <a:custGeom>
              <a:avLst/>
              <a:pathLst>
                <a:path w="153485" h="167167">
                  <a:moveTo>
                    <a:pt x="153485" y="0"/>
                  </a:moveTo>
                  <a:lnTo>
                    <a:pt x="148084" y="87"/>
                  </a:lnTo>
                  <a:lnTo>
                    <a:pt x="142688" y="349"/>
                  </a:lnTo>
                  <a:lnTo>
                    <a:pt x="137304" y="785"/>
                  </a:lnTo>
                  <a:lnTo>
                    <a:pt x="131936" y="1394"/>
                  </a:lnTo>
                  <a:lnTo>
                    <a:pt x="126591" y="2177"/>
                  </a:lnTo>
                  <a:lnTo>
                    <a:pt x="121274" y="3132"/>
                  </a:lnTo>
                  <a:lnTo>
                    <a:pt x="115991" y="4259"/>
                  </a:lnTo>
                  <a:lnTo>
                    <a:pt x="110747" y="5555"/>
                  </a:lnTo>
                  <a:lnTo>
                    <a:pt x="105547" y="7020"/>
                  </a:lnTo>
                  <a:lnTo>
                    <a:pt x="100398" y="8653"/>
                  </a:lnTo>
                  <a:lnTo>
                    <a:pt x="95304" y="10451"/>
                  </a:lnTo>
                  <a:lnTo>
                    <a:pt x="90270" y="12413"/>
                  </a:lnTo>
                  <a:lnTo>
                    <a:pt x="85303" y="14536"/>
                  </a:lnTo>
                  <a:lnTo>
                    <a:pt x="80407" y="16819"/>
                  </a:lnTo>
                  <a:lnTo>
                    <a:pt x="75587" y="19259"/>
                  </a:lnTo>
                  <a:lnTo>
                    <a:pt x="70849" y="21853"/>
                  </a:lnTo>
                  <a:lnTo>
                    <a:pt x="66197" y="24599"/>
                  </a:lnTo>
                  <a:lnTo>
                    <a:pt x="61636" y="27494"/>
                  </a:lnTo>
                  <a:lnTo>
                    <a:pt x="57171" y="30534"/>
                  </a:lnTo>
                  <a:lnTo>
                    <a:pt x="52806" y="33718"/>
                  </a:lnTo>
                  <a:lnTo>
                    <a:pt x="48547" y="37040"/>
                  </a:lnTo>
                  <a:lnTo>
                    <a:pt x="44397" y="40499"/>
                  </a:lnTo>
                  <a:lnTo>
                    <a:pt x="40362" y="44090"/>
                  </a:lnTo>
                  <a:lnTo>
                    <a:pt x="36444" y="47809"/>
                  </a:lnTo>
                  <a:lnTo>
                    <a:pt x="32648" y="51653"/>
                  </a:lnTo>
                  <a:lnTo>
                    <a:pt x="28979" y="55618"/>
                  </a:lnTo>
                  <a:lnTo>
                    <a:pt x="25440" y="59699"/>
                  </a:lnTo>
                  <a:lnTo>
                    <a:pt x="22034" y="63893"/>
                  </a:lnTo>
                  <a:lnTo>
                    <a:pt x="18766" y="68194"/>
                  </a:lnTo>
                  <a:lnTo>
                    <a:pt x="15638" y="72598"/>
                  </a:lnTo>
                  <a:lnTo>
                    <a:pt x="12655" y="77102"/>
                  </a:lnTo>
                  <a:lnTo>
                    <a:pt x="9818" y="81699"/>
                  </a:lnTo>
                  <a:lnTo>
                    <a:pt x="7132" y="86386"/>
                  </a:lnTo>
                  <a:lnTo>
                    <a:pt x="4598" y="91157"/>
                  </a:lnTo>
                  <a:lnTo>
                    <a:pt x="2220" y="96007"/>
                  </a:lnTo>
                  <a:lnTo>
                    <a:pt x="0" y="100932"/>
                  </a:lnTo>
                  <a:lnTo>
                    <a:pt x="15348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797337" y="5269756"/>
              <a:ext cx="334318" cy="334331"/>
            </a:xfrm>
            <a:custGeom>
              <a:avLst/>
              <a:pathLst>
                <a:path w="334318" h="334331">
                  <a:moveTo>
                    <a:pt x="13678" y="100932"/>
                  </a:moveTo>
                  <a:lnTo>
                    <a:pt x="11650" y="105845"/>
                  </a:lnTo>
                  <a:lnTo>
                    <a:pt x="9779" y="110821"/>
                  </a:lnTo>
                  <a:lnTo>
                    <a:pt x="8067" y="115853"/>
                  </a:lnTo>
                  <a:lnTo>
                    <a:pt x="6516" y="120938"/>
                  </a:lnTo>
                  <a:lnTo>
                    <a:pt x="5127" y="126069"/>
                  </a:lnTo>
                  <a:lnTo>
                    <a:pt x="3902" y="131241"/>
                  </a:lnTo>
                  <a:lnTo>
                    <a:pt x="2843" y="136450"/>
                  </a:lnTo>
                  <a:lnTo>
                    <a:pt x="1949" y="141691"/>
                  </a:lnTo>
                  <a:lnTo>
                    <a:pt x="1223" y="146956"/>
                  </a:lnTo>
                  <a:lnTo>
                    <a:pt x="664" y="152243"/>
                  </a:lnTo>
                  <a:lnTo>
                    <a:pt x="274" y="157544"/>
                  </a:lnTo>
                  <a:lnTo>
                    <a:pt x="52" y="162855"/>
                  </a:lnTo>
                  <a:lnTo>
                    <a:pt x="0" y="168170"/>
                  </a:lnTo>
                  <a:lnTo>
                    <a:pt x="116" y="173485"/>
                  </a:lnTo>
                  <a:lnTo>
                    <a:pt x="401" y="178793"/>
                  </a:lnTo>
                  <a:lnTo>
                    <a:pt x="855" y="184089"/>
                  </a:lnTo>
                  <a:lnTo>
                    <a:pt x="1477" y="189368"/>
                  </a:lnTo>
                  <a:lnTo>
                    <a:pt x="2267" y="194625"/>
                  </a:lnTo>
                  <a:lnTo>
                    <a:pt x="3223" y="199854"/>
                  </a:lnTo>
                  <a:lnTo>
                    <a:pt x="4345" y="205050"/>
                  </a:lnTo>
                  <a:lnTo>
                    <a:pt x="5632" y="210207"/>
                  </a:lnTo>
                  <a:lnTo>
                    <a:pt x="7082" y="215321"/>
                  </a:lnTo>
                  <a:lnTo>
                    <a:pt x="8694" y="220387"/>
                  </a:lnTo>
                  <a:lnTo>
                    <a:pt x="10467" y="225398"/>
                  </a:lnTo>
                  <a:lnTo>
                    <a:pt x="12397" y="230351"/>
                  </a:lnTo>
                  <a:lnTo>
                    <a:pt x="14484" y="235240"/>
                  </a:lnTo>
                  <a:lnTo>
                    <a:pt x="16726" y="240060"/>
                  </a:lnTo>
                  <a:lnTo>
                    <a:pt x="19120" y="244806"/>
                  </a:lnTo>
                  <a:lnTo>
                    <a:pt x="21663" y="249474"/>
                  </a:lnTo>
                  <a:lnTo>
                    <a:pt x="24353" y="254058"/>
                  </a:lnTo>
                  <a:lnTo>
                    <a:pt x="27188" y="258555"/>
                  </a:lnTo>
                  <a:lnTo>
                    <a:pt x="30165" y="262959"/>
                  </a:lnTo>
                  <a:lnTo>
                    <a:pt x="33280" y="267267"/>
                  </a:lnTo>
                  <a:lnTo>
                    <a:pt x="36530" y="271473"/>
                  </a:lnTo>
                  <a:lnTo>
                    <a:pt x="39912" y="275574"/>
                  </a:lnTo>
                  <a:lnTo>
                    <a:pt x="43423" y="279565"/>
                  </a:lnTo>
                  <a:lnTo>
                    <a:pt x="47060" y="283442"/>
                  </a:lnTo>
                  <a:lnTo>
                    <a:pt x="50817" y="287202"/>
                  </a:lnTo>
                  <a:lnTo>
                    <a:pt x="54693" y="290840"/>
                  </a:lnTo>
                  <a:lnTo>
                    <a:pt x="58682" y="294354"/>
                  </a:lnTo>
                  <a:lnTo>
                    <a:pt x="62780" y="297739"/>
                  </a:lnTo>
                  <a:lnTo>
                    <a:pt x="66985" y="300992"/>
                  </a:lnTo>
                  <a:lnTo>
                    <a:pt x="71290" y="304109"/>
                  </a:lnTo>
                  <a:lnTo>
                    <a:pt x="75693" y="307088"/>
                  </a:lnTo>
                  <a:lnTo>
                    <a:pt x="80188" y="309926"/>
                  </a:lnTo>
                  <a:lnTo>
                    <a:pt x="84770" y="312619"/>
                  </a:lnTo>
                  <a:lnTo>
                    <a:pt x="89437" y="315165"/>
                  </a:lnTo>
                  <a:lnTo>
                    <a:pt x="94181" y="317561"/>
                  </a:lnTo>
                  <a:lnTo>
                    <a:pt x="99000" y="319806"/>
                  </a:lnTo>
                  <a:lnTo>
                    <a:pt x="103888" y="321896"/>
                  </a:lnTo>
                  <a:lnTo>
                    <a:pt x="108839" y="323830"/>
                  </a:lnTo>
                  <a:lnTo>
                    <a:pt x="113850" y="325605"/>
                  </a:lnTo>
                  <a:lnTo>
                    <a:pt x="118914" y="327220"/>
                  </a:lnTo>
                  <a:lnTo>
                    <a:pt x="124027" y="328673"/>
                  </a:lnTo>
                  <a:lnTo>
                    <a:pt x="129184" y="329963"/>
                  </a:lnTo>
                  <a:lnTo>
                    <a:pt x="134379" y="331088"/>
                  </a:lnTo>
                  <a:lnTo>
                    <a:pt x="139608" y="332048"/>
                  </a:lnTo>
                  <a:lnTo>
                    <a:pt x="144864" y="332840"/>
                  </a:lnTo>
                  <a:lnTo>
                    <a:pt x="150143" y="333466"/>
                  </a:lnTo>
                  <a:lnTo>
                    <a:pt x="155439" y="333923"/>
                  </a:lnTo>
                  <a:lnTo>
                    <a:pt x="160747" y="334211"/>
                  </a:lnTo>
                  <a:lnTo>
                    <a:pt x="166061" y="334331"/>
                  </a:lnTo>
                  <a:lnTo>
                    <a:pt x="171376" y="334281"/>
                  </a:lnTo>
                  <a:lnTo>
                    <a:pt x="176688" y="334063"/>
                  </a:lnTo>
                  <a:lnTo>
                    <a:pt x="181989" y="333676"/>
                  </a:lnTo>
                  <a:lnTo>
                    <a:pt x="187276" y="333120"/>
                  </a:lnTo>
                  <a:lnTo>
                    <a:pt x="192542" y="332397"/>
                  </a:lnTo>
                  <a:lnTo>
                    <a:pt x="197783" y="331506"/>
                  </a:lnTo>
                  <a:lnTo>
                    <a:pt x="202992" y="330450"/>
                  </a:lnTo>
                  <a:lnTo>
                    <a:pt x="208166" y="329228"/>
                  </a:lnTo>
                  <a:lnTo>
                    <a:pt x="213297" y="327843"/>
                  </a:lnTo>
                  <a:lnTo>
                    <a:pt x="218383" y="326295"/>
                  </a:lnTo>
                  <a:lnTo>
                    <a:pt x="223416" y="324586"/>
                  </a:lnTo>
                  <a:lnTo>
                    <a:pt x="228393" y="322717"/>
                  </a:lnTo>
                  <a:lnTo>
                    <a:pt x="233308" y="320692"/>
                  </a:lnTo>
                  <a:lnTo>
                    <a:pt x="238155" y="318511"/>
                  </a:lnTo>
                  <a:lnTo>
                    <a:pt x="242931" y="316178"/>
                  </a:lnTo>
                  <a:lnTo>
                    <a:pt x="247631" y="313693"/>
                  </a:lnTo>
                  <a:lnTo>
                    <a:pt x="252249" y="311061"/>
                  </a:lnTo>
                  <a:lnTo>
                    <a:pt x="256781" y="308283"/>
                  </a:lnTo>
                  <a:lnTo>
                    <a:pt x="261222" y="305362"/>
                  </a:lnTo>
                  <a:lnTo>
                    <a:pt x="265569" y="302302"/>
                  </a:lnTo>
                  <a:lnTo>
                    <a:pt x="269815" y="299105"/>
                  </a:lnTo>
                  <a:lnTo>
                    <a:pt x="273958" y="295774"/>
                  </a:lnTo>
                  <a:lnTo>
                    <a:pt x="277994" y="292314"/>
                  </a:lnTo>
                  <a:lnTo>
                    <a:pt x="281916" y="288727"/>
                  </a:lnTo>
                  <a:lnTo>
                    <a:pt x="285723" y="285017"/>
                  </a:lnTo>
                  <a:lnTo>
                    <a:pt x="289410" y="281188"/>
                  </a:lnTo>
                  <a:lnTo>
                    <a:pt x="292974" y="277243"/>
                  </a:lnTo>
                  <a:lnTo>
                    <a:pt x="296410" y="273188"/>
                  </a:lnTo>
                  <a:lnTo>
                    <a:pt x="299716" y="269025"/>
                  </a:lnTo>
                  <a:lnTo>
                    <a:pt x="302887" y="264759"/>
                  </a:lnTo>
                  <a:lnTo>
                    <a:pt x="305921" y="260394"/>
                  </a:lnTo>
                  <a:lnTo>
                    <a:pt x="308815" y="255935"/>
                  </a:lnTo>
                  <a:lnTo>
                    <a:pt x="311566" y="251387"/>
                  </a:lnTo>
                  <a:lnTo>
                    <a:pt x="314171" y="246753"/>
                  </a:lnTo>
                  <a:lnTo>
                    <a:pt x="316627" y="242039"/>
                  </a:lnTo>
                  <a:lnTo>
                    <a:pt x="318932" y="237249"/>
                  </a:lnTo>
                  <a:lnTo>
                    <a:pt x="321083" y="232388"/>
                  </a:lnTo>
                  <a:lnTo>
                    <a:pt x="323079" y="227461"/>
                  </a:lnTo>
                  <a:lnTo>
                    <a:pt x="324917" y="222473"/>
                  </a:lnTo>
                  <a:lnTo>
                    <a:pt x="326596" y="217430"/>
                  </a:lnTo>
                  <a:lnTo>
                    <a:pt x="328114" y="212335"/>
                  </a:lnTo>
                  <a:lnTo>
                    <a:pt x="329468" y="207195"/>
                  </a:lnTo>
                  <a:lnTo>
                    <a:pt x="330659" y="202014"/>
                  </a:lnTo>
                  <a:lnTo>
                    <a:pt x="331684" y="196799"/>
                  </a:lnTo>
                  <a:lnTo>
                    <a:pt x="332543" y="191553"/>
                  </a:lnTo>
                  <a:lnTo>
                    <a:pt x="333235" y="186282"/>
                  </a:lnTo>
                  <a:lnTo>
                    <a:pt x="333759" y="180992"/>
                  </a:lnTo>
                  <a:lnTo>
                    <a:pt x="334114" y="175689"/>
                  </a:lnTo>
                  <a:lnTo>
                    <a:pt x="334301" y="170376"/>
                  </a:lnTo>
                  <a:lnTo>
                    <a:pt x="334318" y="165061"/>
                  </a:lnTo>
                  <a:lnTo>
                    <a:pt x="334167" y="159747"/>
                  </a:lnTo>
                  <a:lnTo>
                    <a:pt x="333846" y="154441"/>
                  </a:lnTo>
                  <a:lnTo>
                    <a:pt x="333357" y="149148"/>
                  </a:lnTo>
                  <a:lnTo>
                    <a:pt x="332700" y="143873"/>
                  </a:lnTo>
                  <a:lnTo>
                    <a:pt x="331876" y="138622"/>
                  </a:lnTo>
                  <a:lnTo>
                    <a:pt x="330885" y="133399"/>
                  </a:lnTo>
                  <a:lnTo>
                    <a:pt x="329729" y="128211"/>
                  </a:lnTo>
                  <a:lnTo>
                    <a:pt x="328408" y="123062"/>
                  </a:lnTo>
                  <a:lnTo>
                    <a:pt x="326924" y="117957"/>
                  </a:lnTo>
                  <a:lnTo>
                    <a:pt x="325279" y="112903"/>
                  </a:lnTo>
                  <a:lnTo>
                    <a:pt x="323474" y="107903"/>
                  </a:lnTo>
                  <a:lnTo>
                    <a:pt x="321510" y="102963"/>
                  </a:lnTo>
                  <a:lnTo>
                    <a:pt x="319391" y="98088"/>
                  </a:lnTo>
                  <a:lnTo>
                    <a:pt x="317118" y="93283"/>
                  </a:lnTo>
                  <a:lnTo>
                    <a:pt x="314693" y="88553"/>
                  </a:lnTo>
                  <a:lnTo>
                    <a:pt x="312119" y="83902"/>
                  </a:lnTo>
                  <a:lnTo>
                    <a:pt x="309398" y="79335"/>
                  </a:lnTo>
                  <a:lnTo>
                    <a:pt x="306534" y="74857"/>
                  </a:lnTo>
                  <a:lnTo>
                    <a:pt x="303528" y="70473"/>
                  </a:lnTo>
                  <a:lnTo>
                    <a:pt x="300385" y="66186"/>
                  </a:lnTo>
                  <a:lnTo>
                    <a:pt x="297107" y="62001"/>
                  </a:lnTo>
                  <a:lnTo>
                    <a:pt x="293697" y="57923"/>
                  </a:lnTo>
                  <a:lnTo>
                    <a:pt x="290160" y="53955"/>
                  </a:lnTo>
                  <a:lnTo>
                    <a:pt x="286498" y="50102"/>
                  </a:lnTo>
                  <a:lnTo>
                    <a:pt x="282716" y="46367"/>
                  </a:lnTo>
                  <a:lnTo>
                    <a:pt x="278817" y="42754"/>
                  </a:lnTo>
                  <a:lnTo>
                    <a:pt x="274805" y="39267"/>
                  </a:lnTo>
                  <a:lnTo>
                    <a:pt x="270684" y="35909"/>
                  </a:lnTo>
                  <a:lnTo>
                    <a:pt x="266458" y="32684"/>
                  </a:lnTo>
                  <a:lnTo>
                    <a:pt x="262132" y="29595"/>
                  </a:lnTo>
                  <a:lnTo>
                    <a:pt x="257710" y="26645"/>
                  </a:lnTo>
                  <a:lnTo>
                    <a:pt x="253197" y="23837"/>
                  </a:lnTo>
                  <a:lnTo>
                    <a:pt x="248596" y="21175"/>
                  </a:lnTo>
                  <a:lnTo>
                    <a:pt x="243913" y="18659"/>
                  </a:lnTo>
                  <a:lnTo>
                    <a:pt x="239152" y="16294"/>
                  </a:lnTo>
                  <a:lnTo>
                    <a:pt x="234319" y="14082"/>
                  </a:lnTo>
                  <a:lnTo>
                    <a:pt x="229418" y="12024"/>
                  </a:lnTo>
                  <a:lnTo>
                    <a:pt x="224454" y="10123"/>
                  </a:lnTo>
                  <a:lnTo>
                    <a:pt x="219432" y="8381"/>
                  </a:lnTo>
                  <a:lnTo>
                    <a:pt x="214357" y="6799"/>
                  </a:lnTo>
                  <a:lnTo>
                    <a:pt x="209234" y="5380"/>
                  </a:lnTo>
                  <a:lnTo>
                    <a:pt x="204069" y="4124"/>
                  </a:lnTo>
                  <a:lnTo>
                    <a:pt x="198866" y="3033"/>
                  </a:lnTo>
                  <a:lnTo>
                    <a:pt x="193632" y="2108"/>
                  </a:lnTo>
                  <a:lnTo>
                    <a:pt x="188370" y="1350"/>
                  </a:lnTo>
                  <a:lnTo>
                    <a:pt x="183087" y="760"/>
                  </a:lnTo>
                  <a:lnTo>
                    <a:pt x="177789" y="337"/>
                  </a:lnTo>
                  <a:lnTo>
                    <a:pt x="172479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0134" y="5399291"/>
              <a:ext cx="6080" cy="167167"/>
            </a:xfrm>
            <a:custGeom>
              <a:avLst/>
              <a:pathLst>
                <a:path w="6080" h="167167">
                  <a:moveTo>
                    <a:pt x="6080" y="0"/>
                  </a:moveTo>
                  <a:lnTo>
                    <a:pt x="0" y="110"/>
                  </a:lnTo>
                  <a:lnTo>
                    <a:pt x="608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80134" y="5399402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80134" y="5399402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80134" y="5399402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80134" y="5399402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80134" y="5399402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80134" y="5399402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319058" y="5399402"/>
              <a:ext cx="334313" cy="334222"/>
            </a:xfrm>
            <a:custGeom>
              <a:avLst/>
              <a:pathLst>
                <a:path w="334313" h="334222">
                  <a:moveTo>
                    <a:pt x="161076" y="0"/>
                  </a:moveTo>
                  <a:lnTo>
                    <a:pt x="155778" y="277"/>
                  </a:lnTo>
                  <a:lnTo>
                    <a:pt x="150492" y="722"/>
                  </a:lnTo>
                  <a:lnTo>
                    <a:pt x="145223" y="1334"/>
                  </a:lnTo>
                  <a:lnTo>
                    <a:pt x="139976" y="2113"/>
                  </a:lnTo>
                  <a:lnTo>
                    <a:pt x="134756" y="3059"/>
                  </a:lnTo>
                  <a:lnTo>
                    <a:pt x="129569" y="4169"/>
                  </a:lnTo>
                  <a:lnTo>
                    <a:pt x="124420" y="5444"/>
                  </a:lnTo>
                  <a:lnTo>
                    <a:pt x="119314" y="6881"/>
                  </a:lnTo>
                  <a:lnTo>
                    <a:pt x="114256" y="8480"/>
                  </a:lnTo>
                  <a:lnTo>
                    <a:pt x="109251" y="10238"/>
                  </a:lnTo>
                  <a:lnTo>
                    <a:pt x="104305" y="12154"/>
                  </a:lnTo>
                  <a:lnTo>
                    <a:pt x="99422" y="14226"/>
                  </a:lnTo>
                  <a:lnTo>
                    <a:pt x="94607" y="16453"/>
                  </a:lnTo>
                  <a:lnTo>
                    <a:pt x="89865" y="18830"/>
                  </a:lnTo>
                  <a:lnTo>
                    <a:pt x="85201" y="21357"/>
                  </a:lnTo>
                  <a:lnTo>
                    <a:pt x="80619" y="24031"/>
                  </a:lnTo>
                  <a:lnTo>
                    <a:pt x="76125" y="26849"/>
                  </a:lnTo>
                  <a:lnTo>
                    <a:pt x="71722" y="29807"/>
                  </a:lnTo>
                  <a:lnTo>
                    <a:pt x="67416" y="32904"/>
                  </a:lnTo>
                  <a:lnTo>
                    <a:pt x="63209" y="36137"/>
                  </a:lnTo>
                  <a:lnTo>
                    <a:pt x="59108" y="39501"/>
                  </a:lnTo>
                  <a:lnTo>
                    <a:pt x="55115" y="42993"/>
                  </a:lnTo>
                  <a:lnTo>
                    <a:pt x="51235" y="46610"/>
                  </a:lnTo>
                  <a:lnTo>
                    <a:pt x="47472" y="50349"/>
                  </a:lnTo>
                  <a:lnTo>
                    <a:pt x="43829" y="54205"/>
                  </a:lnTo>
                  <a:lnTo>
                    <a:pt x="40311" y="58175"/>
                  </a:lnTo>
                  <a:lnTo>
                    <a:pt x="36920" y="62254"/>
                  </a:lnTo>
                  <a:lnTo>
                    <a:pt x="33660" y="66439"/>
                  </a:lnTo>
                  <a:lnTo>
                    <a:pt x="30535" y="70726"/>
                  </a:lnTo>
                  <a:lnTo>
                    <a:pt x="27548" y="75109"/>
                  </a:lnTo>
                  <a:lnTo>
                    <a:pt x="24701" y="79585"/>
                  </a:lnTo>
                  <a:lnTo>
                    <a:pt x="21997" y="84149"/>
                  </a:lnTo>
                  <a:lnTo>
                    <a:pt x="19440" y="88796"/>
                  </a:lnTo>
                  <a:lnTo>
                    <a:pt x="17031" y="93522"/>
                  </a:lnTo>
                  <a:lnTo>
                    <a:pt x="14773" y="98322"/>
                  </a:lnTo>
                  <a:lnTo>
                    <a:pt x="12669" y="103192"/>
                  </a:lnTo>
                  <a:lnTo>
                    <a:pt x="10721" y="108126"/>
                  </a:lnTo>
                  <a:lnTo>
                    <a:pt x="8930" y="113119"/>
                  </a:lnTo>
                  <a:lnTo>
                    <a:pt x="7298" y="118166"/>
                  </a:lnTo>
                  <a:lnTo>
                    <a:pt x="5827" y="123263"/>
                  </a:lnTo>
                  <a:lnTo>
                    <a:pt x="4519" y="128404"/>
                  </a:lnTo>
                  <a:lnTo>
                    <a:pt x="3375" y="133583"/>
                  </a:lnTo>
                  <a:lnTo>
                    <a:pt x="2395" y="138797"/>
                  </a:lnTo>
                  <a:lnTo>
                    <a:pt x="1581" y="144039"/>
                  </a:lnTo>
                  <a:lnTo>
                    <a:pt x="934" y="149304"/>
                  </a:lnTo>
                  <a:lnTo>
                    <a:pt x="455" y="154586"/>
                  </a:lnTo>
                  <a:lnTo>
                    <a:pt x="143" y="159882"/>
                  </a:lnTo>
                  <a:lnTo>
                    <a:pt x="0" y="165185"/>
                  </a:lnTo>
                  <a:lnTo>
                    <a:pt x="24" y="170489"/>
                  </a:lnTo>
                  <a:lnTo>
                    <a:pt x="217" y="175790"/>
                  </a:lnTo>
                  <a:lnTo>
                    <a:pt x="578" y="181082"/>
                  </a:lnTo>
                  <a:lnTo>
                    <a:pt x="1107" y="186361"/>
                  </a:lnTo>
                  <a:lnTo>
                    <a:pt x="1803" y="191619"/>
                  </a:lnTo>
                  <a:lnTo>
                    <a:pt x="2666" y="196853"/>
                  </a:lnTo>
                  <a:lnTo>
                    <a:pt x="3694" y="202057"/>
                  </a:lnTo>
                  <a:lnTo>
                    <a:pt x="4887" y="207226"/>
                  </a:lnTo>
                  <a:lnTo>
                    <a:pt x="6243" y="212354"/>
                  </a:lnTo>
                  <a:lnTo>
                    <a:pt x="7762" y="217437"/>
                  </a:lnTo>
                  <a:lnTo>
                    <a:pt x="9440" y="222469"/>
                  </a:lnTo>
                  <a:lnTo>
                    <a:pt x="11278" y="227445"/>
                  </a:lnTo>
                  <a:lnTo>
                    <a:pt x="13272" y="232361"/>
                  </a:lnTo>
                  <a:lnTo>
                    <a:pt x="15422" y="237210"/>
                  </a:lnTo>
                  <a:lnTo>
                    <a:pt x="17724" y="241989"/>
                  </a:lnTo>
                  <a:lnTo>
                    <a:pt x="20177" y="246693"/>
                  </a:lnTo>
                  <a:lnTo>
                    <a:pt x="22778" y="251316"/>
                  </a:lnTo>
                  <a:lnTo>
                    <a:pt x="25524" y="255855"/>
                  </a:lnTo>
                  <a:lnTo>
                    <a:pt x="28412" y="260304"/>
                  </a:lnTo>
                  <a:lnTo>
                    <a:pt x="31441" y="264659"/>
                  </a:lnTo>
                  <a:lnTo>
                    <a:pt x="34606" y="268916"/>
                  </a:lnTo>
                  <a:lnTo>
                    <a:pt x="37905" y="273070"/>
                  </a:lnTo>
                  <a:lnTo>
                    <a:pt x="41333" y="277118"/>
                  </a:lnTo>
                  <a:lnTo>
                    <a:pt x="44889" y="281054"/>
                  </a:lnTo>
                  <a:lnTo>
                    <a:pt x="48567" y="284876"/>
                  </a:lnTo>
                  <a:lnTo>
                    <a:pt x="52365" y="288580"/>
                  </a:lnTo>
                  <a:lnTo>
                    <a:pt x="56279" y="292160"/>
                  </a:lnTo>
                  <a:lnTo>
                    <a:pt x="60304" y="295615"/>
                  </a:lnTo>
                  <a:lnTo>
                    <a:pt x="64437" y="298941"/>
                  </a:lnTo>
                  <a:lnTo>
                    <a:pt x="68673" y="302134"/>
                  </a:lnTo>
                  <a:lnTo>
                    <a:pt x="73008" y="305190"/>
                  </a:lnTo>
                  <a:lnTo>
                    <a:pt x="77438" y="308108"/>
                  </a:lnTo>
                  <a:lnTo>
                    <a:pt x="81959" y="310884"/>
                  </a:lnTo>
                  <a:lnTo>
                    <a:pt x="86565" y="313514"/>
                  </a:lnTo>
                  <a:lnTo>
                    <a:pt x="91253" y="315998"/>
                  </a:lnTo>
                  <a:lnTo>
                    <a:pt x="96016" y="318331"/>
                  </a:lnTo>
                  <a:lnTo>
                    <a:pt x="100852" y="320512"/>
                  </a:lnTo>
                  <a:lnTo>
                    <a:pt x="105754" y="322538"/>
                  </a:lnTo>
                  <a:lnTo>
                    <a:pt x="110718" y="324408"/>
                  </a:lnTo>
                  <a:lnTo>
                    <a:pt x="115739" y="326120"/>
                  </a:lnTo>
                  <a:lnTo>
                    <a:pt x="120812" y="327671"/>
                  </a:lnTo>
                  <a:lnTo>
                    <a:pt x="125931" y="329061"/>
                  </a:lnTo>
                  <a:lnTo>
                    <a:pt x="131092" y="330287"/>
                  </a:lnTo>
                  <a:lnTo>
                    <a:pt x="136289" y="331349"/>
                  </a:lnTo>
                  <a:lnTo>
                    <a:pt x="141518" y="332246"/>
                  </a:lnTo>
                  <a:lnTo>
                    <a:pt x="146772" y="332976"/>
                  </a:lnTo>
                  <a:lnTo>
                    <a:pt x="152046" y="333539"/>
                  </a:lnTo>
                  <a:lnTo>
                    <a:pt x="157336" y="333935"/>
                  </a:lnTo>
                  <a:lnTo>
                    <a:pt x="162636" y="334163"/>
                  </a:lnTo>
                  <a:lnTo>
                    <a:pt x="167940" y="334222"/>
                  </a:lnTo>
                  <a:lnTo>
                    <a:pt x="173244" y="334113"/>
                  </a:lnTo>
                  <a:lnTo>
                    <a:pt x="178541" y="333836"/>
                  </a:lnTo>
                  <a:lnTo>
                    <a:pt x="183827" y="333390"/>
                  </a:lnTo>
                  <a:lnTo>
                    <a:pt x="189096" y="332778"/>
                  </a:lnTo>
                  <a:lnTo>
                    <a:pt x="194343" y="331998"/>
                  </a:lnTo>
                  <a:lnTo>
                    <a:pt x="199563" y="331053"/>
                  </a:lnTo>
                  <a:lnTo>
                    <a:pt x="204750" y="329942"/>
                  </a:lnTo>
                  <a:lnTo>
                    <a:pt x="209899" y="328667"/>
                  </a:lnTo>
                  <a:lnTo>
                    <a:pt x="215005" y="327230"/>
                  </a:lnTo>
                  <a:lnTo>
                    <a:pt x="220063" y="325631"/>
                  </a:lnTo>
                  <a:lnTo>
                    <a:pt x="225068" y="323872"/>
                  </a:lnTo>
                  <a:lnTo>
                    <a:pt x="230014" y="321956"/>
                  </a:lnTo>
                  <a:lnTo>
                    <a:pt x="234897" y="319884"/>
                  </a:lnTo>
                  <a:lnTo>
                    <a:pt x="239712" y="317657"/>
                  </a:lnTo>
                  <a:lnTo>
                    <a:pt x="244454" y="315279"/>
                  </a:lnTo>
                  <a:lnTo>
                    <a:pt x="249118" y="312752"/>
                  </a:lnTo>
                  <a:lnTo>
                    <a:pt x="253699" y="310078"/>
                  </a:lnTo>
                  <a:lnTo>
                    <a:pt x="258193" y="307261"/>
                  </a:lnTo>
                  <a:lnTo>
                    <a:pt x="262596" y="304302"/>
                  </a:lnTo>
                  <a:lnTo>
                    <a:pt x="266902" y="301204"/>
                  </a:lnTo>
                  <a:lnTo>
                    <a:pt x="271108" y="297972"/>
                  </a:lnTo>
                  <a:lnTo>
                    <a:pt x="275210" y="294608"/>
                  </a:lnTo>
                  <a:lnTo>
                    <a:pt x="279202" y="291115"/>
                  </a:lnTo>
                  <a:lnTo>
                    <a:pt x="283082" y="287498"/>
                  </a:lnTo>
                  <a:lnTo>
                    <a:pt x="286845" y="283759"/>
                  </a:lnTo>
                  <a:lnTo>
                    <a:pt x="290488" y="279903"/>
                  </a:lnTo>
                  <a:lnTo>
                    <a:pt x="294006" y="275933"/>
                  </a:lnTo>
                  <a:lnTo>
                    <a:pt x="297397" y="271853"/>
                  </a:lnTo>
                  <a:lnTo>
                    <a:pt x="300656" y="267668"/>
                  </a:lnTo>
                  <a:lnTo>
                    <a:pt x="303781" y="263382"/>
                  </a:lnTo>
                  <a:lnTo>
                    <a:pt x="306769" y="258999"/>
                  </a:lnTo>
                  <a:lnTo>
                    <a:pt x="309616" y="254523"/>
                  </a:lnTo>
                  <a:lnTo>
                    <a:pt x="312319" y="249959"/>
                  </a:lnTo>
                  <a:lnTo>
                    <a:pt x="314876" y="245311"/>
                  </a:lnTo>
                  <a:lnTo>
                    <a:pt x="317285" y="240585"/>
                  </a:lnTo>
                  <a:lnTo>
                    <a:pt x="319542" y="235784"/>
                  </a:lnTo>
                  <a:lnTo>
                    <a:pt x="321646" y="230915"/>
                  </a:lnTo>
                  <a:lnTo>
                    <a:pt x="323594" y="225981"/>
                  </a:lnTo>
                  <a:lnTo>
                    <a:pt x="325385" y="220988"/>
                  </a:lnTo>
                  <a:lnTo>
                    <a:pt x="327017" y="215940"/>
                  </a:lnTo>
                  <a:lnTo>
                    <a:pt x="328487" y="210844"/>
                  </a:lnTo>
                  <a:lnTo>
                    <a:pt x="329795" y="205703"/>
                  </a:lnTo>
                  <a:lnTo>
                    <a:pt x="330940" y="200523"/>
                  </a:lnTo>
                  <a:lnTo>
                    <a:pt x="331919" y="195310"/>
                  </a:lnTo>
                  <a:lnTo>
                    <a:pt x="332732" y="190068"/>
                  </a:lnTo>
                  <a:lnTo>
                    <a:pt x="333379" y="184803"/>
                  </a:lnTo>
                  <a:lnTo>
                    <a:pt x="333859" y="179520"/>
                  </a:lnTo>
                  <a:lnTo>
                    <a:pt x="334170" y="174224"/>
                  </a:lnTo>
                  <a:lnTo>
                    <a:pt x="334313" y="168922"/>
                  </a:lnTo>
                  <a:lnTo>
                    <a:pt x="334289" y="163617"/>
                  </a:lnTo>
                  <a:lnTo>
                    <a:pt x="334095" y="158316"/>
                  </a:lnTo>
                  <a:lnTo>
                    <a:pt x="333734" y="153024"/>
                  </a:lnTo>
                  <a:lnTo>
                    <a:pt x="333205" y="147746"/>
                  </a:lnTo>
                  <a:lnTo>
                    <a:pt x="332509" y="142487"/>
                  </a:lnTo>
                  <a:lnTo>
                    <a:pt x="331646" y="137253"/>
                  </a:lnTo>
                  <a:lnTo>
                    <a:pt x="330617" y="132049"/>
                  </a:lnTo>
                  <a:lnTo>
                    <a:pt x="329424" y="126880"/>
                  </a:lnTo>
                  <a:lnTo>
                    <a:pt x="328068" y="121752"/>
                  </a:lnTo>
                  <a:lnTo>
                    <a:pt x="326549" y="116669"/>
                  </a:lnTo>
                  <a:lnTo>
                    <a:pt x="324870" y="111638"/>
                  </a:lnTo>
                  <a:lnTo>
                    <a:pt x="323033" y="106661"/>
                  </a:lnTo>
                  <a:lnTo>
                    <a:pt x="321038" y="101746"/>
                  </a:lnTo>
                  <a:lnTo>
                    <a:pt x="318888" y="96897"/>
                  </a:lnTo>
                  <a:lnTo>
                    <a:pt x="316586" y="92118"/>
                  </a:lnTo>
                  <a:lnTo>
                    <a:pt x="314133" y="87414"/>
                  </a:lnTo>
                  <a:lnTo>
                    <a:pt x="311532" y="82791"/>
                  </a:lnTo>
                  <a:lnTo>
                    <a:pt x="308786" y="78253"/>
                  </a:lnTo>
                  <a:lnTo>
                    <a:pt x="305897" y="73804"/>
                  </a:lnTo>
                  <a:lnTo>
                    <a:pt x="302868" y="69449"/>
                  </a:lnTo>
                  <a:lnTo>
                    <a:pt x="299703" y="65192"/>
                  </a:lnTo>
                  <a:lnTo>
                    <a:pt x="296404" y="61038"/>
                  </a:lnTo>
                  <a:lnTo>
                    <a:pt x="292976" y="56990"/>
                  </a:lnTo>
                  <a:lnTo>
                    <a:pt x="289420" y="53054"/>
                  </a:lnTo>
                  <a:lnTo>
                    <a:pt x="285741" y="49232"/>
                  </a:lnTo>
                  <a:lnTo>
                    <a:pt x="281943" y="45529"/>
                  </a:lnTo>
                  <a:lnTo>
                    <a:pt x="278030" y="41948"/>
                  </a:lnTo>
                  <a:lnTo>
                    <a:pt x="274004" y="38493"/>
                  </a:lnTo>
                  <a:lnTo>
                    <a:pt x="269871" y="35168"/>
                  </a:lnTo>
                  <a:lnTo>
                    <a:pt x="265635" y="31975"/>
                  </a:lnTo>
                  <a:lnTo>
                    <a:pt x="261300" y="28919"/>
                  </a:lnTo>
                  <a:lnTo>
                    <a:pt x="256869" y="26001"/>
                  </a:lnTo>
                  <a:lnTo>
                    <a:pt x="252349" y="23226"/>
                  </a:lnTo>
                  <a:lnTo>
                    <a:pt x="247742" y="20595"/>
                  </a:lnTo>
                  <a:lnTo>
                    <a:pt x="243055" y="18112"/>
                  </a:lnTo>
                  <a:lnTo>
                    <a:pt x="238291" y="15779"/>
                  </a:lnTo>
                  <a:lnTo>
                    <a:pt x="233455" y="13598"/>
                  </a:lnTo>
                  <a:lnTo>
                    <a:pt x="228553" y="11572"/>
                  </a:lnTo>
                  <a:lnTo>
                    <a:pt x="223589" y="9702"/>
                  </a:lnTo>
                  <a:lnTo>
                    <a:pt x="218568" y="7991"/>
                  </a:lnTo>
                  <a:lnTo>
                    <a:pt x="213495" y="6440"/>
                  </a:lnTo>
                  <a:lnTo>
                    <a:pt x="208376" y="5050"/>
                  </a:lnTo>
                  <a:lnTo>
                    <a:pt x="203215" y="3824"/>
                  </a:lnTo>
                  <a:lnTo>
                    <a:pt x="167156" y="1670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86215" y="5399291"/>
              <a:ext cx="36058" cy="167167"/>
            </a:xfrm>
            <a:custGeom>
              <a:avLst/>
              <a:pathLst>
                <a:path w="36058" h="167167">
                  <a:moveTo>
                    <a:pt x="36058" y="3935"/>
                  </a:moveTo>
                  <a:lnTo>
                    <a:pt x="28928" y="2522"/>
                  </a:lnTo>
                  <a:lnTo>
                    <a:pt x="21744" y="1420"/>
                  </a:lnTo>
                  <a:lnTo>
                    <a:pt x="14519" y="631"/>
                  </a:lnTo>
                  <a:lnTo>
                    <a:pt x="7266" y="15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60902" y="5399291"/>
              <a:ext cx="62641" cy="167167"/>
            </a:xfrm>
            <a:custGeom>
              <a:avLst/>
              <a:pathLst>
                <a:path w="62641" h="167167">
                  <a:moveTo>
                    <a:pt x="62641" y="0"/>
                  </a:moveTo>
                  <a:lnTo>
                    <a:pt x="56805" y="101"/>
                  </a:lnTo>
                  <a:lnTo>
                    <a:pt x="50976" y="407"/>
                  </a:lnTo>
                  <a:lnTo>
                    <a:pt x="45161" y="916"/>
                  </a:lnTo>
                  <a:lnTo>
                    <a:pt x="39368" y="1627"/>
                  </a:lnTo>
                  <a:lnTo>
                    <a:pt x="33603" y="2541"/>
                  </a:lnTo>
                  <a:lnTo>
                    <a:pt x="27874" y="3655"/>
                  </a:lnTo>
                  <a:lnTo>
                    <a:pt x="22186" y="4968"/>
                  </a:lnTo>
                  <a:lnTo>
                    <a:pt x="16549" y="6479"/>
                  </a:lnTo>
                  <a:lnTo>
                    <a:pt x="10967" y="8186"/>
                  </a:lnTo>
                  <a:lnTo>
                    <a:pt x="5448" y="10087"/>
                  </a:lnTo>
                  <a:lnTo>
                    <a:pt x="0" y="12180"/>
                  </a:lnTo>
                  <a:lnTo>
                    <a:pt x="6264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60902" y="5411472"/>
              <a:ext cx="62641" cy="154987"/>
            </a:xfrm>
            <a:custGeom>
              <a:avLst/>
              <a:pathLst>
                <a:path w="62641" h="154987">
                  <a:moveTo>
                    <a:pt x="0" y="0"/>
                  </a:moveTo>
                  <a:lnTo>
                    <a:pt x="62641" y="154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60902" y="5411472"/>
              <a:ext cx="62641" cy="154987"/>
            </a:xfrm>
            <a:custGeom>
              <a:avLst/>
              <a:pathLst>
                <a:path w="62641" h="154987">
                  <a:moveTo>
                    <a:pt x="0" y="0"/>
                  </a:moveTo>
                  <a:lnTo>
                    <a:pt x="62641" y="154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60902" y="5411472"/>
              <a:ext cx="62641" cy="154987"/>
            </a:xfrm>
            <a:custGeom>
              <a:avLst/>
              <a:pathLst>
                <a:path w="62641" h="154987">
                  <a:moveTo>
                    <a:pt x="0" y="0"/>
                  </a:moveTo>
                  <a:lnTo>
                    <a:pt x="62641" y="154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60902" y="5411472"/>
              <a:ext cx="62641" cy="154987"/>
            </a:xfrm>
            <a:custGeom>
              <a:avLst/>
              <a:pathLst>
                <a:path w="62641" h="154987">
                  <a:moveTo>
                    <a:pt x="0" y="0"/>
                  </a:moveTo>
                  <a:lnTo>
                    <a:pt x="62641" y="1549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60902" y="5411472"/>
              <a:ext cx="62641" cy="154987"/>
            </a:xfrm>
            <a:custGeom>
              <a:avLst/>
              <a:pathLst>
                <a:path w="62641" h="154987">
                  <a:moveTo>
                    <a:pt x="0" y="0"/>
                  </a:moveTo>
                  <a:lnTo>
                    <a:pt x="62641" y="1549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856377" y="5411472"/>
              <a:ext cx="167166" cy="278166"/>
            </a:xfrm>
            <a:custGeom>
              <a:avLst/>
              <a:pathLst>
                <a:path w="167166" h="278166">
                  <a:moveTo>
                    <a:pt x="104525" y="0"/>
                  </a:moveTo>
                  <a:lnTo>
                    <a:pt x="99600" y="2082"/>
                  </a:lnTo>
                  <a:lnTo>
                    <a:pt x="94745" y="4321"/>
                  </a:lnTo>
                  <a:lnTo>
                    <a:pt x="89964" y="6714"/>
                  </a:lnTo>
                  <a:lnTo>
                    <a:pt x="85261" y="9259"/>
                  </a:lnTo>
                  <a:lnTo>
                    <a:pt x="80643" y="11953"/>
                  </a:lnTo>
                  <a:lnTo>
                    <a:pt x="76113" y="14793"/>
                  </a:lnTo>
                  <a:lnTo>
                    <a:pt x="71676" y="17777"/>
                  </a:lnTo>
                  <a:lnTo>
                    <a:pt x="67337" y="20901"/>
                  </a:lnTo>
                  <a:lnTo>
                    <a:pt x="63100" y="24162"/>
                  </a:lnTo>
                  <a:lnTo>
                    <a:pt x="58969" y="27557"/>
                  </a:lnTo>
                  <a:lnTo>
                    <a:pt x="54949" y="31082"/>
                  </a:lnTo>
                  <a:lnTo>
                    <a:pt x="51044" y="34734"/>
                  </a:lnTo>
                  <a:lnTo>
                    <a:pt x="47258" y="38510"/>
                  </a:lnTo>
                  <a:lnTo>
                    <a:pt x="43594" y="42404"/>
                  </a:lnTo>
                  <a:lnTo>
                    <a:pt x="40057" y="46413"/>
                  </a:lnTo>
                  <a:lnTo>
                    <a:pt x="36649" y="50534"/>
                  </a:lnTo>
                  <a:lnTo>
                    <a:pt x="33376" y="54761"/>
                  </a:lnTo>
                  <a:lnTo>
                    <a:pt x="30239" y="59091"/>
                  </a:lnTo>
                  <a:lnTo>
                    <a:pt x="27242" y="63519"/>
                  </a:lnTo>
                  <a:lnTo>
                    <a:pt x="24389" y="68041"/>
                  </a:lnTo>
                  <a:lnTo>
                    <a:pt x="21681" y="72652"/>
                  </a:lnTo>
                  <a:lnTo>
                    <a:pt x="19122" y="77346"/>
                  </a:lnTo>
                  <a:lnTo>
                    <a:pt x="16715" y="82121"/>
                  </a:lnTo>
                  <a:lnTo>
                    <a:pt x="14462" y="86969"/>
                  </a:lnTo>
                  <a:lnTo>
                    <a:pt x="12365" y="91888"/>
                  </a:lnTo>
                  <a:lnTo>
                    <a:pt x="10426" y="96871"/>
                  </a:lnTo>
                  <a:lnTo>
                    <a:pt x="8648" y="101913"/>
                  </a:lnTo>
                  <a:lnTo>
                    <a:pt x="7031" y="107010"/>
                  </a:lnTo>
                  <a:lnTo>
                    <a:pt x="5579" y="112155"/>
                  </a:lnTo>
                  <a:lnTo>
                    <a:pt x="4292" y="117345"/>
                  </a:lnTo>
                  <a:lnTo>
                    <a:pt x="3171" y="122573"/>
                  </a:lnTo>
                  <a:lnTo>
                    <a:pt x="2219" y="127834"/>
                  </a:lnTo>
                  <a:lnTo>
                    <a:pt x="1435" y="133123"/>
                  </a:lnTo>
                  <a:lnTo>
                    <a:pt x="820" y="138434"/>
                  </a:lnTo>
                  <a:lnTo>
                    <a:pt x="376" y="143763"/>
                  </a:lnTo>
                  <a:lnTo>
                    <a:pt x="102" y="149103"/>
                  </a:lnTo>
                  <a:lnTo>
                    <a:pt x="0" y="154448"/>
                  </a:lnTo>
                  <a:lnTo>
                    <a:pt x="68" y="159795"/>
                  </a:lnTo>
                  <a:lnTo>
                    <a:pt x="307" y="165136"/>
                  </a:lnTo>
                  <a:lnTo>
                    <a:pt x="717" y="170467"/>
                  </a:lnTo>
                  <a:lnTo>
                    <a:pt x="1297" y="175782"/>
                  </a:lnTo>
                  <a:lnTo>
                    <a:pt x="2047" y="181076"/>
                  </a:lnTo>
                  <a:lnTo>
                    <a:pt x="2966" y="186344"/>
                  </a:lnTo>
                  <a:lnTo>
                    <a:pt x="4053" y="191579"/>
                  </a:lnTo>
                  <a:lnTo>
                    <a:pt x="5306" y="196776"/>
                  </a:lnTo>
                  <a:lnTo>
                    <a:pt x="6726" y="201931"/>
                  </a:lnTo>
                  <a:lnTo>
                    <a:pt x="8309" y="207038"/>
                  </a:lnTo>
                  <a:lnTo>
                    <a:pt x="10055" y="212092"/>
                  </a:lnTo>
                  <a:lnTo>
                    <a:pt x="11961" y="217087"/>
                  </a:lnTo>
                  <a:lnTo>
                    <a:pt x="14027" y="222019"/>
                  </a:lnTo>
                  <a:lnTo>
                    <a:pt x="16249" y="226882"/>
                  </a:lnTo>
                  <a:lnTo>
                    <a:pt x="18625" y="231672"/>
                  </a:lnTo>
                  <a:lnTo>
                    <a:pt x="21154" y="236383"/>
                  </a:lnTo>
                  <a:lnTo>
                    <a:pt x="23832" y="241011"/>
                  </a:lnTo>
                  <a:lnTo>
                    <a:pt x="26656" y="245551"/>
                  </a:lnTo>
                  <a:lnTo>
                    <a:pt x="29624" y="249998"/>
                  </a:lnTo>
                  <a:lnTo>
                    <a:pt x="32733" y="254348"/>
                  </a:lnTo>
                  <a:lnTo>
                    <a:pt x="35979" y="258597"/>
                  </a:lnTo>
                  <a:lnTo>
                    <a:pt x="39360" y="262739"/>
                  </a:lnTo>
                  <a:lnTo>
                    <a:pt x="42871" y="266771"/>
                  </a:lnTo>
                  <a:lnTo>
                    <a:pt x="46510" y="270689"/>
                  </a:lnTo>
                  <a:lnTo>
                    <a:pt x="50272" y="274489"/>
                  </a:lnTo>
                  <a:lnTo>
                    <a:pt x="54153" y="278166"/>
                  </a:lnTo>
                  <a:lnTo>
                    <a:pt x="167166" y="1549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910531" y="5399291"/>
              <a:ext cx="280170" cy="334326"/>
            </a:xfrm>
            <a:custGeom>
              <a:avLst/>
              <a:pathLst>
                <a:path w="280170" h="334326">
                  <a:moveTo>
                    <a:pt x="0" y="290346"/>
                  </a:moveTo>
                  <a:lnTo>
                    <a:pt x="3978" y="293881"/>
                  </a:lnTo>
                  <a:lnTo>
                    <a:pt x="8066" y="297287"/>
                  </a:lnTo>
                  <a:lnTo>
                    <a:pt x="12261" y="300562"/>
                  </a:lnTo>
                  <a:lnTo>
                    <a:pt x="16558" y="303701"/>
                  </a:lnTo>
                  <a:lnTo>
                    <a:pt x="20953" y="306702"/>
                  </a:lnTo>
                  <a:lnTo>
                    <a:pt x="25441" y="309562"/>
                  </a:lnTo>
                  <a:lnTo>
                    <a:pt x="30018" y="312277"/>
                  </a:lnTo>
                  <a:lnTo>
                    <a:pt x="34679" y="314845"/>
                  </a:lnTo>
                  <a:lnTo>
                    <a:pt x="39419" y="317264"/>
                  </a:lnTo>
                  <a:lnTo>
                    <a:pt x="44234" y="319530"/>
                  </a:lnTo>
                  <a:lnTo>
                    <a:pt x="49119" y="321642"/>
                  </a:lnTo>
                  <a:lnTo>
                    <a:pt x="54068" y="323598"/>
                  </a:lnTo>
                  <a:lnTo>
                    <a:pt x="59078" y="325395"/>
                  </a:lnTo>
                  <a:lnTo>
                    <a:pt x="64141" y="327031"/>
                  </a:lnTo>
                  <a:lnTo>
                    <a:pt x="69255" y="328506"/>
                  </a:lnTo>
                  <a:lnTo>
                    <a:pt x="74412" y="329817"/>
                  </a:lnTo>
                  <a:lnTo>
                    <a:pt x="79609" y="330963"/>
                  </a:lnTo>
                  <a:lnTo>
                    <a:pt x="84840" y="331943"/>
                  </a:lnTo>
                  <a:lnTo>
                    <a:pt x="90099" y="332757"/>
                  </a:lnTo>
                  <a:lnTo>
                    <a:pt x="95381" y="333402"/>
                  </a:lnTo>
                  <a:lnTo>
                    <a:pt x="100682" y="333879"/>
                  </a:lnTo>
                  <a:lnTo>
                    <a:pt x="105994" y="334187"/>
                  </a:lnTo>
                  <a:lnTo>
                    <a:pt x="111314" y="334326"/>
                  </a:lnTo>
                  <a:lnTo>
                    <a:pt x="116636" y="334295"/>
                  </a:lnTo>
                  <a:lnTo>
                    <a:pt x="121954" y="334095"/>
                  </a:lnTo>
                  <a:lnTo>
                    <a:pt x="127263" y="333726"/>
                  </a:lnTo>
                  <a:lnTo>
                    <a:pt x="132557" y="333188"/>
                  </a:lnTo>
                  <a:lnTo>
                    <a:pt x="137832" y="332482"/>
                  </a:lnTo>
                  <a:lnTo>
                    <a:pt x="143081" y="331608"/>
                  </a:lnTo>
                  <a:lnTo>
                    <a:pt x="148300" y="330567"/>
                  </a:lnTo>
                  <a:lnTo>
                    <a:pt x="153483" y="329361"/>
                  </a:lnTo>
                  <a:lnTo>
                    <a:pt x="158626" y="327991"/>
                  </a:lnTo>
                  <a:lnTo>
                    <a:pt x="163722" y="326458"/>
                  </a:lnTo>
                  <a:lnTo>
                    <a:pt x="168766" y="324763"/>
                  </a:lnTo>
                  <a:lnTo>
                    <a:pt x="173754" y="322908"/>
                  </a:lnTo>
                  <a:lnTo>
                    <a:pt x="178681" y="320896"/>
                  </a:lnTo>
                  <a:lnTo>
                    <a:pt x="183541" y="318728"/>
                  </a:lnTo>
                  <a:lnTo>
                    <a:pt x="188329" y="316406"/>
                  </a:lnTo>
                  <a:lnTo>
                    <a:pt x="193042" y="313933"/>
                  </a:lnTo>
                  <a:lnTo>
                    <a:pt x="197673" y="311311"/>
                  </a:lnTo>
                  <a:lnTo>
                    <a:pt x="202218" y="308543"/>
                  </a:lnTo>
                  <a:lnTo>
                    <a:pt x="206673" y="305632"/>
                  </a:lnTo>
                  <a:lnTo>
                    <a:pt x="211033" y="302581"/>
                  </a:lnTo>
                  <a:lnTo>
                    <a:pt x="215293" y="299392"/>
                  </a:lnTo>
                  <a:lnTo>
                    <a:pt x="219450" y="296070"/>
                  </a:lnTo>
                  <a:lnTo>
                    <a:pt x="223499" y="292616"/>
                  </a:lnTo>
                  <a:lnTo>
                    <a:pt x="227437" y="289036"/>
                  </a:lnTo>
                  <a:lnTo>
                    <a:pt x="231258" y="285332"/>
                  </a:lnTo>
                  <a:lnTo>
                    <a:pt x="234959" y="281508"/>
                  </a:lnTo>
                  <a:lnTo>
                    <a:pt x="238537" y="277569"/>
                  </a:lnTo>
                  <a:lnTo>
                    <a:pt x="241987" y="273517"/>
                  </a:lnTo>
                  <a:lnTo>
                    <a:pt x="245307" y="269358"/>
                  </a:lnTo>
                  <a:lnTo>
                    <a:pt x="248493" y="265095"/>
                  </a:lnTo>
                  <a:lnTo>
                    <a:pt x="251541" y="260733"/>
                  </a:lnTo>
                  <a:lnTo>
                    <a:pt x="254449" y="256276"/>
                  </a:lnTo>
                  <a:lnTo>
                    <a:pt x="257214" y="251729"/>
                  </a:lnTo>
                  <a:lnTo>
                    <a:pt x="259833" y="247096"/>
                  </a:lnTo>
                  <a:lnTo>
                    <a:pt x="262303" y="242382"/>
                  </a:lnTo>
                  <a:lnTo>
                    <a:pt x="264621" y="237592"/>
                  </a:lnTo>
                  <a:lnTo>
                    <a:pt x="266786" y="232731"/>
                  </a:lnTo>
                  <a:lnTo>
                    <a:pt x="268795" y="227803"/>
                  </a:lnTo>
                  <a:lnTo>
                    <a:pt x="270646" y="222814"/>
                  </a:lnTo>
                  <a:lnTo>
                    <a:pt x="272337" y="217768"/>
                  </a:lnTo>
                  <a:lnTo>
                    <a:pt x="273867" y="212671"/>
                  </a:lnTo>
                  <a:lnTo>
                    <a:pt x="275234" y="207528"/>
                  </a:lnTo>
                  <a:lnTo>
                    <a:pt x="276437" y="202344"/>
                  </a:lnTo>
                  <a:lnTo>
                    <a:pt x="277474" y="197124"/>
                  </a:lnTo>
                  <a:lnTo>
                    <a:pt x="278344" y="191874"/>
                  </a:lnTo>
                  <a:lnTo>
                    <a:pt x="279046" y="186599"/>
                  </a:lnTo>
                  <a:lnTo>
                    <a:pt x="279581" y="181304"/>
                  </a:lnTo>
                  <a:lnTo>
                    <a:pt x="279946" y="175995"/>
                  </a:lnTo>
                  <a:lnTo>
                    <a:pt x="280143" y="170677"/>
                  </a:lnTo>
                  <a:lnTo>
                    <a:pt x="280170" y="165355"/>
                  </a:lnTo>
                  <a:lnTo>
                    <a:pt x="280027" y="160035"/>
                  </a:lnTo>
                  <a:lnTo>
                    <a:pt x="279716" y="154723"/>
                  </a:lnTo>
                  <a:lnTo>
                    <a:pt x="279235" y="149423"/>
                  </a:lnTo>
                  <a:lnTo>
                    <a:pt x="278586" y="144141"/>
                  </a:lnTo>
                  <a:lnTo>
                    <a:pt x="277769" y="138882"/>
                  </a:lnTo>
                  <a:lnTo>
                    <a:pt x="276786" y="133652"/>
                  </a:lnTo>
                  <a:lnTo>
                    <a:pt x="275636" y="128456"/>
                  </a:lnTo>
                  <a:lnTo>
                    <a:pt x="274321" y="123299"/>
                  </a:lnTo>
                  <a:lnTo>
                    <a:pt x="272843" y="118187"/>
                  </a:lnTo>
                  <a:lnTo>
                    <a:pt x="271203" y="113124"/>
                  </a:lnTo>
                  <a:lnTo>
                    <a:pt x="269403" y="108116"/>
                  </a:lnTo>
                  <a:lnTo>
                    <a:pt x="267444" y="103168"/>
                  </a:lnTo>
                  <a:lnTo>
                    <a:pt x="265329" y="98285"/>
                  </a:lnTo>
                  <a:lnTo>
                    <a:pt x="263059" y="93472"/>
                  </a:lnTo>
                  <a:lnTo>
                    <a:pt x="260637" y="88733"/>
                  </a:lnTo>
                  <a:lnTo>
                    <a:pt x="258066" y="84074"/>
                  </a:lnTo>
                  <a:lnTo>
                    <a:pt x="255347" y="79499"/>
                  </a:lnTo>
                  <a:lnTo>
                    <a:pt x="252485" y="75013"/>
                  </a:lnTo>
                  <a:lnTo>
                    <a:pt x="249481" y="70620"/>
                  </a:lnTo>
                  <a:lnTo>
                    <a:pt x="246338" y="66325"/>
                  </a:lnTo>
                  <a:lnTo>
                    <a:pt x="243061" y="62132"/>
                  </a:lnTo>
                  <a:lnTo>
                    <a:pt x="239652" y="58046"/>
                  </a:lnTo>
                  <a:lnTo>
                    <a:pt x="236114" y="54070"/>
                  </a:lnTo>
                  <a:lnTo>
                    <a:pt x="232452" y="50209"/>
                  </a:lnTo>
                  <a:lnTo>
                    <a:pt x="228669" y="46467"/>
                  </a:lnTo>
                  <a:lnTo>
                    <a:pt x="224768" y="42846"/>
                  </a:lnTo>
                  <a:lnTo>
                    <a:pt x="220754" y="39352"/>
                  </a:lnTo>
                  <a:lnTo>
                    <a:pt x="216631" y="35987"/>
                  </a:lnTo>
                  <a:lnTo>
                    <a:pt x="212403" y="32756"/>
                  </a:lnTo>
                  <a:lnTo>
                    <a:pt x="208074" y="29660"/>
                  </a:lnTo>
                  <a:lnTo>
                    <a:pt x="203649" y="26704"/>
                  </a:lnTo>
                  <a:lnTo>
                    <a:pt x="199132" y="23890"/>
                  </a:lnTo>
                  <a:lnTo>
                    <a:pt x="194528" y="21221"/>
                  </a:lnTo>
                  <a:lnTo>
                    <a:pt x="189841" y="18701"/>
                  </a:lnTo>
                  <a:lnTo>
                    <a:pt x="185077" y="16330"/>
                  </a:lnTo>
                  <a:lnTo>
                    <a:pt x="180239" y="14113"/>
                  </a:lnTo>
                  <a:lnTo>
                    <a:pt x="175333" y="12051"/>
                  </a:lnTo>
                  <a:lnTo>
                    <a:pt x="170364" y="10146"/>
                  </a:lnTo>
                  <a:lnTo>
                    <a:pt x="165337" y="8400"/>
                  </a:lnTo>
                  <a:lnTo>
                    <a:pt x="160257" y="6815"/>
                  </a:lnTo>
                  <a:lnTo>
                    <a:pt x="155129" y="5392"/>
                  </a:lnTo>
                  <a:lnTo>
                    <a:pt x="149958" y="4133"/>
                  </a:lnTo>
                  <a:lnTo>
                    <a:pt x="144750" y="3040"/>
                  </a:lnTo>
                  <a:lnTo>
                    <a:pt x="139510" y="2113"/>
                  </a:lnTo>
                  <a:lnTo>
                    <a:pt x="134242" y="1353"/>
                  </a:lnTo>
                  <a:lnTo>
                    <a:pt x="128954" y="761"/>
                  </a:lnTo>
                  <a:lnTo>
                    <a:pt x="123649" y="338"/>
                  </a:lnTo>
                  <a:lnTo>
                    <a:pt x="118333" y="84"/>
                  </a:lnTo>
                  <a:lnTo>
                    <a:pt x="113012" y="0"/>
                  </a:lnTo>
                  <a:lnTo>
                    <a:pt x="11301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09112" y="5269756"/>
              <a:ext cx="36145" cy="167167"/>
            </a:xfrm>
            <a:custGeom>
              <a:avLst/>
              <a:pathLst>
                <a:path w="36145" h="167167">
                  <a:moveTo>
                    <a:pt x="36145" y="0"/>
                  </a:moveTo>
                  <a:lnTo>
                    <a:pt x="28861" y="158"/>
                  </a:lnTo>
                  <a:lnTo>
                    <a:pt x="21590" y="634"/>
                  </a:lnTo>
                  <a:lnTo>
                    <a:pt x="14347" y="1427"/>
                  </a:lnTo>
                  <a:lnTo>
                    <a:pt x="7146" y="2534"/>
                  </a:lnTo>
                  <a:lnTo>
                    <a:pt x="0" y="3954"/>
                  </a:lnTo>
                  <a:lnTo>
                    <a:pt x="3614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09112" y="5273710"/>
              <a:ext cx="36145" cy="163212"/>
            </a:xfrm>
            <a:custGeom>
              <a:avLst/>
              <a:pathLst>
                <a:path w="36145" h="163212">
                  <a:moveTo>
                    <a:pt x="0" y="0"/>
                  </a:moveTo>
                  <a:lnTo>
                    <a:pt x="36145" y="163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09112" y="5273710"/>
              <a:ext cx="36145" cy="163212"/>
            </a:xfrm>
            <a:custGeom>
              <a:avLst/>
              <a:pathLst>
                <a:path w="36145" h="163212">
                  <a:moveTo>
                    <a:pt x="0" y="0"/>
                  </a:moveTo>
                  <a:lnTo>
                    <a:pt x="36145" y="163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09112" y="5273710"/>
              <a:ext cx="36145" cy="163212"/>
            </a:xfrm>
            <a:custGeom>
              <a:avLst/>
              <a:pathLst>
                <a:path w="36145" h="163212">
                  <a:moveTo>
                    <a:pt x="0" y="0"/>
                  </a:moveTo>
                  <a:lnTo>
                    <a:pt x="36145" y="1632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09112" y="5273710"/>
              <a:ext cx="36145" cy="163212"/>
            </a:xfrm>
            <a:custGeom>
              <a:avLst/>
              <a:pathLst>
                <a:path w="36145" h="163212">
                  <a:moveTo>
                    <a:pt x="0" y="0"/>
                  </a:moveTo>
                  <a:lnTo>
                    <a:pt x="36145" y="1632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80595" y="5273710"/>
              <a:ext cx="164662" cy="163212"/>
            </a:xfrm>
            <a:custGeom>
              <a:avLst/>
              <a:pathLst>
                <a:path w="164662" h="163212">
                  <a:moveTo>
                    <a:pt x="128517" y="0"/>
                  </a:moveTo>
                  <a:lnTo>
                    <a:pt x="123189" y="1271"/>
                  </a:lnTo>
                  <a:lnTo>
                    <a:pt x="117907" y="2717"/>
                  </a:lnTo>
                  <a:lnTo>
                    <a:pt x="112674" y="4335"/>
                  </a:lnTo>
                  <a:lnTo>
                    <a:pt x="107497" y="6123"/>
                  </a:lnTo>
                  <a:lnTo>
                    <a:pt x="102382" y="8080"/>
                  </a:lnTo>
                  <a:lnTo>
                    <a:pt x="97333" y="10203"/>
                  </a:lnTo>
                  <a:lnTo>
                    <a:pt x="92357" y="12491"/>
                  </a:lnTo>
                  <a:lnTo>
                    <a:pt x="87458" y="14941"/>
                  </a:lnTo>
                  <a:lnTo>
                    <a:pt x="82643" y="17549"/>
                  </a:lnTo>
                  <a:lnTo>
                    <a:pt x="77915" y="20314"/>
                  </a:lnTo>
                  <a:lnTo>
                    <a:pt x="73280" y="23233"/>
                  </a:lnTo>
                  <a:lnTo>
                    <a:pt x="68744" y="26302"/>
                  </a:lnTo>
                  <a:lnTo>
                    <a:pt x="64310" y="29517"/>
                  </a:lnTo>
                  <a:lnTo>
                    <a:pt x="59984" y="32876"/>
                  </a:lnTo>
                  <a:lnTo>
                    <a:pt x="55771" y="36376"/>
                  </a:lnTo>
                  <a:lnTo>
                    <a:pt x="51674" y="40011"/>
                  </a:lnTo>
                  <a:lnTo>
                    <a:pt x="47699" y="43778"/>
                  </a:lnTo>
                  <a:lnTo>
                    <a:pt x="43849" y="47674"/>
                  </a:lnTo>
                  <a:lnTo>
                    <a:pt x="40129" y="51694"/>
                  </a:lnTo>
                  <a:lnTo>
                    <a:pt x="36543" y="55833"/>
                  </a:lnTo>
                  <a:lnTo>
                    <a:pt x="33094" y="60088"/>
                  </a:lnTo>
                  <a:lnTo>
                    <a:pt x="29786" y="64453"/>
                  </a:lnTo>
                  <a:lnTo>
                    <a:pt x="26623" y="68925"/>
                  </a:lnTo>
                  <a:lnTo>
                    <a:pt x="23609" y="73497"/>
                  </a:lnTo>
                  <a:lnTo>
                    <a:pt x="20745" y="78166"/>
                  </a:lnTo>
                  <a:lnTo>
                    <a:pt x="18037" y="82926"/>
                  </a:lnTo>
                  <a:lnTo>
                    <a:pt x="15485" y="87773"/>
                  </a:lnTo>
                  <a:lnTo>
                    <a:pt x="13094" y="92700"/>
                  </a:lnTo>
                  <a:lnTo>
                    <a:pt x="10865" y="97703"/>
                  </a:lnTo>
                  <a:lnTo>
                    <a:pt x="8802" y="102777"/>
                  </a:lnTo>
                  <a:lnTo>
                    <a:pt x="6906" y="107915"/>
                  </a:lnTo>
                  <a:lnTo>
                    <a:pt x="5179" y="113112"/>
                  </a:lnTo>
                  <a:lnTo>
                    <a:pt x="3623" y="118364"/>
                  </a:lnTo>
                  <a:lnTo>
                    <a:pt x="2241" y="123663"/>
                  </a:lnTo>
                  <a:lnTo>
                    <a:pt x="1032" y="129005"/>
                  </a:lnTo>
                  <a:lnTo>
                    <a:pt x="0" y="134384"/>
                  </a:lnTo>
                  <a:lnTo>
                    <a:pt x="164662" y="1632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378109" y="5269756"/>
              <a:ext cx="334296" cy="334334"/>
            </a:xfrm>
            <a:custGeom>
              <a:avLst/>
              <a:pathLst>
                <a:path w="334296" h="334334">
                  <a:moveTo>
                    <a:pt x="2486" y="138339"/>
                  </a:moveTo>
                  <a:lnTo>
                    <a:pt x="1654" y="143576"/>
                  </a:lnTo>
                  <a:lnTo>
                    <a:pt x="989" y="148838"/>
                  </a:lnTo>
                  <a:lnTo>
                    <a:pt x="492" y="154117"/>
                  </a:lnTo>
                  <a:lnTo>
                    <a:pt x="162" y="159410"/>
                  </a:lnTo>
                  <a:lnTo>
                    <a:pt x="0" y="164711"/>
                  </a:lnTo>
                  <a:lnTo>
                    <a:pt x="6" y="170014"/>
                  </a:lnTo>
                  <a:lnTo>
                    <a:pt x="180" y="175315"/>
                  </a:lnTo>
                  <a:lnTo>
                    <a:pt x="523" y="180607"/>
                  </a:lnTo>
                  <a:lnTo>
                    <a:pt x="1033" y="185885"/>
                  </a:lnTo>
                  <a:lnTo>
                    <a:pt x="1710" y="191145"/>
                  </a:lnTo>
                  <a:lnTo>
                    <a:pt x="2554" y="196381"/>
                  </a:lnTo>
                  <a:lnTo>
                    <a:pt x="3563" y="201587"/>
                  </a:lnTo>
                  <a:lnTo>
                    <a:pt x="4738" y="206759"/>
                  </a:lnTo>
                  <a:lnTo>
                    <a:pt x="6075" y="211891"/>
                  </a:lnTo>
                  <a:lnTo>
                    <a:pt x="7575" y="216977"/>
                  </a:lnTo>
                  <a:lnTo>
                    <a:pt x="9235" y="222014"/>
                  </a:lnTo>
                  <a:lnTo>
                    <a:pt x="11054" y="226995"/>
                  </a:lnTo>
                  <a:lnTo>
                    <a:pt x="13031" y="231917"/>
                  </a:lnTo>
                  <a:lnTo>
                    <a:pt x="15162" y="236773"/>
                  </a:lnTo>
                  <a:lnTo>
                    <a:pt x="17446" y="241559"/>
                  </a:lnTo>
                  <a:lnTo>
                    <a:pt x="19882" y="246270"/>
                  </a:lnTo>
                  <a:lnTo>
                    <a:pt x="22465" y="250901"/>
                  </a:lnTo>
                  <a:lnTo>
                    <a:pt x="25194" y="255449"/>
                  </a:lnTo>
                  <a:lnTo>
                    <a:pt x="28065" y="259907"/>
                  </a:lnTo>
                  <a:lnTo>
                    <a:pt x="31077" y="264272"/>
                  </a:lnTo>
                  <a:lnTo>
                    <a:pt x="34226" y="268539"/>
                  </a:lnTo>
                  <a:lnTo>
                    <a:pt x="37508" y="272705"/>
                  </a:lnTo>
                  <a:lnTo>
                    <a:pt x="40921" y="276764"/>
                  </a:lnTo>
                  <a:lnTo>
                    <a:pt x="44461" y="280713"/>
                  </a:lnTo>
                  <a:lnTo>
                    <a:pt x="48124" y="284547"/>
                  </a:lnTo>
                  <a:lnTo>
                    <a:pt x="51908" y="288264"/>
                  </a:lnTo>
                  <a:lnTo>
                    <a:pt x="55807" y="291858"/>
                  </a:lnTo>
                  <a:lnTo>
                    <a:pt x="59818" y="295327"/>
                  </a:lnTo>
                  <a:lnTo>
                    <a:pt x="63937" y="298667"/>
                  </a:lnTo>
                  <a:lnTo>
                    <a:pt x="68160" y="301875"/>
                  </a:lnTo>
                  <a:lnTo>
                    <a:pt x="72483" y="304947"/>
                  </a:lnTo>
                  <a:lnTo>
                    <a:pt x="76901" y="307880"/>
                  </a:lnTo>
                  <a:lnTo>
                    <a:pt x="81410" y="310672"/>
                  </a:lnTo>
                  <a:lnTo>
                    <a:pt x="86005" y="313320"/>
                  </a:lnTo>
                  <a:lnTo>
                    <a:pt x="90682" y="315820"/>
                  </a:lnTo>
                  <a:lnTo>
                    <a:pt x="95436" y="318171"/>
                  </a:lnTo>
                  <a:lnTo>
                    <a:pt x="100262" y="320370"/>
                  </a:lnTo>
                  <a:lnTo>
                    <a:pt x="105155" y="322414"/>
                  </a:lnTo>
                  <a:lnTo>
                    <a:pt x="110111" y="324303"/>
                  </a:lnTo>
                  <a:lnTo>
                    <a:pt x="115124" y="326033"/>
                  </a:lnTo>
                  <a:lnTo>
                    <a:pt x="120189" y="327603"/>
                  </a:lnTo>
                  <a:lnTo>
                    <a:pt x="125302" y="329012"/>
                  </a:lnTo>
                  <a:lnTo>
                    <a:pt x="130457" y="330258"/>
                  </a:lnTo>
                  <a:lnTo>
                    <a:pt x="135648" y="331340"/>
                  </a:lnTo>
                  <a:lnTo>
                    <a:pt x="140872" y="332256"/>
                  </a:lnTo>
                  <a:lnTo>
                    <a:pt x="146122" y="333007"/>
                  </a:lnTo>
                  <a:lnTo>
                    <a:pt x="151393" y="333590"/>
                  </a:lnTo>
                  <a:lnTo>
                    <a:pt x="156679" y="334006"/>
                  </a:lnTo>
                  <a:lnTo>
                    <a:pt x="161977" y="334254"/>
                  </a:lnTo>
                  <a:lnTo>
                    <a:pt x="167279" y="334334"/>
                  </a:lnTo>
                  <a:lnTo>
                    <a:pt x="172582" y="334246"/>
                  </a:lnTo>
                  <a:lnTo>
                    <a:pt x="177879" y="333990"/>
                  </a:lnTo>
                  <a:lnTo>
                    <a:pt x="183165" y="333565"/>
                  </a:lnTo>
                  <a:lnTo>
                    <a:pt x="188435" y="332974"/>
                  </a:lnTo>
                  <a:lnTo>
                    <a:pt x="193684" y="332215"/>
                  </a:lnTo>
                  <a:lnTo>
                    <a:pt x="198906" y="331290"/>
                  </a:lnTo>
                  <a:lnTo>
                    <a:pt x="204096" y="330200"/>
                  </a:lnTo>
                  <a:lnTo>
                    <a:pt x="209249" y="328946"/>
                  </a:lnTo>
                  <a:lnTo>
                    <a:pt x="214359" y="327529"/>
                  </a:lnTo>
                  <a:lnTo>
                    <a:pt x="219422" y="325951"/>
                  </a:lnTo>
                  <a:lnTo>
                    <a:pt x="224433" y="324213"/>
                  </a:lnTo>
                  <a:lnTo>
                    <a:pt x="229385" y="322317"/>
                  </a:lnTo>
                  <a:lnTo>
                    <a:pt x="234275" y="320265"/>
                  </a:lnTo>
                  <a:lnTo>
                    <a:pt x="239098" y="318059"/>
                  </a:lnTo>
                  <a:lnTo>
                    <a:pt x="243848" y="315701"/>
                  </a:lnTo>
                  <a:lnTo>
                    <a:pt x="248521" y="313193"/>
                  </a:lnTo>
                  <a:lnTo>
                    <a:pt x="253112" y="310538"/>
                  </a:lnTo>
                  <a:lnTo>
                    <a:pt x="257616" y="307739"/>
                  </a:lnTo>
                  <a:lnTo>
                    <a:pt x="262030" y="304799"/>
                  </a:lnTo>
                  <a:lnTo>
                    <a:pt x="266348" y="301720"/>
                  </a:lnTo>
                  <a:lnTo>
                    <a:pt x="270566" y="298506"/>
                  </a:lnTo>
                  <a:lnTo>
                    <a:pt x="274680" y="295159"/>
                  </a:lnTo>
                  <a:lnTo>
                    <a:pt x="278686" y="291684"/>
                  </a:lnTo>
                  <a:lnTo>
                    <a:pt x="282579" y="288083"/>
                  </a:lnTo>
                  <a:lnTo>
                    <a:pt x="286357" y="284361"/>
                  </a:lnTo>
                  <a:lnTo>
                    <a:pt x="290014" y="280521"/>
                  </a:lnTo>
                  <a:lnTo>
                    <a:pt x="293548" y="276567"/>
                  </a:lnTo>
                  <a:lnTo>
                    <a:pt x="296954" y="272502"/>
                  </a:lnTo>
                  <a:lnTo>
                    <a:pt x="300230" y="268332"/>
                  </a:lnTo>
                  <a:lnTo>
                    <a:pt x="303372" y="264059"/>
                  </a:lnTo>
                  <a:lnTo>
                    <a:pt x="306377" y="259690"/>
                  </a:lnTo>
                  <a:lnTo>
                    <a:pt x="309242" y="255227"/>
                  </a:lnTo>
                  <a:lnTo>
                    <a:pt x="311964" y="250675"/>
                  </a:lnTo>
                  <a:lnTo>
                    <a:pt x="314540" y="246040"/>
                  </a:lnTo>
                  <a:lnTo>
                    <a:pt x="316967" y="241325"/>
                  </a:lnTo>
                  <a:lnTo>
                    <a:pt x="319244" y="236535"/>
                  </a:lnTo>
                  <a:lnTo>
                    <a:pt x="321368" y="231676"/>
                  </a:lnTo>
                  <a:lnTo>
                    <a:pt x="323337" y="226752"/>
                  </a:lnTo>
                  <a:lnTo>
                    <a:pt x="325148" y="221767"/>
                  </a:lnTo>
                  <a:lnTo>
                    <a:pt x="326801" y="216728"/>
                  </a:lnTo>
                  <a:lnTo>
                    <a:pt x="328292" y="211639"/>
                  </a:lnTo>
                  <a:lnTo>
                    <a:pt x="329622" y="206505"/>
                  </a:lnTo>
                  <a:lnTo>
                    <a:pt x="330788" y="201332"/>
                  </a:lnTo>
                  <a:lnTo>
                    <a:pt x="331789" y="196124"/>
                  </a:lnTo>
                  <a:lnTo>
                    <a:pt x="332625" y="190887"/>
                  </a:lnTo>
                  <a:lnTo>
                    <a:pt x="333294" y="185626"/>
                  </a:lnTo>
                  <a:lnTo>
                    <a:pt x="333796" y="180347"/>
                  </a:lnTo>
                  <a:lnTo>
                    <a:pt x="334130" y="175054"/>
                  </a:lnTo>
                  <a:lnTo>
                    <a:pt x="334296" y="169753"/>
                  </a:lnTo>
                  <a:lnTo>
                    <a:pt x="334294" y="164450"/>
                  </a:lnTo>
                  <a:lnTo>
                    <a:pt x="334124" y="159150"/>
                  </a:lnTo>
                  <a:lnTo>
                    <a:pt x="333786" y="153857"/>
                  </a:lnTo>
                  <a:lnTo>
                    <a:pt x="333280" y="148578"/>
                  </a:lnTo>
                  <a:lnTo>
                    <a:pt x="332606" y="143318"/>
                  </a:lnTo>
                  <a:lnTo>
                    <a:pt x="331767" y="138081"/>
                  </a:lnTo>
                  <a:lnTo>
                    <a:pt x="330761" y="132874"/>
                  </a:lnTo>
                  <a:lnTo>
                    <a:pt x="329591" y="127702"/>
                  </a:lnTo>
                  <a:lnTo>
                    <a:pt x="328258" y="122569"/>
                  </a:lnTo>
                  <a:lnTo>
                    <a:pt x="326762" y="117481"/>
                  </a:lnTo>
                  <a:lnTo>
                    <a:pt x="325105" y="112443"/>
                  </a:lnTo>
                  <a:lnTo>
                    <a:pt x="323290" y="107460"/>
                  </a:lnTo>
                  <a:lnTo>
                    <a:pt x="321318" y="102538"/>
                  </a:lnTo>
                  <a:lnTo>
                    <a:pt x="319190" y="97680"/>
                  </a:lnTo>
                  <a:lnTo>
                    <a:pt x="316909" y="92892"/>
                  </a:lnTo>
                  <a:lnTo>
                    <a:pt x="314478" y="88179"/>
                  </a:lnTo>
                  <a:lnTo>
                    <a:pt x="311898" y="83546"/>
                  </a:lnTo>
                  <a:lnTo>
                    <a:pt x="309173" y="78996"/>
                  </a:lnTo>
                  <a:lnTo>
                    <a:pt x="306305" y="74536"/>
                  </a:lnTo>
                  <a:lnTo>
                    <a:pt x="303297" y="70168"/>
                  </a:lnTo>
                  <a:lnTo>
                    <a:pt x="300151" y="65898"/>
                  </a:lnTo>
                  <a:lnTo>
                    <a:pt x="296872" y="61730"/>
                  </a:lnTo>
                  <a:lnTo>
                    <a:pt x="293462" y="57669"/>
                  </a:lnTo>
                  <a:lnTo>
                    <a:pt x="289925" y="53717"/>
                  </a:lnTo>
                  <a:lnTo>
                    <a:pt x="286265" y="49880"/>
                  </a:lnTo>
                  <a:lnTo>
                    <a:pt x="282485" y="46160"/>
                  </a:lnTo>
                  <a:lnTo>
                    <a:pt x="278588" y="42563"/>
                  </a:lnTo>
                  <a:lnTo>
                    <a:pt x="274580" y="39091"/>
                  </a:lnTo>
                  <a:lnTo>
                    <a:pt x="270463" y="35747"/>
                  </a:lnTo>
                  <a:lnTo>
                    <a:pt x="266243" y="32536"/>
                  </a:lnTo>
                  <a:lnTo>
                    <a:pt x="261922" y="29461"/>
                  </a:lnTo>
                  <a:lnTo>
                    <a:pt x="257506" y="26524"/>
                  </a:lnTo>
                  <a:lnTo>
                    <a:pt x="253000" y="23729"/>
                  </a:lnTo>
                  <a:lnTo>
                    <a:pt x="248407" y="21078"/>
                  </a:lnTo>
                  <a:lnTo>
                    <a:pt x="243732" y="18574"/>
                  </a:lnTo>
                  <a:lnTo>
                    <a:pt x="238980" y="16219"/>
                  </a:lnTo>
                  <a:lnTo>
                    <a:pt x="234156" y="14017"/>
                  </a:lnTo>
                  <a:lnTo>
                    <a:pt x="229264" y="11968"/>
                  </a:lnTo>
                  <a:lnTo>
                    <a:pt x="224310" y="10076"/>
                  </a:lnTo>
                  <a:lnTo>
                    <a:pt x="219298" y="8342"/>
                  </a:lnTo>
                  <a:lnTo>
                    <a:pt x="214234" y="6768"/>
                  </a:lnTo>
                  <a:lnTo>
                    <a:pt x="209122" y="5355"/>
                  </a:lnTo>
                  <a:lnTo>
                    <a:pt x="203969" y="4105"/>
                  </a:lnTo>
                  <a:lnTo>
                    <a:pt x="198778" y="3019"/>
                  </a:lnTo>
                  <a:lnTo>
                    <a:pt x="193555" y="2098"/>
                  </a:lnTo>
                  <a:lnTo>
                    <a:pt x="188306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96262" y="5018213"/>
              <a:ext cx="24776" cy="167167"/>
            </a:xfrm>
            <a:custGeom>
              <a:avLst/>
              <a:pathLst>
                <a:path w="24776" h="167167">
                  <a:moveTo>
                    <a:pt x="24776" y="0"/>
                  </a:moveTo>
                  <a:lnTo>
                    <a:pt x="16490" y="205"/>
                  </a:lnTo>
                  <a:lnTo>
                    <a:pt x="8224" y="821"/>
                  </a:lnTo>
                  <a:lnTo>
                    <a:pt x="0" y="1846"/>
                  </a:lnTo>
                  <a:lnTo>
                    <a:pt x="2477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96262" y="5020059"/>
              <a:ext cx="24776" cy="165321"/>
            </a:xfrm>
            <a:custGeom>
              <a:avLst/>
              <a:pathLst>
                <a:path w="24776" h="165321">
                  <a:moveTo>
                    <a:pt x="0" y="0"/>
                  </a:moveTo>
                  <a:lnTo>
                    <a:pt x="24776" y="1653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96262" y="5020059"/>
              <a:ext cx="24776" cy="165321"/>
            </a:xfrm>
            <a:custGeom>
              <a:avLst/>
              <a:pathLst>
                <a:path w="24776" h="165321">
                  <a:moveTo>
                    <a:pt x="0" y="0"/>
                  </a:moveTo>
                  <a:lnTo>
                    <a:pt x="24776" y="1653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96262" y="5020059"/>
              <a:ext cx="24776" cy="165321"/>
            </a:xfrm>
            <a:custGeom>
              <a:avLst/>
              <a:pathLst>
                <a:path w="24776" h="165321">
                  <a:moveTo>
                    <a:pt x="0" y="0"/>
                  </a:moveTo>
                  <a:lnTo>
                    <a:pt x="24776" y="1653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83262" y="5020059"/>
              <a:ext cx="137776" cy="165321"/>
            </a:xfrm>
            <a:custGeom>
              <a:avLst/>
              <a:pathLst>
                <a:path w="137776" h="165321">
                  <a:moveTo>
                    <a:pt x="112999" y="0"/>
                  </a:moveTo>
                  <a:lnTo>
                    <a:pt x="107591" y="901"/>
                  </a:lnTo>
                  <a:lnTo>
                    <a:pt x="102215" y="1979"/>
                  </a:lnTo>
                  <a:lnTo>
                    <a:pt x="96878" y="3233"/>
                  </a:lnTo>
                  <a:lnTo>
                    <a:pt x="91584" y="4662"/>
                  </a:lnTo>
                  <a:lnTo>
                    <a:pt x="86340" y="6263"/>
                  </a:lnTo>
                  <a:lnTo>
                    <a:pt x="81152" y="8035"/>
                  </a:lnTo>
                  <a:lnTo>
                    <a:pt x="76024" y="9977"/>
                  </a:lnTo>
                  <a:lnTo>
                    <a:pt x="70963" y="12085"/>
                  </a:lnTo>
                  <a:lnTo>
                    <a:pt x="65974" y="14359"/>
                  </a:lnTo>
                  <a:lnTo>
                    <a:pt x="61062" y="16795"/>
                  </a:lnTo>
                  <a:lnTo>
                    <a:pt x="56233" y="19390"/>
                  </a:lnTo>
                  <a:lnTo>
                    <a:pt x="51491" y="22143"/>
                  </a:lnTo>
                  <a:lnTo>
                    <a:pt x="46842" y="25049"/>
                  </a:lnTo>
                  <a:lnTo>
                    <a:pt x="42291" y="28107"/>
                  </a:lnTo>
                  <a:lnTo>
                    <a:pt x="37842" y="31312"/>
                  </a:lnTo>
                  <a:lnTo>
                    <a:pt x="33502" y="34661"/>
                  </a:lnTo>
                  <a:lnTo>
                    <a:pt x="29273" y="38151"/>
                  </a:lnTo>
                  <a:lnTo>
                    <a:pt x="25161" y="41778"/>
                  </a:lnTo>
                  <a:lnTo>
                    <a:pt x="21170" y="45537"/>
                  </a:lnTo>
                  <a:lnTo>
                    <a:pt x="17305" y="49425"/>
                  </a:lnTo>
                  <a:lnTo>
                    <a:pt x="13569" y="53439"/>
                  </a:lnTo>
                  <a:lnTo>
                    <a:pt x="9966" y="57572"/>
                  </a:lnTo>
                  <a:lnTo>
                    <a:pt x="6502" y="61821"/>
                  </a:lnTo>
                  <a:lnTo>
                    <a:pt x="3178" y="66182"/>
                  </a:lnTo>
                  <a:lnTo>
                    <a:pt x="0" y="70649"/>
                  </a:lnTo>
                  <a:lnTo>
                    <a:pt x="137776" y="1653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853871" y="5018213"/>
              <a:ext cx="334324" cy="334326"/>
            </a:xfrm>
            <a:custGeom>
              <a:avLst/>
              <a:pathLst>
                <a:path w="334324" h="334326">
                  <a:moveTo>
                    <a:pt x="29391" y="72495"/>
                  </a:moveTo>
                  <a:lnTo>
                    <a:pt x="26465" y="76900"/>
                  </a:lnTo>
                  <a:lnTo>
                    <a:pt x="23681" y="81396"/>
                  </a:lnTo>
                  <a:lnTo>
                    <a:pt x="21040" y="85977"/>
                  </a:lnTo>
                  <a:lnTo>
                    <a:pt x="18545" y="90639"/>
                  </a:lnTo>
                  <a:lnTo>
                    <a:pt x="16199" y="95378"/>
                  </a:lnTo>
                  <a:lnTo>
                    <a:pt x="14004" y="100189"/>
                  </a:lnTo>
                  <a:lnTo>
                    <a:pt x="11962" y="105067"/>
                  </a:lnTo>
                  <a:lnTo>
                    <a:pt x="10076" y="110007"/>
                  </a:lnTo>
                  <a:lnTo>
                    <a:pt x="8346" y="115004"/>
                  </a:lnTo>
                  <a:lnTo>
                    <a:pt x="6776" y="120053"/>
                  </a:lnTo>
                  <a:lnTo>
                    <a:pt x="5366" y="125149"/>
                  </a:lnTo>
                  <a:lnTo>
                    <a:pt x="4118" y="130288"/>
                  </a:lnTo>
                  <a:lnTo>
                    <a:pt x="3033" y="135463"/>
                  </a:lnTo>
                  <a:lnTo>
                    <a:pt x="2113" y="140671"/>
                  </a:lnTo>
                  <a:lnTo>
                    <a:pt x="1357" y="145904"/>
                  </a:lnTo>
                  <a:lnTo>
                    <a:pt x="768" y="151159"/>
                  </a:lnTo>
                  <a:lnTo>
                    <a:pt x="345" y="156430"/>
                  </a:lnTo>
                  <a:lnTo>
                    <a:pt x="88" y="161712"/>
                  </a:lnTo>
                  <a:lnTo>
                    <a:pt x="0" y="166999"/>
                  </a:lnTo>
                  <a:lnTo>
                    <a:pt x="78" y="172286"/>
                  </a:lnTo>
                  <a:lnTo>
                    <a:pt x="323" y="177568"/>
                  </a:lnTo>
                  <a:lnTo>
                    <a:pt x="736" y="182840"/>
                  </a:lnTo>
                  <a:lnTo>
                    <a:pt x="1315" y="188096"/>
                  </a:lnTo>
                  <a:lnTo>
                    <a:pt x="2060" y="193331"/>
                  </a:lnTo>
                  <a:lnTo>
                    <a:pt x="2970" y="198540"/>
                  </a:lnTo>
                  <a:lnTo>
                    <a:pt x="4044" y="203718"/>
                  </a:lnTo>
                  <a:lnTo>
                    <a:pt x="5282" y="208859"/>
                  </a:lnTo>
                  <a:lnTo>
                    <a:pt x="6682" y="213958"/>
                  </a:lnTo>
                  <a:lnTo>
                    <a:pt x="8242" y="219010"/>
                  </a:lnTo>
                  <a:lnTo>
                    <a:pt x="9961" y="224011"/>
                  </a:lnTo>
                  <a:lnTo>
                    <a:pt x="11837" y="228955"/>
                  </a:lnTo>
                  <a:lnTo>
                    <a:pt x="13869" y="233837"/>
                  </a:lnTo>
                  <a:lnTo>
                    <a:pt x="16055" y="238652"/>
                  </a:lnTo>
                  <a:lnTo>
                    <a:pt x="18391" y="243395"/>
                  </a:lnTo>
                  <a:lnTo>
                    <a:pt x="20877" y="248063"/>
                  </a:lnTo>
                  <a:lnTo>
                    <a:pt x="23509" y="252649"/>
                  </a:lnTo>
                  <a:lnTo>
                    <a:pt x="26284" y="257150"/>
                  </a:lnTo>
                  <a:lnTo>
                    <a:pt x="29201" y="261561"/>
                  </a:lnTo>
                  <a:lnTo>
                    <a:pt x="32255" y="265877"/>
                  </a:lnTo>
                  <a:lnTo>
                    <a:pt x="35445" y="270095"/>
                  </a:lnTo>
                  <a:lnTo>
                    <a:pt x="38766" y="274210"/>
                  </a:lnTo>
                  <a:lnTo>
                    <a:pt x="42216" y="278217"/>
                  </a:lnTo>
                  <a:lnTo>
                    <a:pt x="45791" y="282114"/>
                  </a:lnTo>
                  <a:lnTo>
                    <a:pt x="49487" y="285895"/>
                  </a:lnTo>
                  <a:lnTo>
                    <a:pt x="53301" y="289558"/>
                  </a:lnTo>
                  <a:lnTo>
                    <a:pt x="57229" y="293098"/>
                  </a:lnTo>
                  <a:lnTo>
                    <a:pt x="61267" y="296512"/>
                  </a:lnTo>
                  <a:lnTo>
                    <a:pt x="65411" y="299797"/>
                  </a:lnTo>
                  <a:lnTo>
                    <a:pt x="69657" y="302949"/>
                  </a:lnTo>
                  <a:lnTo>
                    <a:pt x="74000" y="305965"/>
                  </a:lnTo>
                  <a:lnTo>
                    <a:pt x="78436" y="308842"/>
                  </a:lnTo>
                  <a:lnTo>
                    <a:pt x="82962" y="311578"/>
                  </a:lnTo>
                  <a:lnTo>
                    <a:pt x="87571" y="314169"/>
                  </a:lnTo>
                  <a:lnTo>
                    <a:pt x="92261" y="316613"/>
                  </a:lnTo>
                  <a:lnTo>
                    <a:pt x="97025" y="318907"/>
                  </a:lnTo>
                  <a:lnTo>
                    <a:pt x="101859" y="321050"/>
                  </a:lnTo>
                  <a:lnTo>
                    <a:pt x="106759" y="323038"/>
                  </a:lnTo>
                  <a:lnTo>
                    <a:pt x="111719" y="324871"/>
                  </a:lnTo>
                  <a:lnTo>
                    <a:pt x="116735" y="326546"/>
                  </a:lnTo>
                  <a:lnTo>
                    <a:pt x="121801" y="328061"/>
                  </a:lnTo>
                  <a:lnTo>
                    <a:pt x="126912" y="329415"/>
                  </a:lnTo>
                  <a:lnTo>
                    <a:pt x="132064" y="330607"/>
                  </a:lnTo>
                  <a:lnTo>
                    <a:pt x="137251" y="331636"/>
                  </a:lnTo>
                  <a:lnTo>
                    <a:pt x="142468" y="332500"/>
                  </a:lnTo>
                  <a:lnTo>
                    <a:pt x="147709" y="333198"/>
                  </a:lnTo>
                  <a:lnTo>
                    <a:pt x="152970" y="333730"/>
                  </a:lnTo>
                  <a:lnTo>
                    <a:pt x="158245" y="334096"/>
                  </a:lnTo>
                  <a:lnTo>
                    <a:pt x="163530" y="334295"/>
                  </a:lnTo>
                  <a:lnTo>
                    <a:pt x="168817" y="334326"/>
                  </a:lnTo>
                  <a:lnTo>
                    <a:pt x="174104" y="334190"/>
                  </a:lnTo>
                  <a:lnTo>
                    <a:pt x="179383" y="333887"/>
                  </a:lnTo>
                  <a:lnTo>
                    <a:pt x="184650" y="333418"/>
                  </a:lnTo>
                  <a:lnTo>
                    <a:pt x="189899" y="332782"/>
                  </a:lnTo>
                  <a:lnTo>
                    <a:pt x="195126" y="331980"/>
                  </a:lnTo>
                  <a:lnTo>
                    <a:pt x="200325" y="331013"/>
                  </a:lnTo>
                  <a:lnTo>
                    <a:pt x="205490" y="329882"/>
                  </a:lnTo>
                  <a:lnTo>
                    <a:pt x="210617" y="328589"/>
                  </a:lnTo>
                  <a:lnTo>
                    <a:pt x="215701" y="327134"/>
                  </a:lnTo>
                  <a:lnTo>
                    <a:pt x="220736" y="325519"/>
                  </a:lnTo>
                  <a:lnTo>
                    <a:pt x="225718" y="323745"/>
                  </a:lnTo>
                  <a:lnTo>
                    <a:pt x="230641" y="321815"/>
                  </a:lnTo>
                  <a:lnTo>
                    <a:pt x="235500" y="319730"/>
                  </a:lnTo>
                  <a:lnTo>
                    <a:pt x="240292" y="317492"/>
                  </a:lnTo>
                  <a:lnTo>
                    <a:pt x="245010" y="315104"/>
                  </a:lnTo>
                  <a:lnTo>
                    <a:pt x="249650" y="312568"/>
                  </a:lnTo>
                  <a:lnTo>
                    <a:pt x="254207" y="309887"/>
                  </a:lnTo>
                  <a:lnTo>
                    <a:pt x="258678" y="307062"/>
                  </a:lnTo>
                  <a:lnTo>
                    <a:pt x="263056" y="304098"/>
                  </a:lnTo>
                  <a:lnTo>
                    <a:pt x="267339" y="300997"/>
                  </a:lnTo>
                  <a:lnTo>
                    <a:pt x="271522" y="297762"/>
                  </a:lnTo>
                  <a:lnTo>
                    <a:pt x="275600" y="294396"/>
                  </a:lnTo>
                  <a:lnTo>
                    <a:pt x="279570" y="290902"/>
                  </a:lnTo>
                  <a:lnTo>
                    <a:pt x="283427" y="287285"/>
                  </a:lnTo>
                  <a:lnTo>
                    <a:pt x="287168" y="283548"/>
                  </a:lnTo>
                  <a:lnTo>
                    <a:pt x="290789" y="279695"/>
                  </a:lnTo>
                  <a:lnTo>
                    <a:pt x="294286" y="275728"/>
                  </a:lnTo>
                  <a:lnTo>
                    <a:pt x="297656" y="271653"/>
                  </a:lnTo>
                  <a:lnTo>
                    <a:pt x="300896" y="267474"/>
                  </a:lnTo>
                  <a:lnTo>
                    <a:pt x="304002" y="263194"/>
                  </a:lnTo>
                  <a:lnTo>
                    <a:pt x="306970" y="258818"/>
                  </a:lnTo>
                  <a:lnTo>
                    <a:pt x="309799" y="254351"/>
                  </a:lnTo>
                  <a:lnTo>
                    <a:pt x="312485" y="249796"/>
                  </a:lnTo>
                  <a:lnTo>
                    <a:pt x="315026" y="245158"/>
                  </a:lnTo>
                  <a:lnTo>
                    <a:pt x="317419" y="240443"/>
                  </a:lnTo>
                  <a:lnTo>
                    <a:pt x="319661" y="235654"/>
                  </a:lnTo>
                  <a:lnTo>
                    <a:pt x="321751" y="230797"/>
                  </a:lnTo>
                  <a:lnTo>
                    <a:pt x="323686" y="225876"/>
                  </a:lnTo>
                  <a:lnTo>
                    <a:pt x="325465" y="220896"/>
                  </a:lnTo>
                  <a:lnTo>
                    <a:pt x="327085" y="215862"/>
                  </a:lnTo>
                  <a:lnTo>
                    <a:pt x="328545" y="210780"/>
                  </a:lnTo>
                  <a:lnTo>
                    <a:pt x="329844" y="205654"/>
                  </a:lnTo>
                  <a:lnTo>
                    <a:pt x="330979" y="200490"/>
                  </a:lnTo>
                  <a:lnTo>
                    <a:pt x="331951" y="195292"/>
                  </a:lnTo>
                  <a:lnTo>
                    <a:pt x="332759" y="190066"/>
                  </a:lnTo>
                  <a:lnTo>
                    <a:pt x="333400" y="184817"/>
                  </a:lnTo>
                  <a:lnTo>
                    <a:pt x="333875" y="179551"/>
                  </a:lnTo>
                  <a:lnTo>
                    <a:pt x="334183" y="174272"/>
                  </a:lnTo>
                  <a:lnTo>
                    <a:pt x="334324" y="168986"/>
                  </a:lnTo>
                  <a:lnTo>
                    <a:pt x="334298" y="163698"/>
                  </a:lnTo>
                  <a:lnTo>
                    <a:pt x="334105" y="158414"/>
                  </a:lnTo>
                  <a:lnTo>
                    <a:pt x="333745" y="153138"/>
                  </a:lnTo>
                  <a:lnTo>
                    <a:pt x="333218" y="147876"/>
                  </a:lnTo>
                  <a:lnTo>
                    <a:pt x="332524" y="142634"/>
                  </a:lnTo>
                  <a:lnTo>
                    <a:pt x="331666" y="137416"/>
                  </a:lnTo>
                  <a:lnTo>
                    <a:pt x="330642" y="132229"/>
                  </a:lnTo>
                  <a:lnTo>
                    <a:pt x="329456" y="127076"/>
                  </a:lnTo>
                  <a:lnTo>
                    <a:pt x="328106" y="121963"/>
                  </a:lnTo>
                  <a:lnTo>
                    <a:pt x="326596" y="116895"/>
                  </a:lnTo>
                  <a:lnTo>
                    <a:pt x="324926" y="111878"/>
                  </a:lnTo>
                  <a:lnTo>
                    <a:pt x="323099" y="106916"/>
                  </a:lnTo>
                  <a:lnTo>
                    <a:pt x="321115" y="102014"/>
                  </a:lnTo>
                  <a:lnTo>
                    <a:pt x="318977" y="97178"/>
                  </a:lnTo>
                  <a:lnTo>
                    <a:pt x="316688" y="92411"/>
                  </a:lnTo>
                  <a:lnTo>
                    <a:pt x="314249" y="87719"/>
                  </a:lnTo>
                  <a:lnTo>
                    <a:pt x="311662" y="83107"/>
                  </a:lnTo>
                  <a:lnTo>
                    <a:pt x="308931" y="78579"/>
                  </a:lnTo>
                  <a:lnTo>
                    <a:pt x="306058" y="74140"/>
                  </a:lnTo>
                  <a:lnTo>
                    <a:pt x="303047" y="69793"/>
                  </a:lnTo>
                  <a:lnTo>
                    <a:pt x="299899" y="65544"/>
                  </a:lnTo>
                  <a:lnTo>
                    <a:pt x="296618" y="61397"/>
                  </a:lnTo>
                  <a:lnTo>
                    <a:pt x="293208" y="57356"/>
                  </a:lnTo>
                  <a:lnTo>
                    <a:pt x="289672" y="53424"/>
                  </a:lnTo>
                  <a:lnTo>
                    <a:pt x="286013" y="49606"/>
                  </a:lnTo>
                  <a:lnTo>
                    <a:pt x="282236" y="45906"/>
                  </a:lnTo>
                  <a:lnTo>
                    <a:pt x="278343" y="42328"/>
                  </a:lnTo>
                  <a:lnTo>
                    <a:pt x="274339" y="38874"/>
                  </a:lnTo>
                  <a:lnTo>
                    <a:pt x="270227" y="35548"/>
                  </a:lnTo>
                  <a:lnTo>
                    <a:pt x="266013" y="32355"/>
                  </a:lnTo>
                  <a:lnTo>
                    <a:pt x="261700" y="29296"/>
                  </a:lnTo>
                  <a:lnTo>
                    <a:pt x="257292" y="26375"/>
                  </a:lnTo>
                  <a:lnTo>
                    <a:pt x="252794" y="23595"/>
                  </a:lnTo>
                  <a:lnTo>
                    <a:pt x="248210" y="20958"/>
                  </a:lnTo>
                  <a:lnTo>
                    <a:pt x="243545" y="18468"/>
                  </a:lnTo>
                  <a:lnTo>
                    <a:pt x="238804" y="16127"/>
                  </a:lnTo>
                  <a:lnTo>
                    <a:pt x="233991" y="13937"/>
                  </a:lnTo>
                  <a:lnTo>
                    <a:pt x="229111" y="11900"/>
                  </a:lnTo>
                  <a:lnTo>
                    <a:pt x="224169" y="10018"/>
                  </a:lnTo>
                  <a:lnTo>
                    <a:pt x="219170" y="8294"/>
                  </a:lnTo>
                  <a:lnTo>
                    <a:pt x="214119" y="6729"/>
                  </a:lnTo>
                  <a:lnTo>
                    <a:pt x="209022" y="5324"/>
                  </a:lnTo>
                  <a:lnTo>
                    <a:pt x="203882" y="4081"/>
                  </a:lnTo>
                  <a:lnTo>
                    <a:pt x="198705" y="3002"/>
                  </a:lnTo>
                  <a:lnTo>
                    <a:pt x="193497" y="2086"/>
                  </a:lnTo>
                  <a:lnTo>
                    <a:pt x="188263" y="1336"/>
                  </a:lnTo>
                  <a:lnTo>
                    <a:pt x="183007" y="752"/>
                  </a:lnTo>
                  <a:lnTo>
                    <a:pt x="177736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84935" y="4659281"/>
              <a:ext cx="138300" cy="167167"/>
            </a:xfrm>
            <a:custGeom>
              <a:avLst/>
              <a:pathLst>
                <a:path w="138300" h="167167">
                  <a:moveTo>
                    <a:pt x="138300" y="0"/>
                  </a:moveTo>
                  <a:lnTo>
                    <a:pt x="132871" y="88"/>
                  </a:lnTo>
                  <a:lnTo>
                    <a:pt x="127449" y="352"/>
                  </a:lnTo>
                  <a:lnTo>
                    <a:pt x="122038" y="792"/>
                  </a:lnTo>
                  <a:lnTo>
                    <a:pt x="116644" y="1408"/>
                  </a:lnTo>
                  <a:lnTo>
                    <a:pt x="111273" y="2199"/>
                  </a:lnTo>
                  <a:lnTo>
                    <a:pt x="105931" y="3163"/>
                  </a:lnTo>
                  <a:lnTo>
                    <a:pt x="100622" y="4301"/>
                  </a:lnTo>
                  <a:lnTo>
                    <a:pt x="95354" y="5610"/>
                  </a:lnTo>
                  <a:lnTo>
                    <a:pt x="90130" y="7090"/>
                  </a:lnTo>
                  <a:lnTo>
                    <a:pt x="84958" y="8738"/>
                  </a:lnTo>
                  <a:lnTo>
                    <a:pt x="79842" y="10554"/>
                  </a:lnTo>
                  <a:lnTo>
                    <a:pt x="74787" y="12535"/>
                  </a:lnTo>
                  <a:lnTo>
                    <a:pt x="69799" y="14679"/>
                  </a:lnTo>
                  <a:lnTo>
                    <a:pt x="64884" y="16983"/>
                  </a:lnTo>
                  <a:lnTo>
                    <a:pt x="60046" y="19446"/>
                  </a:lnTo>
                  <a:lnTo>
                    <a:pt x="55291" y="22065"/>
                  </a:lnTo>
                  <a:lnTo>
                    <a:pt x="50623" y="24837"/>
                  </a:lnTo>
                  <a:lnTo>
                    <a:pt x="46047" y="27759"/>
                  </a:lnTo>
                  <a:lnTo>
                    <a:pt x="41569" y="30828"/>
                  </a:lnTo>
                  <a:lnTo>
                    <a:pt x="37193" y="34041"/>
                  </a:lnTo>
                  <a:lnTo>
                    <a:pt x="32924" y="37394"/>
                  </a:lnTo>
                  <a:lnTo>
                    <a:pt x="28766" y="40884"/>
                  </a:lnTo>
                  <a:lnTo>
                    <a:pt x="24723" y="44508"/>
                  </a:lnTo>
                  <a:lnTo>
                    <a:pt x="20800" y="48260"/>
                  </a:lnTo>
                  <a:lnTo>
                    <a:pt x="17001" y="52138"/>
                  </a:lnTo>
                  <a:lnTo>
                    <a:pt x="13330" y="56138"/>
                  </a:lnTo>
                  <a:lnTo>
                    <a:pt x="9790" y="60254"/>
                  </a:lnTo>
                  <a:lnTo>
                    <a:pt x="6386" y="64484"/>
                  </a:lnTo>
                  <a:lnTo>
                    <a:pt x="3122" y="68821"/>
                  </a:lnTo>
                  <a:lnTo>
                    <a:pt x="0" y="73262"/>
                  </a:lnTo>
                  <a:lnTo>
                    <a:pt x="13830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4935" y="4732544"/>
              <a:ext cx="138300" cy="93904"/>
            </a:xfrm>
            <a:custGeom>
              <a:avLst/>
              <a:pathLst>
                <a:path w="138300" h="93904">
                  <a:moveTo>
                    <a:pt x="0" y="0"/>
                  </a:moveTo>
                  <a:lnTo>
                    <a:pt x="138300" y="939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84935" y="4732544"/>
              <a:ext cx="138300" cy="93904"/>
            </a:xfrm>
            <a:custGeom>
              <a:avLst/>
              <a:pathLst>
                <a:path w="138300" h="93904">
                  <a:moveTo>
                    <a:pt x="0" y="0"/>
                  </a:moveTo>
                  <a:lnTo>
                    <a:pt x="138300" y="939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256073" y="4732544"/>
              <a:ext cx="334314" cy="261071"/>
            </a:xfrm>
            <a:custGeom>
              <a:avLst/>
              <a:pathLst>
                <a:path w="334314" h="261071">
                  <a:moveTo>
                    <a:pt x="28861" y="0"/>
                  </a:moveTo>
                  <a:lnTo>
                    <a:pt x="25942" y="4450"/>
                  </a:lnTo>
                  <a:lnTo>
                    <a:pt x="23166" y="8991"/>
                  </a:lnTo>
                  <a:lnTo>
                    <a:pt x="20535" y="13618"/>
                  </a:lnTo>
                  <a:lnTo>
                    <a:pt x="18054" y="18326"/>
                  </a:lnTo>
                  <a:lnTo>
                    <a:pt x="15724" y="23111"/>
                  </a:lnTo>
                  <a:lnTo>
                    <a:pt x="13547" y="27967"/>
                  </a:lnTo>
                  <a:lnTo>
                    <a:pt x="11526" y="32891"/>
                  </a:lnTo>
                  <a:lnTo>
                    <a:pt x="9662" y="37876"/>
                  </a:lnTo>
                  <a:lnTo>
                    <a:pt x="7958" y="42919"/>
                  </a:lnTo>
                  <a:lnTo>
                    <a:pt x="6416" y="48012"/>
                  </a:lnTo>
                  <a:lnTo>
                    <a:pt x="5037" y="53153"/>
                  </a:lnTo>
                  <a:lnTo>
                    <a:pt x="3822" y="58334"/>
                  </a:lnTo>
                  <a:lnTo>
                    <a:pt x="2772" y="63552"/>
                  </a:lnTo>
                  <a:lnTo>
                    <a:pt x="1889" y="68801"/>
                  </a:lnTo>
                  <a:lnTo>
                    <a:pt x="1174" y="74075"/>
                  </a:lnTo>
                  <a:lnTo>
                    <a:pt x="627" y="79369"/>
                  </a:lnTo>
                  <a:lnTo>
                    <a:pt x="248" y="84677"/>
                  </a:lnTo>
                  <a:lnTo>
                    <a:pt x="39" y="89996"/>
                  </a:lnTo>
                  <a:lnTo>
                    <a:pt x="0" y="95318"/>
                  </a:lnTo>
                  <a:lnTo>
                    <a:pt x="129" y="100638"/>
                  </a:lnTo>
                  <a:lnTo>
                    <a:pt x="428" y="105952"/>
                  </a:lnTo>
                  <a:lnTo>
                    <a:pt x="896" y="111254"/>
                  </a:lnTo>
                  <a:lnTo>
                    <a:pt x="1533" y="116538"/>
                  </a:lnTo>
                  <a:lnTo>
                    <a:pt x="2337" y="121799"/>
                  </a:lnTo>
                  <a:lnTo>
                    <a:pt x="3309" y="127032"/>
                  </a:lnTo>
                  <a:lnTo>
                    <a:pt x="4447" y="132231"/>
                  </a:lnTo>
                  <a:lnTo>
                    <a:pt x="5749" y="137391"/>
                  </a:lnTo>
                  <a:lnTo>
                    <a:pt x="7215" y="142508"/>
                  </a:lnTo>
                  <a:lnTo>
                    <a:pt x="8844" y="147575"/>
                  </a:lnTo>
                  <a:lnTo>
                    <a:pt x="10632" y="152587"/>
                  </a:lnTo>
                  <a:lnTo>
                    <a:pt x="12580" y="157541"/>
                  </a:lnTo>
                  <a:lnTo>
                    <a:pt x="14684" y="162429"/>
                  </a:lnTo>
                  <a:lnTo>
                    <a:pt x="16943" y="167248"/>
                  </a:lnTo>
                  <a:lnTo>
                    <a:pt x="19354" y="171993"/>
                  </a:lnTo>
                  <a:lnTo>
                    <a:pt x="21914" y="176659"/>
                  </a:lnTo>
                  <a:lnTo>
                    <a:pt x="24622" y="181241"/>
                  </a:lnTo>
                  <a:lnTo>
                    <a:pt x="27475" y="185734"/>
                  </a:lnTo>
                  <a:lnTo>
                    <a:pt x="30469" y="190134"/>
                  </a:lnTo>
                  <a:lnTo>
                    <a:pt x="33602" y="194437"/>
                  </a:lnTo>
                  <a:lnTo>
                    <a:pt x="36870" y="198638"/>
                  </a:lnTo>
                  <a:lnTo>
                    <a:pt x="40270" y="202732"/>
                  </a:lnTo>
                  <a:lnTo>
                    <a:pt x="43798" y="206716"/>
                  </a:lnTo>
                  <a:lnTo>
                    <a:pt x="47452" y="210586"/>
                  </a:lnTo>
                  <a:lnTo>
                    <a:pt x="51227" y="214338"/>
                  </a:lnTo>
                  <a:lnTo>
                    <a:pt x="55120" y="217968"/>
                  </a:lnTo>
                  <a:lnTo>
                    <a:pt x="59126" y="221471"/>
                  </a:lnTo>
                  <a:lnTo>
                    <a:pt x="63242" y="224846"/>
                  </a:lnTo>
                  <a:lnTo>
                    <a:pt x="67463" y="228088"/>
                  </a:lnTo>
                  <a:lnTo>
                    <a:pt x="71785" y="231193"/>
                  </a:lnTo>
                  <a:lnTo>
                    <a:pt x="76204" y="234160"/>
                  </a:lnTo>
                  <a:lnTo>
                    <a:pt x="80715" y="236984"/>
                  </a:lnTo>
                  <a:lnTo>
                    <a:pt x="85313" y="239664"/>
                  </a:lnTo>
                  <a:lnTo>
                    <a:pt x="89995" y="242195"/>
                  </a:lnTo>
                  <a:lnTo>
                    <a:pt x="94755" y="244577"/>
                  </a:lnTo>
                  <a:lnTo>
                    <a:pt x="99588" y="246805"/>
                  </a:lnTo>
                  <a:lnTo>
                    <a:pt x="104489" y="248879"/>
                  </a:lnTo>
                  <a:lnTo>
                    <a:pt x="109455" y="250796"/>
                  </a:lnTo>
                  <a:lnTo>
                    <a:pt x="114478" y="252553"/>
                  </a:lnTo>
                  <a:lnTo>
                    <a:pt x="119555" y="254150"/>
                  </a:lnTo>
                  <a:lnTo>
                    <a:pt x="124681" y="255584"/>
                  </a:lnTo>
                  <a:lnTo>
                    <a:pt x="129849" y="256854"/>
                  </a:lnTo>
                  <a:lnTo>
                    <a:pt x="135055" y="257959"/>
                  </a:lnTo>
                  <a:lnTo>
                    <a:pt x="140294" y="258898"/>
                  </a:lnTo>
                  <a:lnTo>
                    <a:pt x="145560" y="259670"/>
                  </a:lnTo>
                  <a:lnTo>
                    <a:pt x="150848" y="260274"/>
                  </a:lnTo>
                  <a:lnTo>
                    <a:pt x="156153" y="260709"/>
                  </a:lnTo>
                  <a:lnTo>
                    <a:pt x="161468" y="260975"/>
                  </a:lnTo>
                  <a:lnTo>
                    <a:pt x="166790" y="261071"/>
                  </a:lnTo>
                  <a:lnTo>
                    <a:pt x="172111" y="260998"/>
                  </a:lnTo>
                  <a:lnTo>
                    <a:pt x="177428" y="260756"/>
                  </a:lnTo>
                  <a:lnTo>
                    <a:pt x="182734" y="260344"/>
                  </a:lnTo>
                  <a:lnTo>
                    <a:pt x="188025" y="259764"/>
                  </a:lnTo>
                  <a:lnTo>
                    <a:pt x="193294" y="259016"/>
                  </a:lnTo>
                  <a:lnTo>
                    <a:pt x="198537" y="258101"/>
                  </a:lnTo>
                  <a:lnTo>
                    <a:pt x="203748" y="257019"/>
                  </a:lnTo>
                  <a:lnTo>
                    <a:pt x="208922" y="255771"/>
                  </a:lnTo>
                  <a:lnTo>
                    <a:pt x="214054" y="254360"/>
                  </a:lnTo>
                  <a:lnTo>
                    <a:pt x="219138" y="252786"/>
                  </a:lnTo>
                  <a:lnTo>
                    <a:pt x="224169" y="251050"/>
                  </a:lnTo>
                  <a:lnTo>
                    <a:pt x="229143" y="249156"/>
                  </a:lnTo>
                  <a:lnTo>
                    <a:pt x="234054" y="247104"/>
                  </a:lnTo>
                  <a:lnTo>
                    <a:pt x="238897" y="244897"/>
                  </a:lnTo>
                  <a:lnTo>
                    <a:pt x="243667" y="242537"/>
                  </a:lnTo>
                  <a:lnTo>
                    <a:pt x="248360" y="240026"/>
                  </a:lnTo>
                  <a:lnTo>
                    <a:pt x="252971" y="237367"/>
                  </a:lnTo>
                  <a:lnTo>
                    <a:pt x="257494" y="234563"/>
                  </a:lnTo>
                  <a:lnTo>
                    <a:pt x="261926" y="231616"/>
                  </a:lnTo>
                  <a:lnTo>
                    <a:pt x="266262" y="228529"/>
                  </a:lnTo>
                  <a:lnTo>
                    <a:pt x="270497" y="225306"/>
                  </a:lnTo>
                  <a:lnTo>
                    <a:pt x="274628" y="221950"/>
                  </a:lnTo>
                  <a:lnTo>
                    <a:pt x="278650" y="218464"/>
                  </a:lnTo>
                  <a:lnTo>
                    <a:pt x="282558" y="214852"/>
                  </a:lnTo>
                  <a:lnTo>
                    <a:pt x="286350" y="211117"/>
                  </a:lnTo>
                  <a:lnTo>
                    <a:pt x="290021" y="207264"/>
                  </a:lnTo>
                  <a:lnTo>
                    <a:pt x="293567" y="203295"/>
                  </a:lnTo>
                  <a:lnTo>
                    <a:pt x="296986" y="199216"/>
                  </a:lnTo>
                  <a:lnTo>
                    <a:pt x="300272" y="195029"/>
                  </a:lnTo>
                  <a:lnTo>
                    <a:pt x="303424" y="190741"/>
                  </a:lnTo>
                  <a:lnTo>
                    <a:pt x="306438" y="186354"/>
                  </a:lnTo>
                  <a:lnTo>
                    <a:pt x="309310" y="181873"/>
                  </a:lnTo>
                  <a:lnTo>
                    <a:pt x="312038" y="177304"/>
                  </a:lnTo>
                  <a:lnTo>
                    <a:pt x="314620" y="172649"/>
                  </a:lnTo>
                  <a:lnTo>
                    <a:pt x="317052" y="167915"/>
                  </a:lnTo>
                  <a:lnTo>
                    <a:pt x="319332" y="163106"/>
                  </a:lnTo>
                  <a:lnTo>
                    <a:pt x="321458" y="158227"/>
                  </a:lnTo>
                  <a:lnTo>
                    <a:pt x="323427" y="153282"/>
                  </a:lnTo>
                  <a:lnTo>
                    <a:pt x="325238" y="148278"/>
                  </a:lnTo>
                  <a:lnTo>
                    <a:pt x="326889" y="143218"/>
                  </a:lnTo>
                  <a:lnTo>
                    <a:pt x="328378" y="138108"/>
                  </a:lnTo>
                  <a:lnTo>
                    <a:pt x="329703" y="132954"/>
                  </a:lnTo>
                  <a:lnTo>
                    <a:pt x="330864" y="127760"/>
                  </a:lnTo>
                  <a:lnTo>
                    <a:pt x="331859" y="122531"/>
                  </a:lnTo>
                  <a:lnTo>
                    <a:pt x="332687" y="117274"/>
                  </a:lnTo>
                  <a:lnTo>
                    <a:pt x="333347" y="111993"/>
                  </a:lnTo>
                  <a:lnTo>
                    <a:pt x="333838" y="106693"/>
                  </a:lnTo>
                  <a:lnTo>
                    <a:pt x="334161" y="101381"/>
                  </a:lnTo>
                  <a:lnTo>
                    <a:pt x="334314" y="96061"/>
                  </a:lnTo>
                  <a:lnTo>
                    <a:pt x="334298" y="90738"/>
                  </a:lnTo>
                  <a:lnTo>
                    <a:pt x="334113" y="85419"/>
                  </a:lnTo>
                  <a:lnTo>
                    <a:pt x="333758" y="80109"/>
                  </a:lnTo>
                  <a:lnTo>
                    <a:pt x="333235" y="74812"/>
                  </a:lnTo>
                  <a:lnTo>
                    <a:pt x="332543" y="69535"/>
                  </a:lnTo>
                  <a:lnTo>
                    <a:pt x="331683" y="64283"/>
                  </a:lnTo>
                  <a:lnTo>
                    <a:pt x="330657" y="59061"/>
                  </a:lnTo>
                  <a:lnTo>
                    <a:pt x="329465" y="53874"/>
                  </a:lnTo>
                  <a:lnTo>
                    <a:pt x="328108" y="48727"/>
                  </a:lnTo>
                  <a:lnTo>
                    <a:pt x="326588" y="43627"/>
                  </a:lnTo>
                  <a:lnTo>
                    <a:pt x="324907" y="38577"/>
                  </a:lnTo>
                  <a:lnTo>
                    <a:pt x="323066" y="33583"/>
                  </a:lnTo>
                  <a:lnTo>
                    <a:pt x="321067" y="28651"/>
                  </a:lnTo>
                  <a:lnTo>
                    <a:pt x="318911" y="23784"/>
                  </a:lnTo>
                  <a:lnTo>
                    <a:pt x="167161" y="939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423235" y="4659281"/>
              <a:ext cx="151750" cy="167167"/>
            </a:xfrm>
            <a:custGeom>
              <a:avLst/>
              <a:pathLst>
                <a:path w="151750" h="167167">
                  <a:moveTo>
                    <a:pt x="151750" y="97047"/>
                  </a:moveTo>
                  <a:lnTo>
                    <a:pt x="149390" y="92151"/>
                  </a:lnTo>
                  <a:lnTo>
                    <a:pt x="146873" y="87335"/>
                  </a:lnTo>
                  <a:lnTo>
                    <a:pt x="144200" y="82603"/>
                  </a:lnTo>
                  <a:lnTo>
                    <a:pt x="141375" y="77960"/>
                  </a:lnTo>
                  <a:lnTo>
                    <a:pt x="138400" y="73411"/>
                  </a:lnTo>
                  <a:lnTo>
                    <a:pt x="135280" y="68962"/>
                  </a:lnTo>
                  <a:lnTo>
                    <a:pt x="132016" y="64616"/>
                  </a:lnTo>
                  <a:lnTo>
                    <a:pt x="128612" y="60379"/>
                  </a:lnTo>
                  <a:lnTo>
                    <a:pt x="125073" y="56254"/>
                  </a:lnTo>
                  <a:lnTo>
                    <a:pt x="121401" y="52247"/>
                  </a:lnTo>
                  <a:lnTo>
                    <a:pt x="117602" y="48362"/>
                  </a:lnTo>
                  <a:lnTo>
                    <a:pt x="113677" y="44601"/>
                  </a:lnTo>
                  <a:lnTo>
                    <a:pt x="109633" y="40971"/>
                  </a:lnTo>
                  <a:lnTo>
                    <a:pt x="105473" y="37474"/>
                  </a:lnTo>
                  <a:lnTo>
                    <a:pt x="101201" y="34114"/>
                  </a:lnTo>
                  <a:lnTo>
                    <a:pt x="96822" y="30894"/>
                  </a:lnTo>
                  <a:lnTo>
                    <a:pt x="92341" y="27819"/>
                  </a:lnTo>
                  <a:lnTo>
                    <a:pt x="87763" y="24891"/>
                  </a:lnTo>
                  <a:lnTo>
                    <a:pt x="83091" y="22113"/>
                  </a:lnTo>
                  <a:lnTo>
                    <a:pt x="78332" y="19488"/>
                  </a:lnTo>
                  <a:lnTo>
                    <a:pt x="73490" y="17020"/>
                  </a:lnTo>
                  <a:lnTo>
                    <a:pt x="68571" y="14711"/>
                  </a:lnTo>
                  <a:lnTo>
                    <a:pt x="63578" y="12562"/>
                  </a:lnTo>
                  <a:lnTo>
                    <a:pt x="58519" y="10577"/>
                  </a:lnTo>
                  <a:lnTo>
                    <a:pt x="53398" y="8757"/>
                  </a:lnTo>
                  <a:lnTo>
                    <a:pt x="48220" y="7105"/>
                  </a:lnTo>
                  <a:lnTo>
                    <a:pt x="42992" y="5622"/>
                  </a:lnTo>
                  <a:lnTo>
                    <a:pt x="37718" y="4310"/>
                  </a:lnTo>
                  <a:lnTo>
                    <a:pt x="32404" y="3170"/>
                  </a:lnTo>
                  <a:lnTo>
                    <a:pt x="27055" y="2204"/>
                  </a:lnTo>
                  <a:lnTo>
                    <a:pt x="21679" y="1411"/>
                  </a:lnTo>
                  <a:lnTo>
                    <a:pt x="16279" y="794"/>
                  </a:lnTo>
                  <a:lnTo>
                    <a:pt x="10862" y="353"/>
                  </a:lnTo>
                  <a:lnTo>
                    <a:pt x="5434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645052" y="4213821"/>
              <a:ext cx="83419" cy="167167"/>
            </a:xfrm>
            <a:custGeom>
              <a:avLst/>
              <a:pathLst>
                <a:path w="83419" h="167167">
                  <a:moveTo>
                    <a:pt x="83419" y="0"/>
                  </a:moveTo>
                  <a:lnTo>
                    <a:pt x="77597" y="101"/>
                  </a:lnTo>
                  <a:lnTo>
                    <a:pt x="71783" y="405"/>
                  </a:lnTo>
                  <a:lnTo>
                    <a:pt x="65983" y="911"/>
                  </a:lnTo>
                  <a:lnTo>
                    <a:pt x="60204" y="1619"/>
                  </a:lnTo>
                  <a:lnTo>
                    <a:pt x="54453" y="2528"/>
                  </a:lnTo>
                  <a:lnTo>
                    <a:pt x="48737" y="3637"/>
                  </a:lnTo>
                  <a:lnTo>
                    <a:pt x="43063" y="4944"/>
                  </a:lnTo>
                  <a:lnTo>
                    <a:pt x="37439" y="6447"/>
                  </a:lnTo>
                  <a:lnTo>
                    <a:pt x="31870" y="8146"/>
                  </a:lnTo>
                  <a:lnTo>
                    <a:pt x="26363" y="10038"/>
                  </a:lnTo>
                  <a:lnTo>
                    <a:pt x="20926" y="12120"/>
                  </a:lnTo>
                  <a:lnTo>
                    <a:pt x="15564" y="14390"/>
                  </a:lnTo>
                  <a:lnTo>
                    <a:pt x="10285" y="16846"/>
                  </a:lnTo>
                  <a:lnTo>
                    <a:pt x="5095" y="19484"/>
                  </a:lnTo>
                  <a:lnTo>
                    <a:pt x="0" y="22301"/>
                  </a:lnTo>
                  <a:lnTo>
                    <a:pt x="8341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645052" y="4236122"/>
              <a:ext cx="83419" cy="144866"/>
            </a:xfrm>
            <a:custGeom>
              <a:avLst/>
              <a:pathLst>
                <a:path w="83419" h="144866">
                  <a:moveTo>
                    <a:pt x="0" y="0"/>
                  </a:moveTo>
                  <a:lnTo>
                    <a:pt x="83419" y="1448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561322" y="4236122"/>
              <a:ext cx="167149" cy="301036"/>
            </a:xfrm>
            <a:custGeom>
              <a:avLst/>
              <a:pathLst>
                <a:path w="167149" h="301036">
                  <a:moveTo>
                    <a:pt x="83730" y="0"/>
                  </a:moveTo>
                  <a:lnTo>
                    <a:pt x="79109" y="2761"/>
                  </a:lnTo>
                  <a:lnTo>
                    <a:pt x="74579" y="5669"/>
                  </a:lnTo>
                  <a:lnTo>
                    <a:pt x="70144" y="8722"/>
                  </a:lnTo>
                  <a:lnTo>
                    <a:pt x="65811" y="11916"/>
                  </a:lnTo>
                  <a:lnTo>
                    <a:pt x="61583" y="15248"/>
                  </a:lnTo>
                  <a:lnTo>
                    <a:pt x="57464" y="18715"/>
                  </a:lnTo>
                  <a:lnTo>
                    <a:pt x="53458" y="22312"/>
                  </a:lnTo>
                  <a:lnTo>
                    <a:pt x="49571" y="26037"/>
                  </a:lnTo>
                  <a:lnTo>
                    <a:pt x="45806" y="29884"/>
                  </a:lnTo>
                  <a:lnTo>
                    <a:pt x="42166" y="33851"/>
                  </a:lnTo>
                  <a:lnTo>
                    <a:pt x="38657" y="37933"/>
                  </a:lnTo>
                  <a:lnTo>
                    <a:pt x="35280" y="42126"/>
                  </a:lnTo>
                  <a:lnTo>
                    <a:pt x="32040" y="46426"/>
                  </a:lnTo>
                  <a:lnTo>
                    <a:pt x="28940" y="50827"/>
                  </a:lnTo>
                  <a:lnTo>
                    <a:pt x="25984" y="55326"/>
                  </a:lnTo>
                  <a:lnTo>
                    <a:pt x="23174" y="59918"/>
                  </a:lnTo>
                  <a:lnTo>
                    <a:pt x="20513" y="64598"/>
                  </a:lnTo>
                  <a:lnTo>
                    <a:pt x="18005" y="69362"/>
                  </a:lnTo>
                  <a:lnTo>
                    <a:pt x="15651" y="74203"/>
                  </a:lnTo>
                  <a:lnTo>
                    <a:pt x="13454" y="79118"/>
                  </a:lnTo>
                  <a:lnTo>
                    <a:pt x="11417" y="84101"/>
                  </a:lnTo>
                  <a:lnTo>
                    <a:pt x="9541" y="89147"/>
                  </a:lnTo>
                  <a:lnTo>
                    <a:pt x="7829" y="94251"/>
                  </a:lnTo>
                  <a:lnTo>
                    <a:pt x="6281" y="99408"/>
                  </a:lnTo>
                  <a:lnTo>
                    <a:pt x="4901" y="104611"/>
                  </a:lnTo>
                  <a:lnTo>
                    <a:pt x="3689" y="109856"/>
                  </a:lnTo>
                  <a:lnTo>
                    <a:pt x="2647" y="115138"/>
                  </a:lnTo>
                  <a:lnTo>
                    <a:pt x="1775" y="120450"/>
                  </a:lnTo>
                  <a:lnTo>
                    <a:pt x="1074" y="125788"/>
                  </a:lnTo>
                  <a:lnTo>
                    <a:pt x="546" y="131146"/>
                  </a:lnTo>
                  <a:lnTo>
                    <a:pt x="191" y="136517"/>
                  </a:lnTo>
                  <a:lnTo>
                    <a:pt x="8" y="141898"/>
                  </a:lnTo>
                  <a:lnTo>
                    <a:pt x="0" y="147281"/>
                  </a:lnTo>
                  <a:lnTo>
                    <a:pt x="164" y="152662"/>
                  </a:lnTo>
                  <a:lnTo>
                    <a:pt x="502" y="158035"/>
                  </a:lnTo>
                  <a:lnTo>
                    <a:pt x="1012" y="163394"/>
                  </a:lnTo>
                  <a:lnTo>
                    <a:pt x="1695" y="168734"/>
                  </a:lnTo>
                  <a:lnTo>
                    <a:pt x="2549" y="174050"/>
                  </a:lnTo>
                  <a:lnTo>
                    <a:pt x="3574" y="179335"/>
                  </a:lnTo>
                  <a:lnTo>
                    <a:pt x="4769" y="184584"/>
                  </a:lnTo>
                  <a:lnTo>
                    <a:pt x="6132" y="189792"/>
                  </a:lnTo>
                  <a:lnTo>
                    <a:pt x="7662" y="194953"/>
                  </a:lnTo>
                  <a:lnTo>
                    <a:pt x="9358" y="200063"/>
                  </a:lnTo>
                  <a:lnTo>
                    <a:pt x="11217" y="205115"/>
                  </a:lnTo>
                  <a:lnTo>
                    <a:pt x="13238" y="210105"/>
                  </a:lnTo>
                  <a:lnTo>
                    <a:pt x="15418" y="215027"/>
                  </a:lnTo>
                  <a:lnTo>
                    <a:pt x="17756" y="219876"/>
                  </a:lnTo>
                  <a:lnTo>
                    <a:pt x="20249" y="224648"/>
                  </a:lnTo>
                  <a:lnTo>
                    <a:pt x="22894" y="229337"/>
                  </a:lnTo>
                  <a:lnTo>
                    <a:pt x="25689" y="233938"/>
                  </a:lnTo>
                  <a:lnTo>
                    <a:pt x="28631" y="238447"/>
                  </a:lnTo>
                  <a:lnTo>
                    <a:pt x="31716" y="242859"/>
                  </a:lnTo>
                  <a:lnTo>
                    <a:pt x="34941" y="247169"/>
                  </a:lnTo>
                  <a:lnTo>
                    <a:pt x="38304" y="251373"/>
                  </a:lnTo>
                  <a:lnTo>
                    <a:pt x="41800" y="255466"/>
                  </a:lnTo>
                  <a:lnTo>
                    <a:pt x="45427" y="259445"/>
                  </a:lnTo>
                  <a:lnTo>
                    <a:pt x="49179" y="263305"/>
                  </a:lnTo>
                  <a:lnTo>
                    <a:pt x="53054" y="267043"/>
                  </a:lnTo>
                  <a:lnTo>
                    <a:pt x="57048" y="270653"/>
                  </a:lnTo>
                  <a:lnTo>
                    <a:pt x="61155" y="274133"/>
                  </a:lnTo>
                  <a:lnTo>
                    <a:pt x="65372" y="277479"/>
                  </a:lnTo>
                  <a:lnTo>
                    <a:pt x="69695" y="280688"/>
                  </a:lnTo>
                  <a:lnTo>
                    <a:pt x="74119" y="283755"/>
                  </a:lnTo>
                  <a:lnTo>
                    <a:pt x="78640" y="286679"/>
                  </a:lnTo>
                  <a:lnTo>
                    <a:pt x="83252" y="289455"/>
                  </a:lnTo>
                  <a:lnTo>
                    <a:pt x="87951" y="292082"/>
                  </a:lnTo>
                  <a:lnTo>
                    <a:pt x="92733" y="294556"/>
                  </a:lnTo>
                  <a:lnTo>
                    <a:pt x="97591" y="296874"/>
                  </a:lnTo>
                  <a:lnTo>
                    <a:pt x="102522" y="299035"/>
                  </a:lnTo>
                  <a:lnTo>
                    <a:pt x="107520" y="301036"/>
                  </a:lnTo>
                  <a:lnTo>
                    <a:pt x="167149" y="1448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668842" y="4213821"/>
              <a:ext cx="226790" cy="334318"/>
            </a:xfrm>
            <a:custGeom>
              <a:avLst/>
              <a:pathLst>
                <a:path w="226790" h="334318">
                  <a:moveTo>
                    <a:pt x="0" y="323338"/>
                  </a:moveTo>
                  <a:lnTo>
                    <a:pt x="5007" y="325159"/>
                  </a:lnTo>
                  <a:lnTo>
                    <a:pt x="10070" y="326819"/>
                  </a:lnTo>
                  <a:lnTo>
                    <a:pt x="15183" y="328318"/>
                  </a:lnTo>
                  <a:lnTo>
                    <a:pt x="20342" y="329652"/>
                  </a:lnTo>
                  <a:lnTo>
                    <a:pt x="25540" y="330822"/>
                  </a:lnTo>
                  <a:lnTo>
                    <a:pt x="30773" y="331825"/>
                  </a:lnTo>
                  <a:lnTo>
                    <a:pt x="36036" y="332661"/>
                  </a:lnTo>
                  <a:lnTo>
                    <a:pt x="41322" y="333329"/>
                  </a:lnTo>
                  <a:lnTo>
                    <a:pt x="46627" y="333828"/>
                  </a:lnTo>
                  <a:lnTo>
                    <a:pt x="51945" y="334158"/>
                  </a:lnTo>
                  <a:lnTo>
                    <a:pt x="57271" y="334318"/>
                  </a:lnTo>
                  <a:lnTo>
                    <a:pt x="62599" y="334308"/>
                  </a:lnTo>
                  <a:lnTo>
                    <a:pt x="67925" y="334128"/>
                  </a:lnTo>
                  <a:lnTo>
                    <a:pt x="73242" y="333779"/>
                  </a:lnTo>
                  <a:lnTo>
                    <a:pt x="78545" y="333261"/>
                  </a:lnTo>
                  <a:lnTo>
                    <a:pt x="83829" y="332574"/>
                  </a:lnTo>
                  <a:lnTo>
                    <a:pt x="89088" y="331718"/>
                  </a:lnTo>
                  <a:lnTo>
                    <a:pt x="94317" y="330696"/>
                  </a:lnTo>
                  <a:lnTo>
                    <a:pt x="99511" y="329507"/>
                  </a:lnTo>
                  <a:lnTo>
                    <a:pt x="104665" y="328154"/>
                  </a:lnTo>
                  <a:lnTo>
                    <a:pt x="109773" y="326637"/>
                  </a:lnTo>
                  <a:lnTo>
                    <a:pt x="114830" y="324957"/>
                  </a:lnTo>
                  <a:lnTo>
                    <a:pt x="119830" y="323118"/>
                  </a:lnTo>
                  <a:lnTo>
                    <a:pt x="124770" y="321120"/>
                  </a:lnTo>
                  <a:lnTo>
                    <a:pt x="129643" y="318966"/>
                  </a:lnTo>
                  <a:lnTo>
                    <a:pt x="134446" y="316657"/>
                  </a:lnTo>
                  <a:lnTo>
                    <a:pt x="139172" y="314197"/>
                  </a:lnTo>
                  <a:lnTo>
                    <a:pt x="143818" y="311587"/>
                  </a:lnTo>
                  <a:lnTo>
                    <a:pt x="148378" y="308831"/>
                  </a:lnTo>
                  <a:lnTo>
                    <a:pt x="152847" y="305930"/>
                  </a:lnTo>
                  <a:lnTo>
                    <a:pt x="157222" y="302889"/>
                  </a:lnTo>
                  <a:lnTo>
                    <a:pt x="161498" y="299710"/>
                  </a:lnTo>
                  <a:lnTo>
                    <a:pt x="165671" y="296396"/>
                  </a:lnTo>
                  <a:lnTo>
                    <a:pt x="169736" y="292951"/>
                  </a:lnTo>
                  <a:lnTo>
                    <a:pt x="173688" y="289378"/>
                  </a:lnTo>
                  <a:lnTo>
                    <a:pt x="177525" y="285680"/>
                  </a:lnTo>
                  <a:lnTo>
                    <a:pt x="181242" y="281863"/>
                  </a:lnTo>
                  <a:lnTo>
                    <a:pt x="184836" y="277929"/>
                  </a:lnTo>
                  <a:lnTo>
                    <a:pt x="188302" y="273882"/>
                  </a:lnTo>
                  <a:lnTo>
                    <a:pt x="191638" y="269727"/>
                  </a:lnTo>
                  <a:lnTo>
                    <a:pt x="194840" y="265468"/>
                  </a:lnTo>
                  <a:lnTo>
                    <a:pt x="197904" y="261108"/>
                  </a:lnTo>
                  <a:lnTo>
                    <a:pt x="200828" y="256654"/>
                  </a:lnTo>
                  <a:lnTo>
                    <a:pt x="203608" y="252108"/>
                  </a:lnTo>
                  <a:lnTo>
                    <a:pt x="206242" y="247477"/>
                  </a:lnTo>
                  <a:lnTo>
                    <a:pt x="208727" y="242763"/>
                  </a:lnTo>
                  <a:lnTo>
                    <a:pt x="211060" y="237973"/>
                  </a:lnTo>
                  <a:lnTo>
                    <a:pt x="213240" y="233111"/>
                  </a:lnTo>
                  <a:lnTo>
                    <a:pt x="215264" y="228182"/>
                  </a:lnTo>
                  <a:lnTo>
                    <a:pt x="217129" y="223191"/>
                  </a:lnTo>
                  <a:lnTo>
                    <a:pt x="218835" y="218142"/>
                  </a:lnTo>
                  <a:lnTo>
                    <a:pt x="220378" y="213043"/>
                  </a:lnTo>
                  <a:lnTo>
                    <a:pt x="221759" y="207896"/>
                  </a:lnTo>
                  <a:lnTo>
                    <a:pt x="222975" y="202708"/>
                  </a:lnTo>
                  <a:lnTo>
                    <a:pt x="224024" y="197484"/>
                  </a:lnTo>
                  <a:lnTo>
                    <a:pt x="224907" y="192230"/>
                  </a:lnTo>
                  <a:lnTo>
                    <a:pt x="225622" y="186950"/>
                  </a:lnTo>
                  <a:lnTo>
                    <a:pt x="226168" y="181649"/>
                  </a:lnTo>
                  <a:lnTo>
                    <a:pt x="226545" y="176334"/>
                  </a:lnTo>
                  <a:lnTo>
                    <a:pt x="226752" y="171010"/>
                  </a:lnTo>
                  <a:lnTo>
                    <a:pt x="226790" y="165682"/>
                  </a:lnTo>
                  <a:lnTo>
                    <a:pt x="226658" y="160355"/>
                  </a:lnTo>
                  <a:lnTo>
                    <a:pt x="226356" y="155035"/>
                  </a:lnTo>
                  <a:lnTo>
                    <a:pt x="225884" y="149728"/>
                  </a:lnTo>
                  <a:lnTo>
                    <a:pt x="225244" y="144438"/>
                  </a:lnTo>
                  <a:lnTo>
                    <a:pt x="224436" y="139171"/>
                  </a:lnTo>
                  <a:lnTo>
                    <a:pt x="223460" y="133933"/>
                  </a:lnTo>
                  <a:lnTo>
                    <a:pt x="222317" y="128729"/>
                  </a:lnTo>
                  <a:lnTo>
                    <a:pt x="221010" y="123563"/>
                  </a:lnTo>
                  <a:lnTo>
                    <a:pt x="219538" y="118442"/>
                  </a:lnTo>
                  <a:lnTo>
                    <a:pt x="217904" y="113370"/>
                  </a:lnTo>
                  <a:lnTo>
                    <a:pt x="216109" y="108354"/>
                  </a:lnTo>
                  <a:lnTo>
                    <a:pt x="214155" y="103396"/>
                  </a:lnTo>
                  <a:lnTo>
                    <a:pt x="212044" y="98504"/>
                  </a:lnTo>
                  <a:lnTo>
                    <a:pt x="209778" y="93681"/>
                  </a:lnTo>
                  <a:lnTo>
                    <a:pt x="207360" y="88933"/>
                  </a:lnTo>
                  <a:lnTo>
                    <a:pt x="204792" y="84265"/>
                  </a:lnTo>
                  <a:lnTo>
                    <a:pt x="202076" y="79681"/>
                  </a:lnTo>
                  <a:lnTo>
                    <a:pt x="199215" y="75185"/>
                  </a:lnTo>
                  <a:lnTo>
                    <a:pt x="196213" y="70783"/>
                  </a:lnTo>
                  <a:lnTo>
                    <a:pt x="193072" y="66479"/>
                  </a:lnTo>
                  <a:lnTo>
                    <a:pt x="189795" y="62278"/>
                  </a:lnTo>
                  <a:lnTo>
                    <a:pt x="186386" y="58182"/>
                  </a:lnTo>
                  <a:lnTo>
                    <a:pt x="182848" y="54198"/>
                  </a:lnTo>
                  <a:lnTo>
                    <a:pt x="179185" y="50328"/>
                  </a:lnTo>
                  <a:lnTo>
                    <a:pt x="175401" y="46577"/>
                  </a:lnTo>
                  <a:lnTo>
                    <a:pt x="171499" y="42949"/>
                  </a:lnTo>
                  <a:lnTo>
                    <a:pt x="167483" y="39447"/>
                  </a:lnTo>
                  <a:lnTo>
                    <a:pt x="163358" y="36074"/>
                  </a:lnTo>
                  <a:lnTo>
                    <a:pt x="159127" y="32835"/>
                  </a:lnTo>
                  <a:lnTo>
                    <a:pt x="154795" y="29732"/>
                  </a:lnTo>
                  <a:lnTo>
                    <a:pt x="150367" y="26769"/>
                  </a:lnTo>
                  <a:lnTo>
                    <a:pt x="145846" y="23948"/>
                  </a:lnTo>
                  <a:lnTo>
                    <a:pt x="141238" y="21273"/>
                  </a:lnTo>
                  <a:lnTo>
                    <a:pt x="136547" y="18747"/>
                  </a:lnTo>
                  <a:lnTo>
                    <a:pt x="131778" y="16371"/>
                  </a:lnTo>
                  <a:lnTo>
                    <a:pt x="126935" y="14148"/>
                  </a:lnTo>
                  <a:lnTo>
                    <a:pt x="122024" y="12081"/>
                  </a:lnTo>
                  <a:lnTo>
                    <a:pt x="117050" y="10171"/>
                  </a:lnTo>
                  <a:lnTo>
                    <a:pt x="112017" y="8420"/>
                  </a:lnTo>
                  <a:lnTo>
                    <a:pt x="106931" y="6831"/>
                  </a:lnTo>
                  <a:lnTo>
                    <a:pt x="101797" y="5405"/>
                  </a:lnTo>
                  <a:lnTo>
                    <a:pt x="96620" y="4144"/>
                  </a:lnTo>
                  <a:lnTo>
                    <a:pt x="91406" y="3048"/>
                  </a:lnTo>
                  <a:lnTo>
                    <a:pt x="86159" y="2118"/>
                  </a:lnTo>
                  <a:lnTo>
                    <a:pt x="80886" y="1356"/>
                  </a:lnTo>
                  <a:lnTo>
                    <a:pt x="75590" y="763"/>
                  </a:lnTo>
                  <a:lnTo>
                    <a:pt x="70279" y="339"/>
                  </a:lnTo>
                  <a:lnTo>
                    <a:pt x="64957" y="84"/>
                  </a:lnTo>
                  <a:lnTo>
                    <a:pt x="59629" y="0"/>
                  </a:lnTo>
                  <a:lnTo>
                    <a:pt x="5962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2176" y="3707720"/>
              <a:ext cx="166834" cy="167167"/>
            </a:xfrm>
            <a:custGeom>
              <a:avLst/>
              <a:pathLst>
                <a:path w="166834" h="167167">
                  <a:moveTo>
                    <a:pt x="166834" y="0"/>
                  </a:moveTo>
                  <a:lnTo>
                    <a:pt x="161356" y="89"/>
                  </a:lnTo>
                  <a:lnTo>
                    <a:pt x="155884" y="359"/>
                  </a:lnTo>
                  <a:lnTo>
                    <a:pt x="150423" y="807"/>
                  </a:lnTo>
                  <a:lnTo>
                    <a:pt x="144981" y="1434"/>
                  </a:lnTo>
                  <a:lnTo>
                    <a:pt x="139561" y="2239"/>
                  </a:lnTo>
                  <a:lnTo>
                    <a:pt x="134171" y="3222"/>
                  </a:lnTo>
                  <a:lnTo>
                    <a:pt x="128816" y="4380"/>
                  </a:lnTo>
                  <a:lnTo>
                    <a:pt x="123502" y="5713"/>
                  </a:lnTo>
                  <a:lnTo>
                    <a:pt x="118234" y="7220"/>
                  </a:lnTo>
                  <a:lnTo>
                    <a:pt x="113019" y="8899"/>
                  </a:lnTo>
                  <a:lnTo>
                    <a:pt x="107861" y="10747"/>
                  </a:lnTo>
                  <a:lnTo>
                    <a:pt x="102767" y="12764"/>
                  </a:lnTo>
                  <a:lnTo>
                    <a:pt x="97742" y="14946"/>
                  </a:lnTo>
                  <a:lnTo>
                    <a:pt x="92790" y="17292"/>
                  </a:lnTo>
                  <a:lnTo>
                    <a:pt x="87919" y="19799"/>
                  </a:lnTo>
                  <a:lnTo>
                    <a:pt x="83132" y="22464"/>
                  </a:lnTo>
                  <a:lnTo>
                    <a:pt x="78435" y="25285"/>
                  </a:lnTo>
                  <a:lnTo>
                    <a:pt x="73833" y="28258"/>
                  </a:lnTo>
                  <a:lnTo>
                    <a:pt x="69331" y="31380"/>
                  </a:lnTo>
                  <a:lnTo>
                    <a:pt x="64933" y="34649"/>
                  </a:lnTo>
                  <a:lnTo>
                    <a:pt x="60645" y="38059"/>
                  </a:lnTo>
                  <a:lnTo>
                    <a:pt x="56471" y="41608"/>
                  </a:lnTo>
                  <a:lnTo>
                    <a:pt x="52416" y="45292"/>
                  </a:lnTo>
                  <a:lnTo>
                    <a:pt x="48484" y="49107"/>
                  </a:lnTo>
                  <a:lnTo>
                    <a:pt x="44678" y="53049"/>
                  </a:lnTo>
                  <a:lnTo>
                    <a:pt x="41004" y="57114"/>
                  </a:lnTo>
                  <a:lnTo>
                    <a:pt x="37465" y="61296"/>
                  </a:lnTo>
                  <a:lnTo>
                    <a:pt x="34065" y="65592"/>
                  </a:lnTo>
                  <a:lnTo>
                    <a:pt x="30808" y="69998"/>
                  </a:lnTo>
                  <a:lnTo>
                    <a:pt x="27697" y="74508"/>
                  </a:lnTo>
                  <a:lnTo>
                    <a:pt x="24735" y="79117"/>
                  </a:lnTo>
                  <a:lnTo>
                    <a:pt x="21926" y="83821"/>
                  </a:lnTo>
                  <a:lnTo>
                    <a:pt x="19273" y="88614"/>
                  </a:lnTo>
                  <a:lnTo>
                    <a:pt x="16778" y="93492"/>
                  </a:lnTo>
                  <a:lnTo>
                    <a:pt x="14444" y="98449"/>
                  </a:lnTo>
                  <a:lnTo>
                    <a:pt x="12274" y="103480"/>
                  </a:lnTo>
                  <a:lnTo>
                    <a:pt x="10270" y="108579"/>
                  </a:lnTo>
                  <a:lnTo>
                    <a:pt x="8434" y="113741"/>
                  </a:lnTo>
                  <a:lnTo>
                    <a:pt x="6768" y="118961"/>
                  </a:lnTo>
                  <a:lnTo>
                    <a:pt x="5275" y="124232"/>
                  </a:lnTo>
                  <a:lnTo>
                    <a:pt x="3954" y="129550"/>
                  </a:lnTo>
                  <a:lnTo>
                    <a:pt x="2809" y="134908"/>
                  </a:lnTo>
                  <a:lnTo>
                    <a:pt x="1840" y="140300"/>
                  </a:lnTo>
                  <a:lnTo>
                    <a:pt x="1048" y="145721"/>
                  </a:lnTo>
                  <a:lnTo>
                    <a:pt x="434" y="151166"/>
                  </a:lnTo>
                  <a:lnTo>
                    <a:pt x="0" y="156627"/>
                  </a:lnTo>
                  <a:lnTo>
                    <a:pt x="16683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51844" y="3707728"/>
              <a:ext cx="334333" cy="334311"/>
            </a:xfrm>
            <a:custGeom>
              <a:avLst/>
              <a:pathLst>
                <a:path w="334333" h="334311">
                  <a:moveTo>
                    <a:pt x="332" y="156619"/>
                  </a:moveTo>
                  <a:lnTo>
                    <a:pt x="81" y="161924"/>
                  </a:lnTo>
                  <a:lnTo>
                    <a:pt x="0" y="167234"/>
                  </a:lnTo>
                  <a:lnTo>
                    <a:pt x="86" y="172544"/>
                  </a:lnTo>
                  <a:lnTo>
                    <a:pt x="342" y="177849"/>
                  </a:lnTo>
                  <a:lnTo>
                    <a:pt x="765" y="183143"/>
                  </a:lnTo>
                  <a:lnTo>
                    <a:pt x="1357" y="188421"/>
                  </a:lnTo>
                  <a:lnTo>
                    <a:pt x="2116" y="193677"/>
                  </a:lnTo>
                  <a:lnTo>
                    <a:pt x="3042" y="198907"/>
                  </a:lnTo>
                  <a:lnTo>
                    <a:pt x="4133" y="204104"/>
                  </a:lnTo>
                  <a:lnTo>
                    <a:pt x="5389" y="209264"/>
                  </a:lnTo>
                  <a:lnTo>
                    <a:pt x="6808" y="214382"/>
                  </a:lnTo>
                  <a:lnTo>
                    <a:pt x="8389" y="219452"/>
                  </a:lnTo>
                  <a:lnTo>
                    <a:pt x="10130" y="224469"/>
                  </a:lnTo>
                  <a:lnTo>
                    <a:pt x="12030" y="229429"/>
                  </a:lnTo>
                  <a:lnTo>
                    <a:pt x="14086" y="234325"/>
                  </a:lnTo>
                  <a:lnTo>
                    <a:pt x="16297" y="239154"/>
                  </a:lnTo>
                  <a:lnTo>
                    <a:pt x="18660" y="243910"/>
                  </a:lnTo>
                  <a:lnTo>
                    <a:pt x="21173" y="248589"/>
                  </a:lnTo>
                  <a:lnTo>
                    <a:pt x="23834" y="253185"/>
                  </a:lnTo>
                  <a:lnTo>
                    <a:pt x="26639" y="257695"/>
                  </a:lnTo>
                  <a:lnTo>
                    <a:pt x="29586" y="262113"/>
                  </a:lnTo>
                  <a:lnTo>
                    <a:pt x="32671" y="266436"/>
                  </a:lnTo>
                  <a:lnTo>
                    <a:pt x="35893" y="270658"/>
                  </a:lnTo>
                  <a:lnTo>
                    <a:pt x="39247" y="274776"/>
                  </a:lnTo>
                  <a:lnTo>
                    <a:pt x="42730" y="278785"/>
                  </a:lnTo>
                  <a:lnTo>
                    <a:pt x="46338" y="282681"/>
                  </a:lnTo>
                  <a:lnTo>
                    <a:pt x="50069" y="286461"/>
                  </a:lnTo>
                  <a:lnTo>
                    <a:pt x="53918" y="290120"/>
                  </a:lnTo>
                  <a:lnTo>
                    <a:pt x="57881" y="293656"/>
                  </a:lnTo>
                  <a:lnTo>
                    <a:pt x="61954" y="297064"/>
                  </a:lnTo>
                  <a:lnTo>
                    <a:pt x="66134" y="300340"/>
                  </a:lnTo>
                  <a:lnTo>
                    <a:pt x="70415" y="303482"/>
                  </a:lnTo>
                  <a:lnTo>
                    <a:pt x="74795" y="306487"/>
                  </a:lnTo>
                  <a:lnTo>
                    <a:pt x="79267" y="309351"/>
                  </a:lnTo>
                  <a:lnTo>
                    <a:pt x="83828" y="312071"/>
                  </a:lnTo>
                  <a:lnTo>
                    <a:pt x="88473" y="314645"/>
                  </a:lnTo>
                  <a:lnTo>
                    <a:pt x="93198" y="317071"/>
                  </a:lnTo>
                  <a:lnTo>
                    <a:pt x="97997" y="319345"/>
                  </a:lnTo>
                  <a:lnTo>
                    <a:pt x="102867" y="321465"/>
                  </a:lnTo>
                  <a:lnTo>
                    <a:pt x="107801" y="323430"/>
                  </a:lnTo>
                  <a:lnTo>
                    <a:pt x="112795" y="325237"/>
                  </a:lnTo>
                  <a:lnTo>
                    <a:pt x="117843" y="326884"/>
                  </a:lnTo>
                  <a:lnTo>
                    <a:pt x="122942" y="328370"/>
                  </a:lnTo>
                  <a:lnTo>
                    <a:pt x="128085" y="329694"/>
                  </a:lnTo>
                  <a:lnTo>
                    <a:pt x="133268" y="330853"/>
                  </a:lnTo>
                  <a:lnTo>
                    <a:pt x="138485" y="331847"/>
                  </a:lnTo>
                  <a:lnTo>
                    <a:pt x="143731" y="332675"/>
                  </a:lnTo>
                  <a:lnTo>
                    <a:pt x="149000" y="333336"/>
                  </a:lnTo>
                  <a:lnTo>
                    <a:pt x="154288" y="333829"/>
                  </a:lnTo>
                  <a:lnTo>
                    <a:pt x="159589" y="334154"/>
                  </a:lnTo>
                  <a:lnTo>
                    <a:pt x="164898" y="334311"/>
                  </a:lnTo>
                  <a:lnTo>
                    <a:pt x="170208" y="334299"/>
                  </a:lnTo>
                  <a:lnTo>
                    <a:pt x="175516" y="334118"/>
                  </a:lnTo>
                  <a:lnTo>
                    <a:pt x="180816" y="333768"/>
                  </a:lnTo>
                  <a:lnTo>
                    <a:pt x="186101" y="333251"/>
                  </a:lnTo>
                  <a:lnTo>
                    <a:pt x="191367" y="332565"/>
                  </a:lnTo>
                  <a:lnTo>
                    <a:pt x="196609" y="331713"/>
                  </a:lnTo>
                  <a:lnTo>
                    <a:pt x="201822" y="330695"/>
                  </a:lnTo>
                  <a:lnTo>
                    <a:pt x="206999" y="329511"/>
                  </a:lnTo>
                  <a:lnTo>
                    <a:pt x="212136" y="328164"/>
                  </a:lnTo>
                  <a:lnTo>
                    <a:pt x="217228" y="326654"/>
                  </a:lnTo>
                  <a:lnTo>
                    <a:pt x="222269" y="324984"/>
                  </a:lnTo>
                  <a:lnTo>
                    <a:pt x="227255" y="323154"/>
                  </a:lnTo>
                  <a:lnTo>
                    <a:pt x="232180" y="321166"/>
                  </a:lnTo>
                  <a:lnTo>
                    <a:pt x="237039" y="319023"/>
                  </a:lnTo>
                  <a:lnTo>
                    <a:pt x="241828" y="316727"/>
                  </a:lnTo>
                  <a:lnTo>
                    <a:pt x="246541" y="314280"/>
                  </a:lnTo>
                  <a:lnTo>
                    <a:pt x="251174" y="311685"/>
                  </a:lnTo>
                  <a:lnTo>
                    <a:pt x="255723" y="308943"/>
                  </a:lnTo>
                  <a:lnTo>
                    <a:pt x="260182" y="306059"/>
                  </a:lnTo>
                  <a:lnTo>
                    <a:pt x="264547" y="303034"/>
                  </a:lnTo>
                  <a:lnTo>
                    <a:pt x="268814" y="299872"/>
                  </a:lnTo>
                  <a:lnTo>
                    <a:pt x="272979" y="296576"/>
                  </a:lnTo>
                  <a:lnTo>
                    <a:pt x="277036" y="293150"/>
                  </a:lnTo>
                  <a:lnTo>
                    <a:pt x="280983" y="289596"/>
                  </a:lnTo>
                  <a:lnTo>
                    <a:pt x="284815" y="285919"/>
                  </a:lnTo>
                  <a:lnTo>
                    <a:pt x="288528" y="282122"/>
                  </a:lnTo>
                  <a:lnTo>
                    <a:pt x="292119" y="278208"/>
                  </a:lnTo>
                  <a:lnTo>
                    <a:pt x="295583" y="274183"/>
                  </a:lnTo>
                  <a:lnTo>
                    <a:pt x="298918" y="270050"/>
                  </a:lnTo>
                  <a:lnTo>
                    <a:pt x="302120" y="265813"/>
                  </a:lnTo>
                  <a:lnTo>
                    <a:pt x="305186" y="261476"/>
                  </a:lnTo>
                  <a:lnTo>
                    <a:pt x="308112" y="257045"/>
                  </a:lnTo>
                  <a:lnTo>
                    <a:pt x="310896" y="252522"/>
                  </a:lnTo>
                  <a:lnTo>
                    <a:pt x="313535" y="247913"/>
                  </a:lnTo>
                  <a:lnTo>
                    <a:pt x="316027" y="243223"/>
                  </a:lnTo>
                  <a:lnTo>
                    <a:pt x="318368" y="238456"/>
                  </a:lnTo>
                  <a:lnTo>
                    <a:pt x="320556" y="233617"/>
                  </a:lnTo>
                  <a:lnTo>
                    <a:pt x="322590" y="228711"/>
                  </a:lnTo>
                  <a:lnTo>
                    <a:pt x="324467" y="223743"/>
                  </a:lnTo>
                  <a:lnTo>
                    <a:pt x="326185" y="218718"/>
                  </a:lnTo>
                  <a:lnTo>
                    <a:pt x="327742" y="213641"/>
                  </a:lnTo>
                  <a:lnTo>
                    <a:pt x="329138" y="208516"/>
                  </a:lnTo>
                  <a:lnTo>
                    <a:pt x="330370" y="203350"/>
                  </a:lnTo>
                  <a:lnTo>
                    <a:pt x="331437" y="198148"/>
                  </a:lnTo>
                  <a:lnTo>
                    <a:pt x="332338" y="192914"/>
                  </a:lnTo>
                  <a:lnTo>
                    <a:pt x="333073" y="187654"/>
                  </a:lnTo>
                  <a:lnTo>
                    <a:pt x="333641" y="182374"/>
                  </a:lnTo>
                  <a:lnTo>
                    <a:pt x="334040" y="177078"/>
                  </a:lnTo>
                  <a:lnTo>
                    <a:pt x="334271" y="171772"/>
                  </a:lnTo>
                  <a:lnTo>
                    <a:pt x="334333" y="166462"/>
                  </a:lnTo>
                  <a:lnTo>
                    <a:pt x="334226" y="161152"/>
                  </a:lnTo>
                  <a:lnTo>
                    <a:pt x="333951" y="155848"/>
                  </a:lnTo>
                  <a:lnTo>
                    <a:pt x="333508" y="150556"/>
                  </a:lnTo>
                  <a:lnTo>
                    <a:pt x="332897" y="145281"/>
                  </a:lnTo>
                  <a:lnTo>
                    <a:pt x="332118" y="140027"/>
                  </a:lnTo>
                  <a:lnTo>
                    <a:pt x="331173" y="134801"/>
                  </a:lnTo>
                  <a:lnTo>
                    <a:pt x="330062" y="129608"/>
                  </a:lnTo>
                  <a:lnTo>
                    <a:pt x="328787" y="124452"/>
                  </a:lnTo>
                  <a:lnTo>
                    <a:pt x="327349" y="119340"/>
                  </a:lnTo>
                  <a:lnTo>
                    <a:pt x="325749" y="114276"/>
                  </a:lnTo>
                  <a:lnTo>
                    <a:pt x="323989" y="109265"/>
                  </a:lnTo>
                  <a:lnTo>
                    <a:pt x="322071" y="104313"/>
                  </a:lnTo>
                  <a:lnTo>
                    <a:pt x="319997" y="99424"/>
                  </a:lnTo>
                  <a:lnTo>
                    <a:pt x="317768" y="94603"/>
                  </a:lnTo>
                  <a:lnTo>
                    <a:pt x="315387" y="89856"/>
                  </a:lnTo>
                  <a:lnTo>
                    <a:pt x="312857" y="85187"/>
                  </a:lnTo>
                  <a:lnTo>
                    <a:pt x="310179" y="80600"/>
                  </a:lnTo>
                  <a:lnTo>
                    <a:pt x="307358" y="76101"/>
                  </a:lnTo>
                  <a:lnTo>
                    <a:pt x="304394" y="71694"/>
                  </a:lnTo>
                  <a:lnTo>
                    <a:pt x="301293" y="67383"/>
                  </a:lnTo>
                  <a:lnTo>
                    <a:pt x="298056" y="63173"/>
                  </a:lnTo>
                  <a:lnTo>
                    <a:pt x="294686" y="59067"/>
                  </a:lnTo>
                  <a:lnTo>
                    <a:pt x="291188" y="55071"/>
                  </a:lnTo>
                  <a:lnTo>
                    <a:pt x="287565" y="51188"/>
                  </a:lnTo>
                  <a:lnTo>
                    <a:pt x="283821" y="47422"/>
                  </a:lnTo>
                  <a:lnTo>
                    <a:pt x="279958" y="43777"/>
                  </a:lnTo>
                  <a:lnTo>
                    <a:pt x="275982" y="40256"/>
                  </a:lnTo>
                  <a:lnTo>
                    <a:pt x="271896" y="36864"/>
                  </a:lnTo>
                  <a:lnTo>
                    <a:pt x="267704" y="33603"/>
                  </a:lnTo>
                  <a:lnTo>
                    <a:pt x="263411" y="30477"/>
                  </a:lnTo>
                  <a:lnTo>
                    <a:pt x="259021" y="27488"/>
                  </a:lnTo>
                  <a:lnTo>
                    <a:pt x="254538" y="24641"/>
                  </a:lnTo>
                  <a:lnTo>
                    <a:pt x="249966" y="21938"/>
                  </a:lnTo>
                  <a:lnTo>
                    <a:pt x="245312" y="19381"/>
                  </a:lnTo>
                  <a:lnTo>
                    <a:pt x="240578" y="16973"/>
                  </a:lnTo>
                  <a:lnTo>
                    <a:pt x="235770" y="14717"/>
                  </a:lnTo>
                  <a:lnTo>
                    <a:pt x="230893" y="12615"/>
                  </a:lnTo>
                  <a:lnTo>
                    <a:pt x="225952" y="10668"/>
                  </a:lnTo>
                  <a:lnTo>
                    <a:pt x="220951" y="8880"/>
                  </a:lnTo>
                  <a:lnTo>
                    <a:pt x="215896" y="7251"/>
                  </a:lnTo>
                  <a:lnTo>
                    <a:pt x="210792" y="5784"/>
                  </a:lnTo>
                  <a:lnTo>
                    <a:pt x="205644" y="4480"/>
                  </a:lnTo>
                  <a:lnTo>
                    <a:pt x="200457" y="3340"/>
                  </a:lnTo>
                  <a:lnTo>
                    <a:pt x="195236" y="2365"/>
                  </a:lnTo>
                  <a:lnTo>
                    <a:pt x="189988" y="1556"/>
                  </a:lnTo>
                  <a:lnTo>
                    <a:pt x="184716" y="915"/>
                  </a:lnTo>
                  <a:lnTo>
                    <a:pt x="179426" y="441"/>
                  </a:lnTo>
                  <a:lnTo>
                    <a:pt x="174124" y="136"/>
                  </a:lnTo>
                  <a:lnTo>
                    <a:pt x="168815" y="0"/>
                  </a:lnTo>
                  <a:lnTo>
                    <a:pt x="167167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919011" y="3707720"/>
              <a:ext cx="1647" cy="167167"/>
            </a:xfrm>
            <a:custGeom>
              <a:avLst/>
              <a:pathLst>
                <a:path w="1647" h="167167">
                  <a:moveTo>
                    <a:pt x="1647" y="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tx76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2025-06-05T13:02:04Z</dcterms:modified>
  <cp:category/>
</cp:coreProperties>
</file>