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04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5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4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0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17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5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29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0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3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6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5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5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0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6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5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9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9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9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0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1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5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1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1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4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5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5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7722" y="3170392"/>
              <a:ext cx="86056" cy="167167"/>
            </a:xfrm>
            <a:custGeom>
              <a:avLst/>
              <a:pathLst>
                <a:path w="86056" h="167167">
                  <a:moveTo>
                    <a:pt x="86056" y="0"/>
                  </a:moveTo>
                  <a:lnTo>
                    <a:pt x="80407" y="95"/>
                  </a:lnTo>
                  <a:lnTo>
                    <a:pt x="74765" y="381"/>
                  </a:lnTo>
                  <a:lnTo>
                    <a:pt x="69135" y="858"/>
                  </a:lnTo>
                  <a:lnTo>
                    <a:pt x="63525" y="1525"/>
                  </a:lnTo>
                  <a:lnTo>
                    <a:pt x="57941" y="2381"/>
                  </a:lnTo>
                  <a:lnTo>
                    <a:pt x="52389" y="3425"/>
                  </a:lnTo>
                  <a:lnTo>
                    <a:pt x="46875" y="4656"/>
                  </a:lnTo>
                  <a:lnTo>
                    <a:pt x="41406" y="6073"/>
                  </a:lnTo>
                  <a:lnTo>
                    <a:pt x="35987" y="7674"/>
                  </a:lnTo>
                  <a:lnTo>
                    <a:pt x="30627" y="9457"/>
                  </a:lnTo>
                  <a:lnTo>
                    <a:pt x="25329" y="11420"/>
                  </a:lnTo>
                  <a:lnTo>
                    <a:pt x="20101" y="13561"/>
                  </a:lnTo>
                  <a:lnTo>
                    <a:pt x="14948" y="15877"/>
                  </a:lnTo>
                  <a:lnTo>
                    <a:pt x="9876" y="18367"/>
                  </a:lnTo>
                  <a:lnTo>
                    <a:pt x="4891" y="21026"/>
                  </a:lnTo>
                  <a:lnTo>
                    <a:pt x="0" y="23852"/>
                  </a:lnTo>
                  <a:lnTo>
                    <a:pt x="860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97722" y="3194244"/>
              <a:ext cx="86056" cy="143315"/>
            </a:xfrm>
            <a:custGeom>
              <a:avLst/>
              <a:pathLst>
                <a:path w="86056" h="143315">
                  <a:moveTo>
                    <a:pt x="0" y="0"/>
                  </a:moveTo>
                  <a:lnTo>
                    <a:pt x="86056" y="1433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816632" y="3170394"/>
              <a:ext cx="334300" cy="334333"/>
            </a:xfrm>
            <a:custGeom>
              <a:avLst/>
              <a:pathLst>
                <a:path w="334300" h="334333">
                  <a:moveTo>
                    <a:pt x="81090" y="23850"/>
                  </a:moveTo>
                  <a:lnTo>
                    <a:pt x="76591" y="26650"/>
                  </a:lnTo>
                  <a:lnTo>
                    <a:pt x="72182" y="29591"/>
                  </a:lnTo>
                  <a:lnTo>
                    <a:pt x="67869" y="32670"/>
                  </a:lnTo>
                  <a:lnTo>
                    <a:pt x="63656" y="35885"/>
                  </a:lnTo>
                  <a:lnTo>
                    <a:pt x="59547" y="39231"/>
                  </a:lnTo>
                  <a:lnTo>
                    <a:pt x="55546" y="42706"/>
                  </a:lnTo>
                  <a:lnTo>
                    <a:pt x="51657" y="46306"/>
                  </a:lnTo>
                  <a:lnTo>
                    <a:pt x="47884" y="50027"/>
                  </a:lnTo>
                  <a:lnTo>
                    <a:pt x="44231" y="53866"/>
                  </a:lnTo>
                  <a:lnTo>
                    <a:pt x="40702" y="57819"/>
                  </a:lnTo>
                  <a:lnTo>
                    <a:pt x="37299" y="61882"/>
                  </a:lnTo>
                  <a:lnTo>
                    <a:pt x="34027" y="66051"/>
                  </a:lnTo>
                  <a:lnTo>
                    <a:pt x="30889" y="70321"/>
                  </a:lnTo>
                  <a:lnTo>
                    <a:pt x="27888" y="74689"/>
                  </a:lnTo>
                  <a:lnTo>
                    <a:pt x="25027" y="79149"/>
                  </a:lnTo>
                  <a:lnTo>
                    <a:pt x="22308" y="83698"/>
                  </a:lnTo>
                  <a:lnTo>
                    <a:pt x="19735" y="88331"/>
                  </a:lnTo>
                  <a:lnTo>
                    <a:pt x="17311" y="93043"/>
                  </a:lnTo>
                  <a:lnTo>
                    <a:pt x="15036" y="97830"/>
                  </a:lnTo>
                  <a:lnTo>
                    <a:pt x="12915" y="102686"/>
                  </a:lnTo>
                  <a:lnTo>
                    <a:pt x="10949" y="107607"/>
                  </a:lnTo>
                  <a:lnTo>
                    <a:pt x="9139" y="112588"/>
                  </a:lnTo>
                  <a:lnTo>
                    <a:pt x="7489" y="117624"/>
                  </a:lnTo>
                  <a:lnTo>
                    <a:pt x="5999" y="122710"/>
                  </a:lnTo>
                  <a:lnTo>
                    <a:pt x="4671" y="127840"/>
                  </a:lnTo>
                  <a:lnTo>
                    <a:pt x="3506" y="133010"/>
                  </a:lnTo>
                  <a:lnTo>
                    <a:pt x="2505" y="138214"/>
                  </a:lnTo>
                  <a:lnTo>
                    <a:pt x="1670" y="143447"/>
                  </a:lnTo>
                  <a:lnTo>
                    <a:pt x="1002" y="148704"/>
                  </a:lnTo>
                  <a:lnTo>
                    <a:pt x="500" y="153980"/>
                  </a:lnTo>
                  <a:lnTo>
                    <a:pt x="166" y="159268"/>
                  </a:lnTo>
                  <a:lnTo>
                    <a:pt x="0" y="164565"/>
                  </a:lnTo>
                  <a:lnTo>
                    <a:pt x="1" y="169865"/>
                  </a:lnTo>
                  <a:lnTo>
                    <a:pt x="171" y="175161"/>
                  </a:lnTo>
                  <a:lnTo>
                    <a:pt x="508" y="180450"/>
                  </a:lnTo>
                  <a:lnTo>
                    <a:pt x="1013" y="185725"/>
                  </a:lnTo>
                  <a:lnTo>
                    <a:pt x="1685" y="190982"/>
                  </a:lnTo>
                  <a:lnTo>
                    <a:pt x="2523" y="196215"/>
                  </a:lnTo>
                  <a:lnTo>
                    <a:pt x="3526" y="201418"/>
                  </a:lnTo>
                  <a:lnTo>
                    <a:pt x="4694" y="206587"/>
                  </a:lnTo>
                  <a:lnTo>
                    <a:pt x="6025" y="211717"/>
                  </a:lnTo>
                  <a:lnTo>
                    <a:pt x="7518" y="216801"/>
                  </a:lnTo>
                  <a:lnTo>
                    <a:pt x="9172" y="221836"/>
                  </a:lnTo>
                  <a:lnTo>
                    <a:pt x="10984" y="226816"/>
                  </a:lnTo>
                  <a:lnTo>
                    <a:pt x="12953" y="231736"/>
                  </a:lnTo>
                  <a:lnTo>
                    <a:pt x="15077" y="236591"/>
                  </a:lnTo>
                  <a:lnTo>
                    <a:pt x="17354" y="241376"/>
                  </a:lnTo>
                  <a:lnTo>
                    <a:pt x="19782" y="246087"/>
                  </a:lnTo>
                  <a:lnTo>
                    <a:pt x="22358" y="250718"/>
                  </a:lnTo>
                  <a:lnTo>
                    <a:pt x="25079" y="255266"/>
                  </a:lnTo>
                  <a:lnTo>
                    <a:pt x="27943" y="259724"/>
                  </a:lnTo>
                  <a:lnTo>
                    <a:pt x="30946" y="264090"/>
                  </a:lnTo>
                  <a:lnTo>
                    <a:pt x="34087" y="268359"/>
                  </a:lnTo>
                  <a:lnTo>
                    <a:pt x="37362" y="272526"/>
                  </a:lnTo>
                  <a:lnTo>
                    <a:pt x="40766" y="276586"/>
                  </a:lnTo>
                  <a:lnTo>
                    <a:pt x="44298" y="280537"/>
                  </a:lnTo>
                  <a:lnTo>
                    <a:pt x="47953" y="284374"/>
                  </a:lnTo>
                  <a:lnTo>
                    <a:pt x="51729" y="288093"/>
                  </a:lnTo>
                  <a:lnTo>
                    <a:pt x="55620" y="291691"/>
                  </a:lnTo>
                  <a:lnTo>
                    <a:pt x="59623" y="295164"/>
                  </a:lnTo>
                  <a:lnTo>
                    <a:pt x="63734" y="298507"/>
                  </a:lnTo>
                  <a:lnTo>
                    <a:pt x="67949" y="301719"/>
                  </a:lnTo>
                  <a:lnTo>
                    <a:pt x="72264" y="304796"/>
                  </a:lnTo>
                  <a:lnTo>
                    <a:pt x="76674" y="307734"/>
                  </a:lnTo>
                  <a:lnTo>
                    <a:pt x="81175" y="310531"/>
                  </a:lnTo>
                  <a:lnTo>
                    <a:pt x="85763" y="313184"/>
                  </a:lnTo>
                  <a:lnTo>
                    <a:pt x="90432" y="315691"/>
                  </a:lnTo>
                  <a:lnTo>
                    <a:pt x="95178" y="318048"/>
                  </a:lnTo>
                  <a:lnTo>
                    <a:pt x="99997" y="320253"/>
                  </a:lnTo>
                  <a:lnTo>
                    <a:pt x="104883" y="322305"/>
                  </a:lnTo>
                  <a:lnTo>
                    <a:pt x="109832" y="324200"/>
                  </a:lnTo>
                  <a:lnTo>
                    <a:pt x="114838" y="325938"/>
                  </a:lnTo>
                  <a:lnTo>
                    <a:pt x="119897" y="327516"/>
                  </a:lnTo>
                  <a:lnTo>
                    <a:pt x="125003" y="328933"/>
                  </a:lnTo>
                  <a:lnTo>
                    <a:pt x="130152" y="330188"/>
                  </a:lnTo>
                  <a:lnTo>
                    <a:pt x="135338" y="331279"/>
                  </a:lnTo>
                  <a:lnTo>
                    <a:pt x="140556" y="332204"/>
                  </a:lnTo>
                  <a:lnTo>
                    <a:pt x="145801" y="332964"/>
                  </a:lnTo>
                  <a:lnTo>
                    <a:pt x="151067" y="333558"/>
                  </a:lnTo>
                  <a:lnTo>
                    <a:pt x="156349" y="333984"/>
                  </a:lnTo>
                  <a:lnTo>
                    <a:pt x="161642" y="334242"/>
                  </a:lnTo>
                  <a:lnTo>
                    <a:pt x="166941" y="334333"/>
                  </a:lnTo>
                  <a:lnTo>
                    <a:pt x="172239" y="334255"/>
                  </a:lnTo>
                  <a:lnTo>
                    <a:pt x="177533" y="334010"/>
                  </a:lnTo>
                  <a:lnTo>
                    <a:pt x="182816" y="333597"/>
                  </a:lnTo>
                  <a:lnTo>
                    <a:pt x="188084" y="333017"/>
                  </a:lnTo>
                  <a:lnTo>
                    <a:pt x="193330" y="332270"/>
                  </a:lnTo>
                  <a:lnTo>
                    <a:pt x="198551" y="331357"/>
                  </a:lnTo>
                  <a:lnTo>
                    <a:pt x="203739" y="330279"/>
                  </a:lnTo>
                  <a:lnTo>
                    <a:pt x="208891" y="329037"/>
                  </a:lnTo>
                  <a:lnTo>
                    <a:pt x="214001" y="327632"/>
                  </a:lnTo>
                  <a:lnTo>
                    <a:pt x="219064" y="326067"/>
                  </a:lnTo>
                  <a:lnTo>
                    <a:pt x="224074" y="324341"/>
                  </a:lnTo>
                  <a:lnTo>
                    <a:pt x="229028" y="322458"/>
                  </a:lnTo>
                  <a:lnTo>
                    <a:pt x="233919" y="320418"/>
                  </a:lnTo>
                  <a:lnTo>
                    <a:pt x="238743" y="318225"/>
                  </a:lnTo>
                  <a:lnTo>
                    <a:pt x="243495" y="315879"/>
                  </a:lnTo>
                  <a:lnTo>
                    <a:pt x="248171" y="313385"/>
                  </a:lnTo>
                  <a:lnTo>
                    <a:pt x="252765" y="310743"/>
                  </a:lnTo>
                  <a:lnTo>
                    <a:pt x="257273" y="307957"/>
                  </a:lnTo>
                  <a:lnTo>
                    <a:pt x="261690" y="305030"/>
                  </a:lnTo>
                  <a:lnTo>
                    <a:pt x="266012" y="301964"/>
                  </a:lnTo>
                  <a:lnTo>
                    <a:pt x="270235" y="298762"/>
                  </a:lnTo>
                  <a:lnTo>
                    <a:pt x="274355" y="295428"/>
                  </a:lnTo>
                  <a:lnTo>
                    <a:pt x="278366" y="291966"/>
                  </a:lnTo>
                  <a:lnTo>
                    <a:pt x="282266" y="288378"/>
                  </a:lnTo>
                  <a:lnTo>
                    <a:pt x="286051" y="284668"/>
                  </a:lnTo>
                  <a:lnTo>
                    <a:pt x="289715" y="280840"/>
                  </a:lnTo>
                  <a:lnTo>
                    <a:pt x="293257" y="276898"/>
                  </a:lnTo>
                  <a:lnTo>
                    <a:pt x="296672" y="272845"/>
                  </a:lnTo>
                  <a:lnTo>
                    <a:pt x="299956" y="268687"/>
                  </a:lnTo>
                  <a:lnTo>
                    <a:pt x="303108" y="264426"/>
                  </a:lnTo>
                  <a:lnTo>
                    <a:pt x="306122" y="260067"/>
                  </a:lnTo>
                  <a:lnTo>
                    <a:pt x="308997" y="255616"/>
                  </a:lnTo>
                  <a:lnTo>
                    <a:pt x="311729" y="251075"/>
                  </a:lnTo>
                  <a:lnTo>
                    <a:pt x="314316" y="246450"/>
                  </a:lnTo>
                  <a:lnTo>
                    <a:pt x="316755" y="241745"/>
                  </a:lnTo>
                  <a:lnTo>
                    <a:pt x="319044" y="236966"/>
                  </a:lnTo>
                  <a:lnTo>
                    <a:pt x="321180" y="232116"/>
                  </a:lnTo>
                  <a:lnTo>
                    <a:pt x="323162" y="227201"/>
                  </a:lnTo>
                  <a:lnTo>
                    <a:pt x="324986" y="222225"/>
                  </a:lnTo>
                  <a:lnTo>
                    <a:pt x="326652" y="217195"/>
                  </a:lnTo>
                  <a:lnTo>
                    <a:pt x="328158" y="212114"/>
                  </a:lnTo>
                  <a:lnTo>
                    <a:pt x="329502" y="206988"/>
                  </a:lnTo>
                  <a:lnTo>
                    <a:pt x="330682" y="201821"/>
                  </a:lnTo>
                  <a:lnTo>
                    <a:pt x="331699" y="196620"/>
                  </a:lnTo>
                  <a:lnTo>
                    <a:pt x="332550" y="191390"/>
                  </a:lnTo>
                  <a:lnTo>
                    <a:pt x="333234" y="186135"/>
                  </a:lnTo>
                  <a:lnTo>
                    <a:pt x="333752" y="180861"/>
                  </a:lnTo>
                  <a:lnTo>
                    <a:pt x="334103" y="175573"/>
                  </a:lnTo>
                  <a:lnTo>
                    <a:pt x="334285" y="170277"/>
                  </a:lnTo>
                  <a:lnTo>
                    <a:pt x="334300" y="164977"/>
                  </a:lnTo>
                  <a:lnTo>
                    <a:pt x="334146" y="159680"/>
                  </a:lnTo>
                  <a:lnTo>
                    <a:pt x="333825" y="154391"/>
                  </a:lnTo>
                  <a:lnTo>
                    <a:pt x="333337" y="149114"/>
                  </a:lnTo>
                  <a:lnTo>
                    <a:pt x="332681" y="143855"/>
                  </a:lnTo>
                  <a:lnTo>
                    <a:pt x="331859" y="138620"/>
                  </a:lnTo>
                  <a:lnTo>
                    <a:pt x="330871" y="133413"/>
                  </a:lnTo>
                  <a:lnTo>
                    <a:pt x="329719" y="128241"/>
                  </a:lnTo>
                  <a:lnTo>
                    <a:pt x="328404" y="123107"/>
                  </a:lnTo>
                  <a:lnTo>
                    <a:pt x="326926" y="118018"/>
                  </a:lnTo>
                  <a:lnTo>
                    <a:pt x="325288" y="112978"/>
                  </a:lnTo>
                  <a:lnTo>
                    <a:pt x="323491" y="107993"/>
                  </a:lnTo>
                  <a:lnTo>
                    <a:pt x="321537" y="103067"/>
                  </a:lnTo>
                  <a:lnTo>
                    <a:pt x="319428" y="98205"/>
                  </a:lnTo>
                  <a:lnTo>
                    <a:pt x="317165" y="93413"/>
                  </a:lnTo>
                  <a:lnTo>
                    <a:pt x="314752" y="88695"/>
                  </a:lnTo>
                  <a:lnTo>
                    <a:pt x="312191" y="84056"/>
                  </a:lnTo>
                  <a:lnTo>
                    <a:pt x="309483" y="79500"/>
                  </a:lnTo>
                  <a:lnTo>
                    <a:pt x="306633" y="75033"/>
                  </a:lnTo>
                  <a:lnTo>
                    <a:pt x="303643" y="70658"/>
                  </a:lnTo>
                  <a:lnTo>
                    <a:pt x="300515" y="66379"/>
                  </a:lnTo>
                  <a:lnTo>
                    <a:pt x="297254" y="62203"/>
                  </a:lnTo>
                  <a:lnTo>
                    <a:pt x="293861" y="58131"/>
                  </a:lnTo>
                  <a:lnTo>
                    <a:pt x="290341" y="54170"/>
                  </a:lnTo>
                  <a:lnTo>
                    <a:pt x="286698" y="50322"/>
                  </a:lnTo>
                  <a:lnTo>
                    <a:pt x="282934" y="46591"/>
                  </a:lnTo>
                  <a:lnTo>
                    <a:pt x="279054" y="42981"/>
                  </a:lnTo>
                  <a:lnTo>
                    <a:pt x="275062" y="39497"/>
                  </a:lnTo>
                  <a:lnTo>
                    <a:pt x="270961" y="36140"/>
                  </a:lnTo>
                  <a:lnTo>
                    <a:pt x="266756" y="32915"/>
                  </a:lnTo>
                  <a:lnTo>
                    <a:pt x="262450" y="29826"/>
                  </a:lnTo>
                  <a:lnTo>
                    <a:pt x="258049" y="26874"/>
                  </a:lnTo>
                  <a:lnTo>
                    <a:pt x="253556" y="24063"/>
                  </a:lnTo>
                  <a:lnTo>
                    <a:pt x="248977" y="21396"/>
                  </a:lnTo>
                  <a:lnTo>
                    <a:pt x="244316" y="18875"/>
                  </a:lnTo>
                  <a:lnTo>
                    <a:pt x="239576" y="16504"/>
                  </a:lnTo>
                  <a:lnTo>
                    <a:pt x="234764" y="14284"/>
                  </a:lnTo>
                  <a:lnTo>
                    <a:pt x="229885" y="12217"/>
                  </a:lnTo>
                  <a:lnTo>
                    <a:pt x="224942" y="10307"/>
                  </a:lnTo>
                  <a:lnTo>
                    <a:pt x="219941" y="8553"/>
                  </a:lnTo>
                  <a:lnTo>
                    <a:pt x="214887" y="6960"/>
                  </a:lnTo>
                  <a:lnTo>
                    <a:pt x="209785" y="5527"/>
                  </a:lnTo>
                  <a:lnTo>
                    <a:pt x="204640" y="4257"/>
                  </a:lnTo>
                  <a:lnTo>
                    <a:pt x="199457" y="3150"/>
                  </a:lnTo>
                  <a:lnTo>
                    <a:pt x="194242" y="2208"/>
                  </a:lnTo>
                  <a:lnTo>
                    <a:pt x="189000" y="1433"/>
                  </a:lnTo>
                  <a:lnTo>
                    <a:pt x="183736" y="823"/>
                  </a:lnTo>
                  <a:lnTo>
                    <a:pt x="178455" y="381"/>
                  </a:lnTo>
                  <a:lnTo>
                    <a:pt x="173162" y="106"/>
                  </a:lnTo>
                  <a:lnTo>
                    <a:pt x="167864" y="0"/>
                  </a:lnTo>
                  <a:lnTo>
                    <a:pt x="16714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83779" y="3170392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1857" y="2633064"/>
              <a:ext cx="167153" cy="256279"/>
            </a:xfrm>
            <a:custGeom>
              <a:avLst/>
              <a:pathLst>
                <a:path w="167153" h="256279">
                  <a:moveTo>
                    <a:pt x="167153" y="0"/>
                  </a:moveTo>
                  <a:lnTo>
                    <a:pt x="161752" y="87"/>
                  </a:lnTo>
                  <a:lnTo>
                    <a:pt x="156356" y="349"/>
                  </a:lnTo>
                  <a:lnTo>
                    <a:pt x="150971" y="785"/>
                  </a:lnTo>
                  <a:lnTo>
                    <a:pt x="145603" y="1394"/>
                  </a:lnTo>
                  <a:lnTo>
                    <a:pt x="140258" y="2177"/>
                  </a:lnTo>
                  <a:lnTo>
                    <a:pt x="134940" y="3133"/>
                  </a:lnTo>
                  <a:lnTo>
                    <a:pt x="129657" y="4259"/>
                  </a:lnTo>
                  <a:lnTo>
                    <a:pt x="124412" y="5556"/>
                  </a:lnTo>
                  <a:lnTo>
                    <a:pt x="119213" y="7021"/>
                  </a:lnTo>
                  <a:lnTo>
                    <a:pt x="114063" y="8654"/>
                  </a:lnTo>
                  <a:lnTo>
                    <a:pt x="108969" y="10452"/>
                  </a:lnTo>
                  <a:lnTo>
                    <a:pt x="103935" y="12414"/>
                  </a:lnTo>
                  <a:lnTo>
                    <a:pt x="98968" y="14538"/>
                  </a:lnTo>
                  <a:lnTo>
                    <a:pt x="94071" y="16821"/>
                  </a:lnTo>
                  <a:lnTo>
                    <a:pt x="89251" y="19261"/>
                  </a:lnTo>
                  <a:lnTo>
                    <a:pt x="84513" y="21855"/>
                  </a:lnTo>
                  <a:lnTo>
                    <a:pt x="79860" y="24601"/>
                  </a:lnTo>
                  <a:lnTo>
                    <a:pt x="75299" y="27497"/>
                  </a:lnTo>
                  <a:lnTo>
                    <a:pt x="70834" y="30538"/>
                  </a:lnTo>
                  <a:lnTo>
                    <a:pt x="66469" y="33721"/>
                  </a:lnTo>
                  <a:lnTo>
                    <a:pt x="62210" y="37044"/>
                  </a:lnTo>
                  <a:lnTo>
                    <a:pt x="58060" y="40503"/>
                  </a:lnTo>
                  <a:lnTo>
                    <a:pt x="54024" y="44095"/>
                  </a:lnTo>
                  <a:lnTo>
                    <a:pt x="50107" y="47814"/>
                  </a:lnTo>
                  <a:lnTo>
                    <a:pt x="46311" y="51659"/>
                  </a:lnTo>
                  <a:lnTo>
                    <a:pt x="42642" y="55624"/>
                  </a:lnTo>
                  <a:lnTo>
                    <a:pt x="39103" y="59705"/>
                  </a:lnTo>
                  <a:lnTo>
                    <a:pt x="35697" y="63899"/>
                  </a:lnTo>
                  <a:lnTo>
                    <a:pt x="32429" y="68201"/>
                  </a:lnTo>
                  <a:lnTo>
                    <a:pt x="29301" y="72606"/>
                  </a:lnTo>
                  <a:lnTo>
                    <a:pt x="26318" y="77110"/>
                  </a:lnTo>
                  <a:lnTo>
                    <a:pt x="23481" y="81708"/>
                  </a:lnTo>
                  <a:lnTo>
                    <a:pt x="20795" y="86395"/>
                  </a:lnTo>
                  <a:lnTo>
                    <a:pt x="18261" y="91166"/>
                  </a:lnTo>
                  <a:lnTo>
                    <a:pt x="15883" y="96017"/>
                  </a:lnTo>
                  <a:lnTo>
                    <a:pt x="13663" y="100942"/>
                  </a:lnTo>
                  <a:lnTo>
                    <a:pt x="11603" y="105936"/>
                  </a:lnTo>
                  <a:lnTo>
                    <a:pt x="9706" y="110995"/>
                  </a:lnTo>
                  <a:lnTo>
                    <a:pt x="7973" y="116111"/>
                  </a:lnTo>
                  <a:lnTo>
                    <a:pt x="6407" y="121282"/>
                  </a:lnTo>
                  <a:lnTo>
                    <a:pt x="5008" y="126500"/>
                  </a:lnTo>
                  <a:lnTo>
                    <a:pt x="3778" y="131760"/>
                  </a:lnTo>
                  <a:lnTo>
                    <a:pt x="2720" y="137058"/>
                  </a:lnTo>
                  <a:lnTo>
                    <a:pt x="1833" y="142387"/>
                  </a:lnTo>
                  <a:lnTo>
                    <a:pt x="1118" y="147742"/>
                  </a:lnTo>
                  <a:lnTo>
                    <a:pt x="577" y="153117"/>
                  </a:lnTo>
                  <a:lnTo>
                    <a:pt x="210" y="158507"/>
                  </a:lnTo>
                  <a:lnTo>
                    <a:pt x="18" y="163906"/>
                  </a:lnTo>
                  <a:lnTo>
                    <a:pt x="0" y="169308"/>
                  </a:lnTo>
                  <a:lnTo>
                    <a:pt x="156" y="174708"/>
                  </a:lnTo>
                  <a:lnTo>
                    <a:pt x="487" y="180101"/>
                  </a:lnTo>
                  <a:lnTo>
                    <a:pt x="992" y="185479"/>
                  </a:lnTo>
                  <a:lnTo>
                    <a:pt x="1670" y="190839"/>
                  </a:lnTo>
                  <a:lnTo>
                    <a:pt x="2522" y="196174"/>
                  </a:lnTo>
                  <a:lnTo>
                    <a:pt x="3545" y="201478"/>
                  </a:lnTo>
                  <a:lnTo>
                    <a:pt x="4739" y="206747"/>
                  </a:lnTo>
                  <a:lnTo>
                    <a:pt x="6103" y="211975"/>
                  </a:lnTo>
                  <a:lnTo>
                    <a:pt x="7635" y="217155"/>
                  </a:lnTo>
                  <a:lnTo>
                    <a:pt x="9333" y="222284"/>
                  </a:lnTo>
                  <a:lnTo>
                    <a:pt x="11197" y="227354"/>
                  </a:lnTo>
                  <a:lnTo>
                    <a:pt x="13223" y="232362"/>
                  </a:lnTo>
                  <a:lnTo>
                    <a:pt x="15410" y="237302"/>
                  </a:lnTo>
                  <a:lnTo>
                    <a:pt x="17756" y="242169"/>
                  </a:lnTo>
                  <a:lnTo>
                    <a:pt x="20257" y="246957"/>
                  </a:lnTo>
                  <a:lnTo>
                    <a:pt x="22912" y="251662"/>
                  </a:lnTo>
                  <a:lnTo>
                    <a:pt x="25718" y="25627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77575" y="2800231"/>
              <a:ext cx="141435" cy="89111"/>
            </a:xfrm>
            <a:custGeom>
              <a:avLst/>
              <a:pathLst>
                <a:path w="141435" h="89111">
                  <a:moveTo>
                    <a:pt x="0" y="89111"/>
                  </a:moveTo>
                  <a:lnTo>
                    <a:pt x="1414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77575" y="2644322"/>
              <a:ext cx="308600" cy="323071"/>
            </a:xfrm>
            <a:custGeom>
              <a:avLst/>
              <a:pathLst>
                <a:path w="308600" h="323071">
                  <a:moveTo>
                    <a:pt x="0" y="245021"/>
                  </a:moveTo>
                  <a:lnTo>
                    <a:pt x="2902" y="249469"/>
                  </a:lnTo>
                  <a:lnTo>
                    <a:pt x="5944" y="253823"/>
                  </a:lnTo>
                  <a:lnTo>
                    <a:pt x="9123" y="258078"/>
                  </a:lnTo>
                  <a:lnTo>
                    <a:pt x="12435" y="262230"/>
                  </a:lnTo>
                  <a:lnTo>
                    <a:pt x="15878" y="266274"/>
                  </a:lnTo>
                  <a:lnTo>
                    <a:pt x="19448" y="270207"/>
                  </a:lnTo>
                  <a:lnTo>
                    <a:pt x="23140" y="274025"/>
                  </a:lnTo>
                  <a:lnTo>
                    <a:pt x="26952" y="277723"/>
                  </a:lnTo>
                  <a:lnTo>
                    <a:pt x="30880" y="281298"/>
                  </a:lnTo>
                  <a:lnTo>
                    <a:pt x="34919" y="284747"/>
                  </a:lnTo>
                  <a:lnTo>
                    <a:pt x="39066" y="288066"/>
                  </a:lnTo>
                  <a:lnTo>
                    <a:pt x="43316" y="291252"/>
                  </a:lnTo>
                  <a:lnTo>
                    <a:pt x="47665" y="294300"/>
                  </a:lnTo>
                  <a:lnTo>
                    <a:pt x="52109" y="297209"/>
                  </a:lnTo>
                  <a:lnTo>
                    <a:pt x="56643" y="299976"/>
                  </a:lnTo>
                  <a:lnTo>
                    <a:pt x="61263" y="302597"/>
                  </a:lnTo>
                  <a:lnTo>
                    <a:pt x="65963" y="305070"/>
                  </a:lnTo>
                  <a:lnTo>
                    <a:pt x="70740" y="307392"/>
                  </a:lnTo>
                  <a:lnTo>
                    <a:pt x="75588" y="309561"/>
                  </a:lnTo>
                  <a:lnTo>
                    <a:pt x="80502" y="311576"/>
                  </a:lnTo>
                  <a:lnTo>
                    <a:pt x="85478" y="313433"/>
                  </a:lnTo>
                  <a:lnTo>
                    <a:pt x="90511" y="315131"/>
                  </a:lnTo>
                  <a:lnTo>
                    <a:pt x="95595" y="316668"/>
                  </a:lnTo>
                  <a:lnTo>
                    <a:pt x="100725" y="318044"/>
                  </a:lnTo>
                  <a:lnTo>
                    <a:pt x="105896" y="319255"/>
                  </a:lnTo>
                  <a:lnTo>
                    <a:pt x="111103" y="320302"/>
                  </a:lnTo>
                  <a:lnTo>
                    <a:pt x="116341" y="321182"/>
                  </a:lnTo>
                  <a:lnTo>
                    <a:pt x="121604" y="321896"/>
                  </a:lnTo>
                  <a:lnTo>
                    <a:pt x="126887" y="322442"/>
                  </a:lnTo>
                  <a:lnTo>
                    <a:pt x="132185" y="322820"/>
                  </a:lnTo>
                  <a:lnTo>
                    <a:pt x="137492" y="323030"/>
                  </a:lnTo>
                  <a:lnTo>
                    <a:pt x="142804" y="323071"/>
                  </a:lnTo>
                  <a:lnTo>
                    <a:pt x="148113" y="322943"/>
                  </a:lnTo>
                  <a:lnTo>
                    <a:pt x="153416" y="322646"/>
                  </a:lnTo>
                  <a:lnTo>
                    <a:pt x="158707" y="322182"/>
                  </a:lnTo>
                  <a:lnTo>
                    <a:pt x="163981" y="321549"/>
                  </a:lnTo>
                  <a:lnTo>
                    <a:pt x="169232" y="320749"/>
                  </a:lnTo>
                  <a:lnTo>
                    <a:pt x="174454" y="319783"/>
                  </a:lnTo>
                  <a:lnTo>
                    <a:pt x="179644" y="318651"/>
                  </a:lnTo>
                  <a:lnTo>
                    <a:pt x="184794" y="317355"/>
                  </a:lnTo>
                  <a:lnTo>
                    <a:pt x="189901" y="315896"/>
                  </a:lnTo>
                  <a:lnTo>
                    <a:pt x="194959" y="314276"/>
                  </a:lnTo>
                  <a:lnTo>
                    <a:pt x="199963" y="312496"/>
                  </a:lnTo>
                  <a:lnTo>
                    <a:pt x="204908" y="310557"/>
                  </a:lnTo>
                  <a:lnTo>
                    <a:pt x="209789" y="308463"/>
                  </a:lnTo>
                  <a:lnTo>
                    <a:pt x="214601" y="306214"/>
                  </a:lnTo>
                  <a:lnTo>
                    <a:pt x="219339" y="303814"/>
                  </a:lnTo>
                  <a:lnTo>
                    <a:pt x="223999" y="301264"/>
                  </a:lnTo>
                  <a:lnTo>
                    <a:pt x="228575" y="298568"/>
                  </a:lnTo>
                  <a:lnTo>
                    <a:pt x="233063" y="295728"/>
                  </a:lnTo>
                  <a:lnTo>
                    <a:pt x="237458" y="292746"/>
                  </a:lnTo>
                  <a:lnTo>
                    <a:pt x="241757" y="289627"/>
                  </a:lnTo>
                  <a:lnTo>
                    <a:pt x="245954" y="286372"/>
                  </a:lnTo>
                  <a:lnTo>
                    <a:pt x="250046" y="282986"/>
                  </a:lnTo>
                  <a:lnTo>
                    <a:pt x="254028" y="279472"/>
                  </a:lnTo>
                  <a:lnTo>
                    <a:pt x="257897" y="275832"/>
                  </a:lnTo>
                  <a:lnTo>
                    <a:pt x="261648" y="272072"/>
                  </a:lnTo>
                  <a:lnTo>
                    <a:pt x="265277" y="268194"/>
                  </a:lnTo>
                  <a:lnTo>
                    <a:pt x="268782" y="264203"/>
                  </a:lnTo>
                  <a:lnTo>
                    <a:pt x="272158" y="260103"/>
                  </a:lnTo>
                  <a:lnTo>
                    <a:pt x="275402" y="255898"/>
                  </a:lnTo>
                  <a:lnTo>
                    <a:pt x="278511" y="251591"/>
                  </a:lnTo>
                  <a:lnTo>
                    <a:pt x="281482" y="247188"/>
                  </a:lnTo>
                  <a:lnTo>
                    <a:pt x="284311" y="242693"/>
                  </a:lnTo>
                  <a:lnTo>
                    <a:pt x="286996" y="238111"/>
                  </a:lnTo>
                  <a:lnTo>
                    <a:pt x="289533" y="233445"/>
                  </a:lnTo>
                  <a:lnTo>
                    <a:pt x="291922" y="228701"/>
                  </a:lnTo>
                  <a:lnTo>
                    <a:pt x="294158" y="223883"/>
                  </a:lnTo>
                  <a:lnTo>
                    <a:pt x="296241" y="218997"/>
                  </a:lnTo>
                  <a:lnTo>
                    <a:pt x="298167" y="214048"/>
                  </a:lnTo>
                  <a:lnTo>
                    <a:pt x="299935" y="209039"/>
                  </a:lnTo>
                  <a:lnTo>
                    <a:pt x="301543" y="203977"/>
                  </a:lnTo>
                  <a:lnTo>
                    <a:pt x="302989" y="198866"/>
                  </a:lnTo>
                  <a:lnTo>
                    <a:pt x="304272" y="193712"/>
                  </a:lnTo>
                  <a:lnTo>
                    <a:pt x="305391" y="188520"/>
                  </a:lnTo>
                  <a:lnTo>
                    <a:pt x="306344" y="183295"/>
                  </a:lnTo>
                  <a:lnTo>
                    <a:pt x="307131" y="178042"/>
                  </a:lnTo>
                  <a:lnTo>
                    <a:pt x="307750" y="172767"/>
                  </a:lnTo>
                  <a:lnTo>
                    <a:pt x="308202" y="167475"/>
                  </a:lnTo>
                  <a:lnTo>
                    <a:pt x="308485" y="162172"/>
                  </a:lnTo>
                  <a:lnTo>
                    <a:pt x="308600" y="156862"/>
                  </a:lnTo>
                  <a:lnTo>
                    <a:pt x="308546" y="151551"/>
                  </a:lnTo>
                  <a:lnTo>
                    <a:pt x="308323" y="146244"/>
                  </a:lnTo>
                  <a:lnTo>
                    <a:pt x="307932" y="140947"/>
                  </a:lnTo>
                  <a:lnTo>
                    <a:pt x="307372" y="135665"/>
                  </a:lnTo>
                  <a:lnTo>
                    <a:pt x="306645" y="130404"/>
                  </a:lnTo>
                  <a:lnTo>
                    <a:pt x="305752" y="125168"/>
                  </a:lnTo>
                  <a:lnTo>
                    <a:pt x="304692" y="119964"/>
                  </a:lnTo>
                  <a:lnTo>
                    <a:pt x="303468" y="114796"/>
                  </a:lnTo>
                  <a:lnTo>
                    <a:pt x="302080" y="109669"/>
                  </a:lnTo>
                  <a:lnTo>
                    <a:pt x="300530" y="104589"/>
                  </a:lnTo>
                  <a:lnTo>
                    <a:pt x="298819" y="99560"/>
                  </a:lnTo>
                  <a:lnTo>
                    <a:pt x="296950" y="94589"/>
                  </a:lnTo>
                  <a:lnTo>
                    <a:pt x="294923" y="89679"/>
                  </a:lnTo>
                  <a:lnTo>
                    <a:pt x="292742" y="84837"/>
                  </a:lnTo>
                  <a:lnTo>
                    <a:pt x="290408" y="80066"/>
                  </a:lnTo>
                  <a:lnTo>
                    <a:pt x="287923" y="75372"/>
                  </a:lnTo>
                  <a:lnTo>
                    <a:pt x="285290" y="70759"/>
                  </a:lnTo>
                  <a:lnTo>
                    <a:pt x="282513" y="66232"/>
                  </a:lnTo>
                  <a:lnTo>
                    <a:pt x="279593" y="61795"/>
                  </a:lnTo>
                  <a:lnTo>
                    <a:pt x="276533" y="57453"/>
                  </a:lnTo>
                  <a:lnTo>
                    <a:pt x="273337" y="53211"/>
                  </a:lnTo>
                  <a:lnTo>
                    <a:pt x="270008" y="49073"/>
                  </a:lnTo>
                  <a:lnTo>
                    <a:pt x="266549" y="45042"/>
                  </a:lnTo>
                  <a:lnTo>
                    <a:pt x="262964" y="41124"/>
                  </a:lnTo>
                  <a:lnTo>
                    <a:pt x="259256" y="37321"/>
                  </a:lnTo>
                  <a:lnTo>
                    <a:pt x="255429" y="33638"/>
                  </a:lnTo>
                  <a:lnTo>
                    <a:pt x="251487" y="30078"/>
                  </a:lnTo>
                  <a:lnTo>
                    <a:pt x="247434" y="26645"/>
                  </a:lnTo>
                  <a:lnTo>
                    <a:pt x="243274" y="23343"/>
                  </a:lnTo>
                  <a:lnTo>
                    <a:pt x="239011" y="20175"/>
                  </a:lnTo>
                  <a:lnTo>
                    <a:pt x="234650" y="17143"/>
                  </a:lnTo>
                  <a:lnTo>
                    <a:pt x="230195" y="14252"/>
                  </a:lnTo>
                  <a:lnTo>
                    <a:pt x="225650" y="11504"/>
                  </a:lnTo>
                  <a:lnTo>
                    <a:pt x="221020" y="8901"/>
                  </a:lnTo>
                  <a:lnTo>
                    <a:pt x="216309" y="6447"/>
                  </a:lnTo>
                  <a:lnTo>
                    <a:pt x="211523" y="4144"/>
                  </a:lnTo>
                  <a:lnTo>
                    <a:pt x="206667" y="1994"/>
                  </a:lnTo>
                  <a:lnTo>
                    <a:pt x="201744" y="0"/>
                  </a:lnTo>
                  <a:lnTo>
                    <a:pt x="141435" y="155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919011" y="2633064"/>
              <a:ext cx="60309" cy="167167"/>
            </a:xfrm>
            <a:custGeom>
              <a:avLst/>
              <a:pathLst>
                <a:path w="60309" h="167167">
                  <a:moveTo>
                    <a:pt x="60309" y="11257"/>
                  </a:moveTo>
                  <a:lnTo>
                    <a:pt x="54514" y="9138"/>
                  </a:lnTo>
                  <a:lnTo>
                    <a:pt x="48646" y="7234"/>
                  </a:lnTo>
                  <a:lnTo>
                    <a:pt x="42711" y="5548"/>
                  </a:lnTo>
                  <a:lnTo>
                    <a:pt x="36718" y="4082"/>
                  </a:lnTo>
                  <a:lnTo>
                    <a:pt x="30675" y="2838"/>
                  </a:lnTo>
                  <a:lnTo>
                    <a:pt x="24590" y="1818"/>
                  </a:lnTo>
                  <a:lnTo>
                    <a:pt x="18472" y="1023"/>
                  </a:lnTo>
                  <a:lnTo>
                    <a:pt x="12328" y="455"/>
                  </a:lnTo>
                  <a:lnTo>
                    <a:pt x="616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31028" y="2126963"/>
              <a:ext cx="97444" cy="167167"/>
            </a:xfrm>
            <a:custGeom>
              <a:avLst/>
              <a:pathLst>
                <a:path w="97444" h="167167">
                  <a:moveTo>
                    <a:pt x="97444" y="0"/>
                  </a:moveTo>
                  <a:lnTo>
                    <a:pt x="91665" y="99"/>
                  </a:lnTo>
                  <a:lnTo>
                    <a:pt x="85894" y="399"/>
                  </a:lnTo>
                  <a:lnTo>
                    <a:pt x="80136" y="898"/>
                  </a:lnTo>
                  <a:lnTo>
                    <a:pt x="74400" y="1595"/>
                  </a:lnTo>
                  <a:lnTo>
                    <a:pt x="68690" y="2491"/>
                  </a:lnTo>
                  <a:lnTo>
                    <a:pt x="63015" y="3583"/>
                  </a:lnTo>
                  <a:lnTo>
                    <a:pt x="57381" y="4871"/>
                  </a:lnTo>
                  <a:lnTo>
                    <a:pt x="51795" y="6353"/>
                  </a:lnTo>
                  <a:lnTo>
                    <a:pt x="46264" y="8027"/>
                  </a:lnTo>
                  <a:lnTo>
                    <a:pt x="40794" y="9891"/>
                  </a:lnTo>
                  <a:lnTo>
                    <a:pt x="35391" y="11943"/>
                  </a:lnTo>
                  <a:lnTo>
                    <a:pt x="30063" y="14181"/>
                  </a:lnTo>
                  <a:lnTo>
                    <a:pt x="24815" y="16601"/>
                  </a:lnTo>
                  <a:lnTo>
                    <a:pt x="19654" y="19202"/>
                  </a:lnTo>
                  <a:lnTo>
                    <a:pt x="14586" y="21979"/>
                  </a:lnTo>
                  <a:lnTo>
                    <a:pt x="9617" y="24930"/>
                  </a:lnTo>
                  <a:lnTo>
                    <a:pt x="4753" y="28051"/>
                  </a:lnTo>
                  <a:lnTo>
                    <a:pt x="0" y="31338"/>
                  </a:lnTo>
                  <a:lnTo>
                    <a:pt x="974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1028" y="2158301"/>
              <a:ext cx="97444" cy="135829"/>
            </a:xfrm>
            <a:custGeom>
              <a:avLst/>
              <a:pathLst>
                <a:path w="97444" h="135829">
                  <a:moveTo>
                    <a:pt x="0" y="0"/>
                  </a:moveTo>
                  <a:lnTo>
                    <a:pt x="97444" y="135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561310" y="2158301"/>
              <a:ext cx="248874" cy="302996"/>
            </a:xfrm>
            <a:custGeom>
              <a:avLst/>
              <a:pathLst>
                <a:path w="248874" h="302996">
                  <a:moveTo>
                    <a:pt x="69717" y="0"/>
                  </a:moveTo>
                  <a:lnTo>
                    <a:pt x="65435" y="3176"/>
                  </a:lnTo>
                  <a:lnTo>
                    <a:pt x="61256" y="6487"/>
                  </a:lnTo>
                  <a:lnTo>
                    <a:pt x="57186" y="9930"/>
                  </a:lnTo>
                  <a:lnTo>
                    <a:pt x="53227" y="13502"/>
                  </a:lnTo>
                  <a:lnTo>
                    <a:pt x="49384" y="17197"/>
                  </a:lnTo>
                  <a:lnTo>
                    <a:pt x="45661" y="21013"/>
                  </a:lnTo>
                  <a:lnTo>
                    <a:pt x="42061" y="24946"/>
                  </a:lnTo>
                  <a:lnTo>
                    <a:pt x="38589" y="28992"/>
                  </a:lnTo>
                  <a:lnTo>
                    <a:pt x="35247" y="33146"/>
                  </a:lnTo>
                  <a:lnTo>
                    <a:pt x="32040" y="37405"/>
                  </a:lnTo>
                  <a:lnTo>
                    <a:pt x="28970" y="41764"/>
                  </a:lnTo>
                  <a:lnTo>
                    <a:pt x="26040" y="46219"/>
                  </a:lnTo>
                  <a:lnTo>
                    <a:pt x="23255" y="50765"/>
                  </a:lnTo>
                  <a:lnTo>
                    <a:pt x="20615" y="55397"/>
                  </a:lnTo>
                  <a:lnTo>
                    <a:pt x="18125" y="60111"/>
                  </a:lnTo>
                  <a:lnTo>
                    <a:pt x="15786" y="64903"/>
                  </a:lnTo>
                  <a:lnTo>
                    <a:pt x="13601" y="69766"/>
                  </a:lnTo>
                  <a:lnTo>
                    <a:pt x="11573" y="74696"/>
                  </a:lnTo>
                  <a:lnTo>
                    <a:pt x="9702" y="79689"/>
                  </a:lnTo>
                  <a:lnTo>
                    <a:pt x="7992" y="84739"/>
                  </a:lnTo>
                  <a:lnTo>
                    <a:pt x="6444" y="89841"/>
                  </a:lnTo>
                  <a:lnTo>
                    <a:pt x="5059" y="94989"/>
                  </a:lnTo>
                  <a:lnTo>
                    <a:pt x="3839" y="100179"/>
                  </a:lnTo>
                  <a:lnTo>
                    <a:pt x="2785" y="105406"/>
                  </a:lnTo>
                  <a:lnTo>
                    <a:pt x="1899" y="110663"/>
                  </a:lnTo>
                  <a:lnTo>
                    <a:pt x="1180" y="115946"/>
                  </a:lnTo>
                  <a:lnTo>
                    <a:pt x="631" y="121249"/>
                  </a:lnTo>
                  <a:lnTo>
                    <a:pt x="250" y="126567"/>
                  </a:lnTo>
                  <a:lnTo>
                    <a:pt x="40" y="131894"/>
                  </a:lnTo>
                  <a:lnTo>
                    <a:pt x="0" y="137226"/>
                  </a:lnTo>
                  <a:lnTo>
                    <a:pt x="129" y="142556"/>
                  </a:lnTo>
                  <a:lnTo>
                    <a:pt x="429" y="147879"/>
                  </a:lnTo>
                  <a:lnTo>
                    <a:pt x="898" y="153190"/>
                  </a:lnTo>
                  <a:lnTo>
                    <a:pt x="1536" y="158483"/>
                  </a:lnTo>
                  <a:lnTo>
                    <a:pt x="2342" y="163753"/>
                  </a:lnTo>
                  <a:lnTo>
                    <a:pt x="3317" y="168995"/>
                  </a:lnTo>
                  <a:lnTo>
                    <a:pt x="4458" y="174203"/>
                  </a:lnTo>
                  <a:lnTo>
                    <a:pt x="5764" y="179372"/>
                  </a:lnTo>
                  <a:lnTo>
                    <a:pt x="7235" y="184497"/>
                  </a:lnTo>
                  <a:lnTo>
                    <a:pt x="8868" y="189572"/>
                  </a:lnTo>
                  <a:lnTo>
                    <a:pt x="10663" y="194592"/>
                  </a:lnTo>
                  <a:lnTo>
                    <a:pt x="12616" y="199553"/>
                  </a:lnTo>
                  <a:lnTo>
                    <a:pt x="14727" y="204449"/>
                  </a:lnTo>
                  <a:lnTo>
                    <a:pt x="16993" y="209275"/>
                  </a:lnTo>
                  <a:lnTo>
                    <a:pt x="19411" y="214027"/>
                  </a:lnTo>
                  <a:lnTo>
                    <a:pt x="21980" y="218699"/>
                  </a:lnTo>
                  <a:lnTo>
                    <a:pt x="24697" y="223286"/>
                  </a:lnTo>
                  <a:lnTo>
                    <a:pt x="27558" y="227785"/>
                  </a:lnTo>
                  <a:lnTo>
                    <a:pt x="30561" y="232190"/>
                  </a:lnTo>
                  <a:lnTo>
                    <a:pt x="33704" y="236497"/>
                  </a:lnTo>
                  <a:lnTo>
                    <a:pt x="36982" y="240702"/>
                  </a:lnTo>
                  <a:lnTo>
                    <a:pt x="40392" y="244800"/>
                  </a:lnTo>
                  <a:lnTo>
                    <a:pt x="43932" y="248787"/>
                  </a:lnTo>
                  <a:lnTo>
                    <a:pt x="47597" y="252659"/>
                  </a:lnTo>
                  <a:lnTo>
                    <a:pt x="51383" y="256412"/>
                  </a:lnTo>
                  <a:lnTo>
                    <a:pt x="55287" y="260043"/>
                  </a:lnTo>
                  <a:lnTo>
                    <a:pt x="59305" y="263548"/>
                  </a:lnTo>
                  <a:lnTo>
                    <a:pt x="63433" y="266922"/>
                  </a:lnTo>
                  <a:lnTo>
                    <a:pt x="67666" y="270163"/>
                  </a:lnTo>
                  <a:lnTo>
                    <a:pt x="72001" y="273268"/>
                  </a:lnTo>
                  <a:lnTo>
                    <a:pt x="76432" y="276232"/>
                  </a:lnTo>
                  <a:lnTo>
                    <a:pt x="80956" y="279054"/>
                  </a:lnTo>
                  <a:lnTo>
                    <a:pt x="85567" y="281731"/>
                  </a:lnTo>
                  <a:lnTo>
                    <a:pt x="90261" y="284258"/>
                  </a:lnTo>
                  <a:lnTo>
                    <a:pt x="95034" y="286635"/>
                  </a:lnTo>
                  <a:lnTo>
                    <a:pt x="99879" y="288859"/>
                  </a:lnTo>
                  <a:lnTo>
                    <a:pt x="104794" y="290926"/>
                  </a:lnTo>
                  <a:lnTo>
                    <a:pt x="109771" y="292836"/>
                  </a:lnTo>
                  <a:lnTo>
                    <a:pt x="114807" y="294587"/>
                  </a:lnTo>
                  <a:lnTo>
                    <a:pt x="119897" y="296175"/>
                  </a:lnTo>
                  <a:lnTo>
                    <a:pt x="125034" y="297601"/>
                  </a:lnTo>
                  <a:lnTo>
                    <a:pt x="130214" y="298862"/>
                  </a:lnTo>
                  <a:lnTo>
                    <a:pt x="135432" y="299957"/>
                  </a:lnTo>
                  <a:lnTo>
                    <a:pt x="140682" y="300886"/>
                  </a:lnTo>
                  <a:lnTo>
                    <a:pt x="145959" y="301646"/>
                  </a:lnTo>
                  <a:lnTo>
                    <a:pt x="151258" y="302238"/>
                  </a:lnTo>
                  <a:lnTo>
                    <a:pt x="156573" y="302661"/>
                  </a:lnTo>
                  <a:lnTo>
                    <a:pt x="161898" y="302913"/>
                  </a:lnTo>
                  <a:lnTo>
                    <a:pt x="167229" y="302996"/>
                  </a:lnTo>
                  <a:lnTo>
                    <a:pt x="172560" y="302909"/>
                  </a:lnTo>
                  <a:lnTo>
                    <a:pt x="177885" y="302652"/>
                  </a:lnTo>
                  <a:lnTo>
                    <a:pt x="183200" y="302225"/>
                  </a:lnTo>
                  <a:lnTo>
                    <a:pt x="188498" y="301629"/>
                  </a:lnTo>
                  <a:lnTo>
                    <a:pt x="193774" y="300864"/>
                  </a:lnTo>
                  <a:lnTo>
                    <a:pt x="199024" y="299932"/>
                  </a:lnTo>
                  <a:lnTo>
                    <a:pt x="204240" y="298832"/>
                  </a:lnTo>
                  <a:lnTo>
                    <a:pt x="209420" y="297567"/>
                  </a:lnTo>
                  <a:lnTo>
                    <a:pt x="214556" y="296137"/>
                  </a:lnTo>
                  <a:lnTo>
                    <a:pt x="219644" y="294544"/>
                  </a:lnTo>
                  <a:lnTo>
                    <a:pt x="224679" y="292790"/>
                  </a:lnTo>
                  <a:lnTo>
                    <a:pt x="229655" y="290876"/>
                  </a:lnTo>
                  <a:lnTo>
                    <a:pt x="234567" y="288804"/>
                  </a:lnTo>
                  <a:lnTo>
                    <a:pt x="239411" y="286576"/>
                  </a:lnTo>
                  <a:lnTo>
                    <a:pt x="244182" y="284196"/>
                  </a:lnTo>
                  <a:lnTo>
                    <a:pt x="248874" y="281664"/>
                  </a:lnTo>
                  <a:lnTo>
                    <a:pt x="167161" y="1358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728472" y="2126963"/>
              <a:ext cx="167167" cy="313002"/>
            </a:xfrm>
            <a:custGeom>
              <a:avLst/>
              <a:pathLst>
                <a:path w="167167" h="313002">
                  <a:moveTo>
                    <a:pt x="81712" y="313002"/>
                  </a:moveTo>
                  <a:lnTo>
                    <a:pt x="86348" y="310306"/>
                  </a:lnTo>
                  <a:lnTo>
                    <a:pt x="90896" y="307462"/>
                  </a:lnTo>
                  <a:lnTo>
                    <a:pt x="95349" y="304474"/>
                  </a:lnTo>
                  <a:lnTo>
                    <a:pt x="99705" y="301345"/>
                  </a:lnTo>
                  <a:lnTo>
                    <a:pt x="103958" y="298078"/>
                  </a:lnTo>
                  <a:lnTo>
                    <a:pt x="108104" y="294676"/>
                  </a:lnTo>
                  <a:lnTo>
                    <a:pt x="112138" y="291142"/>
                  </a:lnTo>
                  <a:lnTo>
                    <a:pt x="116057" y="287481"/>
                  </a:lnTo>
                  <a:lnTo>
                    <a:pt x="119857" y="283696"/>
                  </a:lnTo>
                  <a:lnTo>
                    <a:pt x="123534" y="279791"/>
                  </a:lnTo>
                  <a:lnTo>
                    <a:pt x="127083" y="275771"/>
                  </a:lnTo>
                  <a:lnTo>
                    <a:pt x="130501" y="271638"/>
                  </a:lnTo>
                  <a:lnTo>
                    <a:pt x="133785" y="267398"/>
                  </a:lnTo>
                  <a:lnTo>
                    <a:pt x="136932" y="263055"/>
                  </a:lnTo>
                  <a:lnTo>
                    <a:pt x="139937" y="258613"/>
                  </a:lnTo>
                  <a:lnTo>
                    <a:pt x="142799" y="254077"/>
                  </a:lnTo>
                  <a:lnTo>
                    <a:pt x="145513" y="249452"/>
                  </a:lnTo>
                  <a:lnTo>
                    <a:pt x="148078" y="244741"/>
                  </a:lnTo>
                  <a:lnTo>
                    <a:pt x="150490" y="239951"/>
                  </a:lnTo>
                  <a:lnTo>
                    <a:pt x="152747" y="235087"/>
                  </a:lnTo>
                  <a:lnTo>
                    <a:pt x="154847" y="230152"/>
                  </a:lnTo>
                  <a:lnTo>
                    <a:pt x="156788" y="225152"/>
                  </a:lnTo>
                  <a:lnTo>
                    <a:pt x="158568" y="220093"/>
                  </a:lnTo>
                  <a:lnTo>
                    <a:pt x="160184" y="214979"/>
                  </a:lnTo>
                  <a:lnTo>
                    <a:pt x="161635" y="209816"/>
                  </a:lnTo>
                  <a:lnTo>
                    <a:pt x="162920" y="204609"/>
                  </a:lnTo>
                  <a:lnTo>
                    <a:pt x="164037" y="199363"/>
                  </a:lnTo>
                  <a:lnTo>
                    <a:pt x="164986" y="194085"/>
                  </a:lnTo>
                  <a:lnTo>
                    <a:pt x="165764" y="188778"/>
                  </a:lnTo>
                  <a:lnTo>
                    <a:pt x="166372" y="183450"/>
                  </a:lnTo>
                  <a:lnTo>
                    <a:pt x="166809" y="178105"/>
                  </a:lnTo>
                  <a:lnTo>
                    <a:pt x="167074" y="172748"/>
                  </a:lnTo>
                  <a:lnTo>
                    <a:pt x="167167" y="167386"/>
                  </a:lnTo>
                  <a:lnTo>
                    <a:pt x="167088" y="162023"/>
                  </a:lnTo>
                  <a:lnTo>
                    <a:pt x="166837" y="156666"/>
                  </a:lnTo>
                  <a:lnTo>
                    <a:pt x="166414" y="151319"/>
                  </a:lnTo>
                  <a:lnTo>
                    <a:pt x="165820" y="145989"/>
                  </a:lnTo>
                  <a:lnTo>
                    <a:pt x="165055" y="140681"/>
                  </a:lnTo>
                  <a:lnTo>
                    <a:pt x="164121" y="135400"/>
                  </a:lnTo>
                  <a:lnTo>
                    <a:pt x="163017" y="130151"/>
                  </a:lnTo>
                  <a:lnTo>
                    <a:pt x="161746" y="124941"/>
                  </a:lnTo>
                  <a:lnTo>
                    <a:pt x="160308" y="119774"/>
                  </a:lnTo>
                  <a:lnTo>
                    <a:pt x="158705" y="114656"/>
                  </a:lnTo>
                  <a:lnTo>
                    <a:pt x="156939" y="109592"/>
                  </a:lnTo>
                  <a:lnTo>
                    <a:pt x="155012" y="104588"/>
                  </a:lnTo>
                  <a:lnTo>
                    <a:pt x="152924" y="99647"/>
                  </a:lnTo>
                  <a:lnTo>
                    <a:pt x="150680" y="94777"/>
                  </a:lnTo>
                  <a:lnTo>
                    <a:pt x="148280" y="89980"/>
                  </a:lnTo>
                  <a:lnTo>
                    <a:pt x="145728" y="85263"/>
                  </a:lnTo>
                  <a:lnTo>
                    <a:pt x="143026" y="80631"/>
                  </a:lnTo>
                  <a:lnTo>
                    <a:pt x="140176" y="76087"/>
                  </a:lnTo>
                  <a:lnTo>
                    <a:pt x="137182" y="71638"/>
                  </a:lnTo>
                  <a:lnTo>
                    <a:pt x="134047" y="67286"/>
                  </a:lnTo>
                  <a:lnTo>
                    <a:pt x="130774" y="63037"/>
                  </a:lnTo>
                  <a:lnTo>
                    <a:pt x="127367" y="58896"/>
                  </a:lnTo>
                  <a:lnTo>
                    <a:pt x="123828" y="54866"/>
                  </a:lnTo>
                  <a:lnTo>
                    <a:pt x="120162" y="50952"/>
                  </a:lnTo>
                  <a:lnTo>
                    <a:pt x="116372" y="47157"/>
                  </a:lnTo>
                  <a:lnTo>
                    <a:pt x="112462" y="43486"/>
                  </a:lnTo>
                  <a:lnTo>
                    <a:pt x="108437" y="39942"/>
                  </a:lnTo>
                  <a:lnTo>
                    <a:pt x="104300" y="36529"/>
                  </a:lnTo>
                  <a:lnTo>
                    <a:pt x="100056" y="33250"/>
                  </a:lnTo>
                  <a:lnTo>
                    <a:pt x="95708" y="30109"/>
                  </a:lnTo>
                  <a:lnTo>
                    <a:pt x="91263" y="27110"/>
                  </a:lnTo>
                  <a:lnTo>
                    <a:pt x="86723" y="24254"/>
                  </a:lnTo>
                  <a:lnTo>
                    <a:pt x="82094" y="21546"/>
                  </a:lnTo>
                  <a:lnTo>
                    <a:pt x="77380" y="18987"/>
                  </a:lnTo>
                  <a:lnTo>
                    <a:pt x="72587" y="16581"/>
                  </a:lnTo>
                  <a:lnTo>
                    <a:pt x="67719" y="14330"/>
                  </a:lnTo>
                  <a:lnTo>
                    <a:pt x="62782" y="12237"/>
                  </a:lnTo>
                  <a:lnTo>
                    <a:pt x="57779" y="10303"/>
                  </a:lnTo>
                  <a:lnTo>
                    <a:pt x="52718" y="8530"/>
                  </a:lnTo>
                  <a:lnTo>
                    <a:pt x="47602" y="6920"/>
                  </a:lnTo>
                  <a:lnTo>
                    <a:pt x="42437" y="5476"/>
                  </a:lnTo>
                  <a:lnTo>
                    <a:pt x="37228" y="4198"/>
                  </a:lnTo>
                  <a:lnTo>
                    <a:pt x="31981" y="3087"/>
                  </a:lnTo>
                  <a:lnTo>
                    <a:pt x="26701" y="2146"/>
                  </a:lnTo>
                  <a:lnTo>
                    <a:pt x="21394" y="1374"/>
                  </a:lnTo>
                  <a:lnTo>
                    <a:pt x="16065" y="773"/>
                  </a:lnTo>
                  <a:lnTo>
                    <a:pt x="10719" y="344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5385" y="1681503"/>
              <a:ext cx="27850" cy="167167"/>
            </a:xfrm>
            <a:custGeom>
              <a:avLst/>
              <a:pathLst>
                <a:path w="27850" h="167167">
                  <a:moveTo>
                    <a:pt x="27850" y="0"/>
                  </a:moveTo>
                  <a:lnTo>
                    <a:pt x="20856" y="146"/>
                  </a:lnTo>
                  <a:lnTo>
                    <a:pt x="13876" y="585"/>
                  </a:lnTo>
                  <a:lnTo>
                    <a:pt x="6919" y="1315"/>
                  </a:lnTo>
                  <a:lnTo>
                    <a:pt x="0" y="2336"/>
                  </a:lnTo>
                  <a:lnTo>
                    <a:pt x="2785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5385" y="1683839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256080" y="1683839"/>
              <a:ext cx="334317" cy="331997"/>
            </a:xfrm>
            <a:custGeom>
              <a:avLst/>
              <a:pathLst>
                <a:path w="334317" h="331997">
                  <a:moveTo>
                    <a:pt x="139304" y="0"/>
                  </a:moveTo>
                  <a:lnTo>
                    <a:pt x="134108" y="962"/>
                  </a:lnTo>
                  <a:lnTo>
                    <a:pt x="128946" y="2088"/>
                  </a:lnTo>
                  <a:lnTo>
                    <a:pt x="123821" y="3377"/>
                  </a:lnTo>
                  <a:lnTo>
                    <a:pt x="118740" y="4827"/>
                  </a:lnTo>
                  <a:lnTo>
                    <a:pt x="113708" y="6437"/>
                  </a:lnTo>
                  <a:lnTo>
                    <a:pt x="108728" y="8206"/>
                  </a:lnTo>
                  <a:lnTo>
                    <a:pt x="103808" y="10130"/>
                  </a:lnTo>
                  <a:lnTo>
                    <a:pt x="98950" y="12210"/>
                  </a:lnTo>
                  <a:lnTo>
                    <a:pt x="94161" y="14441"/>
                  </a:lnTo>
                  <a:lnTo>
                    <a:pt x="89444" y="16823"/>
                  </a:lnTo>
                  <a:lnTo>
                    <a:pt x="84805" y="19353"/>
                  </a:lnTo>
                  <a:lnTo>
                    <a:pt x="80249" y="22029"/>
                  </a:lnTo>
                  <a:lnTo>
                    <a:pt x="75779" y="24847"/>
                  </a:lnTo>
                  <a:lnTo>
                    <a:pt x="71400" y="27804"/>
                  </a:lnTo>
                  <a:lnTo>
                    <a:pt x="67117" y="30899"/>
                  </a:lnTo>
                  <a:lnTo>
                    <a:pt x="62935" y="34127"/>
                  </a:lnTo>
                  <a:lnTo>
                    <a:pt x="58856" y="37487"/>
                  </a:lnTo>
                  <a:lnTo>
                    <a:pt x="54885" y="40973"/>
                  </a:lnTo>
                  <a:lnTo>
                    <a:pt x="51027" y="44583"/>
                  </a:lnTo>
                  <a:lnTo>
                    <a:pt x="47285" y="48313"/>
                  </a:lnTo>
                  <a:lnTo>
                    <a:pt x="43662" y="52160"/>
                  </a:lnTo>
                  <a:lnTo>
                    <a:pt x="40163" y="56119"/>
                  </a:lnTo>
                  <a:lnTo>
                    <a:pt x="36790" y="60187"/>
                  </a:lnTo>
                  <a:lnTo>
                    <a:pt x="33548" y="64359"/>
                  </a:lnTo>
                  <a:lnTo>
                    <a:pt x="30440" y="68632"/>
                  </a:lnTo>
                  <a:lnTo>
                    <a:pt x="27468" y="73001"/>
                  </a:lnTo>
                  <a:lnTo>
                    <a:pt x="24635" y="77461"/>
                  </a:lnTo>
                  <a:lnTo>
                    <a:pt x="21945" y="82009"/>
                  </a:lnTo>
                  <a:lnTo>
                    <a:pt x="19400" y="86640"/>
                  </a:lnTo>
                  <a:lnTo>
                    <a:pt x="17003" y="91348"/>
                  </a:lnTo>
                  <a:lnTo>
                    <a:pt x="14755" y="96131"/>
                  </a:lnTo>
                  <a:lnTo>
                    <a:pt x="12660" y="100981"/>
                  </a:lnTo>
                  <a:lnTo>
                    <a:pt x="10720" y="105896"/>
                  </a:lnTo>
                  <a:lnTo>
                    <a:pt x="8935" y="110869"/>
                  </a:lnTo>
                  <a:lnTo>
                    <a:pt x="7309" y="115897"/>
                  </a:lnTo>
                  <a:lnTo>
                    <a:pt x="5842" y="120973"/>
                  </a:lnTo>
                  <a:lnTo>
                    <a:pt x="4536" y="126093"/>
                  </a:lnTo>
                  <a:lnTo>
                    <a:pt x="3393" y="131252"/>
                  </a:lnTo>
                  <a:lnTo>
                    <a:pt x="2414" y="136444"/>
                  </a:lnTo>
                  <a:lnTo>
                    <a:pt x="1599" y="141665"/>
                  </a:lnTo>
                  <a:lnTo>
                    <a:pt x="950" y="146909"/>
                  </a:lnTo>
                  <a:lnTo>
                    <a:pt x="466" y="152171"/>
                  </a:lnTo>
                  <a:lnTo>
                    <a:pt x="149" y="157445"/>
                  </a:lnTo>
                  <a:lnTo>
                    <a:pt x="0" y="162727"/>
                  </a:lnTo>
                  <a:lnTo>
                    <a:pt x="17" y="168011"/>
                  </a:lnTo>
                  <a:lnTo>
                    <a:pt x="201" y="173291"/>
                  </a:lnTo>
                  <a:lnTo>
                    <a:pt x="551" y="178564"/>
                  </a:lnTo>
                  <a:lnTo>
                    <a:pt x="1069" y="183822"/>
                  </a:lnTo>
                  <a:lnTo>
                    <a:pt x="1752" y="189062"/>
                  </a:lnTo>
                  <a:lnTo>
                    <a:pt x="2600" y="194277"/>
                  </a:lnTo>
                  <a:lnTo>
                    <a:pt x="3613" y="199463"/>
                  </a:lnTo>
                  <a:lnTo>
                    <a:pt x="4789" y="204614"/>
                  </a:lnTo>
                  <a:lnTo>
                    <a:pt x="6128" y="209726"/>
                  </a:lnTo>
                  <a:lnTo>
                    <a:pt x="7627" y="214793"/>
                  </a:lnTo>
                  <a:lnTo>
                    <a:pt x="9286" y="219809"/>
                  </a:lnTo>
                  <a:lnTo>
                    <a:pt x="11102" y="224771"/>
                  </a:lnTo>
                  <a:lnTo>
                    <a:pt x="13075" y="229673"/>
                  </a:lnTo>
                  <a:lnTo>
                    <a:pt x="15201" y="234510"/>
                  </a:lnTo>
                  <a:lnTo>
                    <a:pt x="17479" y="239278"/>
                  </a:lnTo>
                  <a:lnTo>
                    <a:pt x="19907" y="243971"/>
                  </a:lnTo>
                  <a:lnTo>
                    <a:pt x="22481" y="248585"/>
                  </a:lnTo>
                  <a:lnTo>
                    <a:pt x="25201" y="253116"/>
                  </a:lnTo>
                  <a:lnTo>
                    <a:pt x="28062" y="257558"/>
                  </a:lnTo>
                  <a:lnTo>
                    <a:pt x="31062" y="261908"/>
                  </a:lnTo>
                  <a:lnTo>
                    <a:pt x="34198" y="266160"/>
                  </a:lnTo>
                  <a:lnTo>
                    <a:pt x="37467" y="270312"/>
                  </a:lnTo>
                  <a:lnTo>
                    <a:pt x="40865" y="274358"/>
                  </a:lnTo>
                  <a:lnTo>
                    <a:pt x="44390" y="278294"/>
                  </a:lnTo>
                  <a:lnTo>
                    <a:pt x="48037" y="282118"/>
                  </a:lnTo>
                  <a:lnTo>
                    <a:pt x="51803" y="285824"/>
                  </a:lnTo>
                  <a:lnTo>
                    <a:pt x="55685" y="289409"/>
                  </a:lnTo>
                  <a:lnTo>
                    <a:pt x="59678" y="292869"/>
                  </a:lnTo>
                  <a:lnTo>
                    <a:pt x="63778" y="296202"/>
                  </a:lnTo>
                  <a:lnTo>
                    <a:pt x="67982" y="299404"/>
                  </a:lnTo>
                  <a:lnTo>
                    <a:pt x="72284" y="302471"/>
                  </a:lnTo>
                  <a:lnTo>
                    <a:pt x="76682" y="305400"/>
                  </a:lnTo>
                  <a:lnTo>
                    <a:pt x="81170" y="308189"/>
                  </a:lnTo>
                  <a:lnTo>
                    <a:pt x="85743" y="310835"/>
                  </a:lnTo>
                  <a:lnTo>
                    <a:pt x="90398" y="313335"/>
                  </a:lnTo>
                  <a:lnTo>
                    <a:pt x="95130" y="315687"/>
                  </a:lnTo>
                  <a:lnTo>
                    <a:pt x="99934" y="317888"/>
                  </a:lnTo>
                  <a:lnTo>
                    <a:pt x="104805" y="319936"/>
                  </a:lnTo>
                  <a:lnTo>
                    <a:pt x="109738" y="321829"/>
                  </a:lnTo>
                  <a:lnTo>
                    <a:pt x="114729" y="323565"/>
                  </a:lnTo>
                  <a:lnTo>
                    <a:pt x="119771" y="325143"/>
                  </a:lnTo>
                  <a:lnTo>
                    <a:pt x="124862" y="326560"/>
                  </a:lnTo>
                  <a:lnTo>
                    <a:pt x="129994" y="327816"/>
                  </a:lnTo>
                  <a:lnTo>
                    <a:pt x="135164" y="328909"/>
                  </a:lnTo>
                  <a:lnTo>
                    <a:pt x="140365" y="329838"/>
                  </a:lnTo>
                  <a:lnTo>
                    <a:pt x="145594" y="330602"/>
                  </a:lnTo>
                  <a:lnTo>
                    <a:pt x="150844" y="331201"/>
                  </a:lnTo>
                  <a:lnTo>
                    <a:pt x="156110" y="331633"/>
                  </a:lnTo>
                  <a:lnTo>
                    <a:pt x="161387" y="331899"/>
                  </a:lnTo>
                  <a:lnTo>
                    <a:pt x="166670" y="331997"/>
                  </a:lnTo>
                  <a:lnTo>
                    <a:pt x="171953" y="331929"/>
                  </a:lnTo>
                  <a:lnTo>
                    <a:pt x="177232" y="331694"/>
                  </a:lnTo>
                  <a:lnTo>
                    <a:pt x="182501" y="331292"/>
                  </a:lnTo>
                  <a:lnTo>
                    <a:pt x="187754" y="330724"/>
                  </a:lnTo>
                  <a:lnTo>
                    <a:pt x="192987" y="329990"/>
                  </a:lnTo>
                  <a:lnTo>
                    <a:pt x="198194" y="329091"/>
                  </a:lnTo>
                  <a:lnTo>
                    <a:pt x="203369" y="328028"/>
                  </a:lnTo>
                  <a:lnTo>
                    <a:pt x="208509" y="326802"/>
                  </a:lnTo>
                  <a:lnTo>
                    <a:pt x="213608" y="325414"/>
                  </a:lnTo>
                  <a:lnTo>
                    <a:pt x="218659" y="323866"/>
                  </a:lnTo>
                  <a:lnTo>
                    <a:pt x="223660" y="322158"/>
                  </a:lnTo>
                  <a:lnTo>
                    <a:pt x="228604" y="320294"/>
                  </a:lnTo>
                  <a:lnTo>
                    <a:pt x="233487" y="318274"/>
                  </a:lnTo>
                  <a:lnTo>
                    <a:pt x="238303" y="316101"/>
                  </a:lnTo>
                  <a:lnTo>
                    <a:pt x="243048" y="313777"/>
                  </a:lnTo>
                  <a:lnTo>
                    <a:pt x="247718" y="311304"/>
                  </a:lnTo>
                  <a:lnTo>
                    <a:pt x="252307" y="308685"/>
                  </a:lnTo>
                  <a:lnTo>
                    <a:pt x="256811" y="305921"/>
                  </a:lnTo>
                  <a:lnTo>
                    <a:pt x="261225" y="303017"/>
                  </a:lnTo>
                  <a:lnTo>
                    <a:pt x="265545" y="299975"/>
                  </a:lnTo>
                  <a:lnTo>
                    <a:pt x="269767" y="296798"/>
                  </a:lnTo>
                  <a:lnTo>
                    <a:pt x="273887" y="293489"/>
                  </a:lnTo>
                  <a:lnTo>
                    <a:pt x="277900" y="290052"/>
                  </a:lnTo>
                  <a:lnTo>
                    <a:pt x="281802" y="286489"/>
                  </a:lnTo>
                  <a:lnTo>
                    <a:pt x="285590" y="282805"/>
                  </a:lnTo>
                  <a:lnTo>
                    <a:pt x="289259" y="279003"/>
                  </a:lnTo>
                  <a:lnTo>
                    <a:pt x="292806" y="275087"/>
                  </a:lnTo>
                  <a:lnTo>
                    <a:pt x="296228" y="271060"/>
                  </a:lnTo>
                  <a:lnTo>
                    <a:pt x="299521" y="266928"/>
                  </a:lnTo>
                  <a:lnTo>
                    <a:pt x="302682" y="262694"/>
                  </a:lnTo>
                  <a:lnTo>
                    <a:pt x="305707" y="258361"/>
                  </a:lnTo>
                  <a:lnTo>
                    <a:pt x="308594" y="253936"/>
                  </a:lnTo>
                  <a:lnTo>
                    <a:pt x="311339" y="249421"/>
                  </a:lnTo>
                  <a:lnTo>
                    <a:pt x="313940" y="244822"/>
                  </a:lnTo>
                  <a:lnTo>
                    <a:pt x="316395" y="240143"/>
                  </a:lnTo>
                  <a:lnTo>
                    <a:pt x="318701" y="235389"/>
                  </a:lnTo>
                  <a:lnTo>
                    <a:pt x="320855" y="230564"/>
                  </a:lnTo>
                  <a:lnTo>
                    <a:pt x="322856" y="225673"/>
                  </a:lnTo>
                  <a:lnTo>
                    <a:pt x="324701" y="220722"/>
                  </a:lnTo>
                  <a:lnTo>
                    <a:pt x="326389" y="215715"/>
                  </a:lnTo>
                  <a:lnTo>
                    <a:pt x="327917" y="210657"/>
                  </a:lnTo>
                  <a:lnTo>
                    <a:pt x="329285" y="205553"/>
                  </a:lnTo>
                  <a:lnTo>
                    <a:pt x="330491" y="200409"/>
                  </a:lnTo>
                  <a:lnTo>
                    <a:pt x="331534" y="195229"/>
                  </a:lnTo>
                  <a:lnTo>
                    <a:pt x="332413" y="190018"/>
                  </a:lnTo>
                  <a:lnTo>
                    <a:pt x="333126" y="184783"/>
                  </a:lnTo>
                  <a:lnTo>
                    <a:pt x="333674" y="179527"/>
                  </a:lnTo>
                  <a:lnTo>
                    <a:pt x="334055" y="174257"/>
                  </a:lnTo>
                  <a:lnTo>
                    <a:pt x="334270" y="168978"/>
                  </a:lnTo>
                  <a:lnTo>
                    <a:pt x="334317" y="163694"/>
                  </a:lnTo>
                  <a:lnTo>
                    <a:pt x="334198" y="158412"/>
                  </a:lnTo>
                  <a:lnTo>
                    <a:pt x="333912" y="153135"/>
                  </a:lnTo>
                  <a:lnTo>
                    <a:pt x="333459" y="147871"/>
                  </a:lnTo>
                  <a:lnTo>
                    <a:pt x="332840" y="142623"/>
                  </a:lnTo>
                  <a:lnTo>
                    <a:pt x="332055" y="137398"/>
                  </a:lnTo>
                  <a:lnTo>
                    <a:pt x="331106" y="132200"/>
                  </a:lnTo>
                  <a:lnTo>
                    <a:pt x="329992" y="127035"/>
                  </a:lnTo>
                  <a:lnTo>
                    <a:pt x="328716" y="121907"/>
                  </a:lnTo>
                  <a:lnTo>
                    <a:pt x="327279" y="116823"/>
                  </a:lnTo>
                  <a:lnTo>
                    <a:pt x="325682" y="111786"/>
                  </a:lnTo>
                  <a:lnTo>
                    <a:pt x="323926" y="106802"/>
                  </a:lnTo>
                  <a:lnTo>
                    <a:pt x="322014" y="101876"/>
                  </a:lnTo>
                  <a:lnTo>
                    <a:pt x="319947" y="97014"/>
                  </a:lnTo>
                  <a:lnTo>
                    <a:pt x="317727" y="92219"/>
                  </a:lnTo>
                  <a:lnTo>
                    <a:pt x="315357" y="87496"/>
                  </a:lnTo>
                  <a:lnTo>
                    <a:pt x="312839" y="82851"/>
                  </a:lnTo>
                  <a:lnTo>
                    <a:pt x="310175" y="78287"/>
                  </a:lnTo>
                  <a:lnTo>
                    <a:pt x="307369" y="73810"/>
                  </a:lnTo>
                  <a:lnTo>
                    <a:pt x="304422" y="69425"/>
                  </a:lnTo>
                  <a:lnTo>
                    <a:pt x="301338" y="65134"/>
                  </a:lnTo>
                  <a:lnTo>
                    <a:pt x="298120" y="60943"/>
                  </a:lnTo>
                  <a:lnTo>
                    <a:pt x="294772" y="56856"/>
                  </a:lnTo>
                  <a:lnTo>
                    <a:pt x="291295" y="52876"/>
                  </a:lnTo>
                  <a:lnTo>
                    <a:pt x="287695" y="49009"/>
                  </a:lnTo>
                  <a:lnTo>
                    <a:pt x="283974" y="45257"/>
                  </a:lnTo>
                  <a:lnTo>
                    <a:pt x="280137" y="41625"/>
                  </a:lnTo>
                  <a:lnTo>
                    <a:pt x="276187" y="38115"/>
                  </a:lnTo>
                  <a:lnTo>
                    <a:pt x="272127" y="34733"/>
                  </a:lnTo>
                  <a:lnTo>
                    <a:pt x="267963" y="31480"/>
                  </a:lnTo>
                  <a:lnTo>
                    <a:pt x="263698" y="28361"/>
                  </a:lnTo>
                  <a:lnTo>
                    <a:pt x="259337" y="25378"/>
                  </a:lnTo>
                  <a:lnTo>
                    <a:pt x="254884" y="22534"/>
                  </a:lnTo>
                  <a:lnTo>
                    <a:pt x="250343" y="19832"/>
                  </a:lnTo>
                  <a:lnTo>
                    <a:pt x="245719" y="17276"/>
                  </a:lnTo>
                  <a:lnTo>
                    <a:pt x="167154" y="1648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423235" y="1681503"/>
              <a:ext cx="78564" cy="167167"/>
            </a:xfrm>
            <a:custGeom>
              <a:avLst/>
              <a:pathLst>
                <a:path w="78564" h="167167">
                  <a:moveTo>
                    <a:pt x="78564" y="19612"/>
                  </a:moveTo>
                  <a:lnTo>
                    <a:pt x="73361" y="16957"/>
                  </a:lnTo>
                  <a:lnTo>
                    <a:pt x="68068" y="14485"/>
                  </a:lnTo>
                  <a:lnTo>
                    <a:pt x="62691" y="12200"/>
                  </a:lnTo>
                  <a:lnTo>
                    <a:pt x="57238" y="10104"/>
                  </a:lnTo>
                  <a:lnTo>
                    <a:pt x="51716" y="8200"/>
                  </a:lnTo>
                  <a:lnTo>
                    <a:pt x="46130" y="6490"/>
                  </a:lnTo>
                  <a:lnTo>
                    <a:pt x="40487" y="4977"/>
                  </a:lnTo>
                  <a:lnTo>
                    <a:pt x="34796" y="3661"/>
                  </a:lnTo>
                  <a:lnTo>
                    <a:pt x="29061" y="2545"/>
                  </a:lnTo>
                  <a:lnTo>
                    <a:pt x="23292" y="1630"/>
                  </a:lnTo>
                  <a:lnTo>
                    <a:pt x="17494" y="917"/>
                  </a:lnTo>
                  <a:lnTo>
                    <a:pt x="11674" y="408"/>
                  </a:lnTo>
                  <a:lnTo>
                    <a:pt x="584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853886" y="1322571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4" y="8319"/>
                  </a:lnTo>
                  <a:lnTo>
                    <a:pt x="110068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5" y="16174"/>
                  </a:lnTo>
                  <a:lnTo>
                    <a:pt x="90669" y="18522"/>
                  </a:lnTo>
                  <a:lnTo>
                    <a:pt x="85999" y="21020"/>
                  </a:lnTo>
                  <a:lnTo>
                    <a:pt x="81410" y="23664"/>
                  </a:lnTo>
                  <a:lnTo>
                    <a:pt x="76908" y="26451"/>
                  </a:lnTo>
                  <a:lnTo>
                    <a:pt x="72496" y="29381"/>
                  </a:lnTo>
                  <a:lnTo>
                    <a:pt x="68179" y="32448"/>
                  </a:lnTo>
                  <a:lnTo>
                    <a:pt x="63961" y="35651"/>
                  </a:lnTo>
                  <a:lnTo>
                    <a:pt x="59847" y="38985"/>
                  </a:lnTo>
                  <a:lnTo>
                    <a:pt x="55841" y="42449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7" y="53575"/>
                  </a:lnTo>
                  <a:lnTo>
                    <a:pt x="40971" y="57517"/>
                  </a:lnTo>
                  <a:lnTo>
                    <a:pt x="37561" y="61569"/>
                  </a:lnTo>
                  <a:lnTo>
                    <a:pt x="34281" y="65727"/>
                  </a:lnTo>
                  <a:lnTo>
                    <a:pt x="31134" y="69986"/>
                  </a:lnTo>
                  <a:lnTo>
                    <a:pt x="28124" y="74343"/>
                  </a:lnTo>
                  <a:lnTo>
                    <a:pt x="25254" y="78794"/>
                  </a:lnTo>
                  <a:lnTo>
                    <a:pt x="22526" y="83333"/>
                  </a:lnTo>
                  <a:lnTo>
                    <a:pt x="19943" y="87956"/>
                  </a:lnTo>
                  <a:lnTo>
                    <a:pt x="17508" y="92659"/>
                  </a:lnTo>
                  <a:lnTo>
                    <a:pt x="15223" y="97436"/>
                  </a:lnTo>
                  <a:lnTo>
                    <a:pt x="13090" y="102284"/>
                  </a:lnTo>
                  <a:lnTo>
                    <a:pt x="11112" y="107196"/>
                  </a:lnTo>
                  <a:lnTo>
                    <a:pt x="9291" y="112169"/>
                  </a:lnTo>
                  <a:lnTo>
                    <a:pt x="7628" y="117197"/>
                  </a:lnTo>
                  <a:lnTo>
                    <a:pt x="6125" y="122275"/>
                  </a:lnTo>
                  <a:lnTo>
                    <a:pt x="4784" y="127398"/>
                  </a:lnTo>
                  <a:lnTo>
                    <a:pt x="3606" y="132561"/>
                  </a:lnTo>
                  <a:lnTo>
                    <a:pt x="2592" y="137759"/>
                  </a:lnTo>
                  <a:lnTo>
                    <a:pt x="1743" y="142986"/>
                  </a:lnTo>
                  <a:lnTo>
                    <a:pt x="1060" y="148238"/>
                  </a:lnTo>
                  <a:lnTo>
                    <a:pt x="544" y="153508"/>
                  </a:lnTo>
                  <a:lnTo>
                    <a:pt x="195" y="158793"/>
                  </a:lnTo>
                  <a:lnTo>
                    <a:pt x="13" y="164085"/>
                  </a:lnTo>
                  <a:lnTo>
                    <a:pt x="0" y="169381"/>
                  </a:lnTo>
                  <a:lnTo>
                    <a:pt x="154" y="174674"/>
                  </a:lnTo>
                  <a:lnTo>
                    <a:pt x="475" y="179960"/>
                  </a:lnTo>
                  <a:lnTo>
                    <a:pt x="964" y="185234"/>
                  </a:lnTo>
                  <a:lnTo>
                    <a:pt x="1620" y="190489"/>
                  </a:lnTo>
                  <a:lnTo>
                    <a:pt x="2441" y="195720"/>
                  </a:lnTo>
                  <a:lnTo>
                    <a:pt x="3429" y="200923"/>
                  </a:lnTo>
                  <a:lnTo>
                    <a:pt x="4580" y="206092"/>
                  </a:lnTo>
                  <a:lnTo>
                    <a:pt x="5895" y="211222"/>
                  </a:lnTo>
                  <a:lnTo>
                    <a:pt x="7371" y="216308"/>
                  </a:lnTo>
                  <a:lnTo>
                    <a:pt x="9008" y="221345"/>
                  </a:lnTo>
                  <a:lnTo>
                    <a:pt x="10803" y="226327"/>
                  </a:lnTo>
                  <a:lnTo>
                    <a:pt x="12756" y="231250"/>
                  </a:lnTo>
                  <a:lnTo>
                    <a:pt x="14863" y="236108"/>
                  </a:lnTo>
                  <a:lnTo>
                    <a:pt x="17123" y="240897"/>
                  </a:lnTo>
                  <a:lnTo>
                    <a:pt x="19534" y="245613"/>
                  </a:lnTo>
                  <a:lnTo>
                    <a:pt x="22093" y="250249"/>
                  </a:lnTo>
                  <a:lnTo>
                    <a:pt x="24797" y="254802"/>
                  </a:lnTo>
                  <a:lnTo>
                    <a:pt x="27644" y="259267"/>
                  </a:lnTo>
                  <a:lnTo>
                    <a:pt x="30632" y="263640"/>
                  </a:lnTo>
                  <a:lnTo>
                    <a:pt x="33756" y="267916"/>
                  </a:lnTo>
                  <a:lnTo>
                    <a:pt x="37014" y="272091"/>
                  </a:lnTo>
                  <a:lnTo>
                    <a:pt x="40403" y="276161"/>
                  </a:lnTo>
                  <a:lnTo>
                    <a:pt x="43919" y="280121"/>
                  </a:lnTo>
                  <a:lnTo>
                    <a:pt x="47559" y="283967"/>
                  </a:lnTo>
                  <a:lnTo>
                    <a:pt x="51319" y="287697"/>
                  </a:lnTo>
                  <a:lnTo>
                    <a:pt x="55195" y="291306"/>
                  </a:lnTo>
                  <a:lnTo>
                    <a:pt x="59183" y="294790"/>
                  </a:lnTo>
                  <a:lnTo>
                    <a:pt x="63280" y="298146"/>
                  </a:lnTo>
                  <a:lnTo>
                    <a:pt x="67481" y="301370"/>
                  </a:lnTo>
                  <a:lnTo>
                    <a:pt x="71782" y="304460"/>
                  </a:lnTo>
                  <a:lnTo>
                    <a:pt x="76178" y="307412"/>
                  </a:lnTo>
                  <a:lnTo>
                    <a:pt x="80666" y="310223"/>
                  </a:lnTo>
                  <a:lnTo>
                    <a:pt x="85241" y="312891"/>
                  </a:lnTo>
                  <a:lnTo>
                    <a:pt x="89898" y="315412"/>
                  </a:lnTo>
                  <a:lnTo>
                    <a:pt x="94632" y="317785"/>
                  </a:lnTo>
                  <a:lnTo>
                    <a:pt x="99440" y="320007"/>
                  </a:lnTo>
                  <a:lnTo>
                    <a:pt x="104315" y="322075"/>
                  </a:lnTo>
                  <a:lnTo>
                    <a:pt x="109253" y="323987"/>
                  </a:lnTo>
                  <a:lnTo>
                    <a:pt x="114250" y="325743"/>
                  </a:lnTo>
                  <a:lnTo>
                    <a:pt x="119299" y="327339"/>
                  </a:lnTo>
                  <a:lnTo>
                    <a:pt x="124397" y="328774"/>
                  </a:lnTo>
                  <a:lnTo>
                    <a:pt x="129537" y="330047"/>
                  </a:lnTo>
                  <a:lnTo>
                    <a:pt x="134715" y="331157"/>
                  </a:lnTo>
                  <a:lnTo>
                    <a:pt x="139926" y="332102"/>
                  </a:lnTo>
                  <a:lnTo>
                    <a:pt x="145164" y="332882"/>
                  </a:lnTo>
                  <a:lnTo>
                    <a:pt x="150424" y="333495"/>
                  </a:lnTo>
                  <a:lnTo>
                    <a:pt x="155701" y="333942"/>
                  </a:lnTo>
                  <a:lnTo>
                    <a:pt x="160990" y="334221"/>
                  </a:lnTo>
                  <a:lnTo>
                    <a:pt x="166284" y="334332"/>
                  </a:lnTo>
                  <a:lnTo>
                    <a:pt x="171580" y="334276"/>
                  </a:lnTo>
                  <a:lnTo>
                    <a:pt x="176871" y="334052"/>
                  </a:lnTo>
                  <a:lnTo>
                    <a:pt x="182152" y="333660"/>
                  </a:lnTo>
                  <a:lnTo>
                    <a:pt x="187418" y="333101"/>
                  </a:lnTo>
                  <a:lnTo>
                    <a:pt x="192664" y="332376"/>
                  </a:lnTo>
                  <a:lnTo>
                    <a:pt x="197885" y="331485"/>
                  </a:lnTo>
                  <a:lnTo>
                    <a:pt x="203074" y="330429"/>
                  </a:lnTo>
                  <a:lnTo>
                    <a:pt x="208227" y="329209"/>
                  </a:lnTo>
                  <a:lnTo>
                    <a:pt x="213340" y="327827"/>
                  </a:lnTo>
                  <a:lnTo>
                    <a:pt x="218405" y="326283"/>
                  </a:lnTo>
                  <a:lnTo>
                    <a:pt x="223420" y="324580"/>
                  </a:lnTo>
                  <a:lnTo>
                    <a:pt x="228378" y="322719"/>
                  </a:lnTo>
                  <a:lnTo>
                    <a:pt x="233274" y="320701"/>
                  </a:lnTo>
                  <a:lnTo>
                    <a:pt x="238104" y="318530"/>
                  </a:lnTo>
                  <a:lnTo>
                    <a:pt x="242863" y="316207"/>
                  </a:lnTo>
                  <a:lnTo>
                    <a:pt x="247546" y="313734"/>
                  </a:lnTo>
                  <a:lnTo>
                    <a:pt x="252148" y="311114"/>
                  </a:lnTo>
                  <a:lnTo>
                    <a:pt x="256665" y="308349"/>
                  </a:lnTo>
                  <a:lnTo>
                    <a:pt x="261092" y="305443"/>
                  </a:lnTo>
                  <a:lnTo>
                    <a:pt x="265425" y="302398"/>
                  </a:lnTo>
                  <a:lnTo>
                    <a:pt x="269659" y="299217"/>
                  </a:lnTo>
                  <a:lnTo>
                    <a:pt x="273791" y="295904"/>
                  </a:lnTo>
                  <a:lnTo>
                    <a:pt x="277815" y="292461"/>
                  </a:lnTo>
                  <a:lnTo>
                    <a:pt x="281728" y="288893"/>
                  </a:lnTo>
                  <a:lnTo>
                    <a:pt x="285526" y="285203"/>
                  </a:lnTo>
                  <a:lnTo>
                    <a:pt x="289206" y="281394"/>
                  </a:lnTo>
                  <a:lnTo>
                    <a:pt x="292763" y="277471"/>
                  </a:lnTo>
                  <a:lnTo>
                    <a:pt x="296194" y="273437"/>
                  </a:lnTo>
                  <a:lnTo>
                    <a:pt x="299495" y="269296"/>
                  </a:lnTo>
                  <a:lnTo>
                    <a:pt x="302664" y="265053"/>
                  </a:lnTo>
                  <a:lnTo>
                    <a:pt x="305696" y="260711"/>
                  </a:lnTo>
                  <a:lnTo>
                    <a:pt x="308590" y="256276"/>
                  </a:lnTo>
                  <a:lnTo>
                    <a:pt x="311341" y="251751"/>
                  </a:lnTo>
                  <a:lnTo>
                    <a:pt x="313948" y="247141"/>
                  </a:lnTo>
                  <a:lnTo>
                    <a:pt x="316408" y="242451"/>
                  </a:lnTo>
                  <a:lnTo>
                    <a:pt x="318718" y="237686"/>
                  </a:lnTo>
                  <a:lnTo>
                    <a:pt x="320875" y="232849"/>
                  </a:lnTo>
                  <a:lnTo>
                    <a:pt x="322879" y="227947"/>
                  </a:lnTo>
                  <a:lnTo>
                    <a:pt x="324726" y="222984"/>
                  </a:lnTo>
                  <a:lnTo>
                    <a:pt x="326415" y="217965"/>
                  </a:lnTo>
                  <a:lnTo>
                    <a:pt x="327944" y="212894"/>
                  </a:lnTo>
                  <a:lnTo>
                    <a:pt x="329312" y="207778"/>
                  </a:lnTo>
                  <a:lnTo>
                    <a:pt x="330517" y="202621"/>
                  </a:lnTo>
                  <a:lnTo>
                    <a:pt x="331558" y="197429"/>
                  </a:lnTo>
                  <a:lnTo>
                    <a:pt x="332434" y="192206"/>
                  </a:lnTo>
                  <a:lnTo>
                    <a:pt x="333144" y="186958"/>
                  </a:lnTo>
                  <a:lnTo>
                    <a:pt x="333688" y="181690"/>
                  </a:lnTo>
                  <a:lnTo>
                    <a:pt x="334064" y="176408"/>
                  </a:lnTo>
                  <a:lnTo>
                    <a:pt x="334273" y="171116"/>
                  </a:lnTo>
                  <a:lnTo>
                    <a:pt x="334314" y="165821"/>
                  </a:lnTo>
                  <a:lnTo>
                    <a:pt x="334188" y="160527"/>
                  </a:lnTo>
                  <a:lnTo>
                    <a:pt x="333894" y="155239"/>
                  </a:lnTo>
                  <a:lnTo>
                    <a:pt x="333432" y="149963"/>
                  </a:lnTo>
                  <a:lnTo>
                    <a:pt x="332804" y="144705"/>
                  </a:lnTo>
                  <a:lnTo>
                    <a:pt x="332009" y="139469"/>
                  </a:lnTo>
                  <a:lnTo>
                    <a:pt x="331049" y="134261"/>
                  </a:lnTo>
                  <a:lnTo>
                    <a:pt x="329925" y="129086"/>
                  </a:lnTo>
                  <a:lnTo>
                    <a:pt x="328637" y="123949"/>
                  </a:lnTo>
                  <a:lnTo>
                    <a:pt x="327187" y="118856"/>
                  </a:lnTo>
                  <a:lnTo>
                    <a:pt x="325576" y="113811"/>
                  </a:lnTo>
                  <a:lnTo>
                    <a:pt x="323806" y="108820"/>
                  </a:lnTo>
                  <a:lnTo>
                    <a:pt x="321880" y="103887"/>
                  </a:lnTo>
                  <a:lnTo>
                    <a:pt x="319798" y="99017"/>
                  </a:lnTo>
                  <a:lnTo>
                    <a:pt x="317562" y="94216"/>
                  </a:lnTo>
                  <a:lnTo>
                    <a:pt x="315176" y="89489"/>
                  </a:lnTo>
                  <a:lnTo>
                    <a:pt x="312641" y="84839"/>
                  </a:lnTo>
                  <a:lnTo>
                    <a:pt x="309961" y="80272"/>
                  </a:lnTo>
                  <a:lnTo>
                    <a:pt x="307136" y="75792"/>
                  </a:lnTo>
                  <a:lnTo>
                    <a:pt x="304172" y="71404"/>
                  </a:lnTo>
                  <a:lnTo>
                    <a:pt x="301070" y="67112"/>
                  </a:lnTo>
                  <a:lnTo>
                    <a:pt x="297833" y="62920"/>
                  </a:lnTo>
                  <a:lnTo>
                    <a:pt x="294466" y="58833"/>
                  </a:lnTo>
                  <a:lnTo>
                    <a:pt x="290970" y="54855"/>
                  </a:lnTo>
                  <a:lnTo>
                    <a:pt x="287350" y="50989"/>
                  </a:lnTo>
                  <a:lnTo>
                    <a:pt x="283610" y="47240"/>
                  </a:lnTo>
                  <a:lnTo>
                    <a:pt x="279753" y="43611"/>
                  </a:lnTo>
                  <a:lnTo>
                    <a:pt x="275783" y="40106"/>
                  </a:lnTo>
                  <a:lnTo>
                    <a:pt x="271704" y="36729"/>
                  </a:lnTo>
                  <a:lnTo>
                    <a:pt x="267519" y="33483"/>
                  </a:lnTo>
                  <a:lnTo>
                    <a:pt x="263235" y="30371"/>
                  </a:lnTo>
                  <a:lnTo>
                    <a:pt x="258853" y="27396"/>
                  </a:lnTo>
                  <a:lnTo>
                    <a:pt x="254380" y="24562"/>
                  </a:lnTo>
                  <a:lnTo>
                    <a:pt x="249819" y="21870"/>
                  </a:lnTo>
                  <a:lnTo>
                    <a:pt x="245175" y="19325"/>
                  </a:lnTo>
                  <a:lnTo>
                    <a:pt x="240453" y="16927"/>
                  </a:lnTo>
                  <a:lnTo>
                    <a:pt x="235657" y="14681"/>
                  </a:lnTo>
                  <a:lnTo>
                    <a:pt x="230793" y="1258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5159"/>
              <a:ext cx="63640" cy="154579"/>
            </a:xfrm>
            <a:custGeom>
              <a:avLst/>
              <a:pathLst>
                <a:path w="63640" h="154579">
                  <a:moveTo>
                    <a:pt x="63640" y="0"/>
                  </a:moveTo>
                  <a:lnTo>
                    <a:pt x="0" y="1545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63640" cy="167167"/>
            </a:xfrm>
            <a:custGeom>
              <a:avLst/>
              <a:pathLst>
                <a:path w="63640" h="167167">
                  <a:moveTo>
                    <a:pt x="63640" y="12587"/>
                  </a:moveTo>
                  <a:lnTo>
                    <a:pt x="58113" y="10426"/>
                  </a:lnTo>
                  <a:lnTo>
                    <a:pt x="52512" y="8462"/>
                  </a:lnTo>
                  <a:lnTo>
                    <a:pt x="46846" y="6698"/>
                  </a:lnTo>
                  <a:lnTo>
                    <a:pt x="41120" y="5136"/>
                  </a:lnTo>
                  <a:lnTo>
                    <a:pt x="35342" y="3778"/>
                  </a:lnTo>
                  <a:lnTo>
                    <a:pt x="29520" y="2627"/>
                  </a:lnTo>
                  <a:lnTo>
                    <a:pt x="23661" y="1683"/>
                  </a:lnTo>
                  <a:lnTo>
                    <a:pt x="17772" y="947"/>
                  </a:lnTo>
                  <a:lnTo>
                    <a:pt x="11860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378111" y="1071028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7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6" y="5357"/>
                  </a:lnTo>
                  <a:lnTo>
                    <a:pt x="120053" y="6770"/>
                  </a:lnTo>
                  <a:lnTo>
                    <a:pt x="114989" y="8345"/>
                  </a:lnTo>
                  <a:lnTo>
                    <a:pt x="109976" y="10079"/>
                  </a:lnTo>
                  <a:lnTo>
                    <a:pt x="105021" y="11972"/>
                  </a:lnTo>
                  <a:lnTo>
                    <a:pt x="100129" y="14021"/>
                  </a:lnTo>
                  <a:lnTo>
                    <a:pt x="95304" y="16224"/>
                  </a:lnTo>
                  <a:lnTo>
                    <a:pt x="90551" y="18580"/>
                  </a:lnTo>
                  <a:lnTo>
                    <a:pt x="85876" y="21084"/>
                  </a:lnTo>
                  <a:lnTo>
                    <a:pt x="81282" y="23736"/>
                  </a:lnTo>
                  <a:lnTo>
                    <a:pt x="76775" y="26533"/>
                  </a:lnTo>
                  <a:lnTo>
                    <a:pt x="72359" y="29470"/>
                  </a:lnTo>
                  <a:lnTo>
                    <a:pt x="68038" y="32547"/>
                  </a:lnTo>
                  <a:lnTo>
                    <a:pt x="63817" y="35759"/>
                  </a:lnTo>
                  <a:lnTo>
                    <a:pt x="59700" y="39103"/>
                  </a:lnTo>
                  <a:lnTo>
                    <a:pt x="55692" y="42576"/>
                  </a:lnTo>
                  <a:lnTo>
                    <a:pt x="51795" y="46175"/>
                  </a:lnTo>
                  <a:lnTo>
                    <a:pt x="48015" y="49895"/>
                  </a:lnTo>
                  <a:lnTo>
                    <a:pt x="44354" y="53734"/>
                  </a:lnTo>
                  <a:lnTo>
                    <a:pt x="40817" y="57687"/>
                  </a:lnTo>
                  <a:lnTo>
                    <a:pt x="37408" y="61750"/>
                  </a:lnTo>
                  <a:lnTo>
                    <a:pt x="34128" y="65919"/>
                  </a:lnTo>
                  <a:lnTo>
                    <a:pt x="30983" y="70190"/>
                  </a:lnTo>
                  <a:lnTo>
                    <a:pt x="27975" y="74558"/>
                  </a:lnTo>
                  <a:lnTo>
                    <a:pt x="25107" y="79020"/>
                  </a:lnTo>
                  <a:lnTo>
                    <a:pt x="22382" y="83571"/>
                  </a:lnTo>
                  <a:lnTo>
                    <a:pt x="19803" y="88206"/>
                  </a:lnTo>
                  <a:lnTo>
                    <a:pt x="17372" y="92920"/>
                  </a:lnTo>
                  <a:lnTo>
                    <a:pt x="15092" y="97709"/>
                  </a:lnTo>
                  <a:lnTo>
                    <a:pt x="12965" y="102568"/>
                  </a:lnTo>
                  <a:lnTo>
                    <a:pt x="10993" y="107492"/>
                  </a:lnTo>
                  <a:lnTo>
                    <a:pt x="9178" y="112476"/>
                  </a:lnTo>
                  <a:lnTo>
                    <a:pt x="7523" y="117515"/>
                  </a:lnTo>
                  <a:lnTo>
                    <a:pt x="6028" y="122604"/>
                  </a:lnTo>
                  <a:lnTo>
                    <a:pt x="4695" y="127738"/>
                  </a:lnTo>
                  <a:lnTo>
                    <a:pt x="3526" y="132912"/>
                  </a:lnTo>
                  <a:lnTo>
                    <a:pt x="2522" y="138120"/>
                  </a:lnTo>
                  <a:lnTo>
                    <a:pt x="1683" y="143357"/>
                  </a:lnTo>
                  <a:lnTo>
                    <a:pt x="1011" y="148619"/>
                  </a:lnTo>
                  <a:lnTo>
                    <a:pt x="506" y="153899"/>
                  </a:lnTo>
                  <a:lnTo>
                    <a:pt x="169" y="159192"/>
                  </a:lnTo>
                  <a:lnTo>
                    <a:pt x="0" y="164493"/>
                  </a:lnTo>
                  <a:lnTo>
                    <a:pt x="0" y="169797"/>
                  </a:lnTo>
                  <a:lnTo>
                    <a:pt x="167" y="175099"/>
                  </a:lnTo>
                  <a:lnTo>
                    <a:pt x="503" y="180392"/>
                  </a:lnTo>
                  <a:lnTo>
                    <a:pt x="1006" y="185673"/>
                  </a:lnTo>
                  <a:lnTo>
                    <a:pt x="1677" y="190934"/>
                  </a:lnTo>
                  <a:lnTo>
                    <a:pt x="2514" y="196172"/>
                  </a:lnTo>
                  <a:lnTo>
                    <a:pt x="3517" y="201380"/>
                  </a:lnTo>
                  <a:lnTo>
                    <a:pt x="4685" y="206554"/>
                  </a:lnTo>
                  <a:lnTo>
                    <a:pt x="6016" y="211688"/>
                  </a:lnTo>
                  <a:lnTo>
                    <a:pt x="7510" y="216778"/>
                  </a:lnTo>
                  <a:lnTo>
                    <a:pt x="9164" y="221817"/>
                  </a:lnTo>
                  <a:lnTo>
                    <a:pt x="10978" y="226802"/>
                  </a:lnTo>
                  <a:lnTo>
                    <a:pt x="12948" y="231726"/>
                  </a:lnTo>
                  <a:lnTo>
                    <a:pt x="15074" y="236586"/>
                  </a:lnTo>
                  <a:lnTo>
                    <a:pt x="17353" y="241375"/>
                  </a:lnTo>
                  <a:lnTo>
                    <a:pt x="19783" y="246090"/>
                  </a:lnTo>
                  <a:lnTo>
                    <a:pt x="22361" y="250726"/>
                  </a:lnTo>
                  <a:lnTo>
                    <a:pt x="25084" y="255277"/>
                  </a:lnTo>
                  <a:lnTo>
                    <a:pt x="27951" y="259740"/>
                  </a:lnTo>
                  <a:lnTo>
                    <a:pt x="30958" y="264109"/>
                  </a:lnTo>
                  <a:lnTo>
                    <a:pt x="34102" y="268381"/>
                  </a:lnTo>
                  <a:lnTo>
                    <a:pt x="37380" y="272551"/>
                  </a:lnTo>
                  <a:lnTo>
                    <a:pt x="40789" y="276615"/>
                  </a:lnTo>
                  <a:lnTo>
                    <a:pt x="44325" y="280568"/>
                  </a:lnTo>
                  <a:lnTo>
                    <a:pt x="47984" y="284408"/>
                  </a:lnTo>
                  <a:lnTo>
                    <a:pt x="51764" y="288129"/>
                  </a:lnTo>
                  <a:lnTo>
                    <a:pt x="55660" y="291729"/>
                  </a:lnTo>
                  <a:lnTo>
                    <a:pt x="59667" y="295203"/>
                  </a:lnTo>
                  <a:lnTo>
                    <a:pt x="63784" y="298548"/>
                  </a:lnTo>
                  <a:lnTo>
                    <a:pt x="68004" y="301762"/>
                  </a:lnTo>
                  <a:lnTo>
                    <a:pt x="72324" y="304839"/>
                  </a:lnTo>
                  <a:lnTo>
                    <a:pt x="76739" y="307778"/>
                  </a:lnTo>
                  <a:lnTo>
                    <a:pt x="81246" y="310576"/>
                  </a:lnTo>
                  <a:lnTo>
                    <a:pt x="85838" y="313229"/>
                  </a:lnTo>
                  <a:lnTo>
                    <a:pt x="90513" y="315735"/>
                  </a:lnTo>
                  <a:lnTo>
                    <a:pt x="95265" y="318091"/>
                  </a:lnTo>
                  <a:lnTo>
                    <a:pt x="100089" y="320295"/>
                  </a:lnTo>
                  <a:lnTo>
                    <a:pt x="104981" y="322346"/>
                  </a:lnTo>
                  <a:lnTo>
                    <a:pt x="109936" y="324240"/>
                  </a:lnTo>
                  <a:lnTo>
                    <a:pt x="114948" y="325976"/>
                  </a:lnTo>
                  <a:lnTo>
                    <a:pt x="120012" y="327552"/>
                  </a:lnTo>
                  <a:lnTo>
                    <a:pt x="125124" y="328967"/>
                  </a:lnTo>
                  <a:lnTo>
                    <a:pt x="130278" y="330218"/>
                  </a:lnTo>
                  <a:lnTo>
                    <a:pt x="135470" y="331306"/>
                  </a:lnTo>
                  <a:lnTo>
                    <a:pt x="140693" y="332228"/>
                  </a:lnTo>
                  <a:lnTo>
                    <a:pt x="145943" y="332984"/>
                  </a:lnTo>
                  <a:lnTo>
                    <a:pt x="151214" y="333573"/>
                  </a:lnTo>
                  <a:lnTo>
                    <a:pt x="156502" y="333995"/>
                  </a:lnTo>
                  <a:lnTo>
                    <a:pt x="161800" y="334249"/>
                  </a:lnTo>
                  <a:lnTo>
                    <a:pt x="167103" y="334334"/>
                  </a:lnTo>
                  <a:lnTo>
                    <a:pt x="172407" y="334252"/>
                  </a:lnTo>
                  <a:lnTo>
                    <a:pt x="177705" y="334001"/>
                  </a:lnTo>
                  <a:lnTo>
                    <a:pt x="182992" y="333582"/>
                  </a:lnTo>
                  <a:lnTo>
                    <a:pt x="188264" y="332995"/>
                  </a:lnTo>
                  <a:lnTo>
                    <a:pt x="193514" y="332242"/>
                  </a:lnTo>
                  <a:lnTo>
                    <a:pt x="198738" y="331322"/>
                  </a:lnTo>
                  <a:lnTo>
                    <a:pt x="203930" y="330237"/>
                  </a:lnTo>
                  <a:lnTo>
                    <a:pt x="209085" y="328988"/>
                  </a:lnTo>
                  <a:lnTo>
                    <a:pt x="214198" y="327576"/>
                  </a:lnTo>
                  <a:lnTo>
                    <a:pt x="219263" y="326003"/>
                  </a:lnTo>
                  <a:lnTo>
                    <a:pt x="224276" y="324269"/>
                  </a:lnTo>
                  <a:lnTo>
                    <a:pt x="229231" y="322378"/>
                  </a:lnTo>
                  <a:lnTo>
                    <a:pt x="234124" y="320330"/>
                  </a:lnTo>
                  <a:lnTo>
                    <a:pt x="238950" y="318128"/>
                  </a:lnTo>
                  <a:lnTo>
                    <a:pt x="243703" y="315774"/>
                  </a:lnTo>
                  <a:lnTo>
                    <a:pt x="248379" y="313270"/>
                  </a:lnTo>
                  <a:lnTo>
                    <a:pt x="252973" y="310620"/>
                  </a:lnTo>
                  <a:lnTo>
                    <a:pt x="257481" y="307825"/>
                  </a:lnTo>
                  <a:lnTo>
                    <a:pt x="261898" y="304888"/>
                  </a:lnTo>
                  <a:lnTo>
                    <a:pt x="266219" y="301813"/>
                  </a:lnTo>
                  <a:lnTo>
                    <a:pt x="270441" y="298602"/>
                  </a:lnTo>
                  <a:lnTo>
                    <a:pt x="274559" y="295258"/>
                  </a:lnTo>
                  <a:lnTo>
                    <a:pt x="278569" y="291786"/>
                  </a:lnTo>
                  <a:lnTo>
                    <a:pt x="282466" y="288189"/>
                  </a:lnTo>
                  <a:lnTo>
                    <a:pt x="286248" y="284469"/>
                  </a:lnTo>
                  <a:lnTo>
                    <a:pt x="289909" y="280632"/>
                  </a:lnTo>
                  <a:lnTo>
                    <a:pt x="293447" y="276680"/>
                  </a:lnTo>
                  <a:lnTo>
                    <a:pt x="296858" y="272618"/>
                  </a:lnTo>
                  <a:lnTo>
                    <a:pt x="300138" y="268449"/>
                  </a:lnTo>
                  <a:lnTo>
                    <a:pt x="303284" y="264179"/>
                  </a:lnTo>
                  <a:lnTo>
                    <a:pt x="306293" y="259811"/>
                  </a:lnTo>
                  <a:lnTo>
                    <a:pt x="309163" y="255350"/>
                  </a:lnTo>
                  <a:lnTo>
                    <a:pt x="311889" y="250800"/>
                  </a:lnTo>
                  <a:lnTo>
                    <a:pt x="314469" y="246166"/>
                  </a:lnTo>
                  <a:lnTo>
                    <a:pt x="316901" y="241453"/>
                  </a:lnTo>
                  <a:lnTo>
                    <a:pt x="319183" y="236664"/>
                  </a:lnTo>
                  <a:lnTo>
                    <a:pt x="321311" y="231806"/>
                  </a:lnTo>
                  <a:lnTo>
                    <a:pt x="323284" y="226882"/>
                  </a:lnTo>
                  <a:lnTo>
                    <a:pt x="325100" y="221899"/>
                  </a:lnTo>
                  <a:lnTo>
                    <a:pt x="326757" y="216860"/>
                  </a:lnTo>
                  <a:lnTo>
                    <a:pt x="328253" y="211771"/>
                  </a:lnTo>
                  <a:lnTo>
                    <a:pt x="329587" y="206638"/>
                  </a:lnTo>
                  <a:lnTo>
                    <a:pt x="330757" y="201464"/>
                  </a:lnTo>
                  <a:lnTo>
                    <a:pt x="331763" y="196256"/>
                  </a:lnTo>
                  <a:lnTo>
                    <a:pt x="332603" y="191019"/>
                  </a:lnTo>
                  <a:lnTo>
                    <a:pt x="333277" y="185758"/>
                  </a:lnTo>
                  <a:lnTo>
                    <a:pt x="333783" y="180478"/>
                  </a:lnTo>
                  <a:lnTo>
                    <a:pt x="334121" y="175185"/>
                  </a:lnTo>
                  <a:lnTo>
                    <a:pt x="334292" y="169884"/>
                  </a:lnTo>
                  <a:lnTo>
                    <a:pt x="334294" y="164579"/>
                  </a:lnTo>
                  <a:lnTo>
                    <a:pt x="334127" y="159278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0307"/>
              <a:ext cx="166981" cy="7888"/>
            </a:xfrm>
            <a:custGeom>
              <a:avLst/>
              <a:pathLst>
                <a:path w="166981" h="7888">
                  <a:moveTo>
                    <a:pt x="166981" y="0"/>
                  </a:moveTo>
                  <a:lnTo>
                    <a:pt x="0" y="78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27442"/>
              <a:ext cx="166981" cy="10754"/>
            </a:xfrm>
            <a:custGeom>
              <a:avLst/>
              <a:pathLst>
                <a:path w="166981" h="10754">
                  <a:moveTo>
                    <a:pt x="166981" y="2865"/>
                  </a:moveTo>
                  <a:lnTo>
                    <a:pt x="166821" y="0"/>
                  </a:lnTo>
                  <a:lnTo>
                    <a:pt x="0" y="107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071028"/>
              <a:ext cx="166821" cy="167167"/>
            </a:xfrm>
            <a:custGeom>
              <a:avLst/>
              <a:pathLst>
                <a:path w="166821" h="167167">
                  <a:moveTo>
                    <a:pt x="166821" y="156413"/>
                  </a:moveTo>
                  <a:lnTo>
                    <a:pt x="166379" y="150956"/>
                  </a:lnTo>
                  <a:lnTo>
                    <a:pt x="165759" y="145517"/>
                  </a:lnTo>
                  <a:lnTo>
                    <a:pt x="164961" y="140102"/>
                  </a:lnTo>
                  <a:lnTo>
                    <a:pt x="163987" y="134715"/>
                  </a:lnTo>
                  <a:lnTo>
                    <a:pt x="162836" y="129363"/>
                  </a:lnTo>
                  <a:lnTo>
                    <a:pt x="161511" y="124051"/>
                  </a:lnTo>
                  <a:lnTo>
                    <a:pt x="160013" y="118786"/>
                  </a:lnTo>
                  <a:lnTo>
                    <a:pt x="158343" y="113573"/>
                  </a:lnTo>
                  <a:lnTo>
                    <a:pt x="156503" y="108417"/>
                  </a:lnTo>
                  <a:lnTo>
                    <a:pt x="154496" y="103324"/>
                  </a:lnTo>
                  <a:lnTo>
                    <a:pt x="152323" y="98300"/>
                  </a:lnTo>
                  <a:lnTo>
                    <a:pt x="149986" y="93350"/>
                  </a:lnTo>
                  <a:lnTo>
                    <a:pt x="147489" y="88478"/>
                  </a:lnTo>
                  <a:lnTo>
                    <a:pt x="144833" y="83691"/>
                  </a:lnTo>
                  <a:lnTo>
                    <a:pt x="142022" y="78994"/>
                  </a:lnTo>
                  <a:lnTo>
                    <a:pt x="139059" y="74391"/>
                  </a:lnTo>
                  <a:lnTo>
                    <a:pt x="135947" y="69888"/>
                  </a:lnTo>
                  <a:lnTo>
                    <a:pt x="132689" y="65488"/>
                  </a:lnTo>
                  <a:lnTo>
                    <a:pt x="129288" y="61198"/>
                  </a:lnTo>
                  <a:lnTo>
                    <a:pt x="125749" y="57022"/>
                  </a:lnTo>
                  <a:lnTo>
                    <a:pt x="122076" y="52964"/>
                  </a:lnTo>
                  <a:lnTo>
                    <a:pt x="118271" y="49028"/>
                  </a:lnTo>
                  <a:lnTo>
                    <a:pt x="114339" y="45219"/>
                  </a:lnTo>
                  <a:lnTo>
                    <a:pt x="110285" y="41540"/>
                  </a:lnTo>
                  <a:lnTo>
                    <a:pt x="106113" y="37997"/>
                  </a:lnTo>
                  <a:lnTo>
                    <a:pt x="101826" y="34592"/>
                  </a:lnTo>
                  <a:lnTo>
                    <a:pt x="97431" y="31329"/>
                  </a:lnTo>
                  <a:lnTo>
                    <a:pt x="92931" y="28211"/>
                  </a:lnTo>
                  <a:lnTo>
                    <a:pt x="88332" y="25243"/>
                  </a:lnTo>
                  <a:lnTo>
                    <a:pt x="83637" y="22427"/>
                  </a:lnTo>
                  <a:lnTo>
                    <a:pt x="78853" y="19766"/>
                  </a:lnTo>
                  <a:lnTo>
                    <a:pt x="73985" y="17263"/>
                  </a:lnTo>
                  <a:lnTo>
                    <a:pt x="69037" y="14921"/>
                  </a:lnTo>
                  <a:lnTo>
                    <a:pt x="64015" y="12742"/>
                  </a:lnTo>
                  <a:lnTo>
                    <a:pt x="58924" y="10729"/>
                  </a:lnTo>
                  <a:lnTo>
                    <a:pt x="53771" y="8884"/>
                  </a:lnTo>
                  <a:lnTo>
                    <a:pt x="48559" y="7208"/>
                  </a:lnTo>
                  <a:lnTo>
                    <a:pt x="43296" y="5704"/>
                  </a:lnTo>
                  <a:lnTo>
                    <a:pt x="37986" y="4373"/>
                  </a:lnTo>
                  <a:lnTo>
                    <a:pt x="32635" y="3216"/>
                  </a:lnTo>
                  <a:lnTo>
                    <a:pt x="27250" y="2235"/>
                  </a:lnTo>
                  <a:lnTo>
                    <a:pt x="21835" y="1432"/>
                  </a:lnTo>
                  <a:lnTo>
                    <a:pt x="16396" y="806"/>
                  </a:lnTo>
                  <a:lnTo>
                    <a:pt x="10941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8454" y="941493"/>
              <a:ext cx="125090" cy="167167"/>
            </a:xfrm>
            <a:custGeom>
              <a:avLst/>
              <a:pathLst>
                <a:path w="125090" h="167167">
                  <a:moveTo>
                    <a:pt x="125090" y="0"/>
                  </a:moveTo>
                  <a:lnTo>
                    <a:pt x="119437" y="95"/>
                  </a:lnTo>
                  <a:lnTo>
                    <a:pt x="113791" y="382"/>
                  </a:lnTo>
                  <a:lnTo>
                    <a:pt x="108158" y="859"/>
                  </a:lnTo>
                  <a:lnTo>
                    <a:pt x="102544" y="1527"/>
                  </a:lnTo>
                  <a:lnTo>
                    <a:pt x="96957" y="2384"/>
                  </a:lnTo>
                  <a:lnTo>
                    <a:pt x="91401" y="3429"/>
                  </a:lnTo>
                  <a:lnTo>
                    <a:pt x="85884" y="4662"/>
                  </a:lnTo>
                  <a:lnTo>
                    <a:pt x="80411" y="6081"/>
                  </a:lnTo>
                  <a:lnTo>
                    <a:pt x="74990" y="7683"/>
                  </a:lnTo>
                  <a:lnTo>
                    <a:pt x="69626" y="9469"/>
                  </a:lnTo>
                  <a:lnTo>
                    <a:pt x="64326" y="11434"/>
                  </a:lnTo>
                  <a:lnTo>
                    <a:pt x="59095" y="13578"/>
                  </a:lnTo>
                  <a:lnTo>
                    <a:pt x="53939" y="15897"/>
                  </a:lnTo>
                  <a:lnTo>
                    <a:pt x="48865" y="18389"/>
                  </a:lnTo>
                  <a:lnTo>
                    <a:pt x="43878" y="21052"/>
                  </a:lnTo>
                  <a:lnTo>
                    <a:pt x="38984" y="23881"/>
                  </a:lnTo>
                  <a:lnTo>
                    <a:pt x="34188" y="26875"/>
                  </a:lnTo>
                  <a:lnTo>
                    <a:pt x="29496" y="30029"/>
                  </a:lnTo>
                  <a:lnTo>
                    <a:pt x="24914" y="33339"/>
                  </a:lnTo>
                  <a:lnTo>
                    <a:pt x="20446" y="36803"/>
                  </a:lnTo>
                  <a:lnTo>
                    <a:pt x="16098" y="40416"/>
                  </a:lnTo>
                  <a:lnTo>
                    <a:pt x="11875" y="44174"/>
                  </a:lnTo>
                  <a:lnTo>
                    <a:pt x="7781" y="48072"/>
                  </a:lnTo>
                  <a:lnTo>
                    <a:pt x="3821" y="52107"/>
                  </a:lnTo>
                  <a:lnTo>
                    <a:pt x="0" y="56273"/>
                  </a:lnTo>
                  <a:lnTo>
                    <a:pt x="12509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8454" y="997766"/>
              <a:ext cx="125090" cy="110893"/>
            </a:xfrm>
            <a:custGeom>
              <a:avLst/>
              <a:pathLst>
                <a:path w="125090" h="110893">
                  <a:moveTo>
                    <a:pt x="0" y="0"/>
                  </a:moveTo>
                  <a:lnTo>
                    <a:pt x="125090" y="1108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56377" y="973672"/>
              <a:ext cx="334328" cy="302142"/>
            </a:xfrm>
            <a:custGeom>
              <a:avLst/>
              <a:pathLst>
                <a:path w="334328" h="302142">
                  <a:moveTo>
                    <a:pt x="42077" y="24094"/>
                  </a:moveTo>
                  <a:lnTo>
                    <a:pt x="38633" y="28104"/>
                  </a:lnTo>
                  <a:lnTo>
                    <a:pt x="35318" y="32222"/>
                  </a:lnTo>
                  <a:lnTo>
                    <a:pt x="32134" y="36442"/>
                  </a:lnTo>
                  <a:lnTo>
                    <a:pt x="29086" y="40761"/>
                  </a:lnTo>
                  <a:lnTo>
                    <a:pt x="26176" y="45174"/>
                  </a:lnTo>
                  <a:lnTo>
                    <a:pt x="23406" y="49676"/>
                  </a:lnTo>
                  <a:lnTo>
                    <a:pt x="20781" y="54265"/>
                  </a:lnTo>
                  <a:lnTo>
                    <a:pt x="18302" y="58933"/>
                  </a:lnTo>
                  <a:lnTo>
                    <a:pt x="15971" y="63678"/>
                  </a:lnTo>
                  <a:lnTo>
                    <a:pt x="13792" y="68495"/>
                  </a:lnTo>
                  <a:lnTo>
                    <a:pt x="11767" y="73377"/>
                  </a:lnTo>
                  <a:lnTo>
                    <a:pt x="9896" y="78322"/>
                  </a:lnTo>
                  <a:lnTo>
                    <a:pt x="8183" y="83323"/>
                  </a:lnTo>
                  <a:lnTo>
                    <a:pt x="6629" y="88375"/>
                  </a:lnTo>
                  <a:lnTo>
                    <a:pt x="5236" y="93474"/>
                  </a:lnTo>
                  <a:lnTo>
                    <a:pt x="4004" y="98615"/>
                  </a:lnTo>
                  <a:lnTo>
                    <a:pt x="2936" y="103792"/>
                  </a:lnTo>
                  <a:lnTo>
                    <a:pt x="2031" y="109001"/>
                  </a:lnTo>
                  <a:lnTo>
                    <a:pt x="1292" y="114235"/>
                  </a:lnTo>
                  <a:lnTo>
                    <a:pt x="719" y="119490"/>
                  </a:lnTo>
                  <a:lnTo>
                    <a:pt x="312" y="124761"/>
                  </a:lnTo>
                  <a:lnTo>
                    <a:pt x="72" y="130041"/>
                  </a:lnTo>
                  <a:lnTo>
                    <a:pt x="0" y="135327"/>
                  </a:lnTo>
                  <a:lnTo>
                    <a:pt x="94" y="140613"/>
                  </a:lnTo>
                  <a:lnTo>
                    <a:pt x="355" y="145892"/>
                  </a:lnTo>
                  <a:lnTo>
                    <a:pt x="783" y="151161"/>
                  </a:lnTo>
                  <a:lnTo>
                    <a:pt x="1378" y="156414"/>
                  </a:lnTo>
                  <a:lnTo>
                    <a:pt x="2138" y="161645"/>
                  </a:lnTo>
                  <a:lnTo>
                    <a:pt x="3064" y="166850"/>
                  </a:lnTo>
                  <a:lnTo>
                    <a:pt x="4153" y="172023"/>
                  </a:lnTo>
                  <a:lnTo>
                    <a:pt x="5406" y="177158"/>
                  </a:lnTo>
                  <a:lnTo>
                    <a:pt x="6820" y="182252"/>
                  </a:lnTo>
                  <a:lnTo>
                    <a:pt x="8395" y="187298"/>
                  </a:lnTo>
                  <a:lnTo>
                    <a:pt x="10128" y="192292"/>
                  </a:lnTo>
                  <a:lnTo>
                    <a:pt x="12018" y="197229"/>
                  </a:lnTo>
                  <a:lnTo>
                    <a:pt x="14064" y="202103"/>
                  </a:lnTo>
                  <a:lnTo>
                    <a:pt x="16263" y="206910"/>
                  </a:lnTo>
                  <a:lnTo>
                    <a:pt x="18612" y="211646"/>
                  </a:lnTo>
                  <a:lnTo>
                    <a:pt x="21110" y="216305"/>
                  </a:lnTo>
                  <a:lnTo>
                    <a:pt x="23754" y="220882"/>
                  </a:lnTo>
                  <a:lnTo>
                    <a:pt x="26542" y="225374"/>
                  </a:lnTo>
                  <a:lnTo>
                    <a:pt x="29470" y="229775"/>
                  </a:lnTo>
                  <a:lnTo>
                    <a:pt x="32536" y="234081"/>
                  </a:lnTo>
                  <a:lnTo>
                    <a:pt x="35737" y="238288"/>
                  </a:lnTo>
                  <a:lnTo>
                    <a:pt x="39068" y="242392"/>
                  </a:lnTo>
                  <a:lnTo>
                    <a:pt x="42528" y="246389"/>
                  </a:lnTo>
                  <a:lnTo>
                    <a:pt x="46113" y="250274"/>
                  </a:lnTo>
                  <a:lnTo>
                    <a:pt x="49819" y="254044"/>
                  </a:lnTo>
                  <a:lnTo>
                    <a:pt x="53642" y="257695"/>
                  </a:lnTo>
                  <a:lnTo>
                    <a:pt x="57579" y="261223"/>
                  </a:lnTo>
                  <a:lnTo>
                    <a:pt x="61625" y="264625"/>
                  </a:lnTo>
                  <a:lnTo>
                    <a:pt x="65776" y="267897"/>
                  </a:lnTo>
                  <a:lnTo>
                    <a:pt x="70029" y="271036"/>
                  </a:lnTo>
                  <a:lnTo>
                    <a:pt x="74380" y="274040"/>
                  </a:lnTo>
                  <a:lnTo>
                    <a:pt x="78823" y="276904"/>
                  </a:lnTo>
                  <a:lnTo>
                    <a:pt x="83354" y="279626"/>
                  </a:lnTo>
                  <a:lnTo>
                    <a:pt x="87969" y="282204"/>
                  </a:lnTo>
                  <a:lnTo>
                    <a:pt x="92664" y="284634"/>
                  </a:lnTo>
                  <a:lnTo>
                    <a:pt x="97432" y="286915"/>
                  </a:lnTo>
                  <a:lnTo>
                    <a:pt x="102271" y="289044"/>
                  </a:lnTo>
                  <a:lnTo>
                    <a:pt x="107175" y="291019"/>
                  </a:lnTo>
                  <a:lnTo>
                    <a:pt x="112138" y="292838"/>
                  </a:lnTo>
                  <a:lnTo>
                    <a:pt x="117157" y="294499"/>
                  </a:lnTo>
                  <a:lnTo>
                    <a:pt x="122225" y="296000"/>
                  </a:lnTo>
                  <a:lnTo>
                    <a:pt x="127339" y="297341"/>
                  </a:lnTo>
                  <a:lnTo>
                    <a:pt x="132492" y="298519"/>
                  </a:lnTo>
                  <a:lnTo>
                    <a:pt x="137680" y="299534"/>
                  </a:lnTo>
                  <a:lnTo>
                    <a:pt x="142897" y="300384"/>
                  </a:lnTo>
                  <a:lnTo>
                    <a:pt x="148139" y="301068"/>
                  </a:lnTo>
                  <a:lnTo>
                    <a:pt x="153400" y="301587"/>
                  </a:lnTo>
                  <a:lnTo>
                    <a:pt x="158674" y="301939"/>
                  </a:lnTo>
                  <a:lnTo>
                    <a:pt x="163957" y="302124"/>
                  </a:lnTo>
                  <a:lnTo>
                    <a:pt x="169243" y="302142"/>
                  </a:lnTo>
                  <a:lnTo>
                    <a:pt x="174527" y="301993"/>
                  </a:lnTo>
                  <a:lnTo>
                    <a:pt x="179804" y="301676"/>
                  </a:lnTo>
                  <a:lnTo>
                    <a:pt x="185068" y="301193"/>
                  </a:lnTo>
                  <a:lnTo>
                    <a:pt x="190315" y="300544"/>
                  </a:lnTo>
                  <a:lnTo>
                    <a:pt x="195538" y="299730"/>
                  </a:lnTo>
                  <a:lnTo>
                    <a:pt x="200732" y="298750"/>
                  </a:lnTo>
                  <a:lnTo>
                    <a:pt x="205894" y="297607"/>
                  </a:lnTo>
                  <a:lnTo>
                    <a:pt x="211016" y="296301"/>
                  </a:lnTo>
                  <a:lnTo>
                    <a:pt x="216095" y="294834"/>
                  </a:lnTo>
                  <a:lnTo>
                    <a:pt x="221124" y="293207"/>
                  </a:lnTo>
                  <a:lnTo>
                    <a:pt x="226100" y="291422"/>
                  </a:lnTo>
                  <a:lnTo>
                    <a:pt x="231017" y="289480"/>
                  </a:lnTo>
                  <a:lnTo>
                    <a:pt x="235870" y="287384"/>
                  </a:lnTo>
                  <a:lnTo>
                    <a:pt x="240654" y="285136"/>
                  </a:lnTo>
                  <a:lnTo>
                    <a:pt x="245365" y="282737"/>
                  </a:lnTo>
                  <a:lnTo>
                    <a:pt x="249997" y="280191"/>
                  </a:lnTo>
                  <a:lnTo>
                    <a:pt x="254547" y="277499"/>
                  </a:lnTo>
                  <a:lnTo>
                    <a:pt x="259009" y="274665"/>
                  </a:lnTo>
                  <a:lnTo>
                    <a:pt x="263380" y="271691"/>
                  </a:lnTo>
                  <a:lnTo>
                    <a:pt x="267654" y="268581"/>
                  </a:lnTo>
                  <a:lnTo>
                    <a:pt x="271828" y="265337"/>
                  </a:lnTo>
                  <a:lnTo>
                    <a:pt x="275897" y="261963"/>
                  </a:lnTo>
                  <a:lnTo>
                    <a:pt x="279857" y="258461"/>
                  </a:lnTo>
                  <a:lnTo>
                    <a:pt x="283705" y="254836"/>
                  </a:lnTo>
                  <a:lnTo>
                    <a:pt x="287436" y="251092"/>
                  </a:lnTo>
                  <a:lnTo>
                    <a:pt x="291047" y="247231"/>
                  </a:lnTo>
                  <a:lnTo>
                    <a:pt x="294534" y="243258"/>
                  </a:lnTo>
                  <a:lnTo>
                    <a:pt x="297894" y="239177"/>
                  </a:lnTo>
                  <a:lnTo>
                    <a:pt x="301123" y="234991"/>
                  </a:lnTo>
                  <a:lnTo>
                    <a:pt x="304218" y="230706"/>
                  </a:lnTo>
                  <a:lnTo>
                    <a:pt x="307176" y="226324"/>
                  </a:lnTo>
                  <a:lnTo>
                    <a:pt x="309993" y="221852"/>
                  </a:lnTo>
                  <a:lnTo>
                    <a:pt x="312669" y="217292"/>
                  </a:lnTo>
                  <a:lnTo>
                    <a:pt x="315198" y="212651"/>
                  </a:lnTo>
                  <a:lnTo>
                    <a:pt x="317580" y="207931"/>
                  </a:lnTo>
                  <a:lnTo>
                    <a:pt x="319811" y="203139"/>
                  </a:lnTo>
                  <a:lnTo>
                    <a:pt x="321889" y="198279"/>
                  </a:lnTo>
                  <a:lnTo>
                    <a:pt x="323813" y="193355"/>
                  </a:lnTo>
                  <a:lnTo>
                    <a:pt x="325580" y="188373"/>
                  </a:lnTo>
                  <a:lnTo>
                    <a:pt x="327189" y="183337"/>
                  </a:lnTo>
                  <a:lnTo>
                    <a:pt x="328638" y="178253"/>
                  </a:lnTo>
                  <a:lnTo>
                    <a:pt x="329925" y="173126"/>
                  </a:lnTo>
                  <a:lnTo>
                    <a:pt x="331050" y="167961"/>
                  </a:lnTo>
                  <a:lnTo>
                    <a:pt x="332010" y="162763"/>
                  </a:lnTo>
                  <a:lnTo>
                    <a:pt x="332806" y="157537"/>
                  </a:lnTo>
                  <a:lnTo>
                    <a:pt x="333436" y="152288"/>
                  </a:lnTo>
                  <a:lnTo>
                    <a:pt x="333900" y="147022"/>
                  </a:lnTo>
                  <a:lnTo>
                    <a:pt x="334197" y="141745"/>
                  </a:lnTo>
                  <a:lnTo>
                    <a:pt x="334328" y="136460"/>
                  </a:lnTo>
                  <a:lnTo>
                    <a:pt x="334291" y="131174"/>
                  </a:lnTo>
                  <a:lnTo>
                    <a:pt x="334086" y="125892"/>
                  </a:lnTo>
                  <a:lnTo>
                    <a:pt x="333715" y="120618"/>
                  </a:lnTo>
                  <a:lnTo>
                    <a:pt x="333178" y="115360"/>
                  </a:lnTo>
                  <a:lnTo>
                    <a:pt x="332474" y="110120"/>
                  </a:lnTo>
                  <a:lnTo>
                    <a:pt x="331605" y="104906"/>
                  </a:lnTo>
                  <a:lnTo>
                    <a:pt x="330572" y="99722"/>
                  </a:lnTo>
                  <a:lnTo>
                    <a:pt x="329375" y="94573"/>
                  </a:lnTo>
                  <a:lnTo>
                    <a:pt x="328016" y="89464"/>
                  </a:lnTo>
                  <a:lnTo>
                    <a:pt x="326496" y="84401"/>
                  </a:lnTo>
                  <a:lnTo>
                    <a:pt x="324817" y="79389"/>
                  </a:lnTo>
                  <a:lnTo>
                    <a:pt x="322981" y="74432"/>
                  </a:lnTo>
                  <a:lnTo>
                    <a:pt x="320988" y="69535"/>
                  </a:lnTo>
                  <a:lnTo>
                    <a:pt x="318842" y="64705"/>
                  </a:lnTo>
                  <a:lnTo>
                    <a:pt x="316543" y="59944"/>
                  </a:lnTo>
                  <a:lnTo>
                    <a:pt x="314096" y="55258"/>
                  </a:lnTo>
                  <a:lnTo>
                    <a:pt x="311502" y="50653"/>
                  </a:lnTo>
                  <a:lnTo>
                    <a:pt x="308763" y="46131"/>
                  </a:lnTo>
                  <a:lnTo>
                    <a:pt x="305883" y="41698"/>
                  </a:lnTo>
                  <a:lnTo>
                    <a:pt x="302864" y="37359"/>
                  </a:lnTo>
                  <a:lnTo>
                    <a:pt x="299709" y="33117"/>
                  </a:lnTo>
                  <a:lnTo>
                    <a:pt x="296422" y="28978"/>
                  </a:lnTo>
                  <a:lnTo>
                    <a:pt x="293005" y="24944"/>
                  </a:lnTo>
                  <a:lnTo>
                    <a:pt x="289463" y="21020"/>
                  </a:lnTo>
                  <a:lnTo>
                    <a:pt x="285798" y="17210"/>
                  </a:lnTo>
                  <a:lnTo>
                    <a:pt x="282015" y="13518"/>
                  </a:lnTo>
                  <a:lnTo>
                    <a:pt x="278117" y="9947"/>
                  </a:lnTo>
                  <a:lnTo>
                    <a:pt x="274108" y="6502"/>
                  </a:lnTo>
                  <a:lnTo>
                    <a:pt x="269992" y="3185"/>
                  </a:lnTo>
                  <a:lnTo>
                    <a:pt x="265773" y="0"/>
                  </a:lnTo>
                  <a:lnTo>
                    <a:pt x="167167" y="134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5023544" y="941493"/>
              <a:ext cx="98606" cy="167167"/>
            </a:xfrm>
            <a:custGeom>
              <a:avLst/>
              <a:pathLst>
                <a:path w="98606" h="167167">
                  <a:moveTo>
                    <a:pt x="98606" y="32179"/>
                  </a:moveTo>
                  <a:lnTo>
                    <a:pt x="94070" y="28980"/>
                  </a:lnTo>
                  <a:lnTo>
                    <a:pt x="89431" y="25933"/>
                  </a:lnTo>
                  <a:lnTo>
                    <a:pt x="84693" y="23042"/>
                  </a:lnTo>
                  <a:lnTo>
                    <a:pt x="79861" y="20310"/>
                  </a:lnTo>
                  <a:lnTo>
                    <a:pt x="74942" y="17739"/>
                  </a:lnTo>
                  <a:lnTo>
                    <a:pt x="69939" y="15334"/>
                  </a:lnTo>
                  <a:lnTo>
                    <a:pt x="64860" y="13095"/>
                  </a:lnTo>
                  <a:lnTo>
                    <a:pt x="59709" y="11027"/>
                  </a:lnTo>
                  <a:lnTo>
                    <a:pt x="54493" y="9131"/>
                  </a:lnTo>
                  <a:lnTo>
                    <a:pt x="49216" y="7409"/>
                  </a:lnTo>
                  <a:lnTo>
                    <a:pt x="43885" y="5863"/>
                  </a:lnTo>
                  <a:lnTo>
                    <a:pt x="38506" y="4495"/>
                  </a:lnTo>
                  <a:lnTo>
                    <a:pt x="33084" y="3306"/>
                  </a:lnTo>
                  <a:lnTo>
                    <a:pt x="27626" y="2298"/>
                  </a:lnTo>
                  <a:lnTo>
                    <a:pt x="22137" y="1472"/>
                  </a:lnTo>
                  <a:lnTo>
                    <a:pt x="16624" y="828"/>
                  </a:lnTo>
                  <a:lnTo>
                    <a:pt x="11093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3720" y="941493"/>
              <a:ext cx="112495" cy="167167"/>
            </a:xfrm>
            <a:custGeom>
              <a:avLst/>
              <a:pathLst>
                <a:path w="112495" h="167167">
                  <a:moveTo>
                    <a:pt x="112495" y="0"/>
                  </a:moveTo>
                  <a:lnTo>
                    <a:pt x="106887" y="94"/>
                  </a:lnTo>
                  <a:lnTo>
                    <a:pt x="101285" y="376"/>
                  </a:lnTo>
                  <a:lnTo>
                    <a:pt x="95696" y="846"/>
                  </a:lnTo>
                  <a:lnTo>
                    <a:pt x="90125" y="1503"/>
                  </a:lnTo>
                  <a:lnTo>
                    <a:pt x="84580" y="2347"/>
                  </a:lnTo>
                  <a:lnTo>
                    <a:pt x="79067" y="3376"/>
                  </a:lnTo>
                  <a:lnTo>
                    <a:pt x="73591" y="4589"/>
                  </a:lnTo>
                  <a:lnTo>
                    <a:pt x="68159" y="5986"/>
                  </a:lnTo>
                  <a:lnTo>
                    <a:pt x="62776" y="7564"/>
                  </a:lnTo>
                  <a:lnTo>
                    <a:pt x="57450" y="9322"/>
                  </a:lnTo>
                  <a:lnTo>
                    <a:pt x="52186" y="11257"/>
                  </a:lnTo>
                  <a:lnTo>
                    <a:pt x="46989" y="13368"/>
                  </a:lnTo>
                  <a:lnTo>
                    <a:pt x="41866" y="15653"/>
                  </a:lnTo>
                  <a:lnTo>
                    <a:pt x="36823" y="18107"/>
                  </a:lnTo>
                  <a:lnTo>
                    <a:pt x="31865" y="20730"/>
                  </a:lnTo>
                  <a:lnTo>
                    <a:pt x="26998" y="23517"/>
                  </a:lnTo>
                  <a:lnTo>
                    <a:pt x="22227" y="26466"/>
                  </a:lnTo>
                  <a:lnTo>
                    <a:pt x="17558" y="29574"/>
                  </a:lnTo>
                  <a:lnTo>
                    <a:pt x="12995" y="32836"/>
                  </a:lnTo>
                  <a:lnTo>
                    <a:pt x="8545" y="36250"/>
                  </a:lnTo>
                  <a:lnTo>
                    <a:pt x="4211" y="39811"/>
                  </a:lnTo>
                  <a:lnTo>
                    <a:pt x="0" y="43515"/>
                  </a:lnTo>
                  <a:lnTo>
                    <a:pt x="1124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3720" y="985008"/>
              <a:ext cx="112495" cy="123651"/>
            </a:xfrm>
            <a:custGeom>
              <a:avLst/>
              <a:pathLst>
                <a:path w="112495" h="123651">
                  <a:moveTo>
                    <a:pt x="0" y="0"/>
                  </a:moveTo>
                  <a:lnTo>
                    <a:pt x="112495" y="123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048" y="985008"/>
              <a:ext cx="167167" cy="282459"/>
            </a:xfrm>
            <a:custGeom>
              <a:avLst/>
              <a:pathLst>
                <a:path w="167167" h="282459">
                  <a:moveTo>
                    <a:pt x="54672" y="0"/>
                  </a:moveTo>
                  <a:lnTo>
                    <a:pt x="50762" y="3672"/>
                  </a:lnTo>
                  <a:lnTo>
                    <a:pt x="46973" y="7469"/>
                  </a:lnTo>
                  <a:lnTo>
                    <a:pt x="43307" y="11385"/>
                  </a:lnTo>
                  <a:lnTo>
                    <a:pt x="39769" y="15417"/>
                  </a:lnTo>
                  <a:lnTo>
                    <a:pt x="36362" y="19560"/>
                  </a:lnTo>
                  <a:lnTo>
                    <a:pt x="33090" y="23810"/>
                  </a:lnTo>
                  <a:lnTo>
                    <a:pt x="29955" y="28163"/>
                  </a:lnTo>
                  <a:lnTo>
                    <a:pt x="26962" y="32615"/>
                  </a:lnTo>
                  <a:lnTo>
                    <a:pt x="24114" y="37160"/>
                  </a:lnTo>
                  <a:lnTo>
                    <a:pt x="21412" y="41794"/>
                  </a:lnTo>
                  <a:lnTo>
                    <a:pt x="18861" y="46513"/>
                  </a:lnTo>
                  <a:lnTo>
                    <a:pt x="16462" y="51311"/>
                  </a:lnTo>
                  <a:lnTo>
                    <a:pt x="14219" y="56183"/>
                  </a:lnTo>
                  <a:lnTo>
                    <a:pt x="12133" y="61125"/>
                  </a:lnTo>
                  <a:lnTo>
                    <a:pt x="10207" y="66131"/>
                  </a:lnTo>
                  <a:lnTo>
                    <a:pt x="8442" y="71197"/>
                  </a:lnTo>
                  <a:lnTo>
                    <a:pt x="6841" y="76316"/>
                  </a:lnTo>
                  <a:lnTo>
                    <a:pt x="5405" y="81484"/>
                  </a:lnTo>
                  <a:lnTo>
                    <a:pt x="4135" y="86696"/>
                  </a:lnTo>
                  <a:lnTo>
                    <a:pt x="3033" y="91946"/>
                  </a:lnTo>
                  <a:lnTo>
                    <a:pt x="2101" y="97228"/>
                  </a:lnTo>
                  <a:lnTo>
                    <a:pt x="1338" y="102538"/>
                  </a:lnTo>
                  <a:lnTo>
                    <a:pt x="746" y="107869"/>
                  </a:lnTo>
                  <a:lnTo>
                    <a:pt x="325" y="113217"/>
                  </a:lnTo>
                  <a:lnTo>
                    <a:pt x="76" y="118575"/>
                  </a:lnTo>
                  <a:lnTo>
                    <a:pt x="0" y="123938"/>
                  </a:lnTo>
                  <a:lnTo>
                    <a:pt x="95" y="129302"/>
                  </a:lnTo>
                  <a:lnTo>
                    <a:pt x="362" y="134659"/>
                  </a:lnTo>
                  <a:lnTo>
                    <a:pt x="801" y="140005"/>
                  </a:lnTo>
                  <a:lnTo>
                    <a:pt x="1411" y="145334"/>
                  </a:lnTo>
                  <a:lnTo>
                    <a:pt x="2192" y="150641"/>
                  </a:lnTo>
                  <a:lnTo>
                    <a:pt x="3143" y="155920"/>
                  </a:lnTo>
                  <a:lnTo>
                    <a:pt x="4263" y="161166"/>
                  </a:lnTo>
                  <a:lnTo>
                    <a:pt x="5551" y="166374"/>
                  </a:lnTo>
                  <a:lnTo>
                    <a:pt x="7004" y="171537"/>
                  </a:lnTo>
                  <a:lnTo>
                    <a:pt x="8623" y="176651"/>
                  </a:lnTo>
                  <a:lnTo>
                    <a:pt x="10405" y="181710"/>
                  </a:lnTo>
                  <a:lnTo>
                    <a:pt x="12349" y="186710"/>
                  </a:lnTo>
                  <a:lnTo>
                    <a:pt x="14452" y="191645"/>
                  </a:lnTo>
                  <a:lnTo>
                    <a:pt x="16712" y="196509"/>
                  </a:lnTo>
                  <a:lnTo>
                    <a:pt x="19127" y="201299"/>
                  </a:lnTo>
                  <a:lnTo>
                    <a:pt x="21694" y="206009"/>
                  </a:lnTo>
                  <a:lnTo>
                    <a:pt x="24411" y="210634"/>
                  </a:lnTo>
                  <a:lnTo>
                    <a:pt x="27276" y="215169"/>
                  </a:lnTo>
                  <a:lnTo>
                    <a:pt x="30284" y="219610"/>
                  </a:lnTo>
                  <a:lnTo>
                    <a:pt x="33433" y="223952"/>
                  </a:lnTo>
                  <a:lnTo>
                    <a:pt x="36720" y="228191"/>
                  </a:lnTo>
                  <a:lnTo>
                    <a:pt x="40141" y="232323"/>
                  </a:lnTo>
                  <a:lnTo>
                    <a:pt x="43693" y="236342"/>
                  </a:lnTo>
                  <a:lnTo>
                    <a:pt x="47372" y="240246"/>
                  </a:lnTo>
                  <a:lnTo>
                    <a:pt x="51175" y="244029"/>
                  </a:lnTo>
                  <a:lnTo>
                    <a:pt x="55097" y="247689"/>
                  </a:lnTo>
                  <a:lnTo>
                    <a:pt x="59134" y="251221"/>
                  </a:lnTo>
                  <a:lnTo>
                    <a:pt x="63283" y="254621"/>
                  </a:lnTo>
                  <a:lnTo>
                    <a:pt x="67538" y="257887"/>
                  </a:lnTo>
                  <a:lnTo>
                    <a:pt x="71896" y="261014"/>
                  </a:lnTo>
                  <a:lnTo>
                    <a:pt x="76352" y="264000"/>
                  </a:lnTo>
                  <a:lnTo>
                    <a:pt x="80902" y="266841"/>
                  </a:lnTo>
                  <a:lnTo>
                    <a:pt x="85541" y="269535"/>
                  </a:lnTo>
                  <a:lnTo>
                    <a:pt x="90263" y="272079"/>
                  </a:lnTo>
                  <a:lnTo>
                    <a:pt x="95065" y="274470"/>
                  </a:lnTo>
                  <a:lnTo>
                    <a:pt x="99941" y="276706"/>
                  </a:lnTo>
                  <a:lnTo>
                    <a:pt x="104886" y="278784"/>
                  </a:lnTo>
                  <a:lnTo>
                    <a:pt x="109895" y="280702"/>
                  </a:lnTo>
                  <a:lnTo>
                    <a:pt x="114964" y="282459"/>
                  </a:lnTo>
                  <a:lnTo>
                    <a:pt x="167167" y="1236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34012" y="941493"/>
              <a:ext cx="219349" cy="334334"/>
            </a:xfrm>
            <a:custGeom>
              <a:avLst/>
              <a:pathLst>
                <a:path w="219349" h="334334">
                  <a:moveTo>
                    <a:pt x="0" y="325974"/>
                  </a:moveTo>
                  <a:lnTo>
                    <a:pt x="5065" y="327551"/>
                  </a:lnTo>
                  <a:lnTo>
                    <a:pt x="10178" y="328966"/>
                  </a:lnTo>
                  <a:lnTo>
                    <a:pt x="15333" y="330218"/>
                  </a:lnTo>
                  <a:lnTo>
                    <a:pt x="20525" y="331306"/>
                  </a:lnTo>
                  <a:lnTo>
                    <a:pt x="25749" y="332228"/>
                  </a:lnTo>
                  <a:lnTo>
                    <a:pt x="31000" y="332984"/>
                  </a:lnTo>
                  <a:lnTo>
                    <a:pt x="36272" y="333574"/>
                  </a:lnTo>
                  <a:lnTo>
                    <a:pt x="41560" y="333995"/>
                  </a:lnTo>
                  <a:lnTo>
                    <a:pt x="46859" y="334249"/>
                  </a:lnTo>
                  <a:lnTo>
                    <a:pt x="52163" y="334334"/>
                  </a:lnTo>
                  <a:lnTo>
                    <a:pt x="57467" y="334251"/>
                  </a:lnTo>
                  <a:lnTo>
                    <a:pt x="62766" y="334000"/>
                  </a:lnTo>
                  <a:lnTo>
                    <a:pt x="68055" y="333581"/>
                  </a:lnTo>
                  <a:lnTo>
                    <a:pt x="73327" y="332994"/>
                  </a:lnTo>
                  <a:lnTo>
                    <a:pt x="78578" y="332240"/>
                  </a:lnTo>
                  <a:lnTo>
                    <a:pt x="83803" y="331320"/>
                  </a:lnTo>
                  <a:lnTo>
                    <a:pt x="88996" y="330235"/>
                  </a:lnTo>
                  <a:lnTo>
                    <a:pt x="94151" y="328986"/>
                  </a:lnTo>
                  <a:lnTo>
                    <a:pt x="99265" y="327573"/>
                  </a:lnTo>
                  <a:lnTo>
                    <a:pt x="104331" y="325999"/>
                  </a:lnTo>
                  <a:lnTo>
                    <a:pt x="109344" y="324265"/>
                  </a:lnTo>
                  <a:lnTo>
                    <a:pt x="114300" y="322373"/>
                  </a:lnTo>
                  <a:lnTo>
                    <a:pt x="119194" y="320324"/>
                  </a:lnTo>
                  <a:lnTo>
                    <a:pt x="124020" y="318121"/>
                  </a:lnTo>
                  <a:lnTo>
                    <a:pt x="128773" y="315767"/>
                  </a:lnTo>
                  <a:lnTo>
                    <a:pt x="133450" y="313262"/>
                  </a:lnTo>
                  <a:lnTo>
                    <a:pt x="138045" y="310611"/>
                  </a:lnTo>
                  <a:lnTo>
                    <a:pt x="142553" y="307815"/>
                  </a:lnTo>
                  <a:lnTo>
                    <a:pt x="146970" y="304877"/>
                  </a:lnTo>
                  <a:lnTo>
                    <a:pt x="151292" y="301801"/>
                  </a:lnTo>
                  <a:lnTo>
                    <a:pt x="155514" y="298589"/>
                  </a:lnTo>
                  <a:lnTo>
                    <a:pt x="159632" y="295244"/>
                  </a:lnTo>
                  <a:lnTo>
                    <a:pt x="163642" y="291771"/>
                  </a:lnTo>
                  <a:lnTo>
                    <a:pt x="167540" y="288172"/>
                  </a:lnTo>
                  <a:lnTo>
                    <a:pt x="171321" y="284452"/>
                  </a:lnTo>
                  <a:lnTo>
                    <a:pt x="174983" y="280613"/>
                  </a:lnTo>
                  <a:lnTo>
                    <a:pt x="178521" y="276660"/>
                  </a:lnTo>
                  <a:lnTo>
                    <a:pt x="181931" y="272597"/>
                  </a:lnTo>
                  <a:lnTo>
                    <a:pt x="185211" y="268427"/>
                  </a:lnTo>
                  <a:lnTo>
                    <a:pt x="188357" y="264156"/>
                  </a:lnTo>
                  <a:lnTo>
                    <a:pt x="191366" y="259787"/>
                  </a:lnTo>
                  <a:lnTo>
                    <a:pt x="194235" y="255325"/>
                  </a:lnTo>
                  <a:lnTo>
                    <a:pt x="196961" y="250773"/>
                  </a:lnTo>
                  <a:lnTo>
                    <a:pt x="199541" y="246138"/>
                  </a:lnTo>
                  <a:lnTo>
                    <a:pt x="201972" y="241423"/>
                  </a:lnTo>
                  <a:lnTo>
                    <a:pt x="204253" y="236634"/>
                  </a:lnTo>
                  <a:lnTo>
                    <a:pt x="206381" y="231774"/>
                  </a:lnTo>
                  <a:lnTo>
                    <a:pt x="208353" y="226849"/>
                  </a:lnTo>
                  <a:lnTo>
                    <a:pt x="210168" y="221865"/>
                  </a:lnTo>
                  <a:lnTo>
                    <a:pt x="211824" y="216825"/>
                  </a:lnTo>
                  <a:lnTo>
                    <a:pt x="213320" y="211735"/>
                  </a:lnTo>
                  <a:lnTo>
                    <a:pt x="214653" y="206600"/>
                  </a:lnTo>
                  <a:lnTo>
                    <a:pt x="215822" y="201426"/>
                  </a:lnTo>
                  <a:lnTo>
                    <a:pt x="216827" y="196217"/>
                  </a:lnTo>
                  <a:lnTo>
                    <a:pt x="217665" y="190979"/>
                  </a:lnTo>
                  <a:lnTo>
                    <a:pt x="218338" y="185716"/>
                  </a:lnTo>
                  <a:lnTo>
                    <a:pt x="218843" y="180436"/>
                  </a:lnTo>
                  <a:lnTo>
                    <a:pt x="219180" y="175141"/>
                  </a:lnTo>
                  <a:lnTo>
                    <a:pt x="219349" y="169839"/>
                  </a:lnTo>
                  <a:lnTo>
                    <a:pt x="219349" y="164534"/>
                  </a:lnTo>
                  <a:lnTo>
                    <a:pt x="219182" y="159232"/>
                  </a:lnTo>
                  <a:lnTo>
                    <a:pt x="218846" y="153938"/>
                  </a:lnTo>
                  <a:lnTo>
                    <a:pt x="218342" y="148657"/>
                  </a:lnTo>
                  <a:lnTo>
                    <a:pt x="217671" y="143394"/>
                  </a:lnTo>
                  <a:lnTo>
                    <a:pt x="216833" y="138156"/>
                  </a:lnTo>
                  <a:lnTo>
                    <a:pt x="215830" y="132947"/>
                  </a:lnTo>
                  <a:lnTo>
                    <a:pt x="214662" y="127772"/>
                  </a:lnTo>
                  <a:lnTo>
                    <a:pt x="213330" y="122637"/>
                  </a:lnTo>
                  <a:lnTo>
                    <a:pt x="211836" y="117547"/>
                  </a:lnTo>
                  <a:lnTo>
                    <a:pt x="210181" y="112507"/>
                  </a:lnTo>
                  <a:lnTo>
                    <a:pt x="208367" y="107521"/>
                  </a:lnTo>
                  <a:lnTo>
                    <a:pt x="206396" y="102596"/>
                  </a:lnTo>
                  <a:lnTo>
                    <a:pt x="204269" y="97736"/>
                  </a:lnTo>
                  <a:lnTo>
                    <a:pt x="201990" y="92946"/>
                  </a:lnTo>
                  <a:lnTo>
                    <a:pt x="199559" y="88231"/>
                  </a:lnTo>
                  <a:lnTo>
                    <a:pt x="196980" y="83595"/>
                  </a:lnTo>
                  <a:lnTo>
                    <a:pt x="194256" y="79043"/>
                  </a:lnTo>
                  <a:lnTo>
                    <a:pt x="191388" y="74580"/>
                  </a:lnTo>
                  <a:lnTo>
                    <a:pt x="188380" y="70210"/>
                  </a:lnTo>
                  <a:lnTo>
                    <a:pt x="185235" y="65938"/>
                  </a:lnTo>
                  <a:lnTo>
                    <a:pt x="181956" y="61768"/>
                  </a:lnTo>
                  <a:lnTo>
                    <a:pt x="178546" y="57704"/>
                  </a:lnTo>
                  <a:lnTo>
                    <a:pt x="175009" y="53750"/>
                  </a:lnTo>
                  <a:lnTo>
                    <a:pt x="171349" y="49910"/>
                  </a:lnTo>
                  <a:lnTo>
                    <a:pt x="167568" y="46189"/>
                  </a:lnTo>
                  <a:lnTo>
                    <a:pt x="163672" y="42589"/>
                  </a:lnTo>
                  <a:lnTo>
                    <a:pt x="159663" y="39115"/>
                  </a:lnTo>
                  <a:lnTo>
                    <a:pt x="155545" y="35770"/>
                  </a:lnTo>
                  <a:lnTo>
                    <a:pt x="151324" y="32557"/>
                  </a:lnTo>
                  <a:lnTo>
                    <a:pt x="147003" y="29479"/>
                  </a:lnTo>
                  <a:lnTo>
                    <a:pt x="142586" y="26541"/>
                  </a:lnTo>
                  <a:lnTo>
                    <a:pt x="138079" y="23744"/>
                  </a:lnTo>
                  <a:lnTo>
                    <a:pt x="133484" y="21091"/>
                  </a:lnTo>
                  <a:lnTo>
                    <a:pt x="128809" y="18585"/>
                  </a:lnTo>
                  <a:lnTo>
                    <a:pt x="124055" y="16229"/>
                  </a:lnTo>
                  <a:lnTo>
                    <a:pt x="119230" y="14026"/>
                  </a:lnTo>
                  <a:lnTo>
                    <a:pt x="114337" y="11976"/>
                  </a:lnTo>
                  <a:lnTo>
                    <a:pt x="109381" y="10082"/>
                  </a:lnTo>
                  <a:lnTo>
                    <a:pt x="104368" y="8347"/>
                  </a:lnTo>
                  <a:lnTo>
                    <a:pt x="99303" y="6772"/>
                  </a:lnTo>
                  <a:lnTo>
                    <a:pt x="94189" y="5358"/>
                  </a:lnTo>
                  <a:lnTo>
                    <a:pt x="89034" y="4107"/>
                  </a:lnTo>
                  <a:lnTo>
                    <a:pt x="83842" y="3021"/>
                  </a:lnTo>
                  <a:lnTo>
                    <a:pt x="78617" y="2100"/>
                  </a:lnTo>
                  <a:lnTo>
                    <a:pt x="73366" y="1345"/>
                  </a:lnTo>
                  <a:lnTo>
                    <a:pt x="68094" y="757"/>
                  </a:lnTo>
                  <a:lnTo>
                    <a:pt x="62806" y="336"/>
                  </a:lnTo>
                  <a:lnTo>
                    <a:pt x="57507" y="84"/>
                  </a:lnTo>
                  <a:lnTo>
                    <a:pt x="52203" y="0"/>
                  </a:lnTo>
                  <a:lnTo>
                    <a:pt x="522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797344" y="1071028"/>
              <a:ext cx="167156" cy="332452"/>
            </a:xfrm>
            <a:custGeom>
              <a:avLst/>
              <a:pathLst>
                <a:path w="167156" h="332452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1" y="761"/>
                  </a:lnTo>
                  <a:lnTo>
                    <a:pt x="145934" y="1352"/>
                  </a:lnTo>
                  <a:lnTo>
                    <a:pt x="140669" y="2111"/>
                  </a:lnTo>
                  <a:lnTo>
                    <a:pt x="135431" y="3038"/>
                  </a:lnTo>
                  <a:lnTo>
                    <a:pt x="130225" y="4130"/>
                  </a:lnTo>
                  <a:lnTo>
                    <a:pt x="125056" y="5388"/>
                  </a:lnTo>
                  <a:lnTo>
                    <a:pt x="119930" y="6809"/>
                  </a:lnTo>
                  <a:lnTo>
                    <a:pt x="114851" y="8393"/>
                  </a:lnTo>
                  <a:lnTo>
                    <a:pt x="109826" y="10138"/>
                  </a:lnTo>
                  <a:lnTo>
                    <a:pt x="104859" y="12041"/>
                  </a:lnTo>
                  <a:lnTo>
                    <a:pt x="99954" y="14102"/>
                  </a:lnTo>
                  <a:lnTo>
                    <a:pt x="95118" y="16318"/>
                  </a:lnTo>
                  <a:lnTo>
                    <a:pt x="90355" y="18686"/>
                  </a:lnTo>
                  <a:lnTo>
                    <a:pt x="85670" y="21205"/>
                  </a:lnTo>
                  <a:lnTo>
                    <a:pt x="81067" y="23871"/>
                  </a:lnTo>
                  <a:lnTo>
                    <a:pt x="76551" y="26683"/>
                  </a:lnTo>
                  <a:lnTo>
                    <a:pt x="72127" y="29637"/>
                  </a:lnTo>
                  <a:lnTo>
                    <a:pt x="67799" y="32730"/>
                  </a:lnTo>
                  <a:lnTo>
                    <a:pt x="63572" y="35960"/>
                  </a:lnTo>
                  <a:lnTo>
                    <a:pt x="59450" y="39322"/>
                  </a:lnTo>
                  <a:lnTo>
                    <a:pt x="55436" y="42814"/>
                  </a:lnTo>
                  <a:lnTo>
                    <a:pt x="51536" y="46431"/>
                  </a:lnTo>
                  <a:lnTo>
                    <a:pt x="47753" y="50171"/>
                  </a:lnTo>
                  <a:lnTo>
                    <a:pt x="44091" y="54030"/>
                  </a:lnTo>
                  <a:lnTo>
                    <a:pt x="40554" y="58003"/>
                  </a:lnTo>
                  <a:lnTo>
                    <a:pt x="37145" y="62086"/>
                  </a:lnTo>
                  <a:lnTo>
                    <a:pt x="33867" y="66276"/>
                  </a:lnTo>
                  <a:lnTo>
                    <a:pt x="30724" y="70568"/>
                  </a:lnTo>
                  <a:lnTo>
                    <a:pt x="27720" y="74958"/>
                  </a:lnTo>
                  <a:lnTo>
                    <a:pt x="24856" y="79441"/>
                  </a:lnTo>
                  <a:lnTo>
                    <a:pt x="22137" y="84013"/>
                  </a:lnTo>
                  <a:lnTo>
                    <a:pt x="19565" y="88670"/>
                  </a:lnTo>
                  <a:lnTo>
                    <a:pt x="17142" y="93405"/>
                  </a:lnTo>
                  <a:lnTo>
                    <a:pt x="14871" y="98216"/>
                  </a:lnTo>
                  <a:lnTo>
                    <a:pt x="12754" y="103096"/>
                  </a:lnTo>
                  <a:lnTo>
                    <a:pt x="10794" y="108041"/>
                  </a:lnTo>
                  <a:lnTo>
                    <a:pt x="8992" y="113046"/>
                  </a:lnTo>
                  <a:lnTo>
                    <a:pt x="7350" y="118106"/>
                  </a:lnTo>
                  <a:lnTo>
                    <a:pt x="5870" y="123216"/>
                  </a:lnTo>
                  <a:lnTo>
                    <a:pt x="4553" y="128370"/>
                  </a:lnTo>
                  <a:lnTo>
                    <a:pt x="3401" y="133563"/>
                  </a:lnTo>
                  <a:lnTo>
                    <a:pt x="2415" y="138790"/>
                  </a:lnTo>
                  <a:lnTo>
                    <a:pt x="1595" y="144046"/>
                  </a:lnTo>
                  <a:lnTo>
                    <a:pt x="943" y="149326"/>
                  </a:lnTo>
                  <a:lnTo>
                    <a:pt x="460" y="154623"/>
                  </a:lnTo>
                  <a:lnTo>
                    <a:pt x="145" y="159934"/>
                  </a:lnTo>
                  <a:lnTo>
                    <a:pt x="0" y="165251"/>
                  </a:lnTo>
                  <a:lnTo>
                    <a:pt x="23" y="170571"/>
                  </a:lnTo>
                  <a:lnTo>
                    <a:pt x="216" y="175887"/>
                  </a:lnTo>
                  <a:lnTo>
                    <a:pt x="578" y="181194"/>
                  </a:lnTo>
                  <a:lnTo>
                    <a:pt x="1109" y="186487"/>
                  </a:lnTo>
                  <a:lnTo>
                    <a:pt x="1808" y="191761"/>
                  </a:lnTo>
                  <a:lnTo>
                    <a:pt x="2674" y="197009"/>
                  </a:lnTo>
                  <a:lnTo>
                    <a:pt x="3707" y="202228"/>
                  </a:lnTo>
                  <a:lnTo>
                    <a:pt x="4905" y="207410"/>
                  </a:lnTo>
                  <a:lnTo>
                    <a:pt x="6267" y="212552"/>
                  </a:lnTo>
                  <a:lnTo>
                    <a:pt x="7793" y="217649"/>
                  </a:lnTo>
                  <a:lnTo>
                    <a:pt x="9480" y="222694"/>
                  </a:lnTo>
                  <a:lnTo>
                    <a:pt x="11326" y="227682"/>
                  </a:lnTo>
                  <a:lnTo>
                    <a:pt x="13331" y="232610"/>
                  </a:lnTo>
                  <a:lnTo>
                    <a:pt x="15491" y="237471"/>
                  </a:lnTo>
                  <a:lnTo>
                    <a:pt x="17805" y="242261"/>
                  </a:lnTo>
                  <a:lnTo>
                    <a:pt x="20270" y="246975"/>
                  </a:lnTo>
                  <a:lnTo>
                    <a:pt x="22883" y="251608"/>
                  </a:lnTo>
                  <a:lnTo>
                    <a:pt x="25643" y="256156"/>
                  </a:lnTo>
                  <a:lnTo>
                    <a:pt x="28546" y="260614"/>
                  </a:lnTo>
                  <a:lnTo>
                    <a:pt x="31590" y="264977"/>
                  </a:lnTo>
                  <a:lnTo>
                    <a:pt x="34770" y="269241"/>
                  </a:lnTo>
                  <a:lnTo>
                    <a:pt x="38085" y="273401"/>
                  </a:lnTo>
                  <a:lnTo>
                    <a:pt x="41531" y="277454"/>
                  </a:lnTo>
                  <a:lnTo>
                    <a:pt x="45103" y="281395"/>
                  </a:lnTo>
                  <a:lnTo>
                    <a:pt x="48800" y="285221"/>
                  </a:lnTo>
                  <a:lnTo>
                    <a:pt x="52616" y="288927"/>
                  </a:lnTo>
                  <a:lnTo>
                    <a:pt x="56548" y="292510"/>
                  </a:lnTo>
                  <a:lnTo>
                    <a:pt x="60592" y="295966"/>
                  </a:lnTo>
                  <a:lnTo>
                    <a:pt x="64744" y="299291"/>
                  </a:lnTo>
                  <a:lnTo>
                    <a:pt x="69000" y="302483"/>
                  </a:lnTo>
                  <a:lnTo>
                    <a:pt x="73355" y="305537"/>
                  </a:lnTo>
                  <a:lnTo>
                    <a:pt x="77805" y="308452"/>
                  </a:lnTo>
                  <a:lnTo>
                    <a:pt x="82346" y="311223"/>
                  </a:lnTo>
                  <a:lnTo>
                    <a:pt x="86972" y="313849"/>
                  </a:lnTo>
                  <a:lnTo>
                    <a:pt x="91680" y="316326"/>
                  </a:lnTo>
                  <a:lnTo>
                    <a:pt x="96464" y="318652"/>
                  </a:lnTo>
                  <a:lnTo>
                    <a:pt x="101320" y="320824"/>
                  </a:lnTo>
                  <a:lnTo>
                    <a:pt x="106242" y="322841"/>
                  </a:lnTo>
                  <a:lnTo>
                    <a:pt x="111226" y="324701"/>
                  </a:lnTo>
                  <a:lnTo>
                    <a:pt x="116267" y="326400"/>
                  </a:lnTo>
                  <a:lnTo>
                    <a:pt x="121359" y="327939"/>
                  </a:lnTo>
                  <a:lnTo>
                    <a:pt x="126498" y="329315"/>
                  </a:lnTo>
                  <a:lnTo>
                    <a:pt x="131678" y="330526"/>
                  </a:lnTo>
                  <a:lnTo>
                    <a:pt x="136893" y="331572"/>
                  </a:lnTo>
                  <a:lnTo>
                    <a:pt x="142140" y="33245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39485" y="1238196"/>
              <a:ext cx="25016" cy="165285"/>
            </a:xfrm>
            <a:custGeom>
              <a:avLst/>
              <a:pathLst>
                <a:path w="25016" h="165285">
                  <a:moveTo>
                    <a:pt x="0" y="165285"/>
                  </a:moveTo>
                  <a:lnTo>
                    <a:pt x="250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39485" y="1082286"/>
              <a:ext cx="192181" cy="323070"/>
            </a:xfrm>
            <a:custGeom>
              <a:avLst/>
              <a:pathLst>
                <a:path w="192181" h="323070">
                  <a:moveTo>
                    <a:pt x="0" y="321194"/>
                  </a:moveTo>
                  <a:lnTo>
                    <a:pt x="5262" y="321905"/>
                  </a:lnTo>
                  <a:lnTo>
                    <a:pt x="10545" y="322449"/>
                  </a:lnTo>
                  <a:lnTo>
                    <a:pt x="15842" y="322824"/>
                  </a:lnTo>
                  <a:lnTo>
                    <a:pt x="21148" y="323032"/>
                  </a:lnTo>
                  <a:lnTo>
                    <a:pt x="26459" y="323070"/>
                  </a:lnTo>
                  <a:lnTo>
                    <a:pt x="31767" y="322940"/>
                  </a:lnTo>
                  <a:lnTo>
                    <a:pt x="37069" y="322641"/>
                  </a:lnTo>
                  <a:lnTo>
                    <a:pt x="42359" y="322174"/>
                  </a:lnTo>
                  <a:lnTo>
                    <a:pt x="47632" y="321540"/>
                  </a:lnTo>
                  <a:lnTo>
                    <a:pt x="52881" y="320738"/>
                  </a:lnTo>
                  <a:lnTo>
                    <a:pt x="58103" y="319769"/>
                  </a:lnTo>
                  <a:lnTo>
                    <a:pt x="63291" y="318636"/>
                  </a:lnTo>
                  <a:lnTo>
                    <a:pt x="68440" y="317338"/>
                  </a:lnTo>
                  <a:lnTo>
                    <a:pt x="73546" y="315877"/>
                  </a:lnTo>
                  <a:lnTo>
                    <a:pt x="78602" y="314255"/>
                  </a:lnTo>
                  <a:lnTo>
                    <a:pt x="83605" y="312473"/>
                  </a:lnTo>
                  <a:lnTo>
                    <a:pt x="88548" y="310533"/>
                  </a:lnTo>
                  <a:lnTo>
                    <a:pt x="93428" y="308437"/>
                  </a:lnTo>
                  <a:lnTo>
                    <a:pt x="98238" y="306187"/>
                  </a:lnTo>
                  <a:lnTo>
                    <a:pt x="102974" y="303785"/>
                  </a:lnTo>
                  <a:lnTo>
                    <a:pt x="107632" y="301235"/>
                  </a:lnTo>
                  <a:lnTo>
                    <a:pt x="112206" y="298537"/>
                  </a:lnTo>
                  <a:lnTo>
                    <a:pt x="116693" y="295696"/>
                  </a:lnTo>
                  <a:lnTo>
                    <a:pt x="121086" y="292713"/>
                  </a:lnTo>
                  <a:lnTo>
                    <a:pt x="125383" y="289593"/>
                  </a:lnTo>
                  <a:lnTo>
                    <a:pt x="129579" y="286337"/>
                  </a:lnTo>
                  <a:lnTo>
                    <a:pt x="133669" y="282950"/>
                  </a:lnTo>
                  <a:lnTo>
                    <a:pt x="137649" y="279435"/>
                  </a:lnTo>
                  <a:lnTo>
                    <a:pt x="141516" y="275795"/>
                  </a:lnTo>
                  <a:lnTo>
                    <a:pt x="145265" y="272034"/>
                  </a:lnTo>
                  <a:lnTo>
                    <a:pt x="148893" y="268156"/>
                  </a:lnTo>
                  <a:lnTo>
                    <a:pt x="152396" y="264164"/>
                  </a:lnTo>
                  <a:lnTo>
                    <a:pt x="155770" y="260064"/>
                  </a:lnTo>
                  <a:lnTo>
                    <a:pt x="159013" y="255858"/>
                  </a:lnTo>
                  <a:lnTo>
                    <a:pt x="162120" y="251552"/>
                  </a:lnTo>
                  <a:lnTo>
                    <a:pt x="165088" y="247148"/>
                  </a:lnTo>
                  <a:lnTo>
                    <a:pt x="167916" y="242653"/>
                  </a:lnTo>
                  <a:lnTo>
                    <a:pt x="170599" y="238070"/>
                  </a:lnTo>
                  <a:lnTo>
                    <a:pt x="173135" y="233405"/>
                  </a:lnTo>
                  <a:lnTo>
                    <a:pt x="175522" y="228661"/>
                  </a:lnTo>
                  <a:lnTo>
                    <a:pt x="177757" y="223844"/>
                  </a:lnTo>
                  <a:lnTo>
                    <a:pt x="179838" y="218958"/>
                  </a:lnTo>
                  <a:lnTo>
                    <a:pt x="181762" y="214008"/>
                  </a:lnTo>
                  <a:lnTo>
                    <a:pt x="183529" y="209000"/>
                  </a:lnTo>
                  <a:lnTo>
                    <a:pt x="185135" y="203939"/>
                  </a:lnTo>
                  <a:lnTo>
                    <a:pt x="186580" y="198828"/>
                  </a:lnTo>
                  <a:lnTo>
                    <a:pt x="187861" y="193675"/>
                  </a:lnTo>
                  <a:lnTo>
                    <a:pt x="188979" y="188483"/>
                  </a:lnTo>
                  <a:lnTo>
                    <a:pt x="189931" y="183259"/>
                  </a:lnTo>
                  <a:lnTo>
                    <a:pt x="190716" y="178007"/>
                  </a:lnTo>
                  <a:lnTo>
                    <a:pt x="191335" y="172733"/>
                  </a:lnTo>
                  <a:lnTo>
                    <a:pt x="191785" y="167441"/>
                  </a:lnTo>
                  <a:lnTo>
                    <a:pt x="192067" y="162138"/>
                  </a:lnTo>
                  <a:lnTo>
                    <a:pt x="192181" y="156829"/>
                  </a:lnTo>
                  <a:lnTo>
                    <a:pt x="192126" y="151519"/>
                  </a:lnTo>
                  <a:lnTo>
                    <a:pt x="191902" y="146213"/>
                  </a:lnTo>
                  <a:lnTo>
                    <a:pt x="191510" y="140917"/>
                  </a:lnTo>
                  <a:lnTo>
                    <a:pt x="190950" y="135636"/>
                  </a:lnTo>
                  <a:lnTo>
                    <a:pt x="190222" y="130376"/>
                  </a:lnTo>
                  <a:lnTo>
                    <a:pt x="189328" y="125142"/>
                  </a:lnTo>
                  <a:lnTo>
                    <a:pt x="188267" y="119938"/>
                  </a:lnTo>
                  <a:lnTo>
                    <a:pt x="187042" y="114771"/>
                  </a:lnTo>
                  <a:lnTo>
                    <a:pt x="185654" y="109645"/>
                  </a:lnTo>
                  <a:lnTo>
                    <a:pt x="184103" y="104566"/>
                  </a:lnTo>
                  <a:lnTo>
                    <a:pt x="182392" y="99539"/>
                  </a:lnTo>
                  <a:lnTo>
                    <a:pt x="180522" y="94568"/>
                  </a:lnTo>
                  <a:lnTo>
                    <a:pt x="178496" y="89660"/>
                  </a:lnTo>
                  <a:lnTo>
                    <a:pt x="176314" y="84818"/>
                  </a:lnTo>
                  <a:lnTo>
                    <a:pt x="173979" y="80049"/>
                  </a:lnTo>
                  <a:lnTo>
                    <a:pt x="171495" y="75355"/>
                  </a:lnTo>
                  <a:lnTo>
                    <a:pt x="168862" y="70743"/>
                  </a:lnTo>
                  <a:lnTo>
                    <a:pt x="166084" y="66217"/>
                  </a:lnTo>
                  <a:lnTo>
                    <a:pt x="163164" y="61782"/>
                  </a:lnTo>
                  <a:lnTo>
                    <a:pt x="160105" y="57441"/>
                  </a:lnTo>
                  <a:lnTo>
                    <a:pt x="156909" y="53200"/>
                  </a:lnTo>
                  <a:lnTo>
                    <a:pt x="153580" y="49062"/>
                  </a:lnTo>
                  <a:lnTo>
                    <a:pt x="150121" y="45033"/>
                  </a:lnTo>
                  <a:lnTo>
                    <a:pt x="146536" y="41115"/>
                  </a:lnTo>
                  <a:lnTo>
                    <a:pt x="142829" y="37313"/>
                  </a:lnTo>
                  <a:lnTo>
                    <a:pt x="139002" y="33631"/>
                  </a:lnTo>
                  <a:lnTo>
                    <a:pt x="135061" y="30072"/>
                  </a:lnTo>
                  <a:lnTo>
                    <a:pt x="131008" y="26640"/>
                  </a:lnTo>
                  <a:lnTo>
                    <a:pt x="126849" y="23338"/>
                  </a:lnTo>
                  <a:lnTo>
                    <a:pt x="122587" y="20171"/>
                  </a:lnTo>
                  <a:lnTo>
                    <a:pt x="118226" y="17140"/>
                  </a:lnTo>
                  <a:lnTo>
                    <a:pt x="113771" y="14249"/>
                  </a:lnTo>
                  <a:lnTo>
                    <a:pt x="109227" y="11502"/>
                  </a:lnTo>
                  <a:lnTo>
                    <a:pt x="104598" y="8900"/>
                  </a:lnTo>
                  <a:lnTo>
                    <a:pt x="99888" y="6446"/>
                  </a:lnTo>
                  <a:lnTo>
                    <a:pt x="95103" y="4143"/>
                  </a:lnTo>
                  <a:lnTo>
                    <a:pt x="90247" y="1994"/>
                  </a:lnTo>
                  <a:lnTo>
                    <a:pt x="85325" y="0"/>
                  </a:lnTo>
                  <a:lnTo>
                    <a:pt x="25016" y="155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71028"/>
              <a:ext cx="60309" cy="167167"/>
            </a:xfrm>
            <a:custGeom>
              <a:avLst/>
              <a:pathLst>
                <a:path w="60309" h="167167">
                  <a:moveTo>
                    <a:pt x="60309" y="11257"/>
                  </a:moveTo>
                  <a:lnTo>
                    <a:pt x="54514" y="9138"/>
                  </a:lnTo>
                  <a:lnTo>
                    <a:pt x="48646" y="7234"/>
                  </a:lnTo>
                  <a:lnTo>
                    <a:pt x="42711" y="5548"/>
                  </a:lnTo>
                  <a:lnTo>
                    <a:pt x="36718" y="4082"/>
                  </a:lnTo>
                  <a:lnTo>
                    <a:pt x="30675" y="2838"/>
                  </a:lnTo>
                  <a:lnTo>
                    <a:pt x="24590" y="1818"/>
                  </a:lnTo>
                  <a:lnTo>
                    <a:pt x="18472" y="1023"/>
                  </a:lnTo>
                  <a:lnTo>
                    <a:pt x="12328" y="455"/>
                  </a:lnTo>
                  <a:lnTo>
                    <a:pt x="616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4213" y="1322571"/>
              <a:ext cx="94507" cy="167167"/>
            </a:xfrm>
            <a:custGeom>
              <a:avLst/>
              <a:pathLst>
                <a:path w="94507" h="167167">
                  <a:moveTo>
                    <a:pt x="94507" y="0"/>
                  </a:moveTo>
                  <a:lnTo>
                    <a:pt x="88928" y="93"/>
                  </a:lnTo>
                  <a:lnTo>
                    <a:pt x="83355" y="372"/>
                  </a:lnTo>
                  <a:lnTo>
                    <a:pt x="77794" y="837"/>
                  </a:lnTo>
                  <a:lnTo>
                    <a:pt x="72252" y="1487"/>
                  </a:lnTo>
                  <a:lnTo>
                    <a:pt x="66735" y="2322"/>
                  </a:lnTo>
                  <a:lnTo>
                    <a:pt x="61249" y="3341"/>
                  </a:lnTo>
                  <a:lnTo>
                    <a:pt x="55800" y="4542"/>
                  </a:lnTo>
                  <a:lnTo>
                    <a:pt x="50394" y="5925"/>
                  </a:lnTo>
                  <a:lnTo>
                    <a:pt x="45037" y="7487"/>
                  </a:lnTo>
                  <a:lnTo>
                    <a:pt x="39736" y="9227"/>
                  </a:lnTo>
                  <a:lnTo>
                    <a:pt x="34495" y="11143"/>
                  </a:lnTo>
                  <a:lnTo>
                    <a:pt x="29321" y="13232"/>
                  </a:lnTo>
                  <a:lnTo>
                    <a:pt x="24220" y="15494"/>
                  </a:lnTo>
                  <a:lnTo>
                    <a:pt x="19197" y="17924"/>
                  </a:lnTo>
                  <a:lnTo>
                    <a:pt x="14258" y="20521"/>
                  </a:lnTo>
                  <a:lnTo>
                    <a:pt x="9409" y="23281"/>
                  </a:lnTo>
                  <a:lnTo>
                    <a:pt x="4654" y="26201"/>
                  </a:lnTo>
                  <a:lnTo>
                    <a:pt x="0" y="29278"/>
                  </a:lnTo>
                  <a:lnTo>
                    <a:pt x="9450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4213" y="1351850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21574" y="1351850"/>
              <a:ext cx="334308" cy="305055"/>
            </a:xfrm>
            <a:custGeom>
              <a:avLst/>
              <a:pathLst>
                <a:path w="334308" h="305055">
                  <a:moveTo>
                    <a:pt x="72639" y="0"/>
                  </a:moveTo>
                  <a:lnTo>
                    <a:pt x="68302" y="3075"/>
                  </a:lnTo>
                  <a:lnTo>
                    <a:pt x="64065" y="6286"/>
                  </a:lnTo>
                  <a:lnTo>
                    <a:pt x="59932" y="9631"/>
                  </a:lnTo>
                  <a:lnTo>
                    <a:pt x="55907" y="13105"/>
                  </a:lnTo>
                  <a:lnTo>
                    <a:pt x="51995" y="16706"/>
                  </a:lnTo>
                  <a:lnTo>
                    <a:pt x="48200" y="20429"/>
                  </a:lnTo>
                  <a:lnTo>
                    <a:pt x="44525" y="24271"/>
                  </a:lnTo>
                  <a:lnTo>
                    <a:pt x="40973" y="28228"/>
                  </a:lnTo>
                  <a:lnTo>
                    <a:pt x="37550" y="32296"/>
                  </a:lnTo>
                  <a:lnTo>
                    <a:pt x="34258" y="36471"/>
                  </a:lnTo>
                  <a:lnTo>
                    <a:pt x="31100" y="40748"/>
                  </a:lnTo>
                  <a:lnTo>
                    <a:pt x="28079" y="45123"/>
                  </a:lnTo>
                  <a:lnTo>
                    <a:pt x="25200" y="49593"/>
                  </a:lnTo>
                  <a:lnTo>
                    <a:pt x="22463" y="54151"/>
                  </a:lnTo>
                  <a:lnTo>
                    <a:pt x="19874" y="58795"/>
                  </a:lnTo>
                  <a:lnTo>
                    <a:pt x="17433" y="63518"/>
                  </a:lnTo>
                  <a:lnTo>
                    <a:pt x="15144" y="68317"/>
                  </a:lnTo>
                  <a:lnTo>
                    <a:pt x="13008" y="73186"/>
                  </a:lnTo>
                  <a:lnTo>
                    <a:pt x="11028" y="78120"/>
                  </a:lnTo>
                  <a:lnTo>
                    <a:pt x="9207" y="83115"/>
                  </a:lnTo>
                  <a:lnTo>
                    <a:pt x="7545" y="88166"/>
                  </a:lnTo>
                  <a:lnTo>
                    <a:pt x="6044" y="93266"/>
                  </a:lnTo>
                  <a:lnTo>
                    <a:pt x="4707" y="98412"/>
                  </a:lnTo>
                  <a:lnTo>
                    <a:pt x="3534" y="103598"/>
                  </a:lnTo>
                  <a:lnTo>
                    <a:pt x="2526" y="108818"/>
                  </a:lnTo>
                  <a:lnTo>
                    <a:pt x="1685" y="114068"/>
                  </a:lnTo>
                  <a:lnTo>
                    <a:pt x="1011" y="119342"/>
                  </a:lnTo>
                  <a:lnTo>
                    <a:pt x="505" y="124634"/>
                  </a:lnTo>
                  <a:lnTo>
                    <a:pt x="168" y="129940"/>
                  </a:lnTo>
                  <a:lnTo>
                    <a:pt x="0" y="135255"/>
                  </a:lnTo>
                  <a:lnTo>
                    <a:pt x="0" y="140571"/>
                  </a:lnTo>
                  <a:lnTo>
                    <a:pt x="170" y="145885"/>
                  </a:lnTo>
                  <a:lnTo>
                    <a:pt x="509" y="151191"/>
                  </a:lnTo>
                  <a:lnTo>
                    <a:pt x="1016" y="156484"/>
                  </a:lnTo>
                  <a:lnTo>
                    <a:pt x="1692" y="161757"/>
                  </a:lnTo>
                  <a:lnTo>
                    <a:pt x="2534" y="167007"/>
                  </a:lnTo>
                  <a:lnTo>
                    <a:pt x="3544" y="172227"/>
                  </a:lnTo>
                  <a:lnTo>
                    <a:pt x="4718" y="177412"/>
                  </a:lnTo>
                  <a:lnTo>
                    <a:pt x="6057" y="182558"/>
                  </a:lnTo>
                  <a:lnTo>
                    <a:pt x="7559" y="187658"/>
                  </a:lnTo>
                  <a:lnTo>
                    <a:pt x="9223" y="192708"/>
                  </a:lnTo>
                  <a:lnTo>
                    <a:pt x="11046" y="197702"/>
                  </a:lnTo>
                  <a:lnTo>
                    <a:pt x="13027" y="202636"/>
                  </a:lnTo>
                  <a:lnTo>
                    <a:pt x="15164" y="207504"/>
                  </a:lnTo>
                  <a:lnTo>
                    <a:pt x="17455" y="212302"/>
                  </a:lnTo>
                  <a:lnTo>
                    <a:pt x="19897" y="217025"/>
                  </a:lnTo>
                  <a:lnTo>
                    <a:pt x="22488" y="221668"/>
                  </a:lnTo>
                  <a:lnTo>
                    <a:pt x="25226" y="226226"/>
                  </a:lnTo>
                  <a:lnTo>
                    <a:pt x="28107" y="230694"/>
                  </a:lnTo>
                  <a:lnTo>
                    <a:pt x="31128" y="235069"/>
                  </a:lnTo>
                  <a:lnTo>
                    <a:pt x="34287" y="239345"/>
                  </a:lnTo>
                  <a:lnTo>
                    <a:pt x="37581" y="243519"/>
                  </a:lnTo>
                  <a:lnTo>
                    <a:pt x="41006" y="247586"/>
                  </a:lnTo>
                  <a:lnTo>
                    <a:pt x="44558" y="251542"/>
                  </a:lnTo>
                  <a:lnTo>
                    <a:pt x="48234" y="255383"/>
                  </a:lnTo>
                  <a:lnTo>
                    <a:pt x="52031" y="259105"/>
                  </a:lnTo>
                  <a:lnTo>
                    <a:pt x="55944" y="262704"/>
                  </a:lnTo>
                  <a:lnTo>
                    <a:pt x="59969" y="266177"/>
                  </a:lnTo>
                  <a:lnTo>
                    <a:pt x="64103" y="269521"/>
                  </a:lnTo>
                  <a:lnTo>
                    <a:pt x="68341" y="272731"/>
                  </a:lnTo>
                  <a:lnTo>
                    <a:pt x="72680" y="275805"/>
                  </a:lnTo>
                  <a:lnTo>
                    <a:pt x="77113" y="278739"/>
                  </a:lnTo>
                  <a:lnTo>
                    <a:pt x="81638" y="281531"/>
                  </a:lnTo>
                  <a:lnTo>
                    <a:pt x="86249" y="284178"/>
                  </a:lnTo>
                  <a:lnTo>
                    <a:pt x="90942" y="286676"/>
                  </a:lnTo>
                  <a:lnTo>
                    <a:pt x="95712" y="289025"/>
                  </a:lnTo>
                  <a:lnTo>
                    <a:pt x="100555" y="291220"/>
                  </a:lnTo>
                  <a:lnTo>
                    <a:pt x="105464" y="293260"/>
                  </a:lnTo>
                  <a:lnTo>
                    <a:pt x="110437" y="295143"/>
                  </a:lnTo>
                  <a:lnTo>
                    <a:pt x="115466" y="296867"/>
                  </a:lnTo>
                  <a:lnTo>
                    <a:pt x="120548" y="298430"/>
                  </a:lnTo>
                  <a:lnTo>
                    <a:pt x="125677" y="299830"/>
                  </a:lnTo>
                  <a:lnTo>
                    <a:pt x="130848" y="301067"/>
                  </a:lnTo>
                  <a:lnTo>
                    <a:pt x="136055" y="302139"/>
                  </a:lnTo>
                  <a:lnTo>
                    <a:pt x="141294" y="303045"/>
                  </a:lnTo>
                  <a:lnTo>
                    <a:pt x="146560" y="303783"/>
                  </a:lnTo>
                  <a:lnTo>
                    <a:pt x="151846" y="304354"/>
                  </a:lnTo>
                  <a:lnTo>
                    <a:pt x="157147" y="304756"/>
                  </a:lnTo>
                  <a:lnTo>
                    <a:pt x="162459" y="304990"/>
                  </a:lnTo>
                  <a:lnTo>
                    <a:pt x="167775" y="305055"/>
                  </a:lnTo>
                  <a:lnTo>
                    <a:pt x="173091" y="304950"/>
                  </a:lnTo>
                  <a:lnTo>
                    <a:pt x="178401" y="304677"/>
                  </a:lnTo>
                  <a:lnTo>
                    <a:pt x="183699" y="304234"/>
                  </a:lnTo>
                  <a:lnTo>
                    <a:pt x="188981" y="303624"/>
                  </a:lnTo>
                  <a:lnTo>
                    <a:pt x="194240" y="302846"/>
                  </a:lnTo>
                  <a:lnTo>
                    <a:pt x="199472" y="301901"/>
                  </a:lnTo>
                  <a:lnTo>
                    <a:pt x="204672" y="300790"/>
                  </a:lnTo>
                  <a:lnTo>
                    <a:pt x="209833" y="299514"/>
                  </a:lnTo>
                  <a:lnTo>
                    <a:pt x="214951" y="298075"/>
                  </a:lnTo>
                  <a:lnTo>
                    <a:pt x="220021" y="296473"/>
                  </a:lnTo>
                  <a:lnTo>
                    <a:pt x="225038" y="294712"/>
                  </a:lnTo>
                  <a:lnTo>
                    <a:pt x="229995" y="292791"/>
                  </a:lnTo>
                  <a:lnTo>
                    <a:pt x="234890" y="290714"/>
                  </a:lnTo>
                  <a:lnTo>
                    <a:pt x="239715" y="288483"/>
                  </a:lnTo>
                  <a:lnTo>
                    <a:pt x="244468" y="286099"/>
                  </a:lnTo>
                  <a:lnTo>
                    <a:pt x="249142" y="283565"/>
                  </a:lnTo>
                  <a:lnTo>
                    <a:pt x="253733" y="280884"/>
                  </a:lnTo>
                  <a:lnTo>
                    <a:pt x="258237" y="278058"/>
                  </a:lnTo>
                  <a:lnTo>
                    <a:pt x="262648" y="275090"/>
                  </a:lnTo>
                  <a:lnTo>
                    <a:pt x="266963" y="271984"/>
                  </a:lnTo>
                  <a:lnTo>
                    <a:pt x="271177" y="268742"/>
                  </a:lnTo>
                  <a:lnTo>
                    <a:pt x="275285" y="265367"/>
                  </a:lnTo>
                  <a:lnTo>
                    <a:pt x="279285" y="261864"/>
                  </a:lnTo>
                  <a:lnTo>
                    <a:pt x="283170" y="258235"/>
                  </a:lnTo>
                  <a:lnTo>
                    <a:pt x="286939" y="254484"/>
                  </a:lnTo>
                  <a:lnTo>
                    <a:pt x="290586" y="250616"/>
                  </a:lnTo>
                  <a:lnTo>
                    <a:pt x="294109" y="246633"/>
                  </a:lnTo>
                  <a:lnTo>
                    <a:pt x="297503" y="242541"/>
                  </a:lnTo>
                  <a:lnTo>
                    <a:pt x="300765" y="238343"/>
                  </a:lnTo>
                  <a:lnTo>
                    <a:pt x="303892" y="234043"/>
                  </a:lnTo>
                  <a:lnTo>
                    <a:pt x="306880" y="229645"/>
                  </a:lnTo>
                  <a:lnTo>
                    <a:pt x="309728" y="225155"/>
                  </a:lnTo>
                  <a:lnTo>
                    <a:pt x="312431" y="220577"/>
                  </a:lnTo>
                  <a:lnTo>
                    <a:pt x="314987" y="215915"/>
                  </a:lnTo>
                  <a:lnTo>
                    <a:pt x="317393" y="211174"/>
                  </a:lnTo>
                  <a:lnTo>
                    <a:pt x="319648" y="206359"/>
                  </a:lnTo>
                  <a:lnTo>
                    <a:pt x="321748" y="201474"/>
                  </a:lnTo>
                  <a:lnTo>
                    <a:pt x="323692" y="196526"/>
                  </a:lnTo>
                  <a:lnTo>
                    <a:pt x="325478" y="191518"/>
                  </a:lnTo>
                  <a:lnTo>
                    <a:pt x="327103" y="186456"/>
                  </a:lnTo>
                  <a:lnTo>
                    <a:pt x="328567" y="181344"/>
                  </a:lnTo>
                  <a:lnTo>
                    <a:pt x="329867" y="176189"/>
                  </a:lnTo>
                  <a:lnTo>
                    <a:pt x="331003" y="170995"/>
                  </a:lnTo>
                  <a:lnTo>
                    <a:pt x="331972" y="165767"/>
                  </a:lnTo>
                  <a:lnTo>
                    <a:pt x="332776" y="160512"/>
                  </a:lnTo>
                  <a:lnTo>
                    <a:pt x="333411" y="155233"/>
                  </a:lnTo>
                  <a:lnTo>
                    <a:pt x="333879" y="149937"/>
                  </a:lnTo>
                  <a:lnTo>
                    <a:pt x="334178" y="144629"/>
                  </a:lnTo>
                  <a:lnTo>
                    <a:pt x="334308" y="139313"/>
                  </a:lnTo>
                  <a:lnTo>
                    <a:pt x="334268" y="133997"/>
                  </a:lnTo>
                  <a:lnTo>
                    <a:pt x="334060" y="128684"/>
                  </a:lnTo>
                  <a:lnTo>
                    <a:pt x="333683" y="123381"/>
                  </a:lnTo>
                  <a:lnTo>
                    <a:pt x="333137" y="118092"/>
                  </a:lnTo>
                  <a:lnTo>
                    <a:pt x="332424" y="112823"/>
                  </a:lnTo>
                  <a:lnTo>
                    <a:pt x="331543" y="107580"/>
                  </a:lnTo>
                  <a:lnTo>
                    <a:pt x="330496" y="102367"/>
                  </a:lnTo>
                  <a:lnTo>
                    <a:pt x="329284" y="97191"/>
                  </a:lnTo>
                  <a:lnTo>
                    <a:pt x="327908" y="92055"/>
                  </a:lnTo>
                  <a:lnTo>
                    <a:pt x="326369" y="86966"/>
                  </a:lnTo>
                  <a:lnTo>
                    <a:pt x="324669" y="81928"/>
                  </a:lnTo>
                  <a:lnTo>
                    <a:pt x="322810" y="76947"/>
                  </a:lnTo>
                  <a:lnTo>
                    <a:pt x="320793" y="72028"/>
                  </a:lnTo>
                  <a:lnTo>
                    <a:pt x="318621" y="67175"/>
                  </a:lnTo>
                  <a:lnTo>
                    <a:pt x="316296" y="62394"/>
                  </a:lnTo>
                  <a:lnTo>
                    <a:pt x="313819" y="57689"/>
                  </a:lnTo>
                  <a:lnTo>
                    <a:pt x="311195" y="53065"/>
                  </a:lnTo>
                  <a:lnTo>
                    <a:pt x="167146" y="1378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88720" y="1322571"/>
              <a:ext cx="144048" cy="167167"/>
            </a:xfrm>
            <a:custGeom>
              <a:avLst/>
              <a:pathLst>
                <a:path w="144048" h="167167">
                  <a:moveTo>
                    <a:pt x="144048" y="82344"/>
                  </a:moveTo>
                  <a:lnTo>
                    <a:pt x="141220" y="77714"/>
                  </a:lnTo>
                  <a:lnTo>
                    <a:pt x="138242" y="73178"/>
                  </a:lnTo>
                  <a:lnTo>
                    <a:pt x="135119" y="68742"/>
                  </a:lnTo>
                  <a:lnTo>
                    <a:pt x="131854" y="64409"/>
                  </a:lnTo>
                  <a:lnTo>
                    <a:pt x="128450" y="60184"/>
                  </a:lnTo>
                  <a:lnTo>
                    <a:pt x="124911" y="56072"/>
                  </a:lnTo>
                  <a:lnTo>
                    <a:pt x="121240" y="52077"/>
                  </a:lnTo>
                  <a:lnTo>
                    <a:pt x="117441" y="48203"/>
                  </a:lnTo>
                  <a:lnTo>
                    <a:pt x="113519" y="44455"/>
                  </a:lnTo>
                  <a:lnTo>
                    <a:pt x="109477" y="40836"/>
                  </a:lnTo>
                  <a:lnTo>
                    <a:pt x="105320" y="37349"/>
                  </a:lnTo>
                  <a:lnTo>
                    <a:pt x="101052" y="34000"/>
                  </a:lnTo>
                  <a:lnTo>
                    <a:pt x="96677" y="30791"/>
                  </a:lnTo>
                  <a:lnTo>
                    <a:pt x="92201" y="27725"/>
                  </a:lnTo>
                  <a:lnTo>
                    <a:pt x="87627" y="24807"/>
                  </a:lnTo>
                  <a:lnTo>
                    <a:pt x="82961" y="22038"/>
                  </a:lnTo>
                  <a:lnTo>
                    <a:pt x="78208" y="19423"/>
                  </a:lnTo>
                  <a:lnTo>
                    <a:pt x="73372" y="16962"/>
                  </a:lnTo>
                  <a:lnTo>
                    <a:pt x="68459" y="14661"/>
                  </a:lnTo>
                  <a:lnTo>
                    <a:pt x="63474" y="12519"/>
                  </a:lnTo>
                  <a:lnTo>
                    <a:pt x="58422" y="10541"/>
                  </a:lnTo>
                  <a:lnTo>
                    <a:pt x="53309" y="8727"/>
                  </a:lnTo>
                  <a:lnTo>
                    <a:pt x="48139" y="7081"/>
                  </a:lnTo>
                  <a:lnTo>
                    <a:pt x="42919" y="5603"/>
                  </a:lnTo>
                  <a:lnTo>
                    <a:pt x="37654" y="4295"/>
                  </a:lnTo>
                  <a:lnTo>
                    <a:pt x="32348" y="3159"/>
                  </a:lnTo>
                  <a:lnTo>
                    <a:pt x="27009" y="2196"/>
                  </a:lnTo>
                  <a:lnTo>
                    <a:pt x="21641" y="1406"/>
                  </a:lnTo>
                  <a:lnTo>
                    <a:pt x="16251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25547" y="1681503"/>
              <a:ext cx="60977" cy="167167"/>
            </a:xfrm>
            <a:custGeom>
              <a:avLst/>
              <a:pathLst>
                <a:path w="60977" h="167167">
                  <a:moveTo>
                    <a:pt x="60977" y="0"/>
                  </a:moveTo>
                  <a:lnTo>
                    <a:pt x="54737" y="116"/>
                  </a:lnTo>
                  <a:lnTo>
                    <a:pt x="48505" y="465"/>
                  </a:lnTo>
                  <a:lnTo>
                    <a:pt x="42291" y="1047"/>
                  </a:lnTo>
                  <a:lnTo>
                    <a:pt x="36103" y="1861"/>
                  </a:lnTo>
                  <a:lnTo>
                    <a:pt x="29949" y="2904"/>
                  </a:lnTo>
                  <a:lnTo>
                    <a:pt x="23839" y="4177"/>
                  </a:lnTo>
                  <a:lnTo>
                    <a:pt x="17780" y="5677"/>
                  </a:lnTo>
                  <a:lnTo>
                    <a:pt x="11782" y="7402"/>
                  </a:lnTo>
                  <a:lnTo>
                    <a:pt x="5852" y="9350"/>
                  </a:lnTo>
                  <a:lnTo>
                    <a:pt x="0" y="11518"/>
                  </a:lnTo>
                  <a:lnTo>
                    <a:pt x="609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25547" y="1693021"/>
              <a:ext cx="60977" cy="155649"/>
            </a:xfrm>
            <a:custGeom>
              <a:avLst/>
              <a:pathLst>
                <a:path w="60977" h="155649">
                  <a:moveTo>
                    <a:pt x="0" y="0"/>
                  </a:moveTo>
                  <a:lnTo>
                    <a:pt x="60977" y="1556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106188" y="11518"/>
                  </a:moveTo>
                  <a:lnTo>
                    <a:pt x="101300" y="13522"/>
                  </a:lnTo>
                  <a:lnTo>
                    <a:pt x="96478" y="15680"/>
                  </a:lnTo>
                  <a:lnTo>
                    <a:pt x="91727" y="17989"/>
                  </a:lnTo>
                  <a:lnTo>
                    <a:pt x="87051" y="20448"/>
                  </a:lnTo>
                  <a:lnTo>
                    <a:pt x="82455" y="23052"/>
                  </a:lnTo>
                  <a:lnTo>
                    <a:pt x="77944" y="25801"/>
                  </a:lnTo>
                  <a:lnTo>
                    <a:pt x="73521" y="28691"/>
                  </a:lnTo>
                  <a:lnTo>
                    <a:pt x="69193" y="31719"/>
                  </a:lnTo>
                  <a:lnTo>
                    <a:pt x="64962" y="34882"/>
                  </a:lnTo>
                  <a:lnTo>
                    <a:pt x="60833" y="38178"/>
                  </a:lnTo>
                  <a:lnTo>
                    <a:pt x="56810" y="41602"/>
                  </a:lnTo>
                  <a:lnTo>
                    <a:pt x="52897" y="45152"/>
                  </a:lnTo>
                  <a:lnTo>
                    <a:pt x="49099" y="48823"/>
                  </a:lnTo>
                  <a:lnTo>
                    <a:pt x="45419" y="52613"/>
                  </a:lnTo>
                  <a:lnTo>
                    <a:pt x="41860" y="56517"/>
                  </a:lnTo>
                  <a:lnTo>
                    <a:pt x="38426" y="60532"/>
                  </a:lnTo>
                  <a:lnTo>
                    <a:pt x="35121" y="64653"/>
                  </a:lnTo>
                  <a:lnTo>
                    <a:pt x="31948" y="68877"/>
                  </a:lnTo>
                  <a:lnTo>
                    <a:pt x="28909" y="73198"/>
                  </a:lnTo>
                  <a:lnTo>
                    <a:pt x="26009" y="77614"/>
                  </a:lnTo>
                  <a:lnTo>
                    <a:pt x="23250" y="82119"/>
                  </a:lnTo>
                  <a:lnTo>
                    <a:pt x="20635" y="86709"/>
                  </a:lnTo>
                  <a:lnTo>
                    <a:pt x="18165" y="91379"/>
                  </a:lnTo>
                  <a:lnTo>
                    <a:pt x="15845" y="96125"/>
                  </a:lnTo>
                  <a:lnTo>
                    <a:pt x="13676" y="100942"/>
                  </a:lnTo>
                  <a:lnTo>
                    <a:pt x="11660" y="105825"/>
                  </a:lnTo>
                  <a:lnTo>
                    <a:pt x="9799" y="110769"/>
                  </a:lnTo>
                  <a:lnTo>
                    <a:pt x="8096" y="115770"/>
                  </a:lnTo>
                  <a:lnTo>
                    <a:pt x="6551" y="120822"/>
                  </a:lnTo>
                  <a:lnTo>
                    <a:pt x="5167" y="125920"/>
                  </a:lnTo>
                  <a:lnTo>
                    <a:pt x="3945" y="131060"/>
                  </a:lnTo>
                  <a:lnTo>
                    <a:pt x="2885" y="136235"/>
                  </a:lnTo>
                  <a:lnTo>
                    <a:pt x="1990" y="141441"/>
                  </a:lnTo>
                  <a:lnTo>
                    <a:pt x="1259" y="146674"/>
                  </a:lnTo>
                  <a:lnTo>
                    <a:pt x="695" y="151926"/>
                  </a:lnTo>
                  <a:lnTo>
                    <a:pt x="296" y="157194"/>
                  </a:lnTo>
                  <a:lnTo>
                    <a:pt x="64" y="162472"/>
                  </a:lnTo>
                  <a:lnTo>
                    <a:pt x="0" y="167754"/>
                  </a:lnTo>
                  <a:lnTo>
                    <a:pt x="102" y="173036"/>
                  </a:lnTo>
                  <a:lnTo>
                    <a:pt x="370" y="178312"/>
                  </a:lnTo>
                  <a:lnTo>
                    <a:pt x="806" y="183577"/>
                  </a:lnTo>
                  <a:lnTo>
                    <a:pt x="1407" y="188825"/>
                  </a:lnTo>
                  <a:lnTo>
                    <a:pt x="2175" y="194052"/>
                  </a:lnTo>
                  <a:lnTo>
                    <a:pt x="3106" y="199252"/>
                  </a:lnTo>
                  <a:lnTo>
                    <a:pt x="4202" y="204420"/>
                  </a:lnTo>
                  <a:lnTo>
                    <a:pt x="5461" y="209550"/>
                  </a:lnTo>
                  <a:lnTo>
                    <a:pt x="6881" y="214639"/>
                  </a:lnTo>
                  <a:lnTo>
                    <a:pt x="8461" y="219680"/>
                  </a:lnTo>
                  <a:lnTo>
                    <a:pt x="10199" y="224668"/>
                  </a:lnTo>
                  <a:lnTo>
                    <a:pt x="12095" y="229599"/>
                  </a:lnTo>
                  <a:lnTo>
                    <a:pt x="14145" y="234468"/>
                  </a:lnTo>
                  <a:lnTo>
                    <a:pt x="16348" y="239270"/>
                  </a:lnTo>
                  <a:lnTo>
                    <a:pt x="18701" y="243999"/>
                  </a:lnTo>
                  <a:lnTo>
                    <a:pt x="21203" y="248652"/>
                  </a:lnTo>
                  <a:lnTo>
                    <a:pt x="23851" y="253224"/>
                  </a:lnTo>
                  <a:lnTo>
                    <a:pt x="26642" y="257709"/>
                  </a:lnTo>
                  <a:lnTo>
                    <a:pt x="29573" y="262104"/>
                  </a:lnTo>
                  <a:lnTo>
                    <a:pt x="32641" y="266404"/>
                  </a:lnTo>
                  <a:lnTo>
                    <a:pt x="35844" y="270606"/>
                  </a:lnTo>
                  <a:lnTo>
                    <a:pt x="39178" y="274703"/>
                  </a:lnTo>
                  <a:lnTo>
                    <a:pt x="42640" y="278694"/>
                  </a:lnTo>
                  <a:lnTo>
                    <a:pt x="46226" y="282573"/>
                  </a:lnTo>
                  <a:lnTo>
                    <a:pt x="49933" y="286337"/>
                  </a:lnTo>
                  <a:lnTo>
                    <a:pt x="53757" y="289982"/>
                  </a:lnTo>
                  <a:lnTo>
                    <a:pt x="57695" y="293504"/>
                  </a:lnTo>
                  <a:lnTo>
                    <a:pt x="61741" y="296900"/>
                  </a:lnTo>
                  <a:lnTo>
                    <a:pt x="65893" y="300166"/>
                  </a:lnTo>
                  <a:lnTo>
                    <a:pt x="70146" y="303300"/>
                  </a:lnTo>
                  <a:lnTo>
                    <a:pt x="74496" y="306297"/>
                  </a:lnTo>
                  <a:lnTo>
                    <a:pt x="78939" y="309156"/>
                  </a:lnTo>
                  <a:lnTo>
                    <a:pt x="83469" y="311873"/>
                  </a:lnTo>
                  <a:lnTo>
                    <a:pt x="88083" y="314445"/>
                  </a:lnTo>
                  <a:lnTo>
                    <a:pt x="92777" y="316871"/>
                  </a:lnTo>
                  <a:lnTo>
                    <a:pt x="97544" y="319146"/>
                  </a:lnTo>
                  <a:lnTo>
                    <a:pt x="102381" y="321270"/>
                  </a:lnTo>
                  <a:lnTo>
                    <a:pt x="107283" y="323241"/>
                  </a:lnTo>
                  <a:lnTo>
                    <a:pt x="112244" y="325055"/>
                  </a:lnTo>
                  <a:lnTo>
                    <a:pt x="117261" y="326711"/>
                  </a:lnTo>
                  <a:lnTo>
                    <a:pt x="122327" y="328209"/>
                  </a:lnTo>
                  <a:lnTo>
                    <a:pt x="127438" y="329545"/>
                  </a:lnTo>
                  <a:lnTo>
                    <a:pt x="132588" y="330719"/>
                  </a:lnTo>
                  <a:lnTo>
                    <a:pt x="137774" y="331730"/>
                  </a:lnTo>
                  <a:lnTo>
                    <a:pt x="142988" y="332577"/>
                  </a:lnTo>
                  <a:lnTo>
                    <a:pt x="148227" y="333258"/>
                  </a:lnTo>
                  <a:lnTo>
                    <a:pt x="153484" y="333774"/>
                  </a:lnTo>
                  <a:lnTo>
                    <a:pt x="158756" y="334123"/>
                  </a:lnTo>
                  <a:lnTo>
                    <a:pt x="164035" y="334305"/>
                  </a:lnTo>
                  <a:lnTo>
                    <a:pt x="169318" y="334321"/>
                  </a:lnTo>
                  <a:lnTo>
                    <a:pt x="174599" y="334169"/>
                  </a:lnTo>
                  <a:lnTo>
                    <a:pt x="179872" y="333851"/>
                  </a:lnTo>
                  <a:lnTo>
                    <a:pt x="185133" y="333366"/>
                  </a:lnTo>
                  <a:lnTo>
                    <a:pt x="190375" y="332715"/>
                  </a:lnTo>
                  <a:lnTo>
                    <a:pt x="195595" y="331899"/>
                  </a:lnTo>
                  <a:lnTo>
                    <a:pt x="200786" y="330919"/>
                  </a:lnTo>
                  <a:lnTo>
                    <a:pt x="205943" y="329775"/>
                  </a:lnTo>
                  <a:lnTo>
                    <a:pt x="211062" y="328468"/>
                  </a:lnTo>
                  <a:lnTo>
                    <a:pt x="216137" y="327001"/>
                  </a:lnTo>
                  <a:lnTo>
                    <a:pt x="221163" y="325374"/>
                  </a:lnTo>
                  <a:lnTo>
                    <a:pt x="226135" y="323588"/>
                  </a:lnTo>
                  <a:lnTo>
                    <a:pt x="231048" y="321647"/>
                  </a:lnTo>
                  <a:lnTo>
                    <a:pt x="235897" y="319551"/>
                  </a:lnTo>
                  <a:lnTo>
                    <a:pt x="240678" y="317303"/>
                  </a:lnTo>
                  <a:lnTo>
                    <a:pt x="245385" y="314906"/>
                  </a:lnTo>
                  <a:lnTo>
                    <a:pt x="250014" y="312360"/>
                  </a:lnTo>
                  <a:lnTo>
                    <a:pt x="254561" y="309670"/>
                  </a:lnTo>
                  <a:lnTo>
                    <a:pt x="259020" y="306837"/>
                  </a:lnTo>
                  <a:lnTo>
                    <a:pt x="263387" y="303865"/>
                  </a:lnTo>
                  <a:lnTo>
                    <a:pt x="267659" y="300756"/>
                  </a:lnTo>
                  <a:lnTo>
                    <a:pt x="271830" y="297514"/>
                  </a:lnTo>
                  <a:lnTo>
                    <a:pt x="275896" y="294142"/>
                  </a:lnTo>
                  <a:lnTo>
                    <a:pt x="279854" y="290643"/>
                  </a:lnTo>
                  <a:lnTo>
                    <a:pt x="283699" y="287021"/>
                  </a:lnTo>
                  <a:lnTo>
                    <a:pt x="287428" y="283279"/>
                  </a:lnTo>
                  <a:lnTo>
                    <a:pt x="291037" y="279421"/>
                  </a:lnTo>
                  <a:lnTo>
                    <a:pt x="294522" y="275451"/>
                  </a:lnTo>
                  <a:lnTo>
                    <a:pt x="297880" y="271372"/>
                  </a:lnTo>
                  <a:lnTo>
                    <a:pt x="301108" y="267190"/>
                  </a:lnTo>
                  <a:lnTo>
                    <a:pt x="304201" y="262908"/>
                  </a:lnTo>
                  <a:lnTo>
                    <a:pt x="307158" y="258530"/>
                  </a:lnTo>
                  <a:lnTo>
                    <a:pt x="309975" y="254061"/>
                  </a:lnTo>
                  <a:lnTo>
                    <a:pt x="312649" y="249505"/>
                  </a:lnTo>
                  <a:lnTo>
                    <a:pt x="315178" y="244867"/>
                  </a:lnTo>
                  <a:lnTo>
                    <a:pt x="317560" y="240151"/>
                  </a:lnTo>
                  <a:lnTo>
                    <a:pt x="319791" y="235363"/>
                  </a:lnTo>
                  <a:lnTo>
                    <a:pt x="321869" y="230506"/>
                  </a:lnTo>
                  <a:lnTo>
                    <a:pt x="323793" y="225586"/>
                  </a:lnTo>
                  <a:lnTo>
                    <a:pt x="325561" y="220608"/>
                  </a:lnTo>
                  <a:lnTo>
                    <a:pt x="327171" y="215576"/>
                  </a:lnTo>
                  <a:lnTo>
                    <a:pt x="328620" y="210496"/>
                  </a:lnTo>
                  <a:lnTo>
                    <a:pt x="329909" y="205373"/>
                  </a:lnTo>
                  <a:lnTo>
                    <a:pt x="331035" y="200211"/>
                  </a:lnTo>
                  <a:lnTo>
                    <a:pt x="331997" y="195017"/>
                  </a:lnTo>
                  <a:lnTo>
                    <a:pt x="332795" y="189795"/>
                  </a:lnTo>
                  <a:lnTo>
                    <a:pt x="333427" y="184550"/>
                  </a:lnTo>
                  <a:lnTo>
                    <a:pt x="333893" y="179288"/>
                  </a:lnTo>
                  <a:lnTo>
                    <a:pt x="334193" y="174013"/>
                  </a:lnTo>
                  <a:lnTo>
                    <a:pt x="334326" y="168732"/>
                  </a:lnTo>
                  <a:lnTo>
                    <a:pt x="334292" y="163450"/>
                  </a:lnTo>
                  <a:lnTo>
                    <a:pt x="334091" y="158171"/>
                  </a:lnTo>
                  <a:lnTo>
                    <a:pt x="333723" y="152901"/>
                  </a:lnTo>
                  <a:lnTo>
                    <a:pt x="333190" y="147645"/>
                  </a:lnTo>
                  <a:lnTo>
                    <a:pt x="332490" y="142409"/>
                  </a:lnTo>
                  <a:lnTo>
                    <a:pt x="331625" y="137197"/>
                  </a:lnTo>
                  <a:lnTo>
                    <a:pt x="330596" y="132015"/>
                  </a:lnTo>
                  <a:lnTo>
                    <a:pt x="329403" y="126869"/>
                  </a:lnTo>
                  <a:lnTo>
                    <a:pt x="328049" y="121763"/>
                  </a:lnTo>
                  <a:lnTo>
                    <a:pt x="326534" y="116702"/>
                  </a:lnTo>
                  <a:lnTo>
                    <a:pt x="324860" y="111691"/>
                  </a:lnTo>
                  <a:lnTo>
                    <a:pt x="323028" y="106736"/>
                  </a:lnTo>
                  <a:lnTo>
                    <a:pt x="321041" y="101841"/>
                  </a:lnTo>
                  <a:lnTo>
                    <a:pt x="318900" y="97012"/>
                  </a:lnTo>
                  <a:lnTo>
                    <a:pt x="316607" y="92252"/>
                  </a:lnTo>
                  <a:lnTo>
                    <a:pt x="314166" y="87568"/>
                  </a:lnTo>
                  <a:lnTo>
                    <a:pt x="311577" y="82963"/>
                  </a:lnTo>
                  <a:lnTo>
                    <a:pt x="308844" y="78442"/>
                  </a:lnTo>
                  <a:lnTo>
                    <a:pt x="305970" y="74009"/>
                  </a:lnTo>
                  <a:lnTo>
                    <a:pt x="302957" y="69670"/>
                  </a:lnTo>
                  <a:lnTo>
                    <a:pt x="299809" y="65428"/>
                  </a:lnTo>
                  <a:lnTo>
                    <a:pt x="296528" y="61287"/>
                  </a:lnTo>
                  <a:lnTo>
                    <a:pt x="293117" y="57253"/>
                  </a:lnTo>
                  <a:lnTo>
                    <a:pt x="289581" y="53328"/>
                  </a:lnTo>
                  <a:lnTo>
                    <a:pt x="285923" y="49516"/>
                  </a:lnTo>
                  <a:lnTo>
                    <a:pt x="282146" y="45823"/>
                  </a:lnTo>
                  <a:lnTo>
                    <a:pt x="278255" y="42250"/>
                  </a:lnTo>
                  <a:lnTo>
                    <a:pt x="274252" y="38802"/>
                  </a:lnTo>
                  <a:lnTo>
                    <a:pt x="270143" y="35483"/>
                  </a:lnTo>
                  <a:lnTo>
                    <a:pt x="265930" y="32295"/>
                  </a:lnTo>
                  <a:lnTo>
                    <a:pt x="261619" y="29241"/>
                  </a:lnTo>
                  <a:lnTo>
                    <a:pt x="257214" y="26326"/>
                  </a:lnTo>
                  <a:lnTo>
                    <a:pt x="252719" y="23551"/>
                  </a:lnTo>
                  <a:lnTo>
                    <a:pt x="248138" y="20919"/>
                  </a:lnTo>
                  <a:lnTo>
                    <a:pt x="243476" y="18433"/>
                  </a:lnTo>
                  <a:lnTo>
                    <a:pt x="238739" y="16096"/>
                  </a:lnTo>
                  <a:lnTo>
                    <a:pt x="233929" y="13910"/>
                  </a:lnTo>
                  <a:lnTo>
                    <a:pt x="229053" y="11877"/>
                  </a:lnTo>
                  <a:lnTo>
                    <a:pt x="224116" y="9999"/>
                  </a:lnTo>
                  <a:lnTo>
                    <a:pt x="219121" y="8278"/>
                  </a:lnTo>
                  <a:lnTo>
                    <a:pt x="214075" y="6716"/>
                  </a:lnTo>
                  <a:lnTo>
                    <a:pt x="208981" y="5314"/>
                  </a:lnTo>
                  <a:lnTo>
                    <a:pt x="203846" y="4073"/>
                  </a:lnTo>
                  <a:lnTo>
                    <a:pt x="198674" y="2996"/>
                  </a:lnTo>
                  <a:lnTo>
                    <a:pt x="193471" y="2082"/>
                  </a:lnTo>
                  <a:lnTo>
                    <a:pt x="188242" y="1333"/>
                  </a:lnTo>
                  <a:lnTo>
                    <a:pt x="182991" y="750"/>
                  </a:lnTo>
                  <a:lnTo>
                    <a:pt x="177725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8105" y="2126963"/>
              <a:ext cx="103182" cy="167167"/>
            </a:xfrm>
            <a:custGeom>
              <a:avLst/>
              <a:pathLst>
                <a:path w="103182" h="167167">
                  <a:moveTo>
                    <a:pt x="103182" y="0"/>
                  </a:moveTo>
                  <a:lnTo>
                    <a:pt x="97622" y="92"/>
                  </a:lnTo>
                  <a:lnTo>
                    <a:pt x="92069" y="369"/>
                  </a:lnTo>
                  <a:lnTo>
                    <a:pt x="86529" y="831"/>
                  </a:lnTo>
                  <a:lnTo>
                    <a:pt x="81006" y="1477"/>
                  </a:lnTo>
                  <a:lnTo>
                    <a:pt x="75509" y="2306"/>
                  </a:lnTo>
                  <a:lnTo>
                    <a:pt x="70041" y="3317"/>
                  </a:lnTo>
                  <a:lnTo>
                    <a:pt x="64611" y="4510"/>
                  </a:lnTo>
                  <a:lnTo>
                    <a:pt x="59223" y="5883"/>
                  </a:lnTo>
                  <a:lnTo>
                    <a:pt x="53884" y="7434"/>
                  </a:lnTo>
                  <a:lnTo>
                    <a:pt x="48599" y="9162"/>
                  </a:lnTo>
                  <a:lnTo>
                    <a:pt x="43375" y="11064"/>
                  </a:lnTo>
                  <a:lnTo>
                    <a:pt x="38217" y="13139"/>
                  </a:lnTo>
                  <a:lnTo>
                    <a:pt x="33130" y="15385"/>
                  </a:lnTo>
                  <a:lnTo>
                    <a:pt x="28121" y="17799"/>
                  </a:lnTo>
                  <a:lnTo>
                    <a:pt x="23196" y="20377"/>
                  </a:lnTo>
                  <a:lnTo>
                    <a:pt x="18358" y="23118"/>
                  </a:lnTo>
                  <a:lnTo>
                    <a:pt x="13615" y="26019"/>
                  </a:lnTo>
                  <a:lnTo>
                    <a:pt x="8971" y="29076"/>
                  </a:lnTo>
                  <a:lnTo>
                    <a:pt x="4430" y="32285"/>
                  </a:lnTo>
                  <a:lnTo>
                    <a:pt x="0" y="35644"/>
                  </a:lnTo>
                  <a:lnTo>
                    <a:pt x="1031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8105" y="2162607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14138" y="2127309"/>
              <a:ext cx="334298" cy="333988"/>
            </a:xfrm>
            <a:custGeom>
              <a:avLst/>
              <a:pathLst>
                <a:path w="334298" h="333988">
                  <a:moveTo>
                    <a:pt x="63967" y="35297"/>
                  </a:moveTo>
                  <a:lnTo>
                    <a:pt x="59845" y="38637"/>
                  </a:lnTo>
                  <a:lnTo>
                    <a:pt x="55832" y="42107"/>
                  </a:lnTo>
                  <a:lnTo>
                    <a:pt x="51931" y="45701"/>
                  </a:lnTo>
                  <a:lnTo>
                    <a:pt x="48146" y="49418"/>
                  </a:lnTo>
                  <a:lnTo>
                    <a:pt x="44481" y="53253"/>
                  </a:lnTo>
                  <a:lnTo>
                    <a:pt x="40939" y="57203"/>
                  </a:lnTo>
                  <a:lnTo>
                    <a:pt x="37525" y="61262"/>
                  </a:lnTo>
                  <a:lnTo>
                    <a:pt x="34241" y="65428"/>
                  </a:lnTo>
                  <a:lnTo>
                    <a:pt x="31090" y="69697"/>
                  </a:lnTo>
                  <a:lnTo>
                    <a:pt x="28077" y="74062"/>
                  </a:lnTo>
                  <a:lnTo>
                    <a:pt x="25204" y="78522"/>
                  </a:lnTo>
                  <a:lnTo>
                    <a:pt x="22474" y="83070"/>
                  </a:lnTo>
                  <a:lnTo>
                    <a:pt x="19889" y="87703"/>
                  </a:lnTo>
                  <a:lnTo>
                    <a:pt x="17453" y="92415"/>
                  </a:lnTo>
                  <a:lnTo>
                    <a:pt x="15168" y="97202"/>
                  </a:lnTo>
                  <a:lnTo>
                    <a:pt x="13035" y="102060"/>
                  </a:lnTo>
                  <a:lnTo>
                    <a:pt x="11058" y="106982"/>
                  </a:lnTo>
                  <a:lnTo>
                    <a:pt x="9238" y="111965"/>
                  </a:lnTo>
                  <a:lnTo>
                    <a:pt x="7577" y="117003"/>
                  </a:lnTo>
                  <a:lnTo>
                    <a:pt x="6077" y="122091"/>
                  </a:lnTo>
                  <a:lnTo>
                    <a:pt x="4739" y="127224"/>
                  </a:lnTo>
                  <a:lnTo>
                    <a:pt x="3564" y="132398"/>
                  </a:lnTo>
                  <a:lnTo>
                    <a:pt x="2554" y="137605"/>
                  </a:lnTo>
                  <a:lnTo>
                    <a:pt x="1710" y="142842"/>
                  </a:lnTo>
                  <a:lnTo>
                    <a:pt x="1032" y="148104"/>
                  </a:lnTo>
                  <a:lnTo>
                    <a:pt x="522" y="153384"/>
                  </a:lnTo>
                  <a:lnTo>
                    <a:pt x="180" y="158678"/>
                  </a:lnTo>
                  <a:lnTo>
                    <a:pt x="5" y="163980"/>
                  </a:lnTo>
                  <a:lnTo>
                    <a:pt x="0" y="169284"/>
                  </a:lnTo>
                  <a:lnTo>
                    <a:pt x="162" y="174587"/>
                  </a:lnTo>
                  <a:lnTo>
                    <a:pt x="492" y="179881"/>
                  </a:lnTo>
                  <a:lnTo>
                    <a:pt x="991" y="185163"/>
                  </a:lnTo>
                  <a:lnTo>
                    <a:pt x="1656" y="190425"/>
                  </a:lnTo>
                  <a:lnTo>
                    <a:pt x="2489" y="195665"/>
                  </a:lnTo>
                  <a:lnTo>
                    <a:pt x="3487" y="200875"/>
                  </a:lnTo>
                  <a:lnTo>
                    <a:pt x="4650" y="206050"/>
                  </a:lnTo>
                  <a:lnTo>
                    <a:pt x="5976" y="211187"/>
                  </a:lnTo>
                  <a:lnTo>
                    <a:pt x="7465" y="216278"/>
                  </a:lnTo>
                  <a:lnTo>
                    <a:pt x="9115" y="221320"/>
                  </a:lnTo>
                  <a:lnTo>
                    <a:pt x="10923" y="226307"/>
                  </a:lnTo>
                  <a:lnTo>
                    <a:pt x="12890" y="231234"/>
                  </a:lnTo>
                  <a:lnTo>
                    <a:pt x="15011" y="236096"/>
                  </a:lnTo>
                  <a:lnTo>
                    <a:pt x="17286" y="240888"/>
                  </a:lnTo>
                  <a:lnTo>
                    <a:pt x="19711" y="245606"/>
                  </a:lnTo>
                  <a:lnTo>
                    <a:pt x="22285" y="250245"/>
                  </a:lnTo>
                  <a:lnTo>
                    <a:pt x="25005" y="254799"/>
                  </a:lnTo>
                  <a:lnTo>
                    <a:pt x="27868" y="259265"/>
                  </a:lnTo>
                  <a:lnTo>
                    <a:pt x="30872" y="263638"/>
                  </a:lnTo>
                  <a:lnTo>
                    <a:pt x="34012" y="267913"/>
                  </a:lnTo>
                  <a:lnTo>
                    <a:pt x="37287" y="272086"/>
                  </a:lnTo>
                  <a:lnTo>
                    <a:pt x="40692" y="276154"/>
                  </a:lnTo>
                  <a:lnTo>
                    <a:pt x="44225" y="280111"/>
                  </a:lnTo>
                  <a:lnTo>
                    <a:pt x="47882" y="283954"/>
                  </a:lnTo>
                  <a:lnTo>
                    <a:pt x="51658" y="287680"/>
                  </a:lnTo>
                  <a:lnTo>
                    <a:pt x="55551" y="291283"/>
                  </a:lnTo>
                  <a:lnTo>
                    <a:pt x="59556" y="294761"/>
                  </a:lnTo>
                  <a:lnTo>
                    <a:pt x="63670" y="298111"/>
                  </a:lnTo>
                  <a:lnTo>
                    <a:pt x="67888" y="301328"/>
                  </a:lnTo>
                  <a:lnTo>
                    <a:pt x="72206" y="304410"/>
                  </a:lnTo>
                  <a:lnTo>
                    <a:pt x="76619" y="307353"/>
                  </a:lnTo>
                  <a:lnTo>
                    <a:pt x="81124" y="310155"/>
                  </a:lnTo>
                  <a:lnTo>
                    <a:pt x="85715" y="312812"/>
                  </a:lnTo>
                  <a:lnTo>
                    <a:pt x="90388" y="315322"/>
                  </a:lnTo>
                  <a:lnTo>
                    <a:pt x="95139" y="317683"/>
                  </a:lnTo>
                  <a:lnTo>
                    <a:pt x="99962" y="319892"/>
                  </a:lnTo>
                  <a:lnTo>
                    <a:pt x="104853" y="321947"/>
                  </a:lnTo>
                  <a:lnTo>
                    <a:pt x="109806" y="323845"/>
                  </a:lnTo>
                  <a:lnTo>
                    <a:pt x="114817" y="325586"/>
                  </a:lnTo>
                  <a:lnTo>
                    <a:pt x="119881" y="327166"/>
                  </a:lnTo>
                  <a:lnTo>
                    <a:pt x="124992" y="328585"/>
                  </a:lnTo>
                  <a:lnTo>
                    <a:pt x="130146" y="329841"/>
                  </a:lnTo>
                  <a:lnTo>
                    <a:pt x="135338" y="330933"/>
                  </a:lnTo>
                  <a:lnTo>
                    <a:pt x="140561" y="331860"/>
                  </a:lnTo>
                  <a:lnTo>
                    <a:pt x="145811" y="332621"/>
                  </a:lnTo>
                  <a:lnTo>
                    <a:pt x="151082" y="333214"/>
                  </a:lnTo>
                  <a:lnTo>
                    <a:pt x="156370" y="333640"/>
                  </a:lnTo>
                  <a:lnTo>
                    <a:pt x="161668" y="333898"/>
                  </a:lnTo>
                  <a:lnTo>
                    <a:pt x="166972" y="333988"/>
                  </a:lnTo>
                  <a:lnTo>
                    <a:pt x="172277" y="333909"/>
                  </a:lnTo>
                  <a:lnTo>
                    <a:pt x="177576" y="333663"/>
                  </a:lnTo>
                  <a:lnTo>
                    <a:pt x="182864" y="333248"/>
                  </a:lnTo>
                  <a:lnTo>
                    <a:pt x="188137" y="332665"/>
                  </a:lnTo>
                  <a:lnTo>
                    <a:pt x="193389" y="331916"/>
                  </a:lnTo>
                  <a:lnTo>
                    <a:pt x="198614" y="331000"/>
                  </a:lnTo>
                  <a:lnTo>
                    <a:pt x="203807" y="329919"/>
                  </a:lnTo>
                  <a:lnTo>
                    <a:pt x="208964" y="328674"/>
                  </a:lnTo>
                  <a:lnTo>
                    <a:pt x="214078" y="327266"/>
                  </a:lnTo>
                  <a:lnTo>
                    <a:pt x="219145" y="325696"/>
                  </a:lnTo>
                  <a:lnTo>
                    <a:pt x="224160" y="323966"/>
                  </a:lnTo>
                  <a:lnTo>
                    <a:pt x="229118" y="322078"/>
                  </a:lnTo>
                  <a:lnTo>
                    <a:pt x="234013" y="320033"/>
                  </a:lnTo>
                  <a:lnTo>
                    <a:pt x="238840" y="317835"/>
                  </a:lnTo>
                  <a:lnTo>
                    <a:pt x="243596" y="315484"/>
                  </a:lnTo>
                  <a:lnTo>
                    <a:pt x="248274" y="312984"/>
                  </a:lnTo>
                  <a:lnTo>
                    <a:pt x="252871" y="310336"/>
                  </a:lnTo>
                  <a:lnTo>
                    <a:pt x="257382" y="307544"/>
                  </a:lnTo>
                  <a:lnTo>
                    <a:pt x="261801" y="304610"/>
                  </a:lnTo>
                  <a:lnTo>
                    <a:pt x="266126" y="301537"/>
                  </a:lnTo>
                  <a:lnTo>
                    <a:pt x="270350" y="298329"/>
                  </a:lnTo>
                  <a:lnTo>
                    <a:pt x="274471" y="294988"/>
                  </a:lnTo>
                  <a:lnTo>
                    <a:pt x="278484" y="291518"/>
                  </a:lnTo>
                  <a:lnTo>
                    <a:pt x="282384" y="287923"/>
                  </a:lnTo>
                  <a:lnTo>
                    <a:pt x="286169" y="284206"/>
                  </a:lnTo>
                  <a:lnTo>
                    <a:pt x="289833" y="280370"/>
                  </a:lnTo>
                  <a:lnTo>
                    <a:pt x="293374" y="276420"/>
                  </a:lnTo>
                  <a:lnTo>
                    <a:pt x="296788" y="272360"/>
                  </a:lnTo>
                  <a:lnTo>
                    <a:pt x="300072" y="268193"/>
                  </a:lnTo>
                  <a:lnTo>
                    <a:pt x="303221" y="263925"/>
                  </a:lnTo>
                  <a:lnTo>
                    <a:pt x="306234" y="259558"/>
                  </a:lnTo>
                  <a:lnTo>
                    <a:pt x="309106" y="255099"/>
                  </a:lnTo>
                  <a:lnTo>
                    <a:pt x="311836" y="250550"/>
                  </a:lnTo>
                  <a:lnTo>
                    <a:pt x="314420" y="245917"/>
                  </a:lnTo>
                  <a:lnTo>
                    <a:pt x="316855" y="241204"/>
                  </a:lnTo>
                  <a:lnTo>
                    <a:pt x="319140" y="236417"/>
                  </a:lnTo>
                  <a:lnTo>
                    <a:pt x="321272" y="231559"/>
                  </a:lnTo>
                  <a:lnTo>
                    <a:pt x="323248" y="226636"/>
                  </a:lnTo>
                  <a:lnTo>
                    <a:pt x="325068" y="221653"/>
                  </a:lnTo>
                  <a:lnTo>
                    <a:pt x="326728" y="216615"/>
                  </a:lnTo>
                  <a:lnTo>
                    <a:pt x="328227" y="211526"/>
                  </a:lnTo>
                  <a:lnTo>
                    <a:pt x="329565" y="206393"/>
                  </a:lnTo>
                  <a:lnTo>
                    <a:pt x="330739" y="201220"/>
                  </a:lnTo>
                  <a:lnTo>
                    <a:pt x="331748" y="196012"/>
                  </a:lnTo>
                  <a:lnTo>
                    <a:pt x="332591" y="190774"/>
                  </a:lnTo>
                  <a:lnTo>
                    <a:pt x="333268" y="185513"/>
                  </a:lnTo>
                  <a:lnTo>
                    <a:pt x="333777" y="180233"/>
                  </a:lnTo>
                  <a:lnTo>
                    <a:pt x="334119" y="174939"/>
                  </a:lnTo>
                  <a:lnTo>
                    <a:pt x="334292" y="169637"/>
                  </a:lnTo>
                  <a:lnTo>
                    <a:pt x="334298" y="164332"/>
                  </a:lnTo>
                  <a:lnTo>
                    <a:pt x="334135" y="159030"/>
                  </a:lnTo>
                  <a:lnTo>
                    <a:pt x="333803" y="153736"/>
                  </a:lnTo>
                  <a:lnTo>
                    <a:pt x="333304" y="148454"/>
                  </a:lnTo>
                  <a:lnTo>
                    <a:pt x="332638" y="143191"/>
                  </a:lnTo>
                  <a:lnTo>
                    <a:pt x="331805" y="137953"/>
                  </a:lnTo>
                  <a:lnTo>
                    <a:pt x="330806" y="132743"/>
                  </a:lnTo>
                  <a:lnTo>
                    <a:pt x="329642" y="127567"/>
                  </a:lnTo>
                  <a:lnTo>
                    <a:pt x="328315" y="122431"/>
                  </a:lnTo>
                  <a:lnTo>
                    <a:pt x="326825" y="117340"/>
                  </a:lnTo>
                  <a:lnTo>
                    <a:pt x="325175" y="112298"/>
                  </a:lnTo>
                  <a:lnTo>
                    <a:pt x="323365" y="107311"/>
                  </a:lnTo>
                  <a:lnTo>
                    <a:pt x="321398" y="102385"/>
                  </a:lnTo>
                  <a:lnTo>
                    <a:pt x="319276" y="97523"/>
                  </a:lnTo>
                  <a:lnTo>
                    <a:pt x="317001" y="92731"/>
                  </a:lnTo>
                  <a:lnTo>
                    <a:pt x="314575" y="88014"/>
                  </a:lnTo>
                  <a:lnTo>
                    <a:pt x="312000" y="83375"/>
                  </a:lnTo>
                  <a:lnTo>
                    <a:pt x="309279" y="78821"/>
                  </a:lnTo>
                  <a:lnTo>
                    <a:pt x="306416" y="74356"/>
                  </a:lnTo>
                  <a:lnTo>
                    <a:pt x="303412" y="69984"/>
                  </a:lnTo>
                  <a:lnTo>
                    <a:pt x="300270" y="65709"/>
                  </a:lnTo>
                  <a:lnTo>
                    <a:pt x="296995" y="61536"/>
                  </a:lnTo>
                  <a:lnTo>
                    <a:pt x="293589" y="57469"/>
                  </a:lnTo>
                  <a:lnTo>
                    <a:pt x="290056" y="53512"/>
                  </a:lnTo>
                  <a:lnTo>
                    <a:pt x="286399" y="49669"/>
                  </a:lnTo>
                  <a:lnTo>
                    <a:pt x="282622" y="45945"/>
                  </a:lnTo>
                  <a:lnTo>
                    <a:pt x="278728" y="42342"/>
                  </a:lnTo>
                  <a:lnTo>
                    <a:pt x="274722" y="38864"/>
                  </a:lnTo>
                  <a:lnTo>
                    <a:pt x="270608" y="35515"/>
                  </a:lnTo>
                  <a:lnTo>
                    <a:pt x="266390" y="32299"/>
                  </a:lnTo>
                  <a:lnTo>
                    <a:pt x="262072" y="29218"/>
                  </a:lnTo>
                  <a:lnTo>
                    <a:pt x="257658" y="26275"/>
                  </a:lnTo>
                  <a:lnTo>
                    <a:pt x="253153" y="23474"/>
                  </a:lnTo>
                  <a:lnTo>
                    <a:pt x="248561" y="20817"/>
                  </a:lnTo>
                  <a:lnTo>
                    <a:pt x="243887" y="18308"/>
                  </a:lnTo>
                  <a:lnTo>
                    <a:pt x="239137" y="15947"/>
                  </a:lnTo>
                  <a:lnTo>
                    <a:pt x="234313" y="13739"/>
                  </a:lnTo>
                  <a:lnTo>
                    <a:pt x="229422" y="11685"/>
                  </a:lnTo>
                  <a:lnTo>
                    <a:pt x="224469" y="9788"/>
                  </a:lnTo>
                  <a:lnTo>
                    <a:pt x="219457" y="8048"/>
                  </a:lnTo>
                  <a:lnTo>
                    <a:pt x="214393" y="6468"/>
                  </a:lnTo>
                  <a:lnTo>
                    <a:pt x="209281" y="5050"/>
                  </a:lnTo>
                  <a:lnTo>
                    <a:pt x="204127" y="3794"/>
                  </a:lnTo>
                  <a:lnTo>
                    <a:pt x="198936" y="2703"/>
                  </a:lnTo>
                  <a:lnTo>
                    <a:pt x="193712" y="1777"/>
                  </a:lnTo>
                  <a:lnTo>
                    <a:pt x="188462" y="1018"/>
                  </a:lnTo>
                  <a:lnTo>
                    <a:pt x="183191" y="425"/>
                  </a:lnTo>
                  <a:lnTo>
                    <a:pt x="177903" y="0"/>
                  </a:lnTo>
                  <a:lnTo>
                    <a:pt x="167149" y="1668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10754" cy="167167"/>
            </a:xfrm>
            <a:custGeom>
              <a:avLst/>
              <a:pathLst>
                <a:path w="10754" h="167167">
                  <a:moveTo>
                    <a:pt x="10754" y="3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49" y="8326"/>
                  </a:lnTo>
                  <a:lnTo>
                    <a:pt x="110042" y="10057"/>
                  </a:lnTo>
                  <a:lnTo>
                    <a:pt x="105091" y="11946"/>
                  </a:lnTo>
                  <a:lnTo>
                    <a:pt x="100204" y="13990"/>
                  </a:lnTo>
                  <a:lnTo>
                    <a:pt x="95383" y="16189"/>
                  </a:lnTo>
                  <a:lnTo>
                    <a:pt x="90635" y="18539"/>
                  </a:lnTo>
                  <a:lnTo>
                    <a:pt x="85963" y="21038"/>
                  </a:lnTo>
                  <a:lnTo>
                    <a:pt x="81373" y="23685"/>
                  </a:lnTo>
                  <a:lnTo>
                    <a:pt x="76869" y="26475"/>
                  </a:lnTo>
                  <a:lnTo>
                    <a:pt x="72456" y="29407"/>
                  </a:lnTo>
                  <a:lnTo>
                    <a:pt x="68138" y="32477"/>
                  </a:lnTo>
                  <a:lnTo>
                    <a:pt x="63919" y="35682"/>
                  </a:lnTo>
                  <a:lnTo>
                    <a:pt x="59804" y="39020"/>
                  </a:lnTo>
                  <a:lnTo>
                    <a:pt x="55797" y="42486"/>
                  </a:lnTo>
                  <a:lnTo>
                    <a:pt x="51902" y="46077"/>
                  </a:lnTo>
                  <a:lnTo>
                    <a:pt x="48123" y="49790"/>
                  </a:lnTo>
                  <a:lnTo>
                    <a:pt x="44463" y="53621"/>
                  </a:lnTo>
                  <a:lnTo>
                    <a:pt x="40926" y="57566"/>
                  </a:lnTo>
                  <a:lnTo>
                    <a:pt x="37516" y="61621"/>
                  </a:lnTo>
                  <a:lnTo>
                    <a:pt x="34237" y="65782"/>
                  </a:lnTo>
                  <a:lnTo>
                    <a:pt x="31091" y="70045"/>
                  </a:lnTo>
                  <a:lnTo>
                    <a:pt x="28081" y="74406"/>
                  </a:lnTo>
                  <a:lnTo>
                    <a:pt x="25211" y="78859"/>
                  </a:lnTo>
                  <a:lnTo>
                    <a:pt x="22484" y="83402"/>
                  </a:lnTo>
                  <a:lnTo>
                    <a:pt x="19902" y="88028"/>
                  </a:lnTo>
                  <a:lnTo>
                    <a:pt x="17468" y="92734"/>
                  </a:lnTo>
                  <a:lnTo>
                    <a:pt x="15185" y="97515"/>
                  </a:lnTo>
                  <a:lnTo>
                    <a:pt x="13054" y="102366"/>
                  </a:lnTo>
                  <a:lnTo>
                    <a:pt x="11078" y="107282"/>
                  </a:lnTo>
                  <a:lnTo>
                    <a:pt x="9258" y="112258"/>
                  </a:lnTo>
                  <a:lnTo>
                    <a:pt x="7598" y="117289"/>
                  </a:lnTo>
                  <a:lnTo>
                    <a:pt x="6097" y="122370"/>
                  </a:lnTo>
                  <a:lnTo>
                    <a:pt x="4758" y="127497"/>
                  </a:lnTo>
                  <a:lnTo>
                    <a:pt x="3583" y="132663"/>
                  </a:lnTo>
                  <a:lnTo>
                    <a:pt x="2572" y="137864"/>
                  </a:lnTo>
                  <a:lnTo>
                    <a:pt x="1726" y="143094"/>
                  </a:lnTo>
                  <a:lnTo>
                    <a:pt x="1046" y="148348"/>
                  </a:lnTo>
                  <a:lnTo>
                    <a:pt x="533" y="153622"/>
                  </a:lnTo>
                  <a:lnTo>
                    <a:pt x="187" y="158909"/>
                  </a:lnTo>
                  <a:lnTo>
                    <a:pt x="9" y="164204"/>
                  </a:lnTo>
                  <a:lnTo>
                    <a:pt x="0" y="169502"/>
                  </a:lnTo>
                  <a:lnTo>
                    <a:pt x="157" y="174798"/>
                  </a:lnTo>
                  <a:lnTo>
                    <a:pt x="483" y="180086"/>
                  </a:lnTo>
                  <a:lnTo>
                    <a:pt x="976" y="185361"/>
                  </a:lnTo>
                  <a:lnTo>
                    <a:pt x="1636" y="190618"/>
                  </a:lnTo>
                  <a:lnTo>
                    <a:pt x="2463" y="195851"/>
                  </a:lnTo>
                  <a:lnTo>
                    <a:pt x="3454" y="201056"/>
                  </a:lnTo>
                  <a:lnTo>
                    <a:pt x="4610" y="206227"/>
                  </a:lnTo>
                  <a:lnTo>
                    <a:pt x="5930" y="211358"/>
                  </a:lnTo>
                  <a:lnTo>
                    <a:pt x="7411" y="216445"/>
                  </a:lnTo>
                  <a:lnTo>
                    <a:pt x="9053" y="221482"/>
                  </a:lnTo>
                  <a:lnTo>
                    <a:pt x="10854" y="226465"/>
                  </a:lnTo>
                  <a:lnTo>
                    <a:pt x="12811" y="231388"/>
                  </a:lnTo>
                  <a:lnTo>
                    <a:pt x="14924" y="236247"/>
                  </a:lnTo>
                  <a:lnTo>
                    <a:pt x="17190" y="241036"/>
                  </a:lnTo>
                  <a:lnTo>
                    <a:pt x="19606" y="245751"/>
                  </a:lnTo>
                  <a:lnTo>
                    <a:pt x="22170" y="250388"/>
                  </a:lnTo>
                  <a:lnTo>
                    <a:pt x="24880" y="254940"/>
                  </a:lnTo>
                  <a:lnTo>
                    <a:pt x="27733" y="259405"/>
                  </a:lnTo>
                  <a:lnTo>
                    <a:pt x="30727" y="263777"/>
                  </a:lnTo>
                  <a:lnTo>
                    <a:pt x="33857" y="268051"/>
                  </a:lnTo>
                  <a:lnTo>
                    <a:pt x="37121" y="272225"/>
                  </a:lnTo>
                  <a:lnTo>
                    <a:pt x="40515" y="276293"/>
                  </a:lnTo>
                  <a:lnTo>
                    <a:pt x="44037" y="280251"/>
                  </a:lnTo>
                  <a:lnTo>
                    <a:pt x="47682" y="284096"/>
                  </a:lnTo>
                  <a:lnTo>
                    <a:pt x="51448" y="287823"/>
                  </a:lnTo>
                  <a:lnTo>
                    <a:pt x="55330" y="291429"/>
                  </a:lnTo>
                  <a:lnTo>
                    <a:pt x="59324" y="294910"/>
                  </a:lnTo>
                  <a:lnTo>
                    <a:pt x="63426" y="298263"/>
                  </a:lnTo>
                  <a:lnTo>
                    <a:pt x="67632" y="301484"/>
                  </a:lnTo>
                  <a:lnTo>
                    <a:pt x="71939" y="304570"/>
                  </a:lnTo>
                  <a:lnTo>
                    <a:pt x="76341" y="307519"/>
                  </a:lnTo>
                  <a:lnTo>
                    <a:pt x="80834" y="310326"/>
                  </a:lnTo>
                  <a:lnTo>
                    <a:pt x="85414" y="312989"/>
                  </a:lnTo>
                  <a:lnTo>
                    <a:pt x="90077" y="315506"/>
                  </a:lnTo>
                  <a:lnTo>
                    <a:pt x="94816" y="317874"/>
                  </a:lnTo>
                  <a:lnTo>
                    <a:pt x="99628" y="320091"/>
                  </a:lnTo>
                  <a:lnTo>
                    <a:pt x="104509" y="322154"/>
                  </a:lnTo>
                  <a:lnTo>
                    <a:pt x="109451" y="324061"/>
                  </a:lnTo>
                  <a:lnTo>
                    <a:pt x="114452" y="325811"/>
                  </a:lnTo>
                  <a:lnTo>
                    <a:pt x="119506" y="327401"/>
                  </a:lnTo>
                  <a:lnTo>
                    <a:pt x="124608" y="328830"/>
                  </a:lnTo>
                  <a:lnTo>
                    <a:pt x="129753" y="330097"/>
                  </a:lnTo>
                  <a:lnTo>
                    <a:pt x="134935" y="331201"/>
                  </a:lnTo>
                  <a:lnTo>
                    <a:pt x="140149" y="332139"/>
                  </a:lnTo>
                  <a:lnTo>
                    <a:pt x="145391" y="332912"/>
                  </a:lnTo>
                  <a:lnTo>
                    <a:pt x="150654" y="333518"/>
                  </a:lnTo>
                  <a:lnTo>
                    <a:pt x="155934" y="333958"/>
                  </a:lnTo>
                  <a:lnTo>
                    <a:pt x="161225" y="334229"/>
                  </a:lnTo>
                  <a:lnTo>
                    <a:pt x="166522" y="334333"/>
                  </a:lnTo>
                  <a:lnTo>
                    <a:pt x="171820" y="334269"/>
                  </a:lnTo>
                  <a:lnTo>
                    <a:pt x="177113" y="334037"/>
                  </a:lnTo>
                  <a:lnTo>
                    <a:pt x="182396" y="333638"/>
                  </a:lnTo>
                  <a:lnTo>
                    <a:pt x="187664" y="333071"/>
                  </a:lnTo>
                  <a:lnTo>
                    <a:pt x="192911" y="332338"/>
                  </a:lnTo>
                  <a:lnTo>
                    <a:pt x="198133" y="331438"/>
                  </a:lnTo>
                  <a:lnTo>
                    <a:pt x="203323" y="330374"/>
                  </a:lnTo>
                  <a:lnTo>
                    <a:pt x="208477" y="329146"/>
                  </a:lnTo>
                  <a:lnTo>
                    <a:pt x="213589" y="327755"/>
                  </a:lnTo>
                  <a:lnTo>
                    <a:pt x="218655" y="326202"/>
                  </a:lnTo>
                  <a:lnTo>
                    <a:pt x="223669" y="324490"/>
                  </a:lnTo>
                  <a:lnTo>
                    <a:pt x="228626" y="322620"/>
                  </a:lnTo>
                  <a:lnTo>
                    <a:pt x="233521" y="320594"/>
                  </a:lnTo>
                  <a:lnTo>
                    <a:pt x="238350" y="318414"/>
                  </a:lnTo>
                  <a:lnTo>
                    <a:pt x="243107" y="316081"/>
                  </a:lnTo>
                  <a:lnTo>
                    <a:pt x="247788" y="313600"/>
                  </a:lnTo>
                  <a:lnTo>
                    <a:pt x="252388" y="310971"/>
                  </a:lnTo>
                  <a:lnTo>
                    <a:pt x="256903" y="308197"/>
                  </a:lnTo>
                  <a:lnTo>
                    <a:pt x="261327" y="305282"/>
                  </a:lnTo>
                  <a:lnTo>
                    <a:pt x="265656" y="302228"/>
                  </a:lnTo>
                  <a:lnTo>
                    <a:pt x="269887" y="299039"/>
                  </a:lnTo>
                  <a:lnTo>
                    <a:pt x="274014" y="295717"/>
                  </a:lnTo>
                  <a:lnTo>
                    <a:pt x="278034" y="292266"/>
                  </a:lnTo>
                  <a:lnTo>
                    <a:pt x="281943" y="288689"/>
                  </a:lnTo>
                  <a:lnTo>
                    <a:pt x="285737" y="284990"/>
                  </a:lnTo>
                  <a:lnTo>
                    <a:pt x="289411" y="281173"/>
                  </a:lnTo>
                  <a:lnTo>
                    <a:pt x="292962" y="277241"/>
                  </a:lnTo>
                  <a:lnTo>
                    <a:pt x="296387" y="273199"/>
                  </a:lnTo>
                  <a:lnTo>
                    <a:pt x="299683" y="269050"/>
                  </a:lnTo>
                  <a:lnTo>
                    <a:pt x="302845" y="264799"/>
                  </a:lnTo>
                  <a:lnTo>
                    <a:pt x="305870" y="260450"/>
                  </a:lnTo>
                  <a:lnTo>
                    <a:pt x="308757" y="256007"/>
                  </a:lnTo>
                  <a:lnTo>
                    <a:pt x="311501" y="251475"/>
                  </a:lnTo>
                  <a:lnTo>
                    <a:pt x="314100" y="246858"/>
                  </a:lnTo>
                  <a:lnTo>
                    <a:pt x="316552" y="242161"/>
                  </a:lnTo>
                  <a:lnTo>
                    <a:pt x="318854" y="237389"/>
                  </a:lnTo>
                  <a:lnTo>
                    <a:pt x="321003" y="232547"/>
                  </a:lnTo>
                  <a:lnTo>
                    <a:pt x="322997" y="227638"/>
                  </a:lnTo>
                  <a:lnTo>
                    <a:pt x="324835" y="222669"/>
                  </a:lnTo>
                  <a:lnTo>
                    <a:pt x="326515" y="217644"/>
                  </a:lnTo>
                  <a:lnTo>
                    <a:pt x="328035" y="212568"/>
                  </a:lnTo>
                  <a:lnTo>
                    <a:pt x="329393" y="207447"/>
                  </a:lnTo>
                  <a:lnTo>
                    <a:pt x="330588" y="202286"/>
                  </a:lnTo>
                  <a:lnTo>
                    <a:pt x="331618" y="197089"/>
                  </a:lnTo>
                  <a:lnTo>
                    <a:pt x="332484" y="191862"/>
                  </a:lnTo>
                  <a:lnTo>
                    <a:pt x="333184" y="186610"/>
                  </a:lnTo>
                  <a:lnTo>
                    <a:pt x="333716" y="181338"/>
                  </a:lnTo>
                  <a:lnTo>
                    <a:pt x="334082" y="176053"/>
                  </a:lnTo>
                  <a:lnTo>
                    <a:pt x="334279" y="170758"/>
                  </a:lnTo>
                  <a:lnTo>
                    <a:pt x="334309" y="165460"/>
                  </a:lnTo>
                  <a:lnTo>
                    <a:pt x="334171" y="160164"/>
                  </a:lnTo>
                  <a:lnTo>
                    <a:pt x="333866" y="154874"/>
                  </a:lnTo>
                  <a:lnTo>
                    <a:pt x="333392" y="149597"/>
                  </a:lnTo>
                  <a:lnTo>
                    <a:pt x="332752" y="144338"/>
                  </a:lnTo>
                  <a:lnTo>
                    <a:pt x="331945" y="139102"/>
                  </a:lnTo>
                  <a:lnTo>
                    <a:pt x="330973" y="133893"/>
                  </a:lnTo>
                  <a:lnTo>
                    <a:pt x="329836" y="128719"/>
                  </a:lnTo>
                  <a:lnTo>
                    <a:pt x="328536" y="123582"/>
                  </a:lnTo>
                  <a:lnTo>
                    <a:pt x="327074" y="118490"/>
                  </a:lnTo>
                  <a:lnTo>
                    <a:pt x="325451" y="113446"/>
                  </a:lnTo>
                  <a:lnTo>
                    <a:pt x="323669" y="108457"/>
                  </a:lnTo>
                  <a:lnTo>
                    <a:pt x="321730" y="10352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6591"/>
              <a:ext cx="154579" cy="63640"/>
            </a:xfrm>
            <a:custGeom>
              <a:avLst/>
              <a:pathLst>
                <a:path w="154579" h="63640">
                  <a:moveTo>
                    <a:pt x="154579" y="0"/>
                  </a:moveTo>
                  <a:lnTo>
                    <a:pt x="0" y="636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8576"/>
              <a:ext cx="154579" cy="161655"/>
            </a:xfrm>
            <a:custGeom>
              <a:avLst/>
              <a:pathLst>
                <a:path w="154579" h="161655">
                  <a:moveTo>
                    <a:pt x="154579" y="98014"/>
                  </a:moveTo>
                  <a:lnTo>
                    <a:pt x="152398" y="92956"/>
                  </a:lnTo>
                  <a:lnTo>
                    <a:pt x="150052" y="87972"/>
                  </a:lnTo>
                  <a:lnTo>
                    <a:pt x="147543" y="83068"/>
                  </a:lnTo>
                  <a:lnTo>
                    <a:pt x="144873" y="78249"/>
                  </a:lnTo>
                  <a:lnTo>
                    <a:pt x="142046" y="73521"/>
                  </a:lnTo>
                  <a:lnTo>
                    <a:pt x="139065" y="68888"/>
                  </a:lnTo>
                  <a:lnTo>
                    <a:pt x="135933" y="64357"/>
                  </a:lnTo>
                  <a:lnTo>
                    <a:pt x="132654" y="59931"/>
                  </a:lnTo>
                  <a:lnTo>
                    <a:pt x="129230" y="55615"/>
                  </a:lnTo>
                  <a:lnTo>
                    <a:pt x="125666" y="51415"/>
                  </a:lnTo>
                  <a:lnTo>
                    <a:pt x="121965" y="47334"/>
                  </a:lnTo>
                  <a:lnTo>
                    <a:pt x="118132" y="43377"/>
                  </a:lnTo>
                  <a:lnTo>
                    <a:pt x="114171" y="39549"/>
                  </a:lnTo>
                  <a:lnTo>
                    <a:pt x="110086" y="35854"/>
                  </a:lnTo>
                  <a:lnTo>
                    <a:pt x="105881" y="32295"/>
                  </a:lnTo>
                  <a:lnTo>
                    <a:pt x="101561" y="28876"/>
                  </a:lnTo>
                  <a:lnTo>
                    <a:pt x="97131" y="25602"/>
                  </a:lnTo>
                  <a:lnTo>
                    <a:pt x="92596" y="22476"/>
                  </a:lnTo>
                  <a:lnTo>
                    <a:pt x="87960" y="19500"/>
                  </a:lnTo>
                  <a:lnTo>
                    <a:pt x="83228" y="16679"/>
                  </a:lnTo>
                  <a:lnTo>
                    <a:pt x="78406" y="14016"/>
                  </a:lnTo>
                  <a:lnTo>
                    <a:pt x="73499" y="11512"/>
                  </a:lnTo>
                  <a:lnTo>
                    <a:pt x="68512" y="9172"/>
                  </a:lnTo>
                  <a:lnTo>
                    <a:pt x="63451" y="6998"/>
                  </a:lnTo>
                  <a:lnTo>
                    <a:pt x="58320" y="4991"/>
                  </a:lnTo>
                  <a:lnTo>
                    <a:pt x="53127" y="3154"/>
                  </a:lnTo>
                  <a:lnTo>
                    <a:pt x="47875" y="1490"/>
                  </a:lnTo>
                  <a:lnTo>
                    <a:pt x="42572" y="0"/>
                  </a:lnTo>
                  <a:lnTo>
                    <a:pt x="0" y="161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42572" cy="167167"/>
            </a:xfrm>
            <a:custGeom>
              <a:avLst/>
              <a:pathLst>
                <a:path w="42572" h="167167">
                  <a:moveTo>
                    <a:pt x="42572" y="5511"/>
                  </a:moveTo>
                  <a:lnTo>
                    <a:pt x="36598" y="4055"/>
                  </a:lnTo>
                  <a:lnTo>
                    <a:pt x="30574" y="2819"/>
                  </a:lnTo>
                  <a:lnTo>
                    <a:pt x="24509" y="1806"/>
                  </a:lnTo>
                  <a:lnTo>
                    <a:pt x="18411" y="1016"/>
                  </a:lnTo>
                  <a:lnTo>
                    <a:pt x="12288" y="452"/>
                  </a:lnTo>
                  <a:lnTo>
                    <a:pt x="614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358819" y="3170392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7" y="2080"/>
                  </a:lnTo>
                  <a:lnTo>
                    <a:pt x="135667" y="2993"/>
                  </a:lnTo>
                  <a:lnTo>
                    <a:pt x="130497" y="4070"/>
                  </a:lnTo>
                  <a:lnTo>
                    <a:pt x="125364" y="5309"/>
                  </a:lnTo>
                  <a:lnTo>
                    <a:pt x="120273" y="6710"/>
                  </a:lnTo>
                  <a:lnTo>
                    <a:pt x="115229" y="8271"/>
                  </a:lnTo>
                  <a:lnTo>
                    <a:pt x="110236" y="9990"/>
                  </a:lnTo>
                  <a:lnTo>
                    <a:pt x="105300" y="11866"/>
                  </a:lnTo>
                  <a:lnTo>
                    <a:pt x="100426" y="13898"/>
                  </a:lnTo>
                  <a:lnTo>
                    <a:pt x="95619" y="16082"/>
                  </a:lnTo>
                  <a:lnTo>
                    <a:pt x="90883" y="18417"/>
                  </a:lnTo>
                  <a:lnTo>
                    <a:pt x="86223" y="20900"/>
                  </a:lnTo>
                  <a:lnTo>
                    <a:pt x="81644" y="23529"/>
                  </a:lnTo>
                  <a:lnTo>
                    <a:pt x="77150" y="26302"/>
                  </a:lnTo>
                  <a:lnTo>
                    <a:pt x="72746" y="29215"/>
                  </a:lnTo>
                  <a:lnTo>
                    <a:pt x="68436" y="32266"/>
                  </a:lnTo>
                  <a:lnTo>
                    <a:pt x="64225" y="35451"/>
                  </a:lnTo>
                  <a:lnTo>
                    <a:pt x="60116" y="38768"/>
                  </a:lnTo>
                  <a:lnTo>
                    <a:pt x="56114" y="42213"/>
                  </a:lnTo>
                  <a:lnTo>
                    <a:pt x="52223" y="45782"/>
                  </a:lnTo>
                  <a:lnTo>
                    <a:pt x="48447" y="49473"/>
                  </a:lnTo>
                  <a:lnTo>
                    <a:pt x="44789" y="53281"/>
                  </a:lnTo>
                  <a:lnTo>
                    <a:pt x="41253" y="57203"/>
                  </a:lnTo>
                  <a:lnTo>
                    <a:pt x="37843" y="61234"/>
                  </a:lnTo>
                  <a:lnTo>
                    <a:pt x="34561" y="65371"/>
                  </a:lnTo>
                  <a:lnTo>
                    <a:pt x="31412" y="69610"/>
                  </a:lnTo>
                  <a:lnTo>
                    <a:pt x="28399" y="73946"/>
                  </a:lnTo>
                  <a:lnTo>
                    <a:pt x="25524" y="78375"/>
                  </a:lnTo>
                  <a:lnTo>
                    <a:pt x="22790" y="82893"/>
                  </a:lnTo>
                  <a:lnTo>
                    <a:pt x="20201" y="87494"/>
                  </a:lnTo>
                  <a:lnTo>
                    <a:pt x="17758" y="92176"/>
                  </a:lnTo>
                  <a:lnTo>
                    <a:pt x="15464" y="96932"/>
                  </a:lnTo>
                  <a:lnTo>
                    <a:pt x="13321" y="101758"/>
                  </a:lnTo>
                  <a:lnTo>
                    <a:pt x="11332" y="106649"/>
                  </a:lnTo>
                  <a:lnTo>
                    <a:pt x="9498" y="111601"/>
                  </a:lnTo>
                  <a:lnTo>
                    <a:pt x="7822" y="116608"/>
                  </a:lnTo>
                  <a:lnTo>
                    <a:pt x="6305" y="121666"/>
                  </a:lnTo>
                  <a:lnTo>
                    <a:pt x="4948" y="126769"/>
                  </a:lnTo>
                  <a:lnTo>
                    <a:pt x="3753" y="131912"/>
                  </a:lnTo>
                  <a:lnTo>
                    <a:pt x="2721" y="137091"/>
                  </a:lnTo>
                  <a:lnTo>
                    <a:pt x="1853" y="142299"/>
                  </a:lnTo>
                  <a:lnTo>
                    <a:pt x="1150" y="147533"/>
                  </a:lnTo>
                  <a:lnTo>
                    <a:pt x="613" y="152786"/>
                  </a:lnTo>
                  <a:lnTo>
                    <a:pt x="242" y="158053"/>
                  </a:lnTo>
                  <a:lnTo>
                    <a:pt x="37" y="163329"/>
                  </a:lnTo>
                  <a:lnTo>
                    <a:pt x="0" y="168610"/>
                  </a:lnTo>
                  <a:lnTo>
                    <a:pt x="128" y="173888"/>
                  </a:lnTo>
                  <a:lnTo>
                    <a:pt x="424" y="179160"/>
                  </a:lnTo>
                  <a:lnTo>
                    <a:pt x="886" y="184420"/>
                  </a:lnTo>
                  <a:lnTo>
                    <a:pt x="1514" y="189663"/>
                  </a:lnTo>
                  <a:lnTo>
                    <a:pt x="2307" y="194884"/>
                  </a:lnTo>
                  <a:lnTo>
                    <a:pt x="3265" y="200077"/>
                  </a:lnTo>
                  <a:lnTo>
                    <a:pt x="4386" y="205237"/>
                  </a:lnTo>
                  <a:lnTo>
                    <a:pt x="5669" y="210359"/>
                  </a:lnTo>
                  <a:lnTo>
                    <a:pt x="7114" y="215437"/>
                  </a:lnTo>
                  <a:lnTo>
                    <a:pt x="8718" y="220468"/>
                  </a:lnTo>
                  <a:lnTo>
                    <a:pt x="10481" y="225446"/>
                  </a:lnTo>
                  <a:lnTo>
                    <a:pt x="12400" y="230365"/>
                  </a:lnTo>
                  <a:lnTo>
                    <a:pt x="14473" y="235221"/>
                  </a:lnTo>
                  <a:lnTo>
                    <a:pt x="16699" y="240010"/>
                  </a:lnTo>
                  <a:lnTo>
                    <a:pt x="19074" y="244726"/>
                  </a:lnTo>
                  <a:lnTo>
                    <a:pt x="21598" y="249364"/>
                  </a:lnTo>
                  <a:lnTo>
                    <a:pt x="24266" y="253920"/>
                  </a:lnTo>
                  <a:lnTo>
                    <a:pt x="27078" y="258390"/>
                  </a:lnTo>
                  <a:lnTo>
                    <a:pt x="30029" y="262769"/>
                  </a:lnTo>
                  <a:lnTo>
                    <a:pt x="33116" y="267052"/>
                  </a:lnTo>
                  <a:lnTo>
                    <a:pt x="36338" y="271236"/>
                  </a:lnTo>
                  <a:lnTo>
                    <a:pt x="39690" y="275316"/>
                  </a:lnTo>
                  <a:lnTo>
                    <a:pt x="43169" y="279288"/>
                  </a:lnTo>
                  <a:lnTo>
                    <a:pt x="46772" y="283148"/>
                  </a:lnTo>
                  <a:lnTo>
                    <a:pt x="50495" y="286892"/>
                  </a:lnTo>
                  <a:lnTo>
                    <a:pt x="54335" y="290517"/>
                  </a:lnTo>
                  <a:lnTo>
                    <a:pt x="58287" y="294019"/>
                  </a:lnTo>
                  <a:lnTo>
                    <a:pt x="62348" y="297394"/>
                  </a:lnTo>
                  <a:lnTo>
                    <a:pt x="66513" y="300640"/>
                  </a:lnTo>
                  <a:lnTo>
                    <a:pt x="70779" y="303752"/>
                  </a:lnTo>
                  <a:lnTo>
                    <a:pt x="75141" y="306728"/>
                  </a:lnTo>
                  <a:lnTo>
                    <a:pt x="79594" y="309565"/>
                  </a:lnTo>
                  <a:lnTo>
                    <a:pt x="84135" y="312259"/>
                  </a:lnTo>
                  <a:lnTo>
                    <a:pt x="88759" y="314809"/>
                  </a:lnTo>
                  <a:lnTo>
                    <a:pt x="93462" y="317212"/>
                  </a:lnTo>
                  <a:lnTo>
                    <a:pt x="98237" y="319464"/>
                  </a:lnTo>
                  <a:lnTo>
                    <a:pt x="103082" y="321565"/>
                  </a:lnTo>
                  <a:lnTo>
                    <a:pt x="107990" y="323512"/>
                  </a:lnTo>
                  <a:lnTo>
                    <a:pt x="112957" y="325303"/>
                  </a:lnTo>
                  <a:lnTo>
                    <a:pt x="117979" y="326936"/>
                  </a:lnTo>
                  <a:lnTo>
                    <a:pt x="123049" y="328409"/>
                  </a:lnTo>
                  <a:lnTo>
                    <a:pt x="128164" y="329722"/>
                  </a:lnTo>
                  <a:lnTo>
                    <a:pt x="133317" y="330873"/>
                  </a:lnTo>
                  <a:lnTo>
                    <a:pt x="138505" y="331860"/>
                  </a:lnTo>
                  <a:lnTo>
                    <a:pt x="143721" y="332683"/>
                  </a:lnTo>
                  <a:lnTo>
                    <a:pt x="148960" y="333341"/>
                  </a:lnTo>
                  <a:lnTo>
                    <a:pt x="154217" y="333833"/>
                  </a:lnTo>
                  <a:lnTo>
                    <a:pt x="159487" y="334158"/>
                  </a:lnTo>
                  <a:lnTo>
                    <a:pt x="164765" y="334317"/>
                  </a:lnTo>
                  <a:lnTo>
                    <a:pt x="170046" y="334309"/>
                  </a:lnTo>
                  <a:lnTo>
                    <a:pt x="175323" y="334135"/>
                  </a:lnTo>
                  <a:lnTo>
                    <a:pt x="180593" y="333794"/>
                  </a:lnTo>
                  <a:lnTo>
                    <a:pt x="185849" y="333287"/>
                  </a:lnTo>
                  <a:lnTo>
                    <a:pt x="191086" y="332613"/>
                  </a:lnTo>
                  <a:lnTo>
                    <a:pt x="196299" y="331775"/>
                  </a:lnTo>
                  <a:lnTo>
                    <a:pt x="201484" y="330773"/>
                  </a:lnTo>
                  <a:lnTo>
                    <a:pt x="206634" y="329607"/>
                  </a:lnTo>
                  <a:lnTo>
                    <a:pt x="211744" y="328279"/>
                  </a:lnTo>
                  <a:lnTo>
                    <a:pt x="216811" y="326791"/>
                  </a:lnTo>
                  <a:lnTo>
                    <a:pt x="221827" y="325143"/>
                  </a:lnTo>
                  <a:lnTo>
                    <a:pt x="226789" y="323338"/>
                  </a:lnTo>
                  <a:lnTo>
                    <a:pt x="231692" y="321377"/>
                  </a:lnTo>
                  <a:lnTo>
                    <a:pt x="236530" y="319262"/>
                  </a:lnTo>
                  <a:lnTo>
                    <a:pt x="241299" y="316995"/>
                  </a:lnTo>
                  <a:lnTo>
                    <a:pt x="245994" y="314579"/>
                  </a:lnTo>
                  <a:lnTo>
                    <a:pt x="250611" y="312015"/>
                  </a:lnTo>
                  <a:lnTo>
                    <a:pt x="255144" y="309307"/>
                  </a:lnTo>
                  <a:lnTo>
                    <a:pt x="259589" y="306458"/>
                  </a:lnTo>
                  <a:lnTo>
                    <a:pt x="263942" y="303469"/>
                  </a:lnTo>
                  <a:lnTo>
                    <a:pt x="268199" y="300344"/>
                  </a:lnTo>
                  <a:lnTo>
                    <a:pt x="272355" y="297087"/>
                  </a:lnTo>
                  <a:lnTo>
                    <a:pt x="276406" y="293700"/>
                  </a:lnTo>
                  <a:lnTo>
                    <a:pt x="280347" y="290186"/>
                  </a:lnTo>
                  <a:lnTo>
                    <a:pt x="284176" y="286550"/>
                  </a:lnTo>
                  <a:lnTo>
                    <a:pt x="287888" y="282795"/>
                  </a:lnTo>
                  <a:lnTo>
                    <a:pt x="291480" y="278924"/>
                  </a:lnTo>
                  <a:lnTo>
                    <a:pt x="294948" y="274942"/>
                  </a:lnTo>
                  <a:lnTo>
                    <a:pt x="298288" y="270852"/>
                  </a:lnTo>
                  <a:lnTo>
                    <a:pt x="301497" y="266659"/>
                  </a:lnTo>
                  <a:lnTo>
                    <a:pt x="304572" y="262367"/>
                  </a:lnTo>
                  <a:lnTo>
                    <a:pt x="307511" y="257979"/>
                  </a:lnTo>
                  <a:lnTo>
                    <a:pt x="310309" y="253501"/>
                  </a:lnTo>
                  <a:lnTo>
                    <a:pt x="312964" y="248937"/>
                  </a:lnTo>
                  <a:lnTo>
                    <a:pt x="315474" y="244291"/>
                  </a:lnTo>
                  <a:lnTo>
                    <a:pt x="317836" y="239569"/>
                  </a:lnTo>
                  <a:lnTo>
                    <a:pt x="320047" y="234774"/>
                  </a:lnTo>
                  <a:lnTo>
                    <a:pt x="322106" y="229911"/>
                  </a:lnTo>
                  <a:lnTo>
                    <a:pt x="324011" y="224986"/>
                  </a:lnTo>
                  <a:lnTo>
                    <a:pt x="325758" y="220004"/>
                  </a:lnTo>
                  <a:lnTo>
                    <a:pt x="327348" y="214968"/>
                  </a:lnTo>
                  <a:lnTo>
                    <a:pt x="328778" y="209885"/>
                  </a:lnTo>
                  <a:lnTo>
                    <a:pt x="330046" y="204759"/>
                  </a:lnTo>
                  <a:lnTo>
                    <a:pt x="331152" y="199596"/>
                  </a:lnTo>
                  <a:lnTo>
                    <a:pt x="332095" y="194401"/>
                  </a:lnTo>
                  <a:lnTo>
                    <a:pt x="332873" y="189178"/>
                  </a:lnTo>
                  <a:lnTo>
                    <a:pt x="333485" y="183933"/>
                  </a:lnTo>
                  <a:lnTo>
                    <a:pt x="333932" y="178672"/>
                  </a:lnTo>
                  <a:lnTo>
                    <a:pt x="334212" y="173399"/>
                  </a:lnTo>
                  <a:lnTo>
                    <a:pt x="334325" y="168120"/>
                  </a:lnTo>
                  <a:lnTo>
                    <a:pt x="334272" y="162840"/>
                  </a:lnTo>
                  <a:lnTo>
                    <a:pt x="334052" y="157564"/>
                  </a:lnTo>
                  <a:lnTo>
                    <a:pt x="333666" y="152298"/>
                  </a:lnTo>
                  <a:lnTo>
                    <a:pt x="333113" y="147046"/>
                  </a:lnTo>
                  <a:lnTo>
                    <a:pt x="332395" y="141815"/>
                  </a:lnTo>
                  <a:lnTo>
                    <a:pt x="331511" y="136609"/>
                  </a:lnTo>
                  <a:lnTo>
                    <a:pt x="330464" y="131434"/>
                  </a:lnTo>
                  <a:lnTo>
                    <a:pt x="329254" y="126294"/>
                  </a:lnTo>
                  <a:lnTo>
                    <a:pt x="327883" y="121195"/>
                  </a:lnTo>
                  <a:lnTo>
                    <a:pt x="326350" y="116141"/>
                  </a:lnTo>
                  <a:lnTo>
                    <a:pt x="324659" y="111139"/>
                  </a:lnTo>
                  <a:lnTo>
                    <a:pt x="322811" y="106193"/>
                  </a:lnTo>
                  <a:lnTo>
                    <a:pt x="320808" y="101307"/>
                  </a:lnTo>
                  <a:lnTo>
                    <a:pt x="318651" y="96487"/>
                  </a:lnTo>
                  <a:lnTo>
                    <a:pt x="316343" y="91738"/>
                  </a:lnTo>
                  <a:lnTo>
                    <a:pt x="313887" y="87064"/>
                  </a:lnTo>
                  <a:lnTo>
                    <a:pt x="311284" y="82470"/>
                  </a:lnTo>
                  <a:lnTo>
                    <a:pt x="308537" y="77960"/>
                  </a:lnTo>
                  <a:lnTo>
                    <a:pt x="305649" y="73540"/>
                  </a:lnTo>
                  <a:lnTo>
                    <a:pt x="302623" y="69213"/>
                  </a:lnTo>
                  <a:lnTo>
                    <a:pt x="299461" y="64983"/>
                  </a:lnTo>
                  <a:lnTo>
                    <a:pt x="296168" y="60856"/>
                  </a:lnTo>
                  <a:lnTo>
                    <a:pt x="292746" y="56834"/>
                  </a:lnTo>
                  <a:lnTo>
                    <a:pt x="289199" y="52923"/>
                  </a:lnTo>
                  <a:lnTo>
                    <a:pt x="285529" y="49125"/>
                  </a:lnTo>
                  <a:lnTo>
                    <a:pt x="281742" y="45446"/>
                  </a:lnTo>
                  <a:lnTo>
                    <a:pt x="277841" y="41888"/>
                  </a:lnTo>
                  <a:lnTo>
                    <a:pt x="273829" y="38455"/>
                  </a:lnTo>
                  <a:lnTo>
                    <a:pt x="269710" y="35150"/>
                  </a:lnTo>
                  <a:lnTo>
                    <a:pt x="265490" y="31977"/>
                  </a:lnTo>
                  <a:lnTo>
                    <a:pt x="261171" y="28939"/>
                  </a:lnTo>
                  <a:lnTo>
                    <a:pt x="256758" y="26039"/>
                  </a:lnTo>
                  <a:lnTo>
                    <a:pt x="252256" y="23279"/>
                  </a:lnTo>
                  <a:lnTo>
                    <a:pt x="247670" y="20663"/>
                  </a:lnTo>
                  <a:lnTo>
                    <a:pt x="243002" y="18194"/>
                  </a:lnTo>
                  <a:lnTo>
                    <a:pt x="238259" y="15873"/>
                  </a:lnTo>
                  <a:lnTo>
                    <a:pt x="233446" y="1370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095"/>
              <a:ext cx="66284" cy="153464"/>
            </a:xfrm>
            <a:custGeom>
              <a:avLst/>
              <a:pathLst>
                <a:path w="66284" h="153464">
                  <a:moveTo>
                    <a:pt x="66284" y="0"/>
                  </a:moveTo>
                  <a:lnTo>
                    <a:pt x="0" y="153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6855"/>
              <a:ext cx="66284" cy="160704"/>
            </a:xfrm>
            <a:custGeom>
              <a:avLst/>
              <a:pathLst>
                <a:path w="66284" h="160704">
                  <a:moveTo>
                    <a:pt x="66284" y="7240"/>
                  </a:moveTo>
                  <a:lnTo>
                    <a:pt x="59639" y="4537"/>
                  </a:lnTo>
                  <a:lnTo>
                    <a:pt x="52884" y="2122"/>
                  </a:lnTo>
                  <a:lnTo>
                    <a:pt x="46031" y="0"/>
                  </a:lnTo>
                  <a:lnTo>
                    <a:pt x="0" y="1607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46031" cy="167167"/>
            </a:xfrm>
            <a:custGeom>
              <a:avLst/>
              <a:pathLst>
                <a:path w="46031" h="167167">
                  <a:moveTo>
                    <a:pt x="46031" y="6462"/>
                  </a:moveTo>
                  <a:lnTo>
                    <a:pt x="39592" y="4756"/>
                  </a:lnTo>
                  <a:lnTo>
                    <a:pt x="33090" y="3307"/>
                  </a:lnTo>
                  <a:lnTo>
                    <a:pt x="26535" y="2119"/>
                  </a:lnTo>
                  <a:lnTo>
                    <a:pt x="19938" y="1193"/>
                  </a:lnTo>
                  <a:lnTo>
                    <a:pt x="13309" y="530"/>
                  </a:lnTo>
                  <a:lnTo>
                    <a:pt x="6660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3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3" y="6762"/>
                  </a:lnTo>
                  <a:lnTo>
                    <a:pt x="115021" y="8335"/>
                  </a:lnTo>
                  <a:lnTo>
                    <a:pt x="110012" y="10067"/>
                  </a:lnTo>
                  <a:lnTo>
                    <a:pt x="105059" y="11958"/>
                  </a:lnTo>
                  <a:lnTo>
                    <a:pt x="100169" y="14005"/>
                  </a:lnTo>
                  <a:lnTo>
                    <a:pt x="95347" y="16205"/>
                  </a:lnTo>
                  <a:lnTo>
                    <a:pt x="90596" y="18558"/>
                  </a:lnTo>
                  <a:lnTo>
                    <a:pt x="85923" y="21060"/>
                  </a:lnTo>
                  <a:lnTo>
                    <a:pt x="81331" y="23708"/>
                  </a:lnTo>
                  <a:lnTo>
                    <a:pt x="76826" y="26501"/>
                  </a:lnTo>
                  <a:lnTo>
                    <a:pt x="72411" y="29436"/>
                  </a:lnTo>
                  <a:lnTo>
                    <a:pt x="68092" y="32509"/>
                  </a:lnTo>
                  <a:lnTo>
                    <a:pt x="63872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3" y="46122"/>
                  </a:lnTo>
                  <a:lnTo>
                    <a:pt x="48073" y="49839"/>
                  </a:lnTo>
                  <a:lnTo>
                    <a:pt x="44413" y="53673"/>
                  </a:lnTo>
                  <a:lnTo>
                    <a:pt x="40876" y="57622"/>
                  </a:lnTo>
                  <a:lnTo>
                    <a:pt x="37466" y="61680"/>
                  </a:lnTo>
                  <a:lnTo>
                    <a:pt x="34187" y="65845"/>
                  </a:lnTo>
                  <a:lnTo>
                    <a:pt x="31041" y="70112"/>
                  </a:lnTo>
                  <a:lnTo>
                    <a:pt x="28032" y="74476"/>
                  </a:lnTo>
                  <a:lnTo>
                    <a:pt x="25163" y="78934"/>
                  </a:lnTo>
                  <a:lnTo>
                    <a:pt x="22437" y="83480"/>
                  </a:lnTo>
                  <a:lnTo>
                    <a:pt x="19857" y="88110"/>
                  </a:lnTo>
                  <a:lnTo>
                    <a:pt x="17424" y="92820"/>
                  </a:lnTo>
                  <a:lnTo>
                    <a:pt x="15142" y="97604"/>
                  </a:lnTo>
                  <a:lnTo>
                    <a:pt x="13013" y="102459"/>
                  </a:lnTo>
                  <a:lnTo>
                    <a:pt x="11039" y="107379"/>
                  </a:lnTo>
                  <a:lnTo>
                    <a:pt x="9222" y="112358"/>
                  </a:lnTo>
                  <a:lnTo>
                    <a:pt x="7563" y="117393"/>
                  </a:lnTo>
                  <a:lnTo>
                    <a:pt x="6065" y="122478"/>
                  </a:lnTo>
                  <a:lnTo>
                    <a:pt x="4729" y="127608"/>
                  </a:lnTo>
                  <a:lnTo>
                    <a:pt x="3557" y="132777"/>
                  </a:lnTo>
                  <a:lnTo>
                    <a:pt x="2549" y="137982"/>
                  </a:lnTo>
                  <a:lnTo>
                    <a:pt x="1706" y="143215"/>
                  </a:lnTo>
                  <a:lnTo>
                    <a:pt x="1030" y="148473"/>
                  </a:lnTo>
                  <a:lnTo>
                    <a:pt x="521" y="153749"/>
                  </a:lnTo>
                  <a:lnTo>
                    <a:pt x="179" y="159039"/>
                  </a:lnTo>
                  <a:lnTo>
                    <a:pt x="5" y="164337"/>
                  </a:lnTo>
                  <a:lnTo>
                    <a:pt x="0" y="169638"/>
                  </a:lnTo>
                  <a:lnTo>
                    <a:pt x="162" y="174936"/>
                  </a:lnTo>
                  <a:lnTo>
                    <a:pt x="492" y="180227"/>
                  </a:lnTo>
                  <a:lnTo>
                    <a:pt x="990" y="185505"/>
                  </a:lnTo>
                  <a:lnTo>
                    <a:pt x="1655" y="190764"/>
                  </a:lnTo>
                  <a:lnTo>
                    <a:pt x="2486" y="195999"/>
                  </a:lnTo>
                  <a:lnTo>
                    <a:pt x="3483" y="201205"/>
                  </a:lnTo>
                  <a:lnTo>
                    <a:pt x="4645" y="206377"/>
                  </a:lnTo>
                  <a:lnTo>
                    <a:pt x="5970" y="211510"/>
                  </a:lnTo>
                  <a:lnTo>
                    <a:pt x="7457" y="216598"/>
                  </a:lnTo>
                  <a:lnTo>
                    <a:pt x="9104" y="221637"/>
                  </a:lnTo>
                  <a:lnTo>
                    <a:pt x="10911" y="226620"/>
                  </a:lnTo>
                  <a:lnTo>
                    <a:pt x="12874" y="231544"/>
                  </a:lnTo>
                  <a:lnTo>
                    <a:pt x="14993" y="236403"/>
                  </a:lnTo>
                  <a:lnTo>
                    <a:pt x="17265" y="241193"/>
                  </a:lnTo>
                  <a:lnTo>
                    <a:pt x="19687" y="245908"/>
                  </a:lnTo>
                  <a:lnTo>
                    <a:pt x="22258" y="250543"/>
                  </a:lnTo>
                  <a:lnTo>
                    <a:pt x="24974" y="255095"/>
                  </a:lnTo>
                  <a:lnTo>
                    <a:pt x="27834" y="259559"/>
                  </a:lnTo>
                  <a:lnTo>
                    <a:pt x="30833" y="263930"/>
                  </a:lnTo>
                  <a:lnTo>
                    <a:pt x="33970" y="268203"/>
                  </a:lnTo>
                  <a:lnTo>
                    <a:pt x="37240" y="272375"/>
                  </a:lnTo>
                  <a:lnTo>
                    <a:pt x="40641" y="276441"/>
                  </a:lnTo>
                  <a:lnTo>
                    <a:pt x="44170" y="280397"/>
                  </a:lnTo>
                  <a:lnTo>
                    <a:pt x="47821" y="284239"/>
                  </a:lnTo>
                  <a:lnTo>
                    <a:pt x="51593" y="287964"/>
                  </a:lnTo>
                  <a:lnTo>
                    <a:pt x="55482" y="291567"/>
                  </a:lnTo>
                  <a:lnTo>
                    <a:pt x="59482" y="295045"/>
                  </a:lnTo>
                  <a:lnTo>
                    <a:pt x="63591" y="298395"/>
                  </a:lnTo>
                  <a:lnTo>
                    <a:pt x="67803" y="301612"/>
                  </a:lnTo>
                  <a:lnTo>
                    <a:pt x="72116" y="304694"/>
                  </a:lnTo>
                  <a:lnTo>
                    <a:pt x="76524" y="307638"/>
                  </a:lnTo>
                  <a:lnTo>
                    <a:pt x="81024" y="310441"/>
                  </a:lnTo>
                  <a:lnTo>
                    <a:pt x="85610" y="313100"/>
                  </a:lnTo>
                  <a:lnTo>
                    <a:pt x="90278" y="315612"/>
                  </a:lnTo>
                  <a:lnTo>
                    <a:pt x="95023" y="317974"/>
                  </a:lnTo>
                  <a:lnTo>
                    <a:pt x="99841" y="320185"/>
                  </a:lnTo>
                  <a:lnTo>
                    <a:pt x="104726" y="322242"/>
                  </a:lnTo>
                  <a:lnTo>
                    <a:pt x="109675" y="324144"/>
                  </a:lnTo>
                  <a:lnTo>
                    <a:pt x="114681" y="325887"/>
                  </a:lnTo>
                  <a:lnTo>
                    <a:pt x="119739" y="327471"/>
                  </a:lnTo>
                  <a:lnTo>
                    <a:pt x="124846" y="328893"/>
                  </a:lnTo>
                  <a:lnTo>
                    <a:pt x="129995" y="330153"/>
                  </a:lnTo>
                  <a:lnTo>
                    <a:pt x="135181" y="331249"/>
                  </a:lnTo>
                  <a:lnTo>
                    <a:pt x="140400" y="332180"/>
                  </a:lnTo>
                  <a:lnTo>
                    <a:pt x="145645" y="332946"/>
                  </a:lnTo>
                  <a:lnTo>
                    <a:pt x="150912" y="333544"/>
                  </a:lnTo>
                  <a:lnTo>
                    <a:pt x="156196" y="333975"/>
                  </a:lnTo>
                  <a:lnTo>
                    <a:pt x="161490" y="334239"/>
                  </a:lnTo>
                  <a:lnTo>
                    <a:pt x="166790" y="334334"/>
                  </a:lnTo>
                  <a:lnTo>
                    <a:pt x="172090" y="334261"/>
                  </a:lnTo>
                  <a:lnTo>
                    <a:pt x="177386" y="334021"/>
                  </a:lnTo>
                  <a:lnTo>
                    <a:pt x="182671" y="333612"/>
                  </a:lnTo>
                  <a:lnTo>
                    <a:pt x="187941" y="333036"/>
                  </a:lnTo>
                  <a:lnTo>
                    <a:pt x="193189" y="332294"/>
                  </a:lnTo>
                  <a:lnTo>
                    <a:pt x="198412" y="331385"/>
                  </a:lnTo>
                  <a:lnTo>
                    <a:pt x="203603" y="330311"/>
                  </a:lnTo>
                  <a:lnTo>
                    <a:pt x="208757" y="329073"/>
                  </a:lnTo>
                  <a:lnTo>
                    <a:pt x="213870" y="327673"/>
                  </a:lnTo>
                  <a:lnTo>
                    <a:pt x="218935" y="326111"/>
                  </a:lnTo>
                  <a:lnTo>
                    <a:pt x="223949" y="324389"/>
                  </a:lnTo>
                  <a:lnTo>
                    <a:pt x="228905" y="322509"/>
                  </a:lnTo>
                  <a:lnTo>
                    <a:pt x="233799" y="320473"/>
                  </a:lnTo>
                  <a:lnTo>
                    <a:pt x="238626" y="318282"/>
                  </a:lnTo>
                  <a:lnTo>
                    <a:pt x="243382" y="315940"/>
                  </a:lnTo>
                  <a:lnTo>
                    <a:pt x="248061" y="313448"/>
                  </a:lnTo>
                  <a:lnTo>
                    <a:pt x="252658" y="310809"/>
                  </a:lnTo>
                  <a:lnTo>
                    <a:pt x="257169" y="308026"/>
                  </a:lnTo>
                  <a:lnTo>
                    <a:pt x="261590" y="305101"/>
                  </a:lnTo>
                  <a:lnTo>
                    <a:pt x="265916" y="302037"/>
                  </a:lnTo>
                  <a:lnTo>
                    <a:pt x="270143" y="298838"/>
                  </a:lnTo>
                  <a:lnTo>
                    <a:pt x="274266" y="295506"/>
                  </a:lnTo>
                  <a:lnTo>
                    <a:pt x="278281" y="292045"/>
                  </a:lnTo>
                  <a:lnTo>
                    <a:pt x="282184" y="288459"/>
                  </a:lnTo>
                  <a:lnTo>
                    <a:pt x="285972" y="284751"/>
                  </a:lnTo>
                  <a:lnTo>
                    <a:pt x="289641" y="280924"/>
                  </a:lnTo>
                  <a:lnTo>
                    <a:pt x="293186" y="276983"/>
                  </a:lnTo>
                  <a:lnTo>
                    <a:pt x="296604" y="272932"/>
                  </a:lnTo>
                  <a:lnTo>
                    <a:pt x="299893" y="268774"/>
                  </a:lnTo>
                  <a:lnTo>
                    <a:pt x="303048" y="264514"/>
                  </a:lnTo>
                  <a:lnTo>
                    <a:pt x="306066" y="260156"/>
                  </a:lnTo>
                  <a:lnTo>
                    <a:pt x="308944" y="255705"/>
                  </a:lnTo>
                  <a:lnTo>
                    <a:pt x="311680" y="251165"/>
                  </a:lnTo>
                  <a:lnTo>
                    <a:pt x="314271" y="246540"/>
                  </a:lnTo>
                  <a:lnTo>
                    <a:pt x="316713" y="241835"/>
                  </a:lnTo>
                  <a:lnTo>
                    <a:pt x="319006" y="237055"/>
                  </a:lnTo>
                  <a:lnTo>
                    <a:pt x="321145" y="232206"/>
                  </a:lnTo>
                  <a:lnTo>
                    <a:pt x="323130" y="227290"/>
                  </a:lnTo>
                  <a:lnTo>
                    <a:pt x="324958" y="222314"/>
                  </a:lnTo>
                  <a:lnTo>
                    <a:pt x="326627" y="217283"/>
                  </a:lnTo>
                  <a:lnTo>
                    <a:pt x="328136" y="212201"/>
                  </a:lnTo>
                  <a:lnTo>
                    <a:pt x="329483" y="207074"/>
                  </a:lnTo>
                  <a:lnTo>
                    <a:pt x="330666" y="201907"/>
                  </a:lnTo>
                  <a:lnTo>
                    <a:pt x="331686" y="196705"/>
                  </a:lnTo>
                  <a:lnTo>
                    <a:pt x="332540" y="191474"/>
                  </a:lnTo>
                  <a:lnTo>
                    <a:pt x="333227" y="186218"/>
                  </a:lnTo>
                  <a:lnTo>
                    <a:pt x="333748" y="180942"/>
                  </a:lnTo>
                  <a:lnTo>
                    <a:pt x="334101" y="175653"/>
                  </a:lnTo>
                  <a:lnTo>
                    <a:pt x="334286" y="170355"/>
                  </a:lnTo>
                  <a:lnTo>
                    <a:pt x="334303" y="165055"/>
                  </a:lnTo>
                  <a:lnTo>
                    <a:pt x="334152" y="159756"/>
                  </a:lnTo>
                  <a:lnTo>
                    <a:pt x="333833" y="154464"/>
                  </a:lnTo>
                  <a:lnTo>
                    <a:pt x="333346" y="149186"/>
                  </a:lnTo>
                  <a:lnTo>
                    <a:pt x="332693" y="143925"/>
                  </a:lnTo>
                  <a:lnTo>
                    <a:pt x="331872" y="138688"/>
                  </a:lnTo>
                  <a:lnTo>
                    <a:pt x="330887" y="133480"/>
                  </a:lnTo>
                  <a:lnTo>
                    <a:pt x="329736" y="128305"/>
                  </a:lnTo>
                  <a:lnTo>
                    <a:pt x="328422" y="123170"/>
                  </a:lnTo>
                  <a:lnTo>
                    <a:pt x="326946" y="118079"/>
                  </a:lnTo>
                  <a:lnTo>
                    <a:pt x="325310" y="113037"/>
                  </a:lnTo>
                  <a:lnTo>
                    <a:pt x="323514" y="108049"/>
                  </a:lnTo>
                  <a:lnTo>
                    <a:pt x="321561" y="103121"/>
                  </a:lnTo>
                  <a:lnTo>
                    <a:pt x="319452" y="98257"/>
                  </a:lnTo>
                  <a:lnTo>
                    <a:pt x="317191" y="93463"/>
                  </a:lnTo>
                  <a:lnTo>
                    <a:pt x="314779" y="88743"/>
                  </a:lnTo>
                  <a:lnTo>
                    <a:pt x="312218" y="84102"/>
                  </a:lnTo>
                  <a:lnTo>
                    <a:pt x="309511" y="79544"/>
                  </a:lnTo>
                  <a:lnTo>
                    <a:pt x="306662" y="75074"/>
                  </a:lnTo>
                  <a:lnTo>
                    <a:pt x="303671" y="70697"/>
                  </a:lnTo>
                  <a:lnTo>
                    <a:pt x="300544" y="66417"/>
                  </a:lnTo>
                  <a:lnTo>
                    <a:pt x="297283" y="62238"/>
                  </a:lnTo>
                  <a:lnTo>
                    <a:pt x="293890" y="58165"/>
                  </a:lnTo>
                  <a:lnTo>
                    <a:pt x="290371" y="54201"/>
                  </a:lnTo>
                  <a:lnTo>
                    <a:pt x="286727" y="50351"/>
                  </a:lnTo>
                  <a:lnTo>
                    <a:pt x="282963" y="46618"/>
                  </a:lnTo>
                  <a:lnTo>
                    <a:pt x="279083" y="43007"/>
                  </a:lnTo>
                  <a:lnTo>
                    <a:pt x="275090" y="39520"/>
                  </a:lnTo>
                  <a:lnTo>
                    <a:pt x="270988" y="36162"/>
                  </a:lnTo>
                  <a:lnTo>
                    <a:pt x="266782" y="32935"/>
                  </a:lnTo>
                  <a:lnTo>
                    <a:pt x="262476" y="29844"/>
                  </a:lnTo>
                  <a:lnTo>
                    <a:pt x="258074" y="26890"/>
                  </a:lnTo>
                  <a:lnTo>
                    <a:pt x="253581" y="24078"/>
                  </a:lnTo>
                  <a:lnTo>
                    <a:pt x="249001" y="21410"/>
                  </a:lnTo>
                  <a:lnTo>
                    <a:pt x="244338" y="18888"/>
                  </a:lnTo>
                  <a:lnTo>
                    <a:pt x="239598" y="16515"/>
                  </a:lnTo>
                  <a:lnTo>
                    <a:pt x="234785" y="14293"/>
                  </a:lnTo>
                  <a:lnTo>
                    <a:pt x="229904" y="12226"/>
                  </a:lnTo>
                  <a:lnTo>
                    <a:pt x="224960" y="10314"/>
                  </a:lnTo>
                  <a:lnTo>
                    <a:pt x="219957" y="8560"/>
                  </a:lnTo>
                  <a:lnTo>
                    <a:pt x="214902" y="6965"/>
                  </a:lnTo>
                  <a:lnTo>
                    <a:pt x="209798" y="5532"/>
                  </a:lnTo>
                  <a:lnTo>
                    <a:pt x="204652" y="4261"/>
                  </a:lnTo>
                  <a:lnTo>
                    <a:pt x="199468" y="3154"/>
                  </a:lnTo>
                  <a:lnTo>
                    <a:pt x="194252" y="2211"/>
                  </a:lnTo>
                  <a:lnTo>
                    <a:pt x="189008" y="1435"/>
                  </a:lnTo>
                  <a:lnTo>
                    <a:pt x="183742" y="825"/>
                  </a:lnTo>
                  <a:lnTo>
                    <a:pt x="178460" y="383"/>
                  </a:lnTo>
                  <a:lnTo>
                    <a:pt x="173166" y="108"/>
                  </a:lnTo>
                  <a:lnTo>
                    <a:pt x="167866" y="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2"/>
              <a:ext cx="717" cy="167165"/>
            </a:xfrm>
            <a:custGeom>
              <a:avLst/>
              <a:pathLst>
                <a:path w="717" h="167165">
                  <a:moveTo>
                    <a:pt x="717" y="0"/>
                  </a:moveTo>
                  <a:lnTo>
                    <a:pt x="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802" y="4659281"/>
              <a:ext cx="166722" cy="167167"/>
            </a:xfrm>
            <a:custGeom>
              <a:avLst/>
              <a:pathLst>
                <a:path w="166722" h="167167">
                  <a:moveTo>
                    <a:pt x="166722" y="0"/>
                  </a:moveTo>
                  <a:lnTo>
                    <a:pt x="161280" y="88"/>
                  </a:lnTo>
                  <a:lnTo>
                    <a:pt x="155843" y="354"/>
                  </a:lnTo>
                  <a:lnTo>
                    <a:pt x="150418" y="796"/>
                  </a:lnTo>
                  <a:lnTo>
                    <a:pt x="145011" y="1415"/>
                  </a:lnTo>
                  <a:lnTo>
                    <a:pt x="139626" y="2210"/>
                  </a:lnTo>
                  <a:lnTo>
                    <a:pt x="134270" y="3180"/>
                  </a:lnTo>
                  <a:lnTo>
                    <a:pt x="128949" y="4323"/>
                  </a:lnTo>
                  <a:lnTo>
                    <a:pt x="123667" y="5639"/>
                  </a:lnTo>
                  <a:lnTo>
                    <a:pt x="118431" y="7127"/>
                  </a:lnTo>
                  <a:lnTo>
                    <a:pt x="113247" y="8784"/>
                  </a:lnTo>
                  <a:lnTo>
                    <a:pt x="108119" y="10608"/>
                  </a:lnTo>
                  <a:lnTo>
                    <a:pt x="103053" y="12599"/>
                  </a:lnTo>
                  <a:lnTo>
                    <a:pt x="98054" y="14754"/>
                  </a:lnTo>
                  <a:lnTo>
                    <a:pt x="93129" y="17070"/>
                  </a:lnTo>
                  <a:lnTo>
                    <a:pt x="88281" y="19546"/>
                  </a:lnTo>
                  <a:lnTo>
                    <a:pt x="83517" y="22178"/>
                  </a:lnTo>
                  <a:lnTo>
                    <a:pt x="78841" y="24964"/>
                  </a:lnTo>
                  <a:lnTo>
                    <a:pt x="74258" y="27900"/>
                  </a:lnTo>
                  <a:lnTo>
                    <a:pt x="69773" y="30984"/>
                  </a:lnTo>
                  <a:lnTo>
                    <a:pt x="65391" y="34212"/>
                  </a:lnTo>
                  <a:lnTo>
                    <a:pt x="61116" y="37582"/>
                  </a:lnTo>
                  <a:lnTo>
                    <a:pt x="56953" y="41089"/>
                  </a:lnTo>
                  <a:lnTo>
                    <a:pt x="52907" y="44729"/>
                  </a:lnTo>
                  <a:lnTo>
                    <a:pt x="48981" y="48499"/>
                  </a:lnTo>
                  <a:lnTo>
                    <a:pt x="45180" y="52395"/>
                  </a:lnTo>
                  <a:lnTo>
                    <a:pt x="41508" y="56413"/>
                  </a:lnTo>
                  <a:lnTo>
                    <a:pt x="37969" y="60548"/>
                  </a:lnTo>
                  <a:lnTo>
                    <a:pt x="34566" y="64797"/>
                  </a:lnTo>
                  <a:lnTo>
                    <a:pt x="31303" y="69153"/>
                  </a:lnTo>
                  <a:lnTo>
                    <a:pt x="28184" y="73614"/>
                  </a:lnTo>
                  <a:lnTo>
                    <a:pt x="25212" y="78174"/>
                  </a:lnTo>
                  <a:lnTo>
                    <a:pt x="22390" y="82828"/>
                  </a:lnTo>
                  <a:lnTo>
                    <a:pt x="19720" y="87572"/>
                  </a:lnTo>
                  <a:lnTo>
                    <a:pt x="17207" y="92400"/>
                  </a:lnTo>
                  <a:lnTo>
                    <a:pt x="14852" y="97307"/>
                  </a:lnTo>
                  <a:lnTo>
                    <a:pt x="12658" y="102288"/>
                  </a:lnTo>
                  <a:lnTo>
                    <a:pt x="10628" y="107338"/>
                  </a:lnTo>
                  <a:lnTo>
                    <a:pt x="8763" y="112452"/>
                  </a:lnTo>
                  <a:lnTo>
                    <a:pt x="7065" y="117623"/>
                  </a:lnTo>
                  <a:lnTo>
                    <a:pt x="5537" y="122847"/>
                  </a:lnTo>
                  <a:lnTo>
                    <a:pt x="4179" y="128118"/>
                  </a:lnTo>
                  <a:lnTo>
                    <a:pt x="2994" y="133431"/>
                  </a:lnTo>
                  <a:lnTo>
                    <a:pt x="1983" y="138779"/>
                  </a:lnTo>
                  <a:lnTo>
                    <a:pt x="1146" y="144157"/>
                  </a:lnTo>
                  <a:lnTo>
                    <a:pt x="485" y="149560"/>
                  </a:lnTo>
                  <a:lnTo>
                    <a:pt x="0" y="154981"/>
                  </a:lnTo>
                  <a:lnTo>
                    <a:pt x="16672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802" y="4814263"/>
              <a:ext cx="166722" cy="12185"/>
            </a:xfrm>
            <a:custGeom>
              <a:avLst/>
              <a:pathLst>
                <a:path w="166722" h="12185">
                  <a:moveTo>
                    <a:pt x="0" y="0"/>
                  </a:moveTo>
                  <a:lnTo>
                    <a:pt x="166722" y="121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96" y="4814263"/>
              <a:ext cx="167128" cy="25802"/>
            </a:xfrm>
            <a:custGeom>
              <a:avLst/>
              <a:pathLst>
                <a:path w="167128" h="25802">
                  <a:moveTo>
                    <a:pt x="406" y="0"/>
                  </a:moveTo>
                  <a:lnTo>
                    <a:pt x="0" y="8598"/>
                  </a:lnTo>
                  <a:lnTo>
                    <a:pt x="36" y="17207"/>
                  </a:lnTo>
                  <a:lnTo>
                    <a:pt x="516" y="25802"/>
                  </a:lnTo>
                  <a:lnTo>
                    <a:pt x="167128" y="12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913" y="4659281"/>
              <a:ext cx="333760" cy="334334"/>
            </a:xfrm>
            <a:custGeom>
              <a:avLst/>
              <a:pathLst>
                <a:path w="333760" h="334334">
                  <a:moveTo>
                    <a:pt x="0" y="180783"/>
                  </a:moveTo>
                  <a:lnTo>
                    <a:pt x="515" y="186060"/>
                  </a:lnTo>
                  <a:lnTo>
                    <a:pt x="1198" y="191318"/>
                  </a:lnTo>
                  <a:lnTo>
                    <a:pt x="2047" y="196552"/>
                  </a:lnTo>
                  <a:lnTo>
                    <a:pt x="3062" y="201756"/>
                  </a:lnTo>
                  <a:lnTo>
                    <a:pt x="4241" y="206925"/>
                  </a:lnTo>
                  <a:lnTo>
                    <a:pt x="5583" y="212054"/>
                  </a:lnTo>
                  <a:lnTo>
                    <a:pt x="7088" y="217138"/>
                  </a:lnTo>
                  <a:lnTo>
                    <a:pt x="8753" y="222172"/>
                  </a:lnTo>
                  <a:lnTo>
                    <a:pt x="10576" y="227151"/>
                  </a:lnTo>
                  <a:lnTo>
                    <a:pt x="12557" y="232069"/>
                  </a:lnTo>
                  <a:lnTo>
                    <a:pt x="14693" y="236922"/>
                  </a:lnTo>
                  <a:lnTo>
                    <a:pt x="16981" y="241704"/>
                  </a:lnTo>
                  <a:lnTo>
                    <a:pt x="19420" y="246412"/>
                  </a:lnTo>
                  <a:lnTo>
                    <a:pt x="22008" y="251040"/>
                  </a:lnTo>
                  <a:lnTo>
                    <a:pt x="24740" y="255583"/>
                  </a:lnTo>
                  <a:lnTo>
                    <a:pt x="27615" y="260038"/>
                  </a:lnTo>
                  <a:lnTo>
                    <a:pt x="30631" y="264399"/>
                  </a:lnTo>
                  <a:lnTo>
                    <a:pt x="33782" y="268663"/>
                  </a:lnTo>
                  <a:lnTo>
                    <a:pt x="37068" y="272824"/>
                  </a:lnTo>
                  <a:lnTo>
                    <a:pt x="40484" y="276879"/>
                  </a:lnTo>
                  <a:lnTo>
                    <a:pt x="44027" y="280824"/>
                  </a:lnTo>
                  <a:lnTo>
                    <a:pt x="47693" y="284654"/>
                  </a:lnTo>
                  <a:lnTo>
                    <a:pt x="51478" y="288366"/>
                  </a:lnTo>
                  <a:lnTo>
                    <a:pt x="55380" y="291957"/>
                  </a:lnTo>
                  <a:lnTo>
                    <a:pt x="59393" y="295421"/>
                  </a:lnTo>
                  <a:lnTo>
                    <a:pt x="63514" y="298757"/>
                  </a:lnTo>
                  <a:lnTo>
                    <a:pt x="67739" y="301960"/>
                  </a:lnTo>
                  <a:lnTo>
                    <a:pt x="72064" y="305028"/>
                  </a:lnTo>
                  <a:lnTo>
                    <a:pt x="76483" y="307957"/>
                  </a:lnTo>
                  <a:lnTo>
                    <a:pt x="80993" y="310744"/>
                  </a:lnTo>
                  <a:lnTo>
                    <a:pt x="85590" y="313387"/>
                  </a:lnTo>
                  <a:lnTo>
                    <a:pt x="90268" y="315883"/>
                  </a:lnTo>
                  <a:lnTo>
                    <a:pt x="95022" y="318230"/>
                  </a:lnTo>
                  <a:lnTo>
                    <a:pt x="99849" y="320424"/>
                  </a:lnTo>
                  <a:lnTo>
                    <a:pt x="104743" y="322464"/>
                  </a:lnTo>
                  <a:lnTo>
                    <a:pt x="109699" y="324348"/>
                  </a:lnTo>
                  <a:lnTo>
                    <a:pt x="114712" y="326074"/>
                  </a:lnTo>
                  <a:lnTo>
                    <a:pt x="119777" y="327640"/>
                  </a:lnTo>
                  <a:lnTo>
                    <a:pt x="124890" y="329044"/>
                  </a:lnTo>
                  <a:lnTo>
                    <a:pt x="130045" y="330286"/>
                  </a:lnTo>
                  <a:lnTo>
                    <a:pt x="135236" y="331364"/>
                  </a:lnTo>
                  <a:lnTo>
                    <a:pt x="140459" y="332276"/>
                  </a:lnTo>
                  <a:lnTo>
                    <a:pt x="145708" y="333022"/>
                  </a:lnTo>
                  <a:lnTo>
                    <a:pt x="150978" y="333602"/>
                  </a:lnTo>
                  <a:lnTo>
                    <a:pt x="156264" y="334014"/>
                  </a:lnTo>
                  <a:lnTo>
                    <a:pt x="161561" y="334258"/>
                  </a:lnTo>
                  <a:lnTo>
                    <a:pt x="166862" y="334334"/>
                  </a:lnTo>
                  <a:lnTo>
                    <a:pt x="172163" y="334242"/>
                  </a:lnTo>
                  <a:lnTo>
                    <a:pt x="177459" y="333982"/>
                  </a:lnTo>
                  <a:lnTo>
                    <a:pt x="182744" y="333554"/>
                  </a:lnTo>
                  <a:lnTo>
                    <a:pt x="188012" y="332959"/>
                  </a:lnTo>
                  <a:lnTo>
                    <a:pt x="193259" y="332197"/>
                  </a:lnTo>
                  <a:lnTo>
                    <a:pt x="198479" y="331269"/>
                  </a:lnTo>
                  <a:lnTo>
                    <a:pt x="203667" y="330176"/>
                  </a:lnTo>
                  <a:lnTo>
                    <a:pt x="208818" y="328918"/>
                  </a:lnTo>
                  <a:lnTo>
                    <a:pt x="213927" y="327499"/>
                  </a:lnTo>
                  <a:lnTo>
                    <a:pt x="218987" y="325917"/>
                  </a:lnTo>
                  <a:lnTo>
                    <a:pt x="223995" y="324177"/>
                  </a:lnTo>
                  <a:lnTo>
                    <a:pt x="228946" y="322278"/>
                  </a:lnTo>
                  <a:lnTo>
                    <a:pt x="233833" y="320223"/>
                  </a:lnTo>
                  <a:lnTo>
                    <a:pt x="238653" y="318014"/>
                  </a:lnTo>
                  <a:lnTo>
                    <a:pt x="243401" y="315654"/>
                  </a:lnTo>
                  <a:lnTo>
                    <a:pt x="248071" y="313144"/>
                  </a:lnTo>
                  <a:lnTo>
                    <a:pt x="252660" y="310487"/>
                  </a:lnTo>
                  <a:lnTo>
                    <a:pt x="257161" y="307686"/>
                  </a:lnTo>
                  <a:lnTo>
                    <a:pt x="261572" y="304744"/>
                  </a:lnTo>
                  <a:lnTo>
                    <a:pt x="265887" y="301663"/>
                  </a:lnTo>
                  <a:lnTo>
                    <a:pt x="270103" y="298447"/>
                  </a:lnTo>
                  <a:lnTo>
                    <a:pt x="274214" y="295099"/>
                  </a:lnTo>
                  <a:lnTo>
                    <a:pt x="278217" y="291623"/>
                  </a:lnTo>
                  <a:lnTo>
                    <a:pt x="282108" y="288021"/>
                  </a:lnTo>
                  <a:lnTo>
                    <a:pt x="285882" y="284297"/>
                  </a:lnTo>
                  <a:lnTo>
                    <a:pt x="289537" y="280456"/>
                  </a:lnTo>
                  <a:lnTo>
                    <a:pt x="293067" y="276501"/>
                  </a:lnTo>
                  <a:lnTo>
                    <a:pt x="296471" y="272435"/>
                  </a:lnTo>
                  <a:lnTo>
                    <a:pt x="299744" y="268264"/>
                  </a:lnTo>
                  <a:lnTo>
                    <a:pt x="302883" y="263991"/>
                  </a:lnTo>
                  <a:lnTo>
                    <a:pt x="305885" y="259621"/>
                  </a:lnTo>
                  <a:lnTo>
                    <a:pt x="308747" y="255158"/>
                  </a:lnTo>
                  <a:lnTo>
                    <a:pt x="311466" y="250606"/>
                  </a:lnTo>
                  <a:lnTo>
                    <a:pt x="314039" y="245970"/>
                  </a:lnTo>
                  <a:lnTo>
                    <a:pt x="316464" y="241255"/>
                  </a:lnTo>
                  <a:lnTo>
                    <a:pt x="318739" y="236466"/>
                  </a:lnTo>
                  <a:lnTo>
                    <a:pt x="320860" y="231606"/>
                  </a:lnTo>
                  <a:lnTo>
                    <a:pt x="322826" y="226682"/>
                  </a:lnTo>
                  <a:lnTo>
                    <a:pt x="324634" y="221698"/>
                  </a:lnTo>
                  <a:lnTo>
                    <a:pt x="326284" y="216660"/>
                  </a:lnTo>
                  <a:lnTo>
                    <a:pt x="327774" y="211571"/>
                  </a:lnTo>
                  <a:lnTo>
                    <a:pt x="329101" y="206438"/>
                  </a:lnTo>
                  <a:lnTo>
                    <a:pt x="330264" y="201265"/>
                  </a:lnTo>
                  <a:lnTo>
                    <a:pt x="331263" y="196058"/>
                  </a:lnTo>
                  <a:lnTo>
                    <a:pt x="332097" y="190822"/>
                  </a:lnTo>
                  <a:lnTo>
                    <a:pt x="332764" y="185562"/>
                  </a:lnTo>
                  <a:lnTo>
                    <a:pt x="333264" y="180284"/>
                  </a:lnTo>
                  <a:lnTo>
                    <a:pt x="333596" y="174992"/>
                  </a:lnTo>
                  <a:lnTo>
                    <a:pt x="333760" y="169693"/>
                  </a:lnTo>
                  <a:lnTo>
                    <a:pt x="333756" y="164391"/>
                  </a:lnTo>
                  <a:lnTo>
                    <a:pt x="333584" y="159091"/>
                  </a:lnTo>
                  <a:lnTo>
                    <a:pt x="333244" y="153800"/>
                  </a:lnTo>
                  <a:lnTo>
                    <a:pt x="332736" y="148523"/>
                  </a:lnTo>
                  <a:lnTo>
                    <a:pt x="332061" y="143264"/>
                  </a:lnTo>
                  <a:lnTo>
                    <a:pt x="331220" y="138029"/>
                  </a:lnTo>
                  <a:lnTo>
                    <a:pt x="330213" y="132823"/>
                  </a:lnTo>
                  <a:lnTo>
                    <a:pt x="329042" y="127652"/>
                  </a:lnTo>
                  <a:lnTo>
                    <a:pt x="327707" y="122521"/>
                  </a:lnTo>
                  <a:lnTo>
                    <a:pt x="326210" y="117435"/>
                  </a:lnTo>
                  <a:lnTo>
                    <a:pt x="324553" y="112399"/>
                  </a:lnTo>
                  <a:lnTo>
                    <a:pt x="322736" y="107417"/>
                  </a:lnTo>
                  <a:lnTo>
                    <a:pt x="320763" y="102496"/>
                  </a:lnTo>
                  <a:lnTo>
                    <a:pt x="318634" y="97640"/>
                  </a:lnTo>
                  <a:lnTo>
                    <a:pt x="316353" y="92854"/>
                  </a:lnTo>
                  <a:lnTo>
                    <a:pt x="313921" y="88143"/>
                  </a:lnTo>
                  <a:lnTo>
                    <a:pt x="311341" y="83511"/>
                  </a:lnTo>
                  <a:lnTo>
                    <a:pt x="308615" y="78963"/>
                  </a:lnTo>
                  <a:lnTo>
                    <a:pt x="305747" y="74504"/>
                  </a:lnTo>
                  <a:lnTo>
                    <a:pt x="302738" y="70138"/>
                  </a:lnTo>
                  <a:lnTo>
                    <a:pt x="299592" y="65870"/>
                  </a:lnTo>
                  <a:lnTo>
                    <a:pt x="296313" y="61704"/>
                  </a:lnTo>
                  <a:lnTo>
                    <a:pt x="292903" y="57644"/>
                  </a:lnTo>
                  <a:lnTo>
                    <a:pt x="289367" y="53694"/>
                  </a:lnTo>
                  <a:lnTo>
                    <a:pt x="285706" y="49858"/>
                  </a:lnTo>
                  <a:lnTo>
                    <a:pt x="281926" y="46140"/>
                  </a:lnTo>
                  <a:lnTo>
                    <a:pt x="278030" y="42544"/>
                  </a:lnTo>
                  <a:lnTo>
                    <a:pt x="274022" y="39073"/>
                  </a:lnTo>
                  <a:lnTo>
                    <a:pt x="269906" y="35732"/>
                  </a:lnTo>
                  <a:lnTo>
                    <a:pt x="265686" y="32522"/>
                  </a:lnTo>
                  <a:lnTo>
                    <a:pt x="261366" y="29448"/>
                  </a:lnTo>
                  <a:lnTo>
                    <a:pt x="256951" y="26512"/>
                  </a:lnTo>
                  <a:lnTo>
                    <a:pt x="252445" y="23718"/>
                  </a:lnTo>
                  <a:lnTo>
                    <a:pt x="247852" y="21068"/>
                  </a:lnTo>
                  <a:lnTo>
                    <a:pt x="243178" y="18565"/>
                  </a:lnTo>
                  <a:lnTo>
                    <a:pt x="238427" y="16212"/>
                  </a:lnTo>
                  <a:lnTo>
                    <a:pt x="233604" y="14010"/>
                  </a:lnTo>
                  <a:lnTo>
                    <a:pt x="228713" y="11963"/>
                  </a:lnTo>
                  <a:lnTo>
                    <a:pt x="223760" y="10071"/>
                  </a:lnTo>
                  <a:lnTo>
                    <a:pt x="218749" y="8338"/>
                  </a:lnTo>
                  <a:lnTo>
                    <a:pt x="213686" y="6765"/>
                  </a:lnTo>
                  <a:lnTo>
                    <a:pt x="208576" y="5352"/>
                  </a:lnTo>
                  <a:lnTo>
                    <a:pt x="203423" y="4103"/>
                  </a:lnTo>
                  <a:lnTo>
                    <a:pt x="198233" y="3018"/>
                  </a:lnTo>
                  <a:lnTo>
                    <a:pt x="193012" y="2097"/>
                  </a:lnTo>
                  <a:lnTo>
                    <a:pt x="187764" y="1343"/>
                  </a:lnTo>
                  <a:lnTo>
                    <a:pt x="182494" y="756"/>
                  </a:lnTo>
                  <a:lnTo>
                    <a:pt x="177209" y="336"/>
                  </a:lnTo>
                  <a:lnTo>
                    <a:pt x="171913" y="84"/>
                  </a:lnTo>
                  <a:lnTo>
                    <a:pt x="166611" y="0"/>
                  </a:lnTo>
                  <a:lnTo>
                    <a:pt x="16661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321571" y="5018213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8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9"/>
                  </a:lnTo>
                  <a:lnTo>
                    <a:pt x="120091" y="6760"/>
                  </a:lnTo>
                  <a:lnTo>
                    <a:pt x="115030" y="8332"/>
                  </a:lnTo>
                  <a:lnTo>
                    <a:pt x="110021" y="10064"/>
                  </a:lnTo>
                  <a:lnTo>
                    <a:pt x="105069" y="11954"/>
                  </a:lnTo>
                  <a:lnTo>
                    <a:pt x="100180" y="14000"/>
                  </a:lnTo>
                  <a:lnTo>
                    <a:pt x="95358" y="16200"/>
                  </a:lnTo>
                  <a:lnTo>
                    <a:pt x="90608" y="18552"/>
                  </a:lnTo>
                  <a:lnTo>
                    <a:pt x="85935" y="21053"/>
                  </a:lnTo>
                  <a:lnTo>
                    <a:pt x="81344" y="23701"/>
                  </a:lnTo>
                  <a:lnTo>
                    <a:pt x="76839" y="26494"/>
                  </a:lnTo>
                  <a:lnTo>
                    <a:pt x="72425" y="29427"/>
                  </a:lnTo>
                  <a:lnTo>
                    <a:pt x="68106" y="32499"/>
                  </a:lnTo>
                  <a:lnTo>
                    <a:pt x="63886" y="35707"/>
                  </a:lnTo>
                  <a:lnTo>
                    <a:pt x="59771" y="39047"/>
                  </a:lnTo>
                  <a:lnTo>
                    <a:pt x="55763" y="42515"/>
                  </a:lnTo>
                  <a:lnTo>
                    <a:pt x="51868" y="46109"/>
                  </a:lnTo>
                  <a:lnTo>
                    <a:pt x="48088" y="49824"/>
                  </a:lnTo>
                  <a:lnTo>
                    <a:pt x="44428" y="53658"/>
                  </a:lnTo>
                  <a:lnTo>
                    <a:pt x="40891" y="57605"/>
                  </a:lnTo>
                  <a:lnTo>
                    <a:pt x="37481" y="61663"/>
                  </a:lnTo>
                  <a:lnTo>
                    <a:pt x="34202" y="65826"/>
                  </a:lnTo>
                  <a:lnTo>
                    <a:pt x="31056" y="70092"/>
                  </a:lnTo>
                  <a:lnTo>
                    <a:pt x="28047" y="74455"/>
                  </a:lnTo>
                  <a:lnTo>
                    <a:pt x="25178" y="78911"/>
                  </a:lnTo>
                  <a:lnTo>
                    <a:pt x="22451" y="83456"/>
                  </a:lnTo>
                  <a:lnTo>
                    <a:pt x="19870" y="88086"/>
                  </a:lnTo>
                  <a:lnTo>
                    <a:pt x="17437" y="92794"/>
                  </a:lnTo>
                  <a:lnTo>
                    <a:pt x="15155" y="97578"/>
                  </a:lnTo>
                  <a:lnTo>
                    <a:pt x="13025" y="102431"/>
                  </a:lnTo>
                  <a:lnTo>
                    <a:pt x="11050" y="107350"/>
                  </a:lnTo>
                  <a:lnTo>
                    <a:pt x="9233" y="112328"/>
                  </a:lnTo>
                  <a:lnTo>
                    <a:pt x="7573" y="117362"/>
                  </a:lnTo>
                  <a:lnTo>
                    <a:pt x="6075" y="122446"/>
                  </a:lnTo>
                  <a:lnTo>
                    <a:pt x="4738" y="127575"/>
                  </a:lnTo>
                  <a:lnTo>
                    <a:pt x="3565" y="132743"/>
                  </a:lnTo>
                  <a:lnTo>
                    <a:pt x="2555" y="137946"/>
                  </a:lnTo>
                  <a:lnTo>
                    <a:pt x="1712" y="143179"/>
                  </a:lnTo>
                  <a:lnTo>
                    <a:pt x="1035" y="148436"/>
                  </a:lnTo>
                  <a:lnTo>
                    <a:pt x="524" y="153711"/>
                  </a:lnTo>
                  <a:lnTo>
                    <a:pt x="181" y="159000"/>
                  </a:lnTo>
                  <a:lnTo>
                    <a:pt x="6" y="164297"/>
                  </a:lnTo>
                  <a:lnTo>
                    <a:pt x="0" y="169597"/>
                  </a:lnTo>
                  <a:lnTo>
                    <a:pt x="161" y="174895"/>
                  </a:lnTo>
                  <a:lnTo>
                    <a:pt x="489" y="180185"/>
                  </a:lnTo>
                  <a:lnTo>
                    <a:pt x="986" y="185462"/>
                  </a:lnTo>
                  <a:lnTo>
                    <a:pt x="1649" y="190720"/>
                  </a:lnTo>
                  <a:lnTo>
                    <a:pt x="2479" y="195955"/>
                  </a:lnTo>
                  <a:lnTo>
                    <a:pt x="3475" y="201161"/>
                  </a:lnTo>
                  <a:lnTo>
                    <a:pt x="4635" y="206332"/>
                  </a:lnTo>
                  <a:lnTo>
                    <a:pt x="5958" y="211465"/>
                  </a:lnTo>
                  <a:lnTo>
                    <a:pt x="7443" y="216552"/>
                  </a:lnTo>
                  <a:lnTo>
                    <a:pt x="9089" y="221590"/>
                  </a:lnTo>
                  <a:lnTo>
                    <a:pt x="10894" y="226574"/>
                  </a:lnTo>
                  <a:lnTo>
                    <a:pt x="12856" y="231497"/>
                  </a:lnTo>
                  <a:lnTo>
                    <a:pt x="14973" y="236356"/>
                  </a:lnTo>
                  <a:lnTo>
                    <a:pt x="17242" y="241146"/>
                  </a:lnTo>
                  <a:lnTo>
                    <a:pt x="19663" y="245861"/>
                  </a:lnTo>
                  <a:lnTo>
                    <a:pt x="22232" y="250497"/>
                  </a:lnTo>
                  <a:lnTo>
                    <a:pt x="24946" y="255049"/>
                  </a:lnTo>
                  <a:lnTo>
                    <a:pt x="27804" y="259513"/>
                  </a:lnTo>
                  <a:lnTo>
                    <a:pt x="30801" y="263884"/>
                  </a:lnTo>
                  <a:lnTo>
                    <a:pt x="33936" y="268158"/>
                  </a:lnTo>
                  <a:lnTo>
                    <a:pt x="37204" y="272330"/>
                  </a:lnTo>
                  <a:lnTo>
                    <a:pt x="40604" y="276397"/>
                  </a:lnTo>
                  <a:lnTo>
                    <a:pt x="44130" y="280353"/>
                  </a:lnTo>
                  <a:lnTo>
                    <a:pt x="47780" y="284196"/>
                  </a:lnTo>
                  <a:lnTo>
                    <a:pt x="51550" y="287922"/>
                  </a:lnTo>
                  <a:lnTo>
                    <a:pt x="55436" y="291526"/>
                  </a:lnTo>
                  <a:lnTo>
                    <a:pt x="59435" y="295005"/>
                  </a:lnTo>
                  <a:lnTo>
                    <a:pt x="63541" y="298355"/>
                  </a:lnTo>
                  <a:lnTo>
                    <a:pt x="67752" y="301574"/>
                  </a:lnTo>
                  <a:lnTo>
                    <a:pt x="72063" y="304657"/>
                  </a:lnTo>
                  <a:lnTo>
                    <a:pt x="76470" y="307603"/>
                  </a:lnTo>
                  <a:lnTo>
                    <a:pt x="80967" y="310407"/>
                  </a:lnTo>
                  <a:lnTo>
                    <a:pt x="85551" y="313067"/>
                  </a:lnTo>
                  <a:lnTo>
                    <a:pt x="90218" y="315580"/>
                  </a:lnTo>
                  <a:lnTo>
                    <a:pt x="94961" y="317944"/>
                  </a:lnTo>
                  <a:lnTo>
                    <a:pt x="99777" y="320157"/>
                  </a:lnTo>
                  <a:lnTo>
                    <a:pt x="104661" y="322216"/>
                  </a:lnTo>
                  <a:lnTo>
                    <a:pt x="109608" y="324119"/>
                  </a:lnTo>
                  <a:lnTo>
                    <a:pt x="114612" y="325864"/>
                  </a:lnTo>
                  <a:lnTo>
                    <a:pt x="119670" y="327450"/>
                  </a:lnTo>
                  <a:lnTo>
                    <a:pt x="124775" y="328875"/>
                  </a:lnTo>
                  <a:lnTo>
                    <a:pt x="129922" y="330137"/>
                  </a:lnTo>
                  <a:lnTo>
                    <a:pt x="135108" y="331235"/>
                  </a:lnTo>
                  <a:lnTo>
                    <a:pt x="140325" y="332168"/>
                  </a:lnTo>
                  <a:lnTo>
                    <a:pt x="145569" y="332936"/>
                  </a:lnTo>
                  <a:lnTo>
                    <a:pt x="150835" y="333536"/>
                  </a:lnTo>
                  <a:lnTo>
                    <a:pt x="156117" y="333970"/>
                  </a:lnTo>
                  <a:lnTo>
                    <a:pt x="161411" y="334236"/>
                  </a:lnTo>
                  <a:lnTo>
                    <a:pt x="166710" y="334334"/>
                  </a:lnTo>
                  <a:lnTo>
                    <a:pt x="172010" y="334264"/>
                  </a:lnTo>
                  <a:lnTo>
                    <a:pt x="177304" y="334026"/>
                  </a:lnTo>
                  <a:lnTo>
                    <a:pt x="182589" y="333620"/>
                  </a:lnTo>
                  <a:lnTo>
                    <a:pt x="187858" y="333047"/>
                  </a:lnTo>
                  <a:lnTo>
                    <a:pt x="193106" y="332307"/>
                  </a:lnTo>
                  <a:lnTo>
                    <a:pt x="198328" y="331401"/>
                  </a:lnTo>
                  <a:lnTo>
                    <a:pt x="203519" y="330330"/>
                  </a:lnTo>
                  <a:lnTo>
                    <a:pt x="208673" y="329095"/>
                  </a:lnTo>
                  <a:lnTo>
                    <a:pt x="213786" y="327697"/>
                  </a:lnTo>
                  <a:lnTo>
                    <a:pt x="218851" y="326138"/>
                  </a:lnTo>
                  <a:lnTo>
                    <a:pt x="223865" y="324419"/>
                  </a:lnTo>
                  <a:lnTo>
                    <a:pt x="228822" y="322542"/>
                  </a:lnTo>
                  <a:lnTo>
                    <a:pt x="233716" y="320509"/>
                  </a:lnTo>
                  <a:lnTo>
                    <a:pt x="238544" y="318322"/>
                  </a:lnTo>
                  <a:lnTo>
                    <a:pt x="243300" y="315982"/>
                  </a:lnTo>
                  <a:lnTo>
                    <a:pt x="247979" y="313494"/>
                  </a:lnTo>
                  <a:lnTo>
                    <a:pt x="252577" y="310858"/>
                  </a:lnTo>
                  <a:lnTo>
                    <a:pt x="257090" y="308077"/>
                  </a:lnTo>
                  <a:lnTo>
                    <a:pt x="261512" y="305155"/>
                  </a:lnTo>
                  <a:lnTo>
                    <a:pt x="265839" y="302094"/>
                  </a:lnTo>
                  <a:lnTo>
                    <a:pt x="270066" y="298898"/>
                  </a:lnTo>
                  <a:lnTo>
                    <a:pt x="274191" y="295569"/>
                  </a:lnTo>
                  <a:lnTo>
                    <a:pt x="278207" y="292111"/>
                  </a:lnTo>
                  <a:lnTo>
                    <a:pt x="282112" y="288528"/>
                  </a:lnTo>
                  <a:lnTo>
                    <a:pt x="285902" y="284822"/>
                  </a:lnTo>
                  <a:lnTo>
                    <a:pt x="289572" y="280998"/>
                  </a:lnTo>
                  <a:lnTo>
                    <a:pt x="293119" y="277060"/>
                  </a:lnTo>
                  <a:lnTo>
                    <a:pt x="296540" y="273012"/>
                  </a:lnTo>
                  <a:lnTo>
                    <a:pt x="299830" y="268857"/>
                  </a:lnTo>
                  <a:lnTo>
                    <a:pt x="302987" y="264599"/>
                  </a:lnTo>
                  <a:lnTo>
                    <a:pt x="306008" y="260244"/>
                  </a:lnTo>
                  <a:lnTo>
                    <a:pt x="308888" y="255795"/>
                  </a:lnTo>
                  <a:lnTo>
                    <a:pt x="311627" y="251257"/>
                  </a:lnTo>
                  <a:lnTo>
                    <a:pt x="314220" y="246635"/>
                  </a:lnTo>
                  <a:lnTo>
                    <a:pt x="316665" y="241933"/>
                  </a:lnTo>
                  <a:lnTo>
                    <a:pt x="318960" y="237155"/>
                  </a:lnTo>
                  <a:lnTo>
                    <a:pt x="321103" y="232307"/>
                  </a:lnTo>
                  <a:lnTo>
                    <a:pt x="323090" y="227394"/>
                  </a:lnTo>
                  <a:lnTo>
                    <a:pt x="324921" y="222420"/>
                  </a:lnTo>
                  <a:lnTo>
                    <a:pt x="326594" y="217391"/>
                  </a:lnTo>
                  <a:lnTo>
                    <a:pt x="328106" y="212311"/>
                  </a:lnTo>
                  <a:lnTo>
                    <a:pt x="329456" y="207186"/>
                  </a:lnTo>
                  <a:lnTo>
                    <a:pt x="330643" y="202020"/>
                  </a:lnTo>
                  <a:lnTo>
                    <a:pt x="331666" y="196820"/>
                  </a:lnTo>
                  <a:lnTo>
                    <a:pt x="332523" y="191590"/>
                  </a:lnTo>
                  <a:lnTo>
                    <a:pt x="333214" y="186335"/>
                  </a:lnTo>
                  <a:lnTo>
                    <a:pt x="333738" y="181061"/>
                  </a:lnTo>
                  <a:lnTo>
                    <a:pt x="334095" y="175773"/>
                  </a:lnTo>
                  <a:lnTo>
                    <a:pt x="334284" y="170476"/>
                  </a:lnTo>
                  <a:lnTo>
                    <a:pt x="334305" y="165176"/>
                  </a:lnTo>
                  <a:lnTo>
                    <a:pt x="334158" y="159878"/>
                  </a:lnTo>
                  <a:lnTo>
                    <a:pt x="333843" y="154587"/>
                  </a:lnTo>
                  <a:lnTo>
                    <a:pt x="333360" y="149309"/>
                  </a:lnTo>
                  <a:lnTo>
                    <a:pt x="332710" y="144049"/>
                  </a:lnTo>
                  <a:lnTo>
                    <a:pt x="331894" y="138812"/>
                  </a:lnTo>
                  <a:lnTo>
                    <a:pt x="330913" y="133603"/>
                  </a:lnTo>
                  <a:lnTo>
                    <a:pt x="329766" y="128429"/>
                  </a:lnTo>
                  <a:lnTo>
                    <a:pt x="328457" y="123293"/>
                  </a:lnTo>
                  <a:lnTo>
                    <a:pt x="326985" y="118201"/>
                  </a:lnTo>
                  <a:lnTo>
                    <a:pt x="325352" y="113159"/>
                  </a:lnTo>
                  <a:lnTo>
                    <a:pt x="323560" y="108171"/>
                  </a:lnTo>
                  <a:lnTo>
                    <a:pt x="321611" y="103242"/>
                  </a:lnTo>
                  <a:lnTo>
                    <a:pt x="319507" y="98378"/>
                  </a:lnTo>
                  <a:lnTo>
                    <a:pt x="317250" y="93582"/>
                  </a:lnTo>
                  <a:lnTo>
                    <a:pt x="314842" y="88861"/>
                  </a:lnTo>
                  <a:lnTo>
                    <a:pt x="312285" y="84218"/>
                  </a:lnTo>
                  <a:lnTo>
                    <a:pt x="309583" y="79659"/>
                  </a:lnTo>
                  <a:lnTo>
                    <a:pt x="306737" y="75187"/>
                  </a:lnTo>
                  <a:lnTo>
                    <a:pt x="303751" y="70808"/>
                  </a:lnTo>
                  <a:lnTo>
                    <a:pt x="300628" y="66526"/>
                  </a:lnTo>
                  <a:lnTo>
                    <a:pt x="297370" y="62346"/>
                  </a:lnTo>
                  <a:lnTo>
                    <a:pt x="293982" y="58270"/>
                  </a:lnTo>
                  <a:lnTo>
                    <a:pt x="290466" y="54304"/>
                  </a:lnTo>
                  <a:lnTo>
                    <a:pt x="286826" y="50451"/>
                  </a:lnTo>
                  <a:lnTo>
                    <a:pt x="283066" y="46716"/>
                  </a:lnTo>
                  <a:lnTo>
                    <a:pt x="279189" y="43102"/>
                  </a:lnTo>
                  <a:lnTo>
                    <a:pt x="275199" y="39613"/>
                  </a:lnTo>
                  <a:lnTo>
                    <a:pt x="271101" y="36251"/>
                  </a:lnTo>
                  <a:lnTo>
                    <a:pt x="266899" y="33022"/>
                  </a:lnTo>
                  <a:lnTo>
                    <a:pt x="262596" y="29927"/>
                  </a:lnTo>
                  <a:lnTo>
                    <a:pt x="258198" y="26970"/>
                  </a:lnTo>
                  <a:lnTo>
                    <a:pt x="253707" y="24154"/>
                  </a:lnTo>
                  <a:lnTo>
                    <a:pt x="249130" y="21482"/>
                  </a:lnTo>
                  <a:lnTo>
                    <a:pt x="244471" y="18956"/>
                  </a:lnTo>
                  <a:lnTo>
                    <a:pt x="239733" y="16580"/>
                  </a:lnTo>
                  <a:lnTo>
                    <a:pt x="234923" y="14354"/>
                  </a:lnTo>
                  <a:lnTo>
                    <a:pt x="230045" y="12283"/>
                  </a:lnTo>
                  <a:lnTo>
                    <a:pt x="225103" y="10367"/>
                  </a:lnTo>
                  <a:lnTo>
                    <a:pt x="220103" y="8608"/>
                  </a:lnTo>
                  <a:lnTo>
                    <a:pt x="215050" y="7009"/>
                  </a:lnTo>
                  <a:lnTo>
                    <a:pt x="209948" y="5571"/>
                  </a:lnTo>
                  <a:lnTo>
                    <a:pt x="204804" y="4296"/>
                  </a:lnTo>
                  <a:lnTo>
                    <a:pt x="199622" y="3184"/>
                  </a:lnTo>
                  <a:lnTo>
                    <a:pt x="194407" y="2237"/>
                  </a:lnTo>
                  <a:lnTo>
                    <a:pt x="189165" y="1456"/>
                  </a:lnTo>
                  <a:lnTo>
                    <a:pt x="183901" y="841"/>
                  </a:lnTo>
                  <a:lnTo>
                    <a:pt x="178619" y="39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11470" cy="167167"/>
            </a:xfrm>
            <a:custGeom>
              <a:avLst/>
              <a:pathLst>
                <a:path w="11470" h="167167">
                  <a:moveTo>
                    <a:pt x="11470" y="3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7348" y="5269756"/>
              <a:ext cx="167152" cy="175773"/>
            </a:xfrm>
            <a:custGeom>
              <a:avLst/>
              <a:pathLst>
                <a:path w="167152" h="175773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7" y="1405"/>
                  </a:lnTo>
                  <a:lnTo>
                    <a:pt x="140151" y="2194"/>
                  </a:lnTo>
                  <a:lnTo>
                    <a:pt x="134814" y="3157"/>
                  </a:lnTo>
                  <a:lnTo>
                    <a:pt x="129510" y="4293"/>
                  </a:lnTo>
                  <a:lnTo>
                    <a:pt x="124246" y="5599"/>
                  </a:lnTo>
                  <a:lnTo>
                    <a:pt x="119028" y="7076"/>
                  </a:lnTo>
                  <a:lnTo>
                    <a:pt x="113860" y="8722"/>
                  </a:lnTo>
                  <a:lnTo>
                    <a:pt x="108748" y="10534"/>
                  </a:lnTo>
                  <a:lnTo>
                    <a:pt x="103697" y="12511"/>
                  </a:lnTo>
                  <a:lnTo>
                    <a:pt x="98713" y="14651"/>
                  </a:lnTo>
                  <a:lnTo>
                    <a:pt x="93802" y="16951"/>
                  </a:lnTo>
                  <a:lnTo>
                    <a:pt x="88967" y="19410"/>
                  </a:lnTo>
                  <a:lnTo>
                    <a:pt x="84215" y="22024"/>
                  </a:lnTo>
                  <a:lnTo>
                    <a:pt x="79550" y="24791"/>
                  </a:lnTo>
                  <a:lnTo>
                    <a:pt x="74978" y="27708"/>
                  </a:lnTo>
                  <a:lnTo>
                    <a:pt x="70502" y="30771"/>
                  </a:lnTo>
                  <a:lnTo>
                    <a:pt x="66128" y="33978"/>
                  </a:lnTo>
                  <a:lnTo>
                    <a:pt x="61861" y="37326"/>
                  </a:lnTo>
                  <a:lnTo>
                    <a:pt x="57704" y="40810"/>
                  </a:lnTo>
                  <a:lnTo>
                    <a:pt x="53663" y="44427"/>
                  </a:lnTo>
                  <a:lnTo>
                    <a:pt x="49741" y="48173"/>
                  </a:lnTo>
                  <a:lnTo>
                    <a:pt x="45942" y="52044"/>
                  </a:lnTo>
                  <a:lnTo>
                    <a:pt x="42272" y="56037"/>
                  </a:lnTo>
                  <a:lnTo>
                    <a:pt x="38732" y="60147"/>
                  </a:lnTo>
                  <a:lnTo>
                    <a:pt x="35328" y="64369"/>
                  </a:lnTo>
                  <a:lnTo>
                    <a:pt x="32063" y="68700"/>
                  </a:lnTo>
                  <a:lnTo>
                    <a:pt x="28939" y="73134"/>
                  </a:lnTo>
                  <a:lnTo>
                    <a:pt x="25962" y="77667"/>
                  </a:lnTo>
                  <a:lnTo>
                    <a:pt x="23133" y="82294"/>
                  </a:lnTo>
                  <a:lnTo>
                    <a:pt x="20455" y="87011"/>
                  </a:lnTo>
                  <a:lnTo>
                    <a:pt x="17932" y="91812"/>
                  </a:lnTo>
                  <a:lnTo>
                    <a:pt x="15566" y="96692"/>
                  </a:lnTo>
                  <a:lnTo>
                    <a:pt x="13360" y="101647"/>
                  </a:lnTo>
                  <a:lnTo>
                    <a:pt x="11315" y="106670"/>
                  </a:lnTo>
                  <a:lnTo>
                    <a:pt x="9435" y="111758"/>
                  </a:lnTo>
                  <a:lnTo>
                    <a:pt x="7720" y="116903"/>
                  </a:lnTo>
                  <a:lnTo>
                    <a:pt x="6173" y="122102"/>
                  </a:lnTo>
                  <a:lnTo>
                    <a:pt x="4796" y="127348"/>
                  </a:lnTo>
                  <a:lnTo>
                    <a:pt x="3590" y="132635"/>
                  </a:lnTo>
                  <a:lnTo>
                    <a:pt x="2556" y="137960"/>
                  </a:lnTo>
                  <a:lnTo>
                    <a:pt x="1695" y="143315"/>
                  </a:lnTo>
                  <a:lnTo>
                    <a:pt x="1008" y="148695"/>
                  </a:lnTo>
                  <a:lnTo>
                    <a:pt x="496" y="154094"/>
                  </a:lnTo>
                  <a:lnTo>
                    <a:pt x="160" y="159507"/>
                  </a:lnTo>
                  <a:lnTo>
                    <a:pt x="0" y="164929"/>
                  </a:lnTo>
                  <a:lnTo>
                    <a:pt x="15" y="170352"/>
                  </a:lnTo>
                  <a:lnTo>
                    <a:pt x="206" y="17577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7555" y="5269756"/>
              <a:ext cx="334095" cy="334334"/>
            </a:xfrm>
            <a:custGeom>
              <a:avLst/>
              <a:pathLst>
                <a:path w="334095" h="334334">
                  <a:moveTo>
                    <a:pt x="0" y="175773"/>
                  </a:moveTo>
                  <a:lnTo>
                    <a:pt x="356" y="181061"/>
                  </a:lnTo>
                  <a:lnTo>
                    <a:pt x="880" y="186335"/>
                  </a:lnTo>
                  <a:lnTo>
                    <a:pt x="1572" y="191590"/>
                  </a:lnTo>
                  <a:lnTo>
                    <a:pt x="2429" y="196820"/>
                  </a:lnTo>
                  <a:lnTo>
                    <a:pt x="3452" y="202020"/>
                  </a:lnTo>
                  <a:lnTo>
                    <a:pt x="4639" y="207186"/>
                  </a:lnTo>
                  <a:lnTo>
                    <a:pt x="5989" y="212311"/>
                  </a:lnTo>
                  <a:lnTo>
                    <a:pt x="7501" y="217391"/>
                  </a:lnTo>
                  <a:lnTo>
                    <a:pt x="9173" y="222420"/>
                  </a:lnTo>
                  <a:lnTo>
                    <a:pt x="11004" y="227394"/>
                  </a:lnTo>
                  <a:lnTo>
                    <a:pt x="12992" y="232307"/>
                  </a:lnTo>
                  <a:lnTo>
                    <a:pt x="15134" y="237155"/>
                  </a:lnTo>
                  <a:lnTo>
                    <a:pt x="17429" y="241933"/>
                  </a:lnTo>
                  <a:lnTo>
                    <a:pt x="19875" y="246635"/>
                  </a:lnTo>
                  <a:lnTo>
                    <a:pt x="22468" y="251257"/>
                  </a:lnTo>
                  <a:lnTo>
                    <a:pt x="25206" y="255795"/>
                  </a:lnTo>
                  <a:lnTo>
                    <a:pt x="28087" y="260244"/>
                  </a:lnTo>
                  <a:lnTo>
                    <a:pt x="31108" y="264599"/>
                  </a:lnTo>
                  <a:lnTo>
                    <a:pt x="34265" y="268857"/>
                  </a:lnTo>
                  <a:lnTo>
                    <a:pt x="37555" y="273012"/>
                  </a:lnTo>
                  <a:lnTo>
                    <a:pt x="40975" y="277060"/>
                  </a:lnTo>
                  <a:lnTo>
                    <a:pt x="44522" y="280998"/>
                  </a:lnTo>
                  <a:lnTo>
                    <a:pt x="48193" y="284822"/>
                  </a:lnTo>
                  <a:lnTo>
                    <a:pt x="51982" y="288528"/>
                  </a:lnTo>
                  <a:lnTo>
                    <a:pt x="55887" y="292111"/>
                  </a:lnTo>
                  <a:lnTo>
                    <a:pt x="59904" y="295569"/>
                  </a:lnTo>
                  <a:lnTo>
                    <a:pt x="64028" y="298898"/>
                  </a:lnTo>
                  <a:lnTo>
                    <a:pt x="68256" y="302094"/>
                  </a:lnTo>
                  <a:lnTo>
                    <a:pt x="72583" y="305155"/>
                  </a:lnTo>
                  <a:lnTo>
                    <a:pt x="77005" y="308077"/>
                  </a:lnTo>
                  <a:lnTo>
                    <a:pt x="81517" y="310858"/>
                  </a:lnTo>
                  <a:lnTo>
                    <a:pt x="86115" y="313494"/>
                  </a:lnTo>
                  <a:lnTo>
                    <a:pt x="90795" y="315982"/>
                  </a:lnTo>
                  <a:lnTo>
                    <a:pt x="95551" y="318322"/>
                  </a:lnTo>
                  <a:lnTo>
                    <a:pt x="100378" y="320509"/>
                  </a:lnTo>
                  <a:lnTo>
                    <a:pt x="105273" y="322542"/>
                  </a:lnTo>
                  <a:lnTo>
                    <a:pt x="110230" y="324419"/>
                  </a:lnTo>
                  <a:lnTo>
                    <a:pt x="115243" y="326138"/>
                  </a:lnTo>
                  <a:lnTo>
                    <a:pt x="120309" y="327697"/>
                  </a:lnTo>
                  <a:lnTo>
                    <a:pt x="125421" y="329095"/>
                  </a:lnTo>
                  <a:lnTo>
                    <a:pt x="130575" y="330330"/>
                  </a:lnTo>
                  <a:lnTo>
                    <a:pt x="135766" y="331401"/>
                  </a:lnTo>
                  <a:lnTo>
                    <a:pt x="140988" y="332307"/>
                  </a:lnTo>
                  <a:lnTo>
                    <a:pt x="146237" y="333047"/>
                  </a:lnTo>
                  <a:lnTo>
                    <a:pt x="151506" y="333620"/>
                  </a:lnTo>
                  <a:lnTo>
                    <a:pt x="156790" y="334026"/>
                  </a:lnTo>
                  <a:lnTo>
                    <a:pt x="162085" y="334264"/>
                  </a:lnTo>
                  <a:lnTo>
                    <a:pt x="167385" y="334334"/>
                  </a:lnTo>
                  <a:lnTo>
                    <a:pt x="172684" y="334236"/>
                  </a:lnTo>
                  <a:lnTo>
                    <a:pt x="177977" y="333970"/>
                  </a:lnTo>
                  <a:lnTo>
                    <a:pt x="183260" y="333536"/>
                  </a:lnTo>
                  <a:lnTo>
                    <a:pt x="188525" y="332936"/>
                  </a:lnTo>
                  <a:lnTo>
                    <a:pt x="193770" y="332168"/>
                  </a:lnTo>
                  <a:lnTo>
                    <a:pt x="198987" y="331235"/>
                  </a:lnTo>
                  <a:lnTo>
                    <a:pt x="204172" y="330137"/>
                  </a:lnTo>
                  <a:lnTo>
                    <a:pt x="209320" y="328875"/>
                  </a:lnTo>
                  <a:lnTo>
                    <a:pt x="214425" y="327450"/>
                  </a:lnTo>
                  <a:lnTo>
                    <a:pt x="219482" y="325864"/>
                  </a:lnTo>
                  <a:lnTo>
                    <a:pt x="224487" y="324119"/>
                  </a:lnTo>
                  <a:lnTo>
                    <a:pt x="229433" y="322216"/>
                  </a:lnTo>
                  <a:lnTo>
                    <a:pt x="234317" y="320157"/>
                  </a:lnTo>
                  <a:lnTo>
                    <a:pt x="239133" y="317944"/>
                  </a:lnTo>
                  <a:lnTo>
                    <a:pt x="243877" y="315580"/>
                  </a:lnTo>
                  <a:lnTo>
                    <a:pt x="248543" y="313067"/>
                  </a:lnTo>
                  <a:lnTo>
                    <a:pt x="253127" y="310407"/>
                  </a:lnTo>
                  <a:lnTo>
                    <a:pt x="257625" y="307603"/>
                  </a:lnTo>
                  <a:lnTo>
                    <a:pt x="262031" y="304657"/>
                  </a:lnTo>
                  <a:lnTo>
                    <a:pt x="266342" y="301574"/>
                  </a:lnTo>
                  <a:lnTo>
                    <a:pt x="270553" y="298355"/>
                  </a:lnTo>
                  <a:lnTo>
                    <a:pt x="274660" y="295005"/>
                  </a:lnTo>
                  <a:lnTo>
                    <a:pt x="278658" y="291526"/>
                  </a:lnTo>
                  <a:lnTo>
                    <a:pt x="282545" y="287922"/>
                  </a:lnTo>
                  <a:lnTo>
                    <a:pt x="286315" y="284196"/>
                  </a:lnTo>
                  <a:lnTo>
                    <a:pt x="289965" y="280353"/>
                  </a:lnTo>
                  <a:lnTo>
                    <a:pt x="293491" y="276397"/>
                  </a:lnTo>
                  <a:lnTo>
                    <a:pt x="296890" y="272330"/>
                  </a:lnTo>
                  <a:lnTo>
                    <a:pt x="300159" y="268158"/>
                  </a:lnTo>
                  <a:lnTo>
                    <a:pt x="303293" y="263884"/>
                  </a:lnTo>
                  <a:lnTo>
                    <a:pt x="306291" y="259513"/>
                  </a:lnTo>
                  <a:lnTo>
                    <a:pt x="309148" y="255049"/>
                  </a:lnTo>
                  <a:lnTo>
                    <a:pt x="311863" y="250497"/>
                  </a:lnTo>
                  <a:lnTo>
                    <a:pt x="314432" y="245861"/>
                  </a:lnTo>
                  <a:lnTo>
                    <a:pt x="316852" y="241146"/>
                  </a:lnTo>
                  <a:lnTo>
                    <a:pt x="319122" y="236356"/>
                  </a:lnTo>
                  <a:lnTo>
                    <a:pt x="321239" y="231497"/>
                  </a:lnTo>
                  <a:lnTo>
                    <a:pt x="323201" y="226574"/>
                  </a:lnTo>
                  <a:lnTo>
                    <a:pt x="325006" y="221590"/>
                  </a:lnTo>
                  <a:lnTo>
                    <a:pt x="326651" y="216552"/>
                  </a:lnTo>
                  <a:lnTo>
                    <a:pt x="328137" y="211465"/>
                  </a:lnTo>
                  <a:lnTo>
                    <a:pt x="329460" y="206332"/>
                  </a:lnTo>
                  <a:lnTo>
                    <a:pt x="330620" y="201161"/>
                  </a:lnTo>
                  <a:lnTo>
                    <a:pt x="331615" y="195955"/>
                  </a:lnTo>
                  <a:lnTo>
                    <a:pt x="332445" y="190720"/>
                  </a:lnTo>
                  <a:lnTo>
                    <a:pt x="333109" y="185462"/>
                  </a:lnTo>
                  <a:lnTo>
                    <a:pt x="333605" y="180185"/>
                  </a:lnTo>
                  <a:lnTo>
                    <a:pt x="333934" y="174895"/>
                  </a:lnTo>
                  <a:lnTo>
                    <a:pt x="334095" y="169597"/>
                  </a:lnTo>
                  <a:lnTo>
                    <a:pt x="334088" y="164297"/>
                  </a:lnTo>
                  <a:lnTo>
                    <a:pt x="333913" y="159000"/>
                  </a:lnTo>
                  <a:lnTo>
                    <a:pt x="333570" y="153711"/>
                  </a:lnTo>
                  <a:lnTo>
                    <a:pt x="333060" y="148436"/>
                  </a:lnTo>
                  <a:lnTo>
                    <a:pt x="332383" y="143179"/>
                  </a:lnTo>
                  <a:lnTo>
                    <a:pt x="331539" y="137946"/>
                  </a:lnTo>
                  <a:lnTo>
                    <a:pt x="330530" y="132743"/>
                  </a:lnTo>
                  <a:lnTo>
                    <a:pt x="329357" y="127575"/>
                  </a:lnTo>
                  <a:lnTo>
                    <a:pt x="328020" y="122446"/>
                  </a:lnTo>
                  <a:lnTo>
                    <a:pt x="326521" y="117362"/>
                  </a:lnTo>
                  <a:lnTo>
                    <a:pt x="324862" y="112328"/>
                  </a:lnTo>
                  <a:lnTo>
                    <a:pt x="323044" y="107350"/>
                  </a:lnTo>
                  <a:lnTo>
                    <a:pt x="321069" y="102431"/>
                  </a:lnTo>
                  <a:lnTo>
                    <a:pt x="318940" y="97578"/>
                  </a:lnTo>
                  <a:lnTo>
                    <a:pt x="316657" y="92794"/>
                  </a:lnTo>
                  <a:lnTo>
                    <a:pt x="314224" y="88086"/>
                  </a:lnTo>
                  <a:lnTo>
                    <a:pt x="311643" y="83456"/>
                  </a:lnTo>
                  <a:lnTo>
                    <a:pt x="308917" y="78911"/>
                  </a:lnTo>
                  <a:lnTo>
                    <a:pt x="306048" y="74455"/>
                  </a:lnTo>
                  <a:lnTo>
                    <a:pt x="303039" y="70092"/>
                  </a:lnTo>
                  <a:lnTo>
                    <a:pt x="299893" y="65826"/>
                  </a:lnTo>
                  <a:lnTo>
                    <a:pt x="296613" y="61663"/>
                  </a:lnTo>
                  <a:lnTo>
                    <a:pt x="293204" y="57605"/>
                  </a:lnTo>
                  <a:lnTo>
                    <a:pt x="289667" y="53658"/>
                  </a:lnTo>
                  <a:lnTo>
                    <a:pt x="286007" y="49824"/>
                  </a:lnTo>
                  <a:lnTo>
                    <a:pt x="282227" y="46109"/>
                  </a:lnTo>
                  <a:lnTo>
                    <a:pt x="278331" y="42515"/>
                  </a:lnTo>
                  <a:lnTo>
                    <a:pt x="274324" y="39047"/>
                  </a:lnTo>
                  <a:lnTo>
                    <a:pt x="270208" y="35707"/>
                  </a:lnTo>
                  <a:lnTo>
                    <a:pt x="265989" y="32499"/>
                  </a:lnTo>
                  <a:lnTo>
                    <a:pt x="261670" y="29427"/>
                  </a:lnTo>
                  <a:lnTo>
                    <a:pt x="257256" y="26494"/>
                  </a:lnTo>
                  <a:lnTo>
                    <a:pt x="252751" y="23701"/>
                  </a:lnTo>
                  <a:lnTo>
                    <a:pt x="248160" y="21053"/>
                  </a:lnTo>
                  <a:lnTo>
                    <a:pt x="243487" y="18552"/>
                  </a:lnTo>
                  <a:lnTo>
                    <a:pt x="238737" y="16200"/>
                  </a:lnTo>
                  <a:lnTo>
                    <a:pt x="233915" y="14000"/>
                  </a:lnTo>
                  <a:lnTo>
                    <a:pt x="229026" y="11954"/>
                  </a:lnTo>
                  <a:lnTo>
                    <a:pt x="224074" y="10064"/>
                  </a:lnTo>
                  <a:lnTo>
                    <a:pt x="219065" y="8332"/>
                  </a:lnTo>
                  <a:lnTo>
                    <a:pt x="214003" y="6760"/>
                  </a:lnTo>
                  <a:lnTo>
                    <a:pt x="208895" y="5349"/>
                  </a:lnTo>
                  <a:lnTo>
                    <a:pt x="203744" y="4100"/>
                  </a:lnTo>
                  <a:lnTo>
                    <a:pt x="198556" y="3015"/>
                  </a:lnTo>
                  <a:lnTo>
                    <a:pt x="193336" y="2096"/>
                  </a:lnTo>
                  <a:lnTo>
                    <a:pt x="188090" y="1342"/>
                  </a:lnTo>
                  <a:lnTo>
                    <a:pt x="182822" y="755"/>
                  </a:lnTo>
                  <a:lnTo>
                    <a:pt x="177539" y="335"/>
                  </a:lnTo>
                  <a:lnTo>
                    <a:pt x="172245" y="84"/>
                  </a:lnTo>
                  <a:lnTo>
                    <a:pt x="166945" y="0"/>
                  </a:lnTo>
                  <a:lnTo>
                    <a:pt x="1669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4040" y="5399291"/>
              <a:ext cx="22175" cy="167167"/>
            </a:xfrm>
            <a:custGeom>
              <a:avLst/>
              <a:pathLst>
                <a:path w="22175" h="167167">
                  <a:moveTo>
                    <a:pt x="22175" y="0"/>
                  </a:moveTo>
                  <a:lnTo>
                    <a:pt x="14764" y="164"/>
                  </a:lnTo>
                  <a:lnTo>
                    <a:pt x="7367" y="657"/>
                  </a:lnTo>
                  <a:lnTo>
                    <a:pt x="0" y="1477"/>
                  </a:lnTo>
                  <a:lnTo>
                    <a:pt x="2217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4040" y="5400769"/>
              <a:ext cx="22175" cy="165690"/>
            </a:xfrm>
            <a:custGeom>
              <a:avLst/>
              <a:pathLst>
                <a:path w="22175" h="165690">
                  <a:moveTo>
                    <a:pt x="0" y="0"/>
                  </a:moveTo>
                  <a:lnTo>
                    <a:pt x="22175" y="165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319068" y="5400412"/>
              <a:ext cx="334314" cy="333209"/>
            </a:xfrm>
            <a:custGeom>
              <a:avLst/>
              <a:pathLst>
                <a:path w="334314" h="333209">
                  <a:moveTo>
                    <a:pt x="144971" y="356"/>
                  </a:moveTo>
                  <a:lnTo>
                    <a:pt x="139749" y="1139"/>
                  </a:lnTo>
                  <a:lnTo>
                    <a:pt x="134553" y="2087"/>
                  </a:lnTo>
                  <a:lnTo>
                    <a:pt x="129391" y="3198"/>
                  </a:lnTo>
                  <a:lnTo>
                    <a:pt x="124265" y="4472"/>
                  </a:lnTo>
                  <a:lnTo>
                    <a:pt x="119183" y="5907"/>
                  </a:lnTo>
                  <a:lnTo>
                    <a:pt x="114149" y="7502"/>
                  </a:lnTo>
                  <a:lnTo>
                    <a:pt x="109167" y="9255"/>
                  </a:lnTo>
                  <a:lnTo>
                    <a:pt x="104243" y="11165"/>
                  </a:lnTo>
                  <a:lnTo>
                    <a:pt x="99382" y="13229"/>
                  </a:lnTo>
                  <a:lnTo>
                    <a:pt x="94589" y="15446"/>
                  </a:lnTo>
                  <a:lnTo>
                    <a:pt x="89868" y="17813"/>
                  </a:lnTo>
                  <a:lnTo>
                    <a:pt x="85224" y="20328"/>
                  </a:lnTo>
                  <a:lnTo>
                    <a:pt x="80662" y="22989"/>
                  </a:lnTo>
                  <a:lnTo>
                    <a:pt x="76187" y="25792"/>
                  </a:lnTo>
                  <a:lnTo>
                    <a:pt x="71802" y="28735"/>
                  </a:lnTo>
                  <a:lnTo>
                    <a:pt x="67512" y="31815"/>
                  </a:lnTo>
                  <a:lnTo>
                    <a:pt x="63322" y="35030"/>
                  </a:lnTo>
                  <a:lnTo>
                    <a:pt x="59235" y="38374"/>
                  </a:lnTo>
                  <a:lnTo>
                    <a:pt x="55256" y="41847"/>
                  </a:lnTo>
                  <a:lnTo>
                    <a:pt x="51389" y="45443"/>
                  </a:lnTo>
                  <a:lnTo>
                    <a:pt x="47637" y="49160"/>
                  </a:lnTo>
                  <a:lnTo>
                    <a:pt x="44004" y="52993"/>
                  </a:lnTo>
                  <a:lnTo>
                    <a:pt x="40495" y="56940"/>
                  </a:lnTo>
                  <a:lnTo>
                    <a:pt x="37111" y="60995"/>
                  </a:lnTo>
                  <a:lnTo>
                    <a:pt x="33858" y="65155"/>
                  </a:lnTo>
                  <a:lnTo>
                    <a:pt x="30738" y="69415"/>
                  </a:lnTo>
                  <a:lnTo>
                    <a:pt x="27753" y="73772"/>
                  </a:lnTo>
                  <a:lnTo>
                    <a:pt x="24908" y="78222"/>
                  </a:lnTo>
                  <a:lnTo>
                    <a:pt x="22205" y="82758"/>
                  </a:lnTo>
                  <a:lnTo>
                    <a:pt x="19646" y="87378"/>
                  </a:lnTo>
                  <a:lnTo>
                    <a:pt x="17235" y="92077"/>
                  </a:lnTo>
                  <a:lnTo>
                    <a:pt x="14973" y="96849"/>
                  </a:lnTo>
                  <a:lnTo>
                    <a:pt x="12864" y="101690"/>
                  </a:lnTo>
                  <a:lnTo>
                    <a:pt x="10908" y="106596"/>
                  </a:lnTo>
                  <a:lnTo>
                    <a:pt x="9108" y="111561"/>
                  </a:lnTo>
                  <a:lnTo>
                    <a:pt x="7466" y="116580"/>
                  </a:lnTo>
                  <a:lnTo>
                    <a:pt x="5983" y="121649"/>
                  </a:lnTo>
                  <a:lnTo>
                    <a:pt x="4661" y="126762"/>
                  </a:lnTo>
                  <a:lnTo>
                    <a:pt x="3501" y="131914"/>
                  </a:lnTo>
                  <a:lnTo>
                    <a:pt x="2504" y="137100"/>
                  </a:lnTo>
                  <a:lnTo>
                    <a:pt x="1672" y="142315"/>
                  </a:lnTo>
                  <a:lnTo>
                    <a:pt x="1005" y="147554"/>
                  </a:lnTo>
                  <a:lnTo>
                    <a:pt x="504" y="152811"/>
                  </a:lnTo>
                  <a:lnTo>
                    <a:pt x="169" y="158082"/>
                  </a:lnTo>
                  <a:lnTo>
                    <a:pt x="1" y="163360"/>
                  </a:lnTo>
                  <a:lnTo>
                    <a:pt x="0" y="168641"/>
                  </a:lnTo>
                  <a:lnTo>
                    <a:pt x="165" y="173920"/>
                  </a:lnTo>
                  <a:lnTo>
                    <a:pt x="497" y="179190"/>
                  </a:lnTo>
                  <a:lnTo>
                    <a:pt x="995" y="184448"/>
                  </a:lnTo>
                  <a:lnTo>
                    <a:pt x="1660" y="189687"/>
                  </a:lnTo>
                  <a:lnTo>
                    <a:pt x="2489" y="194903"/>
                  </a:lnTo>
                  <a:lnTo>
                    <a:pt x="3483" y="200090"/>
                  </a:lnTo>
                  <a:lnTo>
                    <a:pt x="4640" y="205242"/>
                  </a:lnTo>
                  <a:lnTo>
                    <a:pt x="5959" y="210356"/>
                  </a:lnTo>
                  <a:lnTo>
                    <a:pt x="7439" y="215425"/>
                  </a:lnTo>
                  <a:lnTo>
                    <a:pt x="9078" y="220446"/>
                  </a:lnTo>
                  <a:lnTo>
                    <a:pt x="10876" y="225411"/>
                  </a:lnTo>
                  <a:lnTo>
                    <a:pt x="12829" y="230318"/>
                  </a:lnTo>
                  <a:lnTo>
                    <a:pt x="14936" y="235161"/>
                  </a:lnTo>
                  <a:lnTo>
                    <a:pt x="17195" y="239934"/>
                  </a:lnTo>
                  <a:lnTo>
                    <a:pt x="19604" y="244634"/>
                  </a:lnTo>
                  <a:lnTo>
                    <a:pt x="22160" y="249255"/>
                  </a:lnTo>
                  <a:lnTo>
                    <a:pt x="24861" y="253793"/>
                  </a:lnTo>
                  <a:lnTo>
                    <a:pt x="27704" y="258244"/>
                  </a:lnTo>
                  <a:lnTo>
                    <a:pt x="30685" y="262603"/>
                  </a:lnTo>
                  <a:lnTo>
                    <a:pt x="33804" y="266865"/>
                  </a:lnTo>
                  <a:lnTo>
                    <a:pt x="37055" y="271027"/>
                  </a:lnTo>
                  <a:lnTo>
                    <a:pt x="40436" y="275084"/>
                  </a:lnTo>
                  <a:lnTo>
                    <a:pt x="43943" y="279032"/>
                  </a:lnTo>
                  <a:lnTo>
                    <a:pt x="47574" y="282867"/>
                  </a:lnTo>
                  <a:lnTo>
                    <a:pt x="51324" y="286586"/>
                  </a:lnTo>
                  <a:lnTo>
                    <a:pt x="55189" y="290184"/>
                  </a:lnTo>
                  <a:lnTo>
                    <a:pt x="59166" y="293659"/>
                  </a:lnTo>
                  <a:lnTo>
                    <a:pt x="63251" y="297006"/>
                  </a:lnTo>
                  <a:lnTo>
                    <a:pt x="67440" y="300223"/>
                  </a:lnTo>
                  <a:lnTo>
                    <a:pt x="71728" y="303305"/>
                  </a:lnTo>
                  <a:lnTo>
                    <a:pt x="76111" y="306251"/>
                  </a:lnTo>
                  <a:lnTo>
                    <a:pt x="80585" y="309056"/>
                  </a:lnTo>
                  <a:lnTo>
                    <a:pt x="85146" y="311719"/>
                  </a:lnTo>
                  <a:lnTo>
                    <a:pt x="89788" y="314237"/>
                  </a:lnTo>
                  <a:lnTo>
                    <a:pt x="94508" y="316607"/>
                  </a:lnTo>
                  <a:lnTo>
                    <a:pt x="99300" y="318826"/>
                  </a:lnTo>
                  <a:lnTo>
                    <a:pt x="104160" y="320893"/>
                  </a:lnTo>
                  <a:lnTo>
                    <a:pt x="109082" y="322805"/>
                  </a:lnTo>
                  <a:lnTo>
                    <a:pt x="114063" y="324561"/>
                  </a:lnTo>
                  <a:lnTo>
                    <a:pt x="119097" y="326159"/>
                  </a:lnTo>
                  <a:lnTo>
                    <a:pt x="124178" y="327597"/>
                  </a:lnTo>
                  <a:lnTo>
                    <a:pt x="129303" y="328873"/>
                  </a:lnTo>
                  <a:lnTo>
                    <a:pt x="134465" y="329987"/>
                  </a:lnTo>
                  <a:lnTo>
                    <a:pt x="139660" y="330938"/>
                  </a:lnTo>
                  <a:lnTo>
                    <a:pt x="144882" y="331724"/>
                  </a:lnTo>
                  <a:lnTo>
                    <a:pt x="150127" y="332345"/>
                  </a:lnTo>
                  <a:lnTo>
                    <a:pt x="155388" y="332799"/>
                  </a:lnTo>
                  <a:lnTo>
                    <a:pt x="160661" y="333087"/>
                  </a:lnTo>
                  <a:lnTo>
                    <a:pt x="165941" y="333209"/>
                  </a:lnTo>
                  <a:lnTo>
                    <a:pt x="171222" y="333164"/>
                  </a:lnTo>
                  <a:lnTo>
                    <a:pt x="176499" y="332951"/>
                  </a:lnTo>
                  <a:lnTo>
                    <a:pt x="181766" y="332573"/>
                  </a:lnTo>
                  <a:lnTo>
                    <a:pt x="187019" y="332028"/>
                  </a:lnTo>
                  <a:lnTo>
                    <a:pt x="192252" y="331317"/>
                  </a:lnTo>
                  <a:lnTo>
                    <a:pt x="197460" y="330442"/>
                  </a:lnTo>
                  <a:lnTo>
                    <a:pt x="202638" y="329402"/>
                  </a:lnTo>
                  <a:lnTo>
                    <a:pt x="207780" y="328200"/>
                  </a:lnTo>
                  <a:lnTo>
                    <a:pt x="212882" y="326835"/>
                  </a:lnTo>
                  <a:lnTo>
                    <a:pt x="217938" y="325310"/>
                  </a:lnTo>
                  <a:lnTo>
                    <a:pt x="222944" y="323626"/>
                  </a:lnTo>
                  <a:lnTo>
                    <a:pt x="227894" y="321785"/>
                  </a:lnTo>
                  <a:lnTo>
                    <a:pt x="232783" y="319789"/>
                  </a:lnTo>
                  <a:lnTo>
                    <a:pt x="237606" y="317639"/>
                  </a:lnTo>
                  <a:lnTo>
                    <a:pt x="242360" y="315337"/>
                  </a:lnTo>
                  <a:lnTo>
                    <a:pt x="247038" y="312887"/>
                  </a:lnTo>
                  <a:lnTo>
                    <a:pt x="251636" y="310290"/>
                  </a:lnTo>
                  <a:lnTo>
                    <a:pt x="256151" y="307549"/>
                  </a:lnTo>
                  <a:lnTo>
                    <a:pt x="260576" y="304667"/>
                  </a:lnTo>
                  <a:lnTo>
                    <a:pt x="264908" y="301647"/>
                  </a:lnTo>
                  <a:lnTo>
                    <a:pt x="269143" y="298491"/>
                  </a:lnTo>
                  <a:lnTo>
                    <a:pt x="273275" y="295203"/>
                  </a:lnTo>
                  <a:lnTo>
                    <a:pt x="277302" y="291787"/>
                  </a:lnTo>
                  <a:lnTo>
                    <a:pt x="281219" y="288244"/>
                  </a:lnTo>
                  <a:lnTo>
                    <a:pt x="285022" y="284580"/>
                  </a:lnTo>
                  <a:lnTo>
                    <a:pt x="288708" y="280797"/>
                  </a:lnTo>
                  <a:lnTo>
                    <a:pt x="292272" y="276900"/>
                  </a:lnTo>
                  <a:lnTo>
                    <a:pt x="295711" y="272893"/>
                  </a:lnTo>
                  <a:lnTo>
                    <a:pt x="299022" y="268778"/>
                  </a:lnTo>
                  <a:lnTo>
                    <a:pt x="302201" y="264561"/>
                  </a:lnTo>
                  <a:lnTo>
                    <a:pt x="305246" y="260246"/>
                  </a:lnTo>
                  <a:lnTo>
                    <a:pt x="308152" y="255837"/>
                  </a:lnTo>
                  <a:lnTo>
                    <a:pt x="310918" y="251338"/>
                  </a:lnTo>
                  <a:lnTo>
                    <a:pt x="313541" y="246754"/>
                  </a:lnTo>
                  <a:lnTo>
                    <a:pt x="316017" y="242090"/>
                  </a:lnTo>
                  <a:lnTo>
                    <a:pt x="318345" y="237349"/>
                  </a:lnTo>
                  <a:lnTo>
                    <a:pt x="320522" y="232538"/>
                  </a:lnTo>
                  <a:lnTo>
                    <a:pt x="322545" y="227660"/>
                  </a:lnTo>
                  <a:lnTo>
                    <a:pt x="324414" y="222720"/>
                  </a:lnTo>
                  <a:lnTo>
                    <a:pt x="326126" y="217724"/>
                  </a:lnTo>
                  <a:lnTo>
                    <a:pt x="327679" y="212677"/>
                  </a:lnTo>
                  <a:lnTo>
                    <a:pt x="329072" y="207582"/>
                  </a:lnTo>
                  <a:lnTo>
                    <a:pt x="330303" y="202447"/>
                  </a:lnTo>
                  <a:lnTo>
                    <a:pt x="331371" y="197275"/>
                  </a:lnTo>
                  <a:lnTo>
                    <a:pt x="332276" y="192072"/>
                  </a:lnTo>
                  <a:lnTo>
                    <a:pt x="333016" y="186843"/>
                  </a:lnTo>
                  <a:lnTo>
                    <a:pt x="333590" y="181593"/>
                  </a:lnTo>
                  <a:lnTo>
                    <a:pt x="333998" y="176328"/>
                  </a:lnTo>
                  <a:lnTo>
                    <a:pt x="334239" y="171052"/>
                  </a:lnTo>
                  <a:lnTo>
                    <a:pt x="334314" y="165772"/>
                  </a:lnTo>
                  <a:lnTo>
                    <a:pt x="334222" y="160491"/>
                  </a:lnTo>
                  <a:lnTo>
                    <a:pt x="333963" y="155217"/>
                  </a:lnTo>
                  <a:lnTo>
                    <a:pt x="333538" y="149953"/>
                  </a:lnTo>
                  <a:lnTo>
                    <a:pt x="332946" y="144705"/>
                  </a:lnTo>
                  <a:lnTo>
                    <a:pt x="332190" y="139478"/>
                  </a:lnTo>
                  <a:lnTo>
                    <a:pt x="331268" y="134278"/>
                  </a:lnTo>
                  <a:lnTo>
                    <a:pt x="330183" y="129110"/>
                  </a:lnTo>
                  <a:lnTo>
                    <a:pt x="328935" y="123978"/>
                  </a:lnTo>
                  <a:lnTo>
                    <a:pt x="327525" y="118889"/>
                  </a:lnTo>
                  <a:lnTo>
                    <a:pt x="325955" y="113846"/>
                  </a:lnTo>
                  <a:lnTo>
                    <a:pt x="324227" y="108856"/>
                  </a:lnTo>
                  <a:lnTo>
                    <a:pt x="322342" y="103923"/>
                  </a:lnTo>
                  <a:lnTo>
                    <a:pt x="320303" y="99051"/>
                  </a:lnTo>
                  <a:lnTo>
                    <a:pt x="318110" y="94247"/>
                  </a:lnTo>
                  <a:lnTo>
                    <a:pt x="315767" y="89514"/>
                  </a:lnTo>
                  <a:lnTo>
                    <a:pt x="313275" y="84858"/>
                  </a:lnTo>
                  <a:lnTo>
                    <a:pt x="310638" y="80282"/>
                  </a:lnTo>
                  <a:lnTo>
                    <a:pt x="307857" y="75793"/>
                  </a:lnTo>
                  <a:lnTo>
                    <a:pt x="304936" y="71393"/>
                  </a:lnTo>
                  <a:lnTo>
                    <a:pt x="301877" y="67088"/>
                  </a:lnTo>
                  <a:lnTo>
                    <a:pt x="298684" y="62881"/>
                  </a:lnTo>
                  <a:lnTo>
                    <a:pt x="295360" y="58778"/>
                  </a:lnTo>
                  <a:lnTo>
                    <a:pt x="291907" y="54781"/>
                  </a:lnTo>
                  <a:lnTo>
                    <a:pt x="288331" y="50896"/>
                  </a:lnTo>
                  <a:lnTo>
                    <a:pt x="284633" y="47126"/>
                  </a:lnTo>
                  <a:lnTo>
                    <a:pt x="280818" y="43474"/>
                  </a:lnTo>
                  <a:lnTo>
                    <a:pt x="276889" y="39944"/>
                  </a:lnTo>
                  <a:lnTo>
                    <a:pt x="272851" y="36541"/>
                  </a:lnTo>
                  <a:lnTo>
                    <a:pt x="268708" y="33267"/>
                  </a:lnTo>
                  <a:lnTo>
                    <a:pt x="264463" y="30125"/>
                  </a:lnTo>
                  <a:lnTo>
                    <a:pt x="260121" y="27119"/>
                  </a:lnTo>
                  <a:lnTo>
                    <a:pt x="255686" y="24251"/>
                  </a:lnTo>
                  <a:lnTo>
                    <a:pt x="251163" y="21525"/>
                  </a:lnTo>
                  <a:lnTo>
                    <a:pt x="246556" y="18943"/>
                  </a:lnTo>
                  <a:lnTo>
                    <a:pt x="241870" y="16508"/>
                  </a:lnTo>
                  <a:lnTo>
                    <a:pt x="237109" y="14223"/>
                  </a:lnTo>
                  <a:lnTo>
                    <a:pt x="232278" y="12088"/>
                  </a:lnTo>
                  <a:lnTo>
                    <a:pt x="227382" y="10108"/>
                  </a:lnTo>
                  <a:lnTo>
                    <a:pt x="222427" y="8283"/>
                  </a:lnTo>
                  <a:lnTo>
                    <a:pt x="217416" y="6616"/>
                  </a:lnTo>
                  <a:lnTo>
                    <a:pt x="212354" y="5107"/>
                  </a:lnTo>
                  <a:lnTo>
                    <a:pt x="207248" y="3760"/>
                  </a:lnTo>
                  <a:lnTo>
                    <a:pt x="202102" y="2574"/>
                  </a:lnTo>
                  <a:lnTo>
                    <a:pt x="196921" y="1551"/>
                  </a:lnTo>
                  <a:lnTo>
                    <a:pt x="191710" y="693"/>
                  </a:lnTo>
                  <a:lnTo>
                    <a:pt x="186475" y="0"/>
                  </a:lnTo>
                  <a:lnTo>
                    <a:pt x="167147" y="1660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19327" cy="167167"/>
            </a:xfrm>
            <a:custGeom>
              <a:avLst/>
              <a:pathLst>
                <a:path w="19327" h="167167">
                  <a:moveTo>
                    <a:pt x="19327" y="1121"/>
                  </a:moveTo>
                  <a:lnTo>
                    <a:pt x="9680" y="2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56377" y="5399291"/>
              <a:ext cx="167166" cy="320345"/>
            </a:xfrm>
            <a:custGeom>
              <a:avLst/>
              <a:pathLst>
                <a:path w="167166" h="320345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7" y="775"/>
                  </a:lnTo>
                  <a:lnTo>
                    <a:pt x="145753" y="1377"/>
                  </a:lnTo>
                  <a:lnTo>
                    <a:pt x="140441" y="2150"/>
                  </a:lnTo>
                  <a:lnTo>
                    <a:pt x="135156" y="3093"/>
                  </a:lnTo>
                  <a:lnTo>
                    <a:pt x="129905" y="4205"/>
                  </a:lnTo>
                  <a:lnTo>
                    <a:pt x="124692" y="5486"/>
                  </a:lnTo>
                  <a:lnTo>
                    <a:pt x="119522" y="6933"/>
                  </a:lnTo>
                  <a:lnTo>
                    <a:pt x="114402" y="8545"/>
                  </a:lnTo>
                  <a:lnTo>
                    <a:pt x="109337" y="10321"/>
                  </a:lnTo>
                  <a:lnTo>
                    <a:pt x="104330" y="12259"/>
                  </a:lnTo>
                  <a:lnTo>
                    <a:pt x="99389" y="14356"/>
                  </a:lnTo>
                  <a:lnTo>
                    <a:pt x="94518" y="16611"/>
                  </a:lnTo>
                  <a:lnTo>
                    <a:pt x="89721" y="19021"/>
                  </a:lnTo>
                  <a:lnTo>
                    <a:pt x="85005" y="21584"/>
                  </a:lnTo>
                  <a:lnTo>
                    <a:pt x="80373" y="24297"/>
                  </a:lnTo>
                  <a:lnTo>
                    <a:pt x="75830" y="27157"/>
                  </a:lnTo>
                  <a:lnTo>
                    <a:pt x="71382" y="30162"/>
                  </a:lnTo>
                  <a:lnTo>
                    <a:pt x="67033" y="33308"/>
                  </a:lnTo>
                  <a:lnTo>
                    <a:pt x="62786" y="36592"/>
                  </a:lnTo>
                  <a:lnTo>
                    <a:pt x="58648" y="40011"/>
                  </a:lnTo>
                  <a:lnTo>
                    <a:pt x="54621" y="43560"/>
                  </a:lnTo>
                  <a:lnTo>
                    <a:pt x="50711" y="47238"/>
                  </a:lnTo>
                  <a:lnTo>
                    <a:pt x="46920" y="51039"/>
                  </a:lnTo>
                  <a:lnTo>
                    <a:pt x="43253" y="54959"/>
                  </a:lnTo>
                  <a:lnTo>
                    <a:pt x="39715" y="58996"/>
                  </a:lnTo>
                  <a:lnTo>
                    <a:pt x="36307" y="63144"/>
                  </a:lnTo>
                  <a:lnTo>
                    <a:pt x="33035" y="67399"/>
                  </a:lnTo>
                  <a:lnTo>
                    <a:pt x="29901" y="71757"/>
                  </a:lnTo>
                  <a:lnTo>
                    <a:pt x="26908" y="76213"/>
                  </a:lnTo>
                  <a:lnTo>
                    <a:pt x="24060" y="80763"/>
                  </a:lnTo>
                  <a:lnTo>
                    <a:pt x="21360" y="85403"/>
                  </a:lnTo>
                  <a:lnTo>
                    <a:pt x="18810" y="90126"/>
                  </a:lnTo>
                  <a:lnTo>
                    <a:pt x="16413" y="94929"/>
                  </a:lnTo>
                  <a:lnTo>
                    <a:pt x="14171" y="99807"/>
                  </a:lnTo>
                  <a:lnTo>
                    <a:pt x="12087" y="104754"/>
                  </a:lnTo>
                  <a:lnTo>
                    <a:pt x="10163" y="109765"/>
                  </a:lnTo>
                  <a:lnTo>
                    <a:pt x="8401" y="114836"/>
                  </a:lnTo>
                  <a:lnTo>
                    <a:pt x="6803" y="119960"/>
                  </a:lnTo>
                  <a:lnTo>
                    <a:pt x="5370" y="125133"/>
                  </a:lnTo>
                  <a:lnTo>
                    <a:pt x="4104" y="130350"/>
                  </a:lnTo>
                  <a:lnTo>
                    <a:pt x="3006" y="135604"/>
                  </a:lnTo>
                  <a:lnTo>
                    <a:pt x="2077" y="140891"/>
                  </a:lnTo>
                  <a:lnTo>
                    <a:pt x="1318" y="146205"/>
                  </a:lnTo>
                  <a:lnTo>
                    <a:pt x="731" y="151541"/>
                  </a:lnTo>
                  <a:lnTo>
                    <a:pt x="315" y="156893"/>
                  </a:lnTo>
                  <a:lnTo>
                    <a:pt x="71" y="162255"/>
                  </a:lnTo>
                  <a:lnTo>
                    <a:pt x="0" y="167623"/>
                  </a:lnTo>
                  <a:lnTo>
                    <a:pt x="100" y="172990"/>
                  </a:lnTo>
                  <a:lnTo>
                    <a:pt x="373" y="178351"/>
                  </a:lnTo>
                  <a:lnTo>
                    <a:pt x="818" y="183700"/>
                  </a:lnTo>
                  <a:lnTo>
                    <a:pt x="1435" y="189033"/>
                  </a:lnTo>
                  <a:lnTo>
                    <a:pt x="2223" y="194343"/>
                  </a:lnTo>
                  <a:lnTo>
                    <a:pt x="3180" y="199624"/>
                  </a:lnTo>
                  <a:lnTo>
                    <a:pt x="4307" y="204873"/>
                  </a:lnTo>
                  <a:lnTo>
                    <a:pt x="5601" y="210082"/>
                  </a:lnTo>
                  <a:lnTo>
                    <a:pt x="7063" y="215248"/>
                  </a:lnTo>
                  <a:lnTo>
                    <a:pt x="8689" y="220363"/>
                  </a:lnTo>
                  <a:lnTo>
                    <a:pt x="10479" y="225424"/>
                  </a:lnTo>
                  <a:lnTo>
                    <a:pt x="12430" y="230425"/>
                  </a:lnTo>
                  <a:lnTo>
                    <a:pt x="14541" y="235360"/>
                  </a:lnTo>
                  <a:lnTo>
                    <a:pt x="16809" y="240226"/>
                  </a:lnTo>
                  <a:lnTo>
                    <a:pt x="19232" y="245016"/>
                  </a:lnTo>
                  <a:lnTo>
                    <a:pt x="21808" y="249725"/>
                  </a:lnTo>
                  <a:lnTo>
                    <a:pt x="24534" y="254350"/>
                  </a:lnTo>
                  <a:lnTo>
                    <a:pt x="27406" y="258884"/>
                  </a:lnTo>
                  <a:lnTo>
                    <a:pt x="30423" y="263324"/>
                  </a:lnTo>
                  <a:lnTo>
                    <a:pt x="33581" y="267665"/>
                  </a:lnTo>
                  <a:lnTo>
                    <a:pt x="36877" y="271902"/>
                  </a:lnTo>
                  <a:lnTo>
                    <a:pt x="40306" y="276032"/>
                  </a:lnTo>
                  <a:lnTo>
                    <a:pt x="43867" y="280049"/>
                  </a:lnTo>
                  <a:lnTo>
                    <a:pt x="47555" y="283949"/>
                  </a:lnTo>
                  <a:lnTo>
                    <a:pt x="51366" y="287729"/>
                  </a:lnTo>
                  <a:lnTo>
                    <a:pt x="55297" y="291385"/>
                  </a:lnTo>
                  <a:lnTo>
                    <a:pt x="59343" y="294913"/>
                  </a:lnTo>
                  <a:lnTo>
                    <a:pt x="63500" y="298309"/>
                  </a:lnTo>
                  <a:lnTo>
                    <a:pt x="67764" y="301570"/>
                  </a:lnTo>
                  <a:lnTo>
                    <a:pt x="72131" y="304692"/>
                  </a:lnTo>
                  <a:lnTo>
                    <a:pt x="76595" y="307673"/>
                  </a:lnTo>
                  <a:lnTo>
                    <a:pt x="81153" y="310508"/>
                  </a:lnTo>
                  <a:lnTo>
                    <a:pt x="85800" y="313196"/>
                  </a:lnTo>
                  <a:lnTo>
                    <a:pt x="90530" y="315733"/>
                  </a:lnTo>
                  <a:lnTo>
                    <a:pt x="95340" y="318117"/>
                  </a:lnTo>
                  <a:lnTo>
                    <a:pt x="100223" y="32034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56601" y="5566459"/>
              <a:ext cx="66942" cy="153178"/>
            </a:xfrm>
            <a:custGeom>
              <a:avLst/>
              <a:pathLst>
                <a:path w="66942" h="153178">
                  <a:moveTo>
                    <a:pt x="0" y="153178"/>
                  </a:moveTo>
                  <a:lnTo>
                    <a:pt x="669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56601" y="5566459"/>
              <a:ext cx="66942" cy="153178"/>
            </a:xfrm>
            <a:custGeom>
              <a:avLst/>
              <a:pathLst>
                <a:path w="66942" h="153178">
                  <a:moveTo>
                    <a:pt x="0" y="153178"/>
                  </a:moveTo>
                  <a:lnTo>
                    <a:pt x="669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56601" y="5566459"/>
              <a:ext cx="66942" cy="153178"/>
            </a:xfrm>
            <a:custGeom>
              <a:avLst/>
              <a:pathLst>
                <a:path w="66942" h="153178">
                  <a:moveTo>
                    <a:pt x="0" y="153178"/>
                  </a:moveTo>
                  <a:lnTo>
                    <a:pt x="669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56601" y="5566459"/>
              <a:ext cx="66942" cy="153178"/>
            </a:xfrm>
            <a:custGeom>
              <a:avLst/>
              <a:pathLst>
                <a:path w="66942" h="153178">
                  <a:moveTo>
                    <a:pt x="0" y="153178"/>
                  </a:moveTo>
                  <a:lnTo>
                    <a:pt x="669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56601" y="5566459"/>
              <a:ext cx="66942" cy="153178"/>
            </a:xfrm>
            <a:custGeom>
              <a:avLst/>
              <a:pathLst>
                <a:path w="66942" h="153178">
                  <a:moveTo>
                    <a:pt x="0" y="153178"/>
                  </a:moveTo>
                  <a:lnTo>
                    <a:pt x="669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56601" y="5566459"/>
              <a:ext cx="91249" cy="167163"/>
            </a:xfrm>
            <a:custGeom>
              <a:avLst/>
              <a:pathLst>
                <a:path w="91249" h="167163">
                  <a:moveTo>
                    <a:pt x="0" y="153178"/>
                  </a:moveTo>
                  <a:lnTo>
                    <a:pt x="5381" y="155419"/>
                  </a:lnTo>
                  <a:lnTo>
                    <a:pt x="10836" y="157470"/>
                  </a:lnTo>
                  <a:lnTo>
                    <a:pt x="16361" y="159331"/>
                  </a:lnTo>
                  <a:lnTo>
                    <a:pt x="21946" y="160997"/>
                  </a:lnTo>
                  <a:lnTo>
                    <a:pt x="27587" y="162468"/>
                  </a:lnTo>
                  <a:lnTo>
                    <a:pt x="33275" y="163742"/>
                  </a:lnTo>
                  <a:lnTo>
                    <a:pt x="39004" y="164816"/>
                  </a:lnTo>
                  <a:lnTo>
                    <a:pt x="44767" y="165690"/>
                  </a:lnTo>
                  <a:lnTo>
                    <a:pt x="50557" y="166362"/>
                  </a:lnTo>
                  <a:lnTo>
                    <a:pt x="56367" y="166832"/>
                  </a:lnTo>
                  <a:lnTo>
                    <a:pt x="62190" y="167099"/>
                  </a:lnTo>
                  <a:lnTo>
                    <a:pt x="68019" y="167163"/>
                  </a:lnTo>
                  <a:lnTo>
                    <a:pt x="73846" y="167024"/>
                  </a:lnTo>
                  <a:lnTo>
                    <a:pt x="79665" y="166682"/>
                  </a:lnTo>
                  <a:lnTo>
                    <a:pt x="85468" y="166137"/>
                  </a:lnTo>
                  <a:lnTo>
                    <a:pt x="91249" y="165390"/>
                  </a:lnTo>
                  <a:lnTo>
                    <a:pt x="669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167160" cy="332558"/>
            </a:xfrm>
            <a:custGeom>
              <a:avLst/>
              <a:pathLst>
                <a:path w="167160" h="332558">
                  <a:moveTo>
                    <a:pt x="24306" y="332558"/>
                  </a:moveTo>
                  <a:lnTo>
                    <a:pt x="29564" y="331699"/>
                  </a:lnTo>
                  <a:lnTo>
                    <a:pt x="34791" y="330674"/>
                  </a:lnTo>
                  <a:lnTo>
                    <a:pt x="39984" y="329482"/>
                  </a:lnTo>
                  <a:lnTo>
                    <a:pt x="45135" y="328126"/>
                  </a:lnTo>
                  <a:lnTo>
                    <a:pt x="50241" y="326606"/>
                  </a:lnTo>
                  <a:lnTo>
                    <a:pt x="55296" y="324924"/>
                  </a:lnTo>
                  <a:lnTo>
                    <a:pt x="60294" y="323082"/>
                  </a:lnTo>
                  <a:lnTo>
                    <a:pt x="65232" y="321082"/>
                  </a:lnTo>
                  <a:lnTo>
                    <a:pt x="70103" y="318925"/>
                  </a:lnTo>
                  <a:lnTo>
                    <a:pt x="74903" y="316614"/>
                  </a:lnTo>
                  <a:lnTo>
                    <a:pt x="79627" y="314152"/>
                  </a:lnTo>
                  <a:lnTo>
                    <a:pt x="84270" y="311540"/>
                  </a:lnTo>
                  <a:lnTo>
                    <a:pt x="88827" y="308781"/>
                  </a:lnTo>
                  <a:lnTo>
                    <a:pt x="93294" y="305879"/>
                  </a:lnTo>
                  <a:lnTo>
                    <a:pt x="97667" y="302836"/>
                  </a:lnTo>
                  <a:lnTo>
                    <a:pt x="101940" y="299655"/>
                  </a:lnTo>
                  <a:lnTo>
                    <a:pt x="106110" y="296339"/>
                  </a:lnTo>
                  <a:lnTo>
                    <a:pt x="110172" y="292893"/>
                  </a:lnTo>
                  <a:lnTo>
                    <a:pt x="114122" y="289319"/>
                  </a:lnTo>
                  <a:lnTo>
                    <a:pt x="117956" y="285620"/>
                  </a:lnTo>
                  <a:lnTo>
                    <a:pt x="121671" y="281802"/>
                  </a:lnTo>
                  <a:lnTo>
                    <a:pt x="125262" y="277866"/>
                  </a:lnTo>
                  <a:lnTo>
                    <a:pt x="128725" y="273819"/>
                  </a:lnTo>
                  <a:lnTo>
                    <a:pt x="132058" y="269663"/>
                  </a:lnTo>
                  <a:lnTo>
                    <a:pt x="135257" y="265403"/>
                  </a:lnTo>
                  <a:lnTo>
                    <a:pt x="138318" y="261044"/>
                  </a:lnTo>
                  <a:lnTo>
                    <a:pt x="141239" y="256589"/>
                  </a:lnTo>
                  <a:lnTo>
                    <a:pt x="144017" y="252043"/>
                  </a:lnTo>
                  <a:lnTo>
                    <a:pt x="146648" y="247411"/>
                  </a:lnTo>
                  <a:lnTo>
                    <a:pt x="149131" y="242697"/>
                  </a:lnTo>
                  <a:lnTo>
                    <a:pt x="151462" y="237907"/>
                  </a:lnTo>
                  <a:lnTo>
                    <a:pt x="153639" y="233045"/>
                  </a:lnTo>
                  <a:lnTo>
                    <a:pt x="155660" y="228116"/>
                  </a:lnTo>
                  <a:lnTo>
                    <a:pt x="157523" y="223125"/>
                  </a:lnTo>
                  <a:lnTo>
                    <a:pt x="159226" y="218078"/>
                  </a:lnTo>
                  <a:lnTo>
                    <a:pt x="160767" y="212978"/>
                  </a:lnTo>
                  <a:lnTo>
                    <a:pt x="162145" y="207833"/>
                  </a:lnTo>
                  <a:lnTo>
                    <a:pt x="163359" y="202645"/>
                  </a:lnTo>
                  <a:lnTo>
                    <a:pt x="164406" y="197422"/>
                  </a:lnTo>
                  <a:lnTo>
                    <a:pt x="165287" y="192168"/>
                  </a:lnTo>
                  <a:lnTo>
                    <a:pt x="165999" y="186889"/>
                  </a:lnTo>
                  <a:lnTo>
                    <a:pt x="166544" y="181590"/>
                  </a:lnTo>
                  <a:lnTo>
                    <a:pt x="166919" y="176276"/>
                  </a:lnTo>
                  <a:lnTo>
                    <a:pt x="167124" y="170952"/>
                  </a:lnTo>
                  <a:lnTo>
                    <a:pt x="167160" y="165625"/>
                  </a:lnTo>
                  <a:lnTo>
                    <a:pt x="167026" y="160300"/>
                  </a:lnTo>
                  <a:lnTo>
                    <a:pt x="166722" y="154981"/>
                  </a:lnTo>
                  <a:lnTo>
                    <a:pt x="166249" y="149675"/>
                  </a:lnTo>
                  <a:lnTo>
                    <a:pt x="165607" y="144387"/>
                  </a:lnTo>
                  <a:lnTo>
                    <a:pt x="164798" y="139121"/>
                  </a:lnTo>
                  <a:lnTo>
                    <a:pt x="163820" y="133884"/>
                  </a:lnTo>
                  <a:lnTo>
                    <a:pt x="162677" y="128681"/>
                  </a:lnTo>
                  <a:lnTo>
                    <a:pt x="161368" y="123518"/>
                  </a:lnTo>
                  <a:lnTo>
                    <a:pt x="159895" y="118398"/>
                  </a:lnTo>
                  <a:lnTo>
                    <a:pt x="158260" y="113328"/>
                  </a:lnTo>
                  <a:lnTo>
                    <a:pt x="156464" y="108313"/>
                  </a:lnTo>
                  <a:lnTo>
                    <a:pt x="154509" y="103357"/>
                  </a:lnTo>
                  <a:lnTo>
                    <a:pt x="152398" y="98466"/>
                  </a:lnTo>
                  <a:lnTo>
                    <a:pt x="150131" y="93645"/>
                  </a:lnTo>
                  <a:lnTo>
                    <a:pt x="147712" y="88899"/>
                  </a:lnTo>
                  <a:lnTo>
                    <a:pt x="145143" y="84232"/>
                  </a:lnTo>
                  <a:lnTo>
                    <a:pt x="142427" y="79649"/>
                  </a:lnTo>
                  <a:lnTo>
                    <a:pt x="139566" y="75155"/>
                  </a:lnTo>
                  <a:lnTo>
                    <a:pt x="136563" y="70755"/>
                  </a:lnTo>
                  <a:lnTo>
                    <a:pt x="133422" y="66453"/>
                  </a:lnTo>
                  <a:lnTo>
                    <a:pt x="130145" y="62252"/>
                  </a:lnTo>
                  <a:lnTo>
                    <a:pt x="126736" y="58159"/>
                  </a:lnTo>
                  <a:lnTo>
                    <a:pt x="123198" y="54176"/>
                  </a:lnTo>
                  <a:lnTo>
                    <a:pt x="119536" y="50308"/>
                  </a:lnTo>
                  <a:lnTo>
                    <a:pt x="115751" y="46558"/>
                  </a:lnTo>
                  <a:lnTo>
                    <a:pt x="111850" y="42931"/>
                  </a:lnTo>
                  <a:lnTo>
                    <a:pt x="107834" y="39430"/>
                  </a:lnTo>
                  <a:lnTo>
                    <a:pt x="103709" y="36059"/>
                  </a:lnTo>
                  <a:lnTo>
                    <a:pt x="99479" y="32821"/>
                  </a:lnTo>
                  <a:lnTo>
                    <a:pt x="95148" y="29720"/>
                  </a:lnTo>
                  <a:lnTo>
                    <a:pt x="90720" y="26758"/>
                  </a:lnTo>
                  <a:lnTo>
                    <a:pt x="86200" y="23938"/>
                  </a:lnTo>
                  <a:lnTo>
                    <a:pt x="81592" y="21264"/>
                  </a:lnTo>
                  <a:lnTo>
                    <a:pt x="76902" y="18739"/>
                  </a:lnTo>
                  <a:lnTo>
                    <a:pt x="72134" y="16364"/>
                  </a:lnTo>
                  <a:lnTo>
                    <a:pt x="67292" y="14142"/>
                  </a:lnTo>
                  <a:lnTo>
                    <a:pt x="62382" y="12075"/>
                  </a:lnTo>
                  <a:lnTo>
                    <a:pt x="57408" y="10166"/>
                  </a:lnTo>
                  <a:lnTo>
                    <a:pt x="52377" y="8417"/>
                  </a:lnTo>
                  <a:lnTo>
                    <a:pt x="47292" y="6829"/>
                  </a:lnTo>
                  <a:lnTo>
                    <a:pt x="42159" y="5403"/>
                  </a:lnTo>
                  <a:lnTo>
                    <a:pt x="36983" y="4142"/>
                  </a:lnTo>
                  <a:lnTo>
                    <a:pt x="31770" y="3046"/>
                  </a:lnTo>
                  <a:lnTo>
                    <a:pt x="26524" y="2117"/>
                  </a:lnTo>
                  <a:lnTo>
                    <a:pt x="21252" y="1356"/>
                  </a:lnTo>
                  <a:lnTo>
                    <a:pt x="15957" y="763"/>
                  </a:lnTo>
                  <a:lnTo>
                    <a:pt x="10647" y="339"/>
                  </a:lnTo>
                  <a:lnTo>
                    <a:pt x="5326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01943" y="5269756"/>
              <a:ext cx="143315" cy="167167"/>
            </a:xfrm>
            <a:custGeom>
              <a:avLst/>
              <a:pathLst>
                <a:path w="143315" h="167167">
                  <a:moveTo>
                    <a:pt x="143315" y="0"/>
                  </a:moveTo>
                  <a:lnTo>
                    <a:pt x="137761" y="92"/>
                  </a:lnTo>
                  <a:lnTo>
                    <a:pt x="132214" y="368"/>
                  </a:lnTo>
                  <a:lnTo>
                    <a:pt x="126679" y="829"/>
                  </a:lnTo>
                  <a:lnTo>
                    <a:pt x="121162" y="1474"/>
                  </a:lnTo>
                  <a:lnTo>
                    <a:pt x="115670" y="2301"/>
                  </a:lnTo>
                  <a:lnTo>
                    <a:pt x="110208" y="3311"/>
                  </a:lnTo>
                  <a:lnTo>
                    <a:pt x="104783" y="4501"/>
                  </a:lnTo>
                  <a:lnTo>
                    <a:pt x="99401" y="5871"/>
                  </a:lnTo>
                  <a:lnTo>
                    <a:pt x="94066" y="7418"/>
                  </a:lnTo>
                  <a:lnTo>
                    <a:pt x="88787" y="9143"/>
                  </a:lnTo>
                  <a:lnTo>
                    <a:pt x="83567" y="11041"/>
                  </a:lnTo>
                  <a:lnTo>
                    <a:pt x="78413" y="13112"/>
                  </a:lnTo>
                  <a:lnTo>
                    <a:pt x="73331" y="15354"/>
                  </a:lnTo>
                  <a:lnTo>
                    <a:pt x="68327" y="17762"/>
                  </a:lnTo>
                  <a:lnTo>
                    <a:pt x="63405" y="20336"/>
                  </a:lnTo>
                  <a:lnTo>
                    <a:pt x="58571" y="23072"/>
                  </a:lnTo>
                  <a:lnTo>
                    <a:pt x="53831" y="25966"/>
                  </a:lnTo>
                  <a:lnTo>
                    <a:pt x="49190" y="29017"/>
                  </a:lnTo>
                  <a:lnTo>
                    <a:pt x="44652" y="32220"/>
                  </a:lnTo>
                  <a:lnTo>
                    <a:pt x="40223" y="35572"/>
                  </a:lnTo>
                  <a:lnTo>
                    <a:pt x="35909" y="39070"/>
                  </a:lnTo>
                  <a:lnTo>
                    <a:pt x="31713" y="42708"/>
                  </a:lnTo>
                  <a:lnTo>
                    <a:pt x="27640" y="46485"/>
                  </a:lnTo>
                  <a:lnTo>
                    <a:pt x="23694" y="50394"/>
                  </a:lnTo>
                  <a:lnTo>
                    <a:pt x="19881" y="54432"/>
                  </a:lnTo>
                  <a:lnTo>
                    <a:pt x="16204" y="58595"/>
                  </a:lnTo>
                  <a:lnTo>
                    <a:pt x="12667" y="62878"/>
                  </a:lnTo>
                  <a:lnTo>
                    <a:pt x="9275" y="67275"/>
                  </a:lnTo>
                  <a:lnTo>
                    <a:pt x="6030" y="71784"/>
                  </a:lnTo>
                  <a:lnTo>
                    <a:pt x="2937" y="76397"/>
                  </a:lnTo>
                  <a:lnTo>
                    <a:pt x="0" y="81110"/>
                  </a:lnTo>
                  <a:lnTo>
                    <a:pt x="1433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3974" y="5350867"/>
              <a:ext cx="161284" cy="86056"/>
            </a:xfrm>
            <a:custGeom>
              <a:avLst/>
              <a:pathLst>
                <a:path w="161284" h="86056">
                  <a:moveTo>
                    <a:pt x="17969" y="0"/>
                  </a:moveTo>
                  <a:lnTo>
                    <a:pt x="14703" y="5688"/>
                  </a:lnTo>
                  <a:lnTo>
                    <a:pt x="11663" y="11500"/>
                  </a:lnTo>
                  <a:lnTo>
                    <a:pt x="8853" y="17427"/>
                  </a:lnTo>
                  <a:lnTo>
                    <a:pt x="6278" y="23459"/>
                  </a:lnTo>
                  <a:lnTo>
                    <a:pt x="3942" y="29588"/>
                  </a:lnTo>
                  <a:lnTo>
                    <a:pt x="1848" y="35804"/>
                  </a:lnTo>
                  <a:lnTo>
                    <a:pt x="0" y="42097"/>
                  </a:lnTo>
                  <a:lnTo>
                    <a:pt x="161284" y="86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78103" y="5269756"/>
              <a:ext cx="334303" cy="334334"/>
            </a:xfrm>
            <a:custGeom>
              <a:avLst/>
              <a:pathLst>
                <a:path w="334303" h="334334">
                  <a:moveTo>
                    <a:pt x="5870" y="123208"/>
                  </a:moveTo>
                  <a:lnTo>
                    <a:pt x="4557" y="128344"/>
                  </a:lnTo>
                  <a:lnTo>
                    <a:pt x="3408" y="133518"/>
                  </a:lnTo>
                  <a:lnTo>
                    <a:pt x="2424" y="138727"/>
                  </a:lnTo>
                  <a:lnTo>
                    <a:pt x="1605" y="143964"/>
                  </a:lnTo>
                  <a:lnTo>
                    <a:pt x="952" y="149224"/>
                  </a:lnTo>
                  <a:lnTo>
                    <a:pt x="467" y="154503"/>
                  </a:lnTo>
                  <a:lnTo>
                    <a:pt x="149" y="159794"/>
                  </a:lnTo>
                  <a:lnTo>
                    <a:pt x="0" y="165092"/>
                  </a:lnTo>
                  <a:lnTo>
                    <a:pt x="18" y="170393"/>
                  </a:lnTo>
                  <a:lnTo>
                    <a:pt x="204" y="175690"/>
                  </a:lnTo>
                  <a:lnTo>
                    <a:pt x="558" y="180979"/>
                  </a:lnTo>
                  <a:lnTo>
                    <a:pt x="1080" y="186254"/>
                  </a:lnTo>
                  <a:lnTo>
                    <a:pt x="1769" y="191510"/>
                  </a:lnTo>
                  <a:lnTo>
                    <a:pt x="2623" y="196741"/>
                  </a:lnTo>
                  <a:lnTo>
                    <a:pt x="3644" y="201943"/>
                  </a:lnTo>
                  <a:lnTo>
                    <a:pt x="4829" y="207109"/>
                  </a:lnTo>
                  <a:lnTo>
                    <a:pt x="6177" y="212236"/>
                  </a:lnTo>
                  <a:lnTo>
                    <a:pt x="7686" y="217317"/>
                  </a:lnTo>
                  <a:lnTo>
                    <a:pt x="9357" y="222347"/>
                  </a:lnTo>
                  <a:lnTo>
                    <a:pt x="11185" y="227323"/>
                  </a:lnTo>
                  <a:lnTo>
                    <a:pt x="13171" y="232237"/>
                  </a:lnTo>
                  <a:lnTo>
                    <a:pt x="15311" y="237087"/>
                  </a:lnTo>
                  <a:lnTo>
                    <a:pt x="17605" y="241866"/>
                  </a:lnTo>
                  <a:lnTo>
                    <a:pt x="20048" y="246569"/>
                  </a:lnTo>
                  <a:lnTo>
                    <a:pt x="22639" y="251194"/>
                  </a:lnTo>
                  <a:lnTo>
                    <a:pt x="25376" y="255733"/>
                  </a:lnTo>
                  <a:lnTo>
                    <a:pt x="28255" y="260184"/>
                  </a:lnTo>
                  <a:lnTo>
                    <a:pt x="31274" y="264541"/>
                  </a:lnTo>
                  <a:lnTo>
                    <a:pt x="34430" y="268800"/>
                  </a:lnTo>
                  <a:lnTo>
                    <a:pt x="37719" y="272957"/>
                  </a:lnTo>
                  <a:lnTo>
                    <a:pt x="41138" y="277007"/>
                  </a:lnTo>
                  <a:lnTo>
                    <a:pt x="44684" y="280947"/>
                  </a:lnTo>
                  <a:lnTo>
                    <a:pt x="48353" y="284773"/>
                  </a:lnTo>
                  <a:lnTo>
                    <a:pt x="52141" y="288480"/>
                  </a:lnTo>
                  <a:lnTo>
                    <a:pt x="56045" y="292066"/>
                  </a:lnTo>
                  <a:lnTo>
                    <a:pt x="60061" y="295526"/>
                  </a:lnTo>
                  <a:lnTo>
                    <a:pt x="64184" y="298857"/>
                  </a:lnTo>
                  <a:lnTo>
                    <a:pt x="68411" y="302055"/>
                  </a:lnTo>
                  <a:lnTo>
                    <a:pt x="72737" y="305118"/>
                  </a:lnTo>
                  <a:lnTo>
                    <a:pt x="77158" y="308042"/>
                  </a:lnTo>
                  <a:lnTo>
                    <a:pt x="81670" y="310824"/>
                  </a:lnTo>
                  <a:lnTo>
                    <a:pt x="86268" y="313462"/>
                  </a:lnTo>
                  <a:lnTo>
                    <a:pt x="90947" y="315953"/>
                  </a:lnTo>
                  <a:lnTo>
                    <a:pt x="95702" y="318295"/>
                  </a:lnTo>
                  <a:lnTo>
                    <a:pt x="100530" y="320484"/>
                  </a:lnTo>
                  <a:lnTo>
                    <a:pt x="105424" y="322519"/>
                  </a:lnTo>
                  <a:lnTo>
                    <a:pt x="110380" y="324398"/>
                  </a:lnTo>
                  <a:lnTo>
                    <a:pt x="115394" y="326119"/>
                  </a:lnTo>
                  <a:lnTo>
                    <a:pt x="120459" y="327680"/>
                  </a:lnTo>
                  <a:lnTo>
                    <a:pt x="125572" y="329080"/>
                  </a:lnTo>
                  <a:lnTo>
                    <a:pt x="130726" y="330317"/>
                  </a:lnTo>
                  <a:lnTo>
                    <a:pt x="135917" y="331390"/>
                  </a:lnTo>
                  <a:lnTo>
                    <a:pt x="141140" y="332298"/>
                  </a:lnTo>
                  <a:lnTo>
                    <a:pt x="146388" y="333040"/>
                  </a:lnTo>
                  <a:lnTo>
                    <a:pt x="151658" y="333615"/>
                  </a:lnTo>
                  <a:lnTo>
                    <a:pt x="156943" y="334022"/>
                  </a:lnTo>
                  <a:lnTo>
                    <a:pt x="162238" y="334262"/>
                  </a:lnTo>
                  <a:lnTo>
                    <a:pt x="167538" y="334334"/>
                  </a:lnTo>
                  <a:lnTo>
                    <a:pt x="172838" y="334238"/>
                  </a:lnTo>
                  <a:lnTo>
                    <a:pt x="178132" y="333974"/>
                  </a:lnTo>
                  <a:lnTo>
                    <a:pt x="183415" y="333542"/>
                  </a:lnTo>
                  <a:lnTo>
                    <a:pt x="188682" y="332942"/>
                  </a:lnTo>
                  <a:lnTo>
                    <a:pt x="193927" y="332177"/>
                  </a:lnTo>
                  <a:lnTo>
                    <a:pt x="199145" y="331245"/>
                  </a:lnTo>
                  <a:lnTo>
                    <a:pt x="204331" y="330148"/>
                  </a:lnTo>
                  <a:lnTo>
                    <a:pt x="209479" y="328887"/>
                  </a:lnTo>
                  <a:lnTo>
                    <a:pt x="214585" y="327464"/>
                  </a:lnTo>
                  <a:lnTo>
                    <a:pt x="219644" y="325880"/>
                  </a:lnTo>
                  <a:lnTo>
                    <a:pt x="224649" y="324136"/>
                  </a:lnTo>
                  <a:lnTo>
                    <a:pt x="229597" y="322234"/>
                  </a:lnTo>
                  <a:lnTo>
                    <a:pt x="234482" y="320176"/>
                  </a:lnTo>
                  <a:lnTo>
                    <a:pt x="239299" y="317965"/>
                  </a:lnTo>
                  <a:lnTo>
                    <a:pt x="244044" y="315602"/>
                  </a:lnTo>
                  <a:lnTo>
                    <a:pt x="248711" y="313089"/>
                  </a:lnTo>
                  <a:lnTo>
                    <a:pt x="253297" y="310430"/>
                  </a:lnTo>
                  <a:lnTo>
                    <a:pt x="257796" y="307627"/>
                  </a:lnTo>
                  <a:lnTo>
                    <a:pt x="262203" y="304683"/>
                  </a:lnTo>
                  <a:lnTo>
                    <a:pt x="266515" y="301600"/>
                  </a:lnTo>
                  <a:lnTo>
                    <a:pt x="270728" y="298382"/>
                  </a:lnTo>
                  <a:lnTo>
                    <a:pt x="274836" y="295033"/>
                  </a:lnTo>
                  <a:lnTo>
                    <a:pt x="278836" y="291554"/>
                  </a:lnTo>
                  <a:lnTo>
                    <a:pt x="282723" y="287951"/>
                  </a:lnTo>
                  <a:lnTo>
                    <a:pt x="286494" y="284226"/>
                  </a:lnTo>
                  <a:lnTo>
                    <a:pt x="290146" y="280384"/>
                  </a:lnTo>
                  <a:lnTo>
                    <a:pt x="293673" y="276427"/>
                  </a:lnTo>
                  <a:lnTo>
                    <a:pt x="297074" y="272361"/>
                  </a:lnTo>
                  <a:lnTo>
                    <a:pt x="300344" y="268189"/>
                  </a:lnTo>
                  <a:lnTo>
                    <a:pt x="303480" y="263916"/>
                  </a:lnTo>
                  <a:lnTo>
                    <a:pt x="306479" y="259545"/>
                  </a:lnTo>
                  <a:lnTo>
                    <a:pt x="309337" y="255081"/>
                  </a:lnTo>
                  <a:lnTo>
                    <a:pt x="312053" y="250529"/>
                  </a:lnTo>
                  <a:lnTo>
                    <a:pt x="314623" y="245893"/>
                  </a:lnTo>
                  <a:lnTo>
                    <a:pt x="317045" y="241178"/>
                  </a:lnTo>
                  <a:lnTo>
                    <a:pt x="319316" y="236389"/>
                  </a:lnTo>
                  <a:lnTo>
                    <a:pt x="321434" y="231529"/>
                  </a:lnTo>
                  <a:lnTo>
                    <a:pt x="323397" y="226606"/>
                  </a:lnTo>
                  <a:lnTo>
                    <a:pt x="325203" y="221622"/>
                  </a:lnTo>
                  <a:lnTo>
                    <a:pt x="326850" y="216584"/>
                  </a:lnTo>
                  <a:lnTo>
                    <a:pt x="328337" y="211496"/>
                  </a:lnTo>
                  <a:lnTo>
                    <a:pt x="329661" y="206363"/>
                  </a:lnTo>
                  <a:lnTo>
                    <a:pt x="330822" y="201191"/>
                  </a:lnTo>
                  <a:lnTo>
                    <a:pt x="331819" y="195985"/>
                  </a:lnTo>
                  <a:lnTo>
                    <a:pt x="332650" y="190750"/>
                  </a:lnTo>
                  <a:lnTo>
                    <a:pt x="333314" y="185491"/>
                  </a:lnTo>
                  <a:lnTo>
                    <a:pt x="333812" y="180214"/>
                  </a:lnTo>
                  <a:lnTo>
                    <a:pt x="334141" y="174924"/>
                  </a:lnTo>
                  <a:lnTo>
                    <a:pt x="334303" y="169625"/>
                  </a:lnTo>
                  <a:lnTo>
                    <a:pt x="334297" y="164325"/>
                  </a:lnTo>
                  <a:lnTo>
                    <a:pt x="334123" y="159027"/>
                  </a:lnTo>
                  <a:lnTo>
                    <a:pt x="333781" y="153737"/>
                  </a:lnTo>
                  <a:lnTo>
                    <a:pt x="333272" y="148461"/>
                  </a:lnTo>
                  <a:lnTo>
                    <a:pt x="332595" y="143204"/>
                  </a:lnTo>
                  <a:lnTo>
                    <a:pt x="331752" y="137971"/>
                  </a:lnTo>
                  <a:lnTo>
                    <a:pt x="330744" y="132767"/>
                  </a:lnTo>
                  <a:lnTo>
                    <a:pt x="329571" y="127597"/>
                  </a:lnTo>
                  <a:lnTo>
                    <a:pt x="328235" y="122468"/>
                  </a:lnTo>
                  <a:lnTo>
                    <a:pt x="326737" y="117383"/>
                  </a:lnTo>
                  <a:lnTo>
                    <a:pt x="325078" y="112349"/>
                  </a:lnTo>
                  <a:lnTo>
                    <a:pt x="323261" y="107370"/>
                  </a:lnTo>
                  <a:lnTo>
                    <a:pt x="321286" y="102450"/>
                  </a:lnTo>
                  <a:lnTo>
                    <a:pt x="319157" y="97596"/>
                  </a:lnTo>
                  <a:lnTo>
                    <a:pt x="316875" y="92812"/>
                  </a:lnTo>
                  <a:lnTo>
                    <a:pt x="314442" y="88102"/>
                  </a:lnTo>
                  <a:lnTo>
                    <a:pt x="311861" y="83472"/>
                  </a:lnTo>
                  <a:lnTo>
                    <a:pt x="309135" y="78927"/>
                  </a:lnTo>
                  <a:lnTo>
                    <a:pt x="306266" y="74469"/>
                  </a:lnTo>
                  <a:lnTo>
                    <a:pt x="303257" y="70106"/>
                  </a:lnTo>
                  <a:lnTo>
                    <a:pt x="300111" y="65839"/>
                  </a:lnTo>
                  <a:lnTo>
                    <a:pt x="296832" y="61675"/>
                  </a:lnTo>
                  <a:lnTo>
                    <a:pt x="293422" y="57616"/>
                  </a:lnTo>
                  <a:lnTo>
                    <a:pt x="289885" y="53668"/>
                  </a:lnTo>
                  <a:lnTo>
                    <a:pt x="286225" y="49834"/>
                  </a:lnTo>
                  <a:lnTo>
                    <a:pt x="282445" y="46118"/>
                  </a:lnTo>
                  <a:lnTo>
                    <a:pt x="278550" y="42524"/>
                  </a:lnTo>
                  <a:lnTo>
                    <a:pt x="274542" y="39054"/>
                  </a:lnTo>
                  <a:lnTo>
                    <a:pt x="270426" y="35714"/>
                  </a:lnTo>
                  <a:lnTo>
                    <a:pt x="266207" y="32506"/>
                  </a:lnTo>
                  <a:lnTo>
                    <a:pt x="261887" y="29433"/>
                  </a:lnTo>
                  <a:lnTo>
                    <a:pt x="257473" y="26499"/>
                  </a:lnTo>
                  <a:lnTo>
                    <a:pt x="252968" y="23706"/>
                  </a:lnTo>
                  <a:lnTo>
                    <a:pt x="248376" y="21058"/>
                  </a:lnTo>
                  <a:lnTo>
                    <a:pt x="243703" y="18556"/>
                  </a:lnTo>
                  <a:lnTo>
                    <a:pt x="238953" y="16204"/>
                  </a:lnTo>
                  <a:lnTo>
                    <a:pt x="234130" y="14003"/>
                  </a:lnTo>
                  <a:lnTo>
                    <a:pt x="229241" y="11957"/>
                  </a:lnTo>
                  <a:lnTo>
                    <a:pt x="224289" y="10066"/>
                  </a:lnTo>
                  <a:lnTo>
                    <a:pt x="219279" y="8334"/>
                  </a:lnTo>
                  <a:lnTo>
                    <a:pt x="214217" y="6761"/>
                  </a:lnTo>
                  <a:lnTo>
                    <a:pt x="209108" y="5350"/>
                  </a:lnTo>
                  <a:lnTo>
                    <a:pt x="203956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5445" y="5018213"/>
              <a:ext cx="165593" cy="167167"/>
            </a:xfrm>
            <a:custGeom>
              <a:avLst/>
              <a:pathLst>
                <a:path w="165593" h="167167">
                  <a:moveTo>
                    <a:pt x="165593" y="0"/>
                  </a:moveTo>
                  <a:lnTo>
                    <a:pt x="160148" y="88"/>
                  </a:lnTo>
                  <a:lnTo>
                    <a:pt x="154708" y="354"/>
                  </a:lnTo>
                  <a:lnTo>
                    <a:pt x="149281" y="797"/>
                  </a:lnTo>
                  <a:lnTo>
                    <a:pt x="143870" y="1417"/>
                  </a:lnTo>
                  <a:lnTo>
                    <a:pt x="138483" y="2212"/>
                  </a:lnTo>
                  <a:lnTo>
                    <a:pt x="133124" y="3183"/>
                  </a:lnTo>
                  <a:lnTo>
                    <a:pt x="127800" y="4328"/>
                  </a:lnTo>
                  <a:lnTo>
                    <a:pt x="122516" y="5645"/>
                  </a:lnTo>
                  <a:lnTo>
                    <a:pt x="117277" y="7134"/>
                  </a:lnTo>
                  <a:lnTo>
                    <a:pt x="112090" y="8793"/>
                  </a:lnTo>
                  <a:lnTo>
                    <a:pt x="106960" y="10619"/>
                  </a:lnTo>
                  <a:lnTo>
                    <a:pt x="101892" y="12612"/>
                  </a:lnTo>
                  <a:lnTo>
                    <a:pt x="96891" y="14769"/>
                  </a:lnTo>
                  <a:lnTo>
                    <a:pt x="91964" y="17088"/>
                  </a:lnTo>
                  <a:lnTo>
                    <a:pt x="87114" y="19566"/>
                  </a:lnTo>
                  <a:lnTo>
                    <a:pt x="82348" y="22200"/>
                  </a:lnTo>
                  <a:lnTo>
                    <a:pt x="77671" y="24989"/>
                  </a:lnTo>
                  <a:lnTo>
                    <a:pt x="73086" y="27928"/>
                  </a:lnTo>
                  <a:lnTo>
                    <a:pt x="68600" y="31015"/>
                  </a:lnTo>
                  <a:lnTo>
                    <a:pt x="64216" y="34247"/>
                  </a:lnTo>
                  <a:lnTo>
                    <a:pt x="59941" y="37620"/>
                  </a:lnTo>
                  <a:lnTo>
                    <a:pt x="55777" y="41130"/>
                  </a:lnTo>
                  <a:lnTo>
                    <a:pt x="51730" y="44774"/>
                  </a:lnTo>
                  <a:lnTo>
                    <a:pt x="47803" y="48547"/>
                  </a:lnTo>
                  <a:lnTo>
                    <a:pt x="44002" y="52447"/>
                  </a:lnTo>
                  <a:lnTo>
                    <a:pt x="40330" y="56468"/>
                  </a:lnTo>
                  <a:lnTo>
                    <a:pt x="36791" y="60607"/>
                  </a:lnTo>
                  <a:lnTo>
                    <a:pt x="33388" y="64859"/>
                  </a:lnTo>
                  <a:lnTo>
                    <a:pt x="30126" y="69220"/>
                  </a:lnTo>
                  <a:lnTo>
                    <a:pt x="27007" y="73684"/>
                  </a:lnTo>
                  <a:lnTo>
                    <a:pt x="24036" y="78248"/>
                  </a:lnTo>
                  <a:lnTo>
                    <a:pt x="21215" y="82906"/>
                  </a:lnTo>
                  <a:lnTo>
                    <a:pt x="18547" y="87654"/>
                  </a:lnTo>
                  <a:lnTo>
                    <a:pt x="16035" y="92486"/>
                  </a:lnTo>
                  <a:lnTo>
                    <a:pt x="13681" y="97397"/>
                  </a:lnTo>
                  <a:lnTo>
                    <a:pt x="11489" y="102382"/>
                  </a:lnTo>
                  <a:lnTo>
                    <a:pt x="9461" y="107436"/>
                  </a:lnTo>
                  <a:lnTo>
                    <a:pt x="7598" y="112553"/>
                  </a:lnTo>
                  <a:lnTo>
                    <a:pt x="5903" y="117729"/>
                  </a:lnTo>
                  <a:lnTo>
                    <a:pt x="4378" y="122957"/>
                  </a:lnTo>
                  <a:lnTo>
                    <a:pt x="3023" y="128231"/>
                  </a:lnTo>
                  <a:lnTo>
                    <a:pt x="1841" y="133547"/>
                  </a:lnTo>
                  <a:lnTo>
                    <a:pt x="833" y="138899"/>
                  </a:lnTo>
                  <a:lnTo>
                    <a:pt x="0" y="144281"/>
                  </a:lnTo>
                  <a:lnTo>
                    <a:pt x="1655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5445" y="5162494"/>
              <a:ext cx="165593" cy="22886"/>
            </a:xfrm>
            <a:custGeom>
              <a:avLst/>
              <a:pathLst>
                <a:path w="165593" h="22886">
                  <a:moveTo>
                    <a:pt x="0" y="0"/>
                  </a:moveTo>
                  <a:lnTo>
                    <a:pt x="165593" y="22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5445" y="5162494"/>
              <a:ext cx="165593" cy="22886"/>
            </a:xfrm>
            <a:custGeom>
              <a:avLst/>
              <a:pathLst>
                <a:path w="165593" h="22886">
                  <a:moveTo>
                    <a:pt x="0" y="0"/>
                  </a:moveTo>
                  <a:lnTo>
                    <a:pt x="165593" y="22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5445" y="5162494"/>
              <a:ext cx="165593" cy="22886"/>
            </a:xfrm>
            <a:custGeom>
              <a:avLst/>
              <a:pathLst>
                <a:path w="165593" h="22886">
                  <a:moveTo>
                    <a:pt x="0" y="0"/>
                  </a:moveTo>
                  <a:lnTo>
                    <a:pt x="165593" y="22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903" y="5162494"/>
              <a:ext cx="167135" cy="45772"/>
            </a:xfrm>
            <a:custGeom>
              <a:avLst/>
              <a:pathLst>
                <a:path w="167135" h="45772">
                  <a:moveTo>
                    <a:pt x="1541" y="0"/>
                  </a:moveTo>
                  <a:lnTo>
                    <a:pt x="771" y="6513"/>
                  </a:lnTo>
                  <a:lnTo>
                    <a:pt x="257" y="13052"/>
                  </a:lnTo>
                  <a:lnTo>
                    <a:pt x="0" y="19606"/>
                  </a:lnTo>
                  <a:lnTo>
                    <a:pt x="0" y="26165"/>
                  </a:lnTo>
                  <a:lnTo>
                    <a:pt x="257" y="32719"/>
                  </a:lnTo>
                  <a:lnTo>
                    <a:pt x="771" y="39258"/>
                  </a:lnTo>
                  <a:lnTo>
                    <a:pt x="1541" y="45772"/>
                  </a:lnTo>
                  <a:lnTo>
                    <a:pt x="167135" y="22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5445" y="5018213"/>
              <a:ext cx="332744" cy="334333"/>
            </a:xfrm>
            <a:custGeom>
              <a:avLst/>
              <a:pathLst>
                <a:path w="332744" h="334333">
                  <a:moveTo>
                    <a:pt x="0" y="190053"/>
                  </a:moveTo>
                  <a:lnTo>
                    <a:pt x="810" y="195302"/>
                  </a:lnTo>
                  <a:lnTo>
                    <a:pt x="1787" y="200522"/>
                  </a:lnTo>
                  <a:lnTo>
                    <a:pt x="2929" y="205709"/>
                  </a:lnTo>
                  <a:lnTo>
                    <a:pt x="4236" y="210856"/>
                  </a:lnTo>
                  <a:lnTo>
                    <a:pt x="5705" y="215960"/>
                  </a:lnTo>
                  <a:lnTo>
                    <a:pt x="7335" y="221014"/>
                  </a:lnTo>
                  <a:lnTo>
                    <a:pt x="9126" y="226014"/>
                  </a:lnTo>
                  <a:lnTo>
                    <a:pt x="11074" y="230955"/>
                  </a:lnTo>
                  <a:lnTo>
                    <a:pt x="13178" y="235831"/>
                  </a:lnTo>
                  <a:lnTo>
                    <a:pt x="15437" y="240638"/>
                  </a:lnTo>
                  <a:lnTo>
                    <a:pt x="17846" y="245371"/>
                  </a:lnTo>
                  <a:lnTo>
                    <a:pt x="20405" y="250025"/>
                  </a:lnTo>
                  <a:lnTo>
                    <a:pt x="23110" y="254595"/>
                  </a:lnTo>
                  <a:lnTo>
                    <a:pt x="25959" y="259077"/>
                  </a:lnTo>
                  <a:lnTo>
                    <a:pt x="28949" y="263466"/>
                  </a:lnTo>
                  <a:lnTo>
                    <a:pt x="32077" y="267758"/>
                  </a:lnTo>
                  <a:lnTo>
                    <a:pt x="35340" y="271949"/>
                  </a:lnTo>
                  <a:lnTo>
                    <a:pt x="38734" y="276033"/>
                  </a:lnTo>
                  <a:lnTo>
                    <a:pt x="42257" y="280008"/>
                  </a:lnTo>
                  <a:lnTo>
                    <a:pt x="45903" y="283869"/>
                  </a:lnTo>
                  <a:lnTo>
                    <a:pt x="49671" y="287612"/>
                  </a:lnTo>
                  <a:lnTo>
                    <a:pt x="53555" y="291234"/>
                  </a:lnTo>
                  <a:lnTo>
                    <a:pt x="57553" y="294730"/>
                  </a:lnTo>
                  <a:lnTo>
                    <a:pt x="61660" y="298098"/>
                  </a:lnTo>
                  <a:lnTo>
                    <a:pt x="65871" y="301333"/>
                  </a:lnTo>
                  <a:lnTo>
                    <a:pt x="70184" y="304433"/>
                  </a:lnTo>
                  <a:lnTo>
                    <a:pt x="74592" y="307395"/>
                  </a:lnTo>
                  <a:lnTo>
                    <a:pt x="79092" y="310215"/>
                  </a:lnTo>
                  <a:lnTo>
                    <a:pt x="83680" y="312890"/>
                  </a:lnTo>
                  <a:lnTo>
                    <a:pt x="88351" y="315419"/>
                  </a:lnTo>
                  <a:lnTo>
                    <a:pt x="93099" y="317798"/>
                  </a:lnTo>
                  <a:lnTo>
                    <a:pt x="97920" y="320024"/>
                  </a:lnTo>
                  <a:lnTo>
                    <a:pt x="102810" y="322097"/>
                  </a:lnTo>
                  <a:lnTo>
                    <a:pt x="107763" y="324013"/>
                  </a:lnTo>
                  <a:lnTo>
                    <a:pt x="112775" y="325771"/>
                  </a:lnTo>
                  <a:lnTo>
                    <a:pt x="117840" y="327369"/>
                  </a:lnTo>
                  <a:lnTo>
                    <a:pt x="122953" y="328805"/>
                  </a:lnTo>
                  <a:lnTo>
                    <a:pt x="128109" y="330078"/>
                  </a:lnTo>
                  <a:lnTo>
                    <a:pt x="133303" y="331186"/>
                  </a:lnTo>
                  <a:lnTo>
                    <a:pt x="138529" y="332129"/>
                  </a:lnTo>
                  <a:lnTo>
                    <a:pt x="143783" y="332906"/>
                  </a:lnTo>
                  <a:lnTo>
                    <a:pt x="149059" y="333515"/>
                  </a:lnTo>
                  <a:lnTo>
                    <a:pt x="154351" y="333956"/>
                  </a:lnTo>
                  <a:lnTo>
                    <a:pt x="159655" y="334229"/>
                  </a:lnTo>
                  <a:lnTo>
                    <a:pt x="164965" y="334333"/>
                  </a:lnTo>
                  <a:lnTo>
                    <a:pt x="170276" y="334269"/>
                  </a:lnTo>
                  <a:lnTo>
                    <a:pt x="175581" y="334036"/>
                  </a:lnTo>
                  <a:lnTo>
                    <a:pt x="180877" y="333634"/>
                  </a:lnTo>
                  <a:lnTo>
                    <a:pt x="186157" y="333065"/>
                  </a:lnTo>
                  <a:lnTo>
                    <a:pt x="191417" y="332328"/>
                  </a:lnTo>
                  <a:lnTo>
                    <a:pt x="196650" y="331424"/>
                  </a:lnTo>
                  <a:lnTo>
                    <a:pt x="201852" y="330355"/>
                  </a:lnTo>
                  <a:lnTo>
                    <a:pt x="207018" y="329120"/>
                  </a:lnTo>
                  <a:lnTo>
                    <a:pt x="212142" y="327723"/>
                  </a:lnTo>
                  <a:lnTo>
                    <a:pt x="217218" y="326163"/>
                  </a:lnTo>
                  <a:lnTo>
                    <a:pt x="222243" y="324443"/>
                  </a:lnTo>
                  <a:lnTo>
                    <a:pt x="227210" y="322564"/>
                  </a:lnTo>
                  <a:lnTo>
                    <a:pt x="232115" y="320528"/>
                  </a:lnTo>
                  <a:lnTo>
                    <a:pt x="236954" y="318338"/>
                  </a:lnTo>
                  <a:lnTo>
                    <a:pt x="241720" y="315995"/>
                  </a:lnTo>
                  <a:lnTo>
                    <a:pt x="246409" y="313501"/>
                  </a:lnTo>
                  <a:lnTo>
                    <a:pt x="251016" y="310860"/>
                  </a:lnTo>
                  <a:lnTo>
                    <a:pt x="255538" y="308074"/>
                  </a:lnTo>
                  <a:lnTo>
                    <a:pt x="259969" y="305146"/>
                  </a:lnTo>
                  <a:lnTo>
                    <a:pt x="264304" y="302078"/>
                  </a:lnTo>
                  <a:lnTo>
                    <a:pt x="268540" y="298875"/>
                  </a:lnTo>
                  <a:lnTo>
                    <a:pt x="272672" y="295538"/>
                  </a:lnTo>
                  <a:lnTo>
                    <a:pt x="276695" y="292072"/>
                  </a:lnTo>
                  <a:lnTo>
                    <a:pt x="280607" y="288479"/>
                  </a:lnTo>
                  <a:lnTo>
                    <a:pt x="284403" y="284765"/>
                  </a:lnTo>
                  <a:lnTo>
                    <a:pt x="288078" y="280931"/>
                  </a:lnTo>
                  <a:lnTo>
                    <a:pt x="291630" y="276983"/>
                  </a:lnTo>
                  <a:lnTo>
                    <a:pt x="295055" y="272924"/>
                  </a:lnTo>
                  <a:lnTo>
                    <a:pt x="298349" y="268758"/>
                  </a:lnTo>
                  <a:lnTo>
                    <a:pt x="301509" y="264490"/>
                  </a:lnTo>
                  <a:lnTo>
                    <a:pt x="304532" y="260123"/>
                  </a:lnTo>
                  <a:lnTo>
                    <a:pt x="307415" y="255663"/>
                  </a:lnTo>
                  <a:lnTo>
                    <a:pt x="310154" y="251113"/>
                  </a:lnTo>
                  <a:lnTo>
                    <a:pt x="312748" y="246478"/>
                  </a:lnTo>
                  <a:lnTo>
                    <a:pt x="315193" y="241764"/>
                  </a:lnTo>
                  <a:lnTo>
                    <a:pt x="317487" y="236974"/>
                  </a:lnTo>
                  <a:lnTo>
                    <a:pt x="319628" y="232114"/>
                  </a:lnTo>
                  <a:lnTo>
                    <a:pt x="321614" y="227188"/>
                  </a:lnTo>
                  <a:lnTo>
                    <a:pt x="323441" y="222201"/>
                  </a:lnTo>
                  <a:lnTo>
                    <a:pt x="325110" y="217159"/>
                  </a:lnTo>
                  <a:lnTo>
                    <a:pt x="326618" y="212067"/>
                  </a:lnTo>
                  <a:lnTo>
                    <a:pt x="327963" y="206929"/>
                  </a:lnTo>
                  <a:lnTo>
                    <a:pt x="329144" y="201751"/>
                  </a:lnTo>
                  <a:lnTo>
                    <a:pt x="330160" y="196539"/>
                  </a:lnTo>
                  <a:lnTo>
                    <a:pt x="331010" y="191296"/>
                  </a:lnTo>
                  <a:lnTo>
                    <a:pt x="331693" y="186029"/>
                  </a:lnTo>
                  <a:lnTo>
                    <a:pt x="332208" y="180744"/>
                  </a:lnTo>
                  <a:lnTo>
                    <a:pt x="332555" y="175444"/>
                  </a:lnTo>
                  <a:lnTo>
                    <a:pt x="332734" y="170136"/>
                  </a:lnTo>
                  <a:lnTo>
                    <a:pt x="332744" y="164825"/>
                  </a:lnTo>
                  <a:lnTo>
                    <a:pt x="332585" y="159517"/>
                  </a:lnTo>
                  <a:lnTo>
                    <a:pt x="332258" y="154216"/>
                  </a:lnTo>
                  <a:lnTo>
                    <a:pt x="331762" y="148928"/>
                  </a:lnTo>
                  <a:lnTo>
                    <a:pt x="331099" y="143659"/>
                  </a:lnTo>
                  <a:lnTo>
                    <a:pt x="330269" y="138413"/>
                  </a:lnTo>
                  <a:lnTo>
                    <a:pt x="329272" y="133197"/>
                  </a:lnTo>
                  <a:lnTo>
                    <a:pt x="328111" y="128015"/>
                  </a:lnTo>
                  <a:lnTo>
                    <a:pt x="326785" y="122872"/>
                  </a:lnTo>
                  <a:lnTo>
                    <a:pt x="325297" y="117774"/>
                  </a:lnTo>
                  <a:lnTo>
                    <a:pt x="323647" y="112726"/>
                  </a:lnTo>
                  <a:lnTo>
                    <a:pt x="321838" y="107732"/>
                  </a:lnTo>
                  <a:lnTo>
                    <a:pt x="319871" y="102799"/>
                  </a:lnTo>
                  <a:lnTo>
                    <a:pt x="317748" y="97931"/>
                  </a:lnTo>
                  <a:lnTo>
                    <a:pt x="315472" y="93132"/>
                  </a:lnTo>
                  <a:lnTo>
                    <a:pt x="313045" y="88409"/>
                  </a:lnTo>
                  <a:lnTo>
                    <a:pt x="310469" y="83765"/>
                  </a:lnTo>
                  <a:lnTo>
                    <a:pt x="307746" y="79204"/>
                  </a:lnTo>
                  <a:lnTo>
                    <a:pt x="304880" y="74733"/>
                  </a:lnTo>
                  <a:lnTo>
                    <a:pt x="301874" y="70355"/>
                  </a:lnTo>
                  <a:lnTo>
                    <a:pt x="298730" y="66075"/>
                  </a:lnTo>
                  <a:lnTo>
                    <a:pt x="295451" y="61897"/>
                  </a:lnTo>
                  <a:lnTo>
                    <a:pt x="292042" y="57825"/>
                  </a:lnTo>
                  <a:lnTo>
                    <a:pt x="288505" y="53863"/>
                  </a:lnTo>
                  <a:lnTo>
                    <a:pt x="284843" y="50016"/>
                  </a:lnTo>
                  <a:lnTo>
                    <a:pt x="281062" y="46287"/>
                  </a:lnTo>
                  <a:lnTo>
                    <a:pt x="277164" y="42680"/>
                  </a:lnTo>
                  <a:lnTo>
                    <a:pt x="273153" y="39199"/>
                  </a:lnTo>
                  <a:lnTo>
                    <a:pt x="269034" y="35847"/>
                  </a:lnTo>
                  <a:lnTo>
                    <a:pt x="264810" y="32627"/>
                  </a:lnTo>
                  <a:lnTo>
                    <a:pt x="260486" y="29543"/>
                  </a:lnTo>
                  <a:lnTo>
                    <a:pt x="256066" y="26598"/>
                  </a:lnTo>
                  <a:lnTo>
                    <a:pt x="251556" y="23795"/>
                  </a:lnTo>
                  <a:lnTo>
                    <a:pt x="246958" y="21137"/>
                  </a:lnTo>
                  <a:lnTo>
                    <a:pt x="242278" y="18626"/>
                  </a:lnTo>
                  <a:lnTo>
                    <a:pt x="237521" y="16265"/>
                  </a:lnTo>
                  <a:lnTo>
                    <a:pt x="232691" y="14057"/>
                  </a:lnTo>
                  <a:lnTo>
                    <a:pt x="227793" y="12002"/>
                  </a:lnTo>
                  <a:lnTo>
                    <a:pt x="222833" y="10105"/>
                  </a:lnTo>
                  <a:lnTo>
                    <a:pt x="217815" y="8366"/>
                  </a:lnTo>
                  <a:lnTo>
                    <a:pt x="212744" y="6787"/>
                  </a:lnTo>
                  <a:lnTo>
                    <a:pt x="207626" y="5370"/>
                  </a:lnTo>
                  <a:lnTo>
                    <a:pt x="202465" y="4117"/>
                  </a:lnTo>
                  <a:lnTo>
                    <a:pt x="197267" y="3028"/>
                  </a:lnTo>
                  <a:lnTo>
                    <a:pt x="192037" y="2104"/>
                  </a:lnTo>
                  <a:lnTo>
                    <a:pt x="186780" y="1348"/>
                  </a:lnTo>
                  <a:lnTo>
                    <a:pt x="181502" y="758"/>
                  </a:lnTo>
                  <a:lnTo>
                    <a:pt x="176208" y="337"/>
                  </a:lnTo>
                  <a:lnTo>
                    <a:pt x="170903" y="84"/>
                  </a:lnTo>
                  <a:lnTo>
                    <a:pt x="165593" y="0"/>
                  </a:lnTo>
                  <a:lnTo>
                    <a:pt x="1655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256085" y="4659281"/>
              <a:ext cx="334095" cy="334334"/>
            </a:xfrm>
            <a:custGeom>
              <a:avLst/>
              <a:pathLst>
                <a:path w="33409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8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9"/>
                  </a:lnTo>
                  <a:lnTo>
                    <a:pt x="120091" y="6760"/>
                  </a:lnTo>
                  <a:lnTo>
                    <a:pt x="115030" y="8332"/>
                  </a:lnTo>
                  <a:lnTo>
                    <a:pt x="110021" y="10064"/>
                  </a:lnTo>
                  <a:lnTo>
                    <a:pt x="105069" y="11954"/>
                  </a:lnTo>
                  <a:lnTo>
                    <a:pt x="100180" y="14000"/>
                  </a:lnTo>
                  <a:lnTo>
                    <a:pt x="95358" y="16200"/>
                  </a:lnTo>
                  <a:lnTo>
                    <a:pt x="90608" y="18552"/>
                  </a:lnTo>
                  <a:lnTo>
                    <a:pt x="85935" y="21053"/>
                  </a:lnTo>
                  <a:lnTo>
                    <a:pt x="81344" y="23701"/>
                  </a:lnTo>
                  <a:lnTo>
                    <a:pt x="76839" y="26494"/>
                  </a:lnTo>
                  <a:lnTo>
                    <a:pt x="72425" y="29427"/>
                  </a:lnTo>
                  <a:lnTo>
                    <a:pt x="68106" y="32499"/>
                  </a:lnTo>
                  <a:lnTo>
                    <a:pt x="63886" y="35707"/>
                  </a:lnTo>
                  <a:lnTo>
                    <a:pt x="59771" y="39047"/>
                  </a:lnTo>
                  <a:lnTo>
                    <a:pt x="55763" y="42515"/>
                  </a:lnTo>
                  <a:lnTo>
                    <a:pt x="51868" y="46109"/>
                  </a:lnTo>
                  <a:lnTo>
                    <a:pt x="48088" y="49824"/>
                  </a:lnTo>
                  <a:lnTo>
                    <a:pt x="44428" y="53658"/>
                  </a:lnTo>
                  <a:lnTo>
                    <a:pt x="40891" y="57605"/>
                  </a:lnTo>
                  <a:lnTo>
                    <a:pt x="37481" y="61663"/>
                  </a:lnTo>
                  <a:lnTo>
                    <a:pt x="34202" y="65826"/>
                  </a:lnTo>
                  <a:lnTo>
                    <a:pt x="31056" y="70092"/>
                  </a:lnTo>
                  <a:lnTo>
                    <a:pt x="28047" y="74455"/>
                  </a:lnTo>
                  <a:lnTo>
                    <a:pt x="25178" y="78911"/>
                  </a:lnTo>
                  <a:lnTo>
                    <a:pt x="22451" y="83456"/>
                  </a:lnTo>
                  <a:lnTo>
                    <a:pt x="19870" y="88086"/>
                  </a:lnTo>
                  <a:lnTo>
                    <a:pt x="17437" y="92794"/>
                  </a:lnTo>
                  <a:lnTo>
                    <a:pt x="15155" y="97578"/>
                  </a:lnTo>
                  <a:lnTo>
                    <a:pt x="13025" y="102431"/>
                  </a:lnTo>
                  <a:lnTo>
                    <a:pt x="11050" y="107350"/>
                  </a:lnTo>
                  <a:lnTo>
                    <a:pt x="9233" y="112328"/>
                  </a:lnTo>
                  <a:lnTo>
                    <a:pt x="7573" y="117362"/>
                  </a:lnTo>
                  <a:lnTo>
                    <a:pt x="6075" y="122446"/>
                  </a:lnTo>
                  <a:lnTo>
                    <a:pt x="4738" y="127575"/>
                  </a:lnTo>
                  <a:lnTo>
                    <a:pt x="3565" y="132743"/>
                  </a:lnTo>
                  <a:lnTo>
                    <a:pt x="2555" y="137946"/>
                  </a:lnTo>
                  <a:lnTo>
                    <a:pt x="1712" y="143179"/>
                  </a:lnTo>
                  <a:lnTo>
                    <a:pt x="1035" y="148436"/>
                  </a:lnTo>
                  <a:lnTo>
                    <a:pt x="524" y="153711"/>
                  </a:lnTo>
                  <a:lnTo>
                    <a:pt x="181" y="159000"/>
                  </a:lnTo>
                  <a:lnTo>
                    <a:pt x="6" y="164297"/>
                  </a:lnTo>
                  <a:lnTo>
                    <a:pt x="0" y="169597"/>
                  </a:lnTo>
                  <a:lnTo>
                    <a:pt x="161" y="174895"/>
                  </a:lnTo>
                  <a:lnTo>
                    <a:pt x="489" y="180185"/>
                  </a:lnTo>
                  <a:lnTo>
                    <a:pt x="986" y="185462"/>
                  </a:lnTo>
                  <a:lnTo>
                    <a:pt x="1649" y="190720"/>
                  </a:lnTo>
                  <a:lnTo>
                    <a:pt x="2479" y="195955"/>
                  </a:lnTo>
                  <a:lnTo>
                    <a:pt x="3475" y="201161"/>
                  </a:lnTo>
                  <a:lnTo>
                    <a:pt x="4635" y="206332"/>
                  </a:lnTo>
                  <a:lnTo>
                    <a:pt x="5958" y="211465"/>
                  </a:lnTo>
                  <a:lnTo>
                    <a:pt x="7443" y="216552"/>
                  </a:lnTo>
                  <a:lnTo>
                    <a:pt x="9089" y="221590"/>
                  </a:lnTo>
                  <a:lnTo>
                    <a:pt x="10894" y="226574"/>
                  </a:lnTo>
                  <a:lnTo>
                    <a:pt x="12856" y="231497"/>
                  </a:lnTo>
                  <a:lnTo>
                    <a:pt x="14973" y="236356"/>
                  </a:lnTo>
                  <a:lnTo>
                    <a:pt x="17242" y="241146"/>
                  </a:lnTo>
                  <a:lnTo>
                    <a:pt x="19663" y="245861"/>
                  </a:lnTo>
                  <a:lnTo>
                    <a:pt x="22232" y="250497"/>
                  </a:lnTo>
                  <a:lnTo>
                    <a:pt x="24946" y="255049"/>
                  </a:lnTo>
                  <a:lnTo>
                    <a:pt x="27804" y="259513"/>
                  </a:lnTo>
                  <a:lnTo>
                    <a:pt x="30801" y="263884"/>
                  </a:lnTo>
                  <a:lnTo>
                    <a:pt x="33936" y="268158"/>
                  </a:lnTo>
                  <a:lnTo>
                    <a:pt x="37204" y="272330"/>
                  </a:lnTo>
                  <a:lnTo>
                    <a:pt x="40604" y="276397"/>
                  </a:lnTo>
                  <a:lnTo>
                    <a:pt x="44130" y="280353"/>
                  </a:lnTo>
                  <a:lnTo>
                    <a:pt x="47780" y="284196"/>
                  </a:lnTo>
                  <a:lnTo>
                    <a:pt x="51550" y="287922"/>
                  </a:lnTo>
                  <a:lnTo>
                    <a:pt x="55436" y="291526"/>
                  </a:lnTo>
                  <a:lnTo>
                    <a:pt x="59435" y="295005"/>
                  </a:lnTo>
                  <a:lnTo>
                    <a:pt x="63541" y="298355"/>
                  </a:lnTo>
                  <a:lnTo>
                    <a:pt x="67752" y="301574"/>
                  </a:lnTo>
                  <a:lnTo>
                    <a:pt x="72063" y="304657"/>
                  </a:lnTo>
                  <a:lnTo>
                    <a:pt x="76470" y="307603"/>
                  </a:lnTo>
                  <a:lnTo>
                    <a:pt x="80967" y="310407"/>
                  </a:lnTo>
                  <a:lnTo>
                    <a:pt x="85551" y="313067"/>
                  </a:lnTo>
                  <a:lnTo>
                    <a:pt x="90218" y="315580"/>
                  </a:lnTo>
                  <a:lnTo>
                    <a:pt x="94961" y="317944"/>
                  </a:lnTo>
                  <a:lnTo>
                    <a:pt x="99777" y="320157"/>
                  </a:lnTo>
                  <a:lnTo>
                    <a:pt x="104661" y="322216"/>
                  </a:lnTo>
                  <a:lnTo>
                    <a:pt x="109608" y="324119"/>
                  </a:lnTo>
                  <a:lnTo>
                    <a:pt x="114612" y="325864"/>
                  </a:lnTo>
                  <a:lnTo>
                    <a:pt x="119670" y="327450"/>
                  </a:lnTo>
                  <a:lnTo>
                    <a:pt x="124775" y="328875"/>
                  </a:lnTo>
                  <a:lnTo>
                    <a:pt x="129922" y="330137"/>
                  </a:lnTo>
                  <a:lnTo>
                    <a:pt x="135108" y="331235"/>
                  </a:lnTo>
                  <a:lnTo>
                    <a:pt x="140325" y="332168"/>
                  </a:lnTo>
                  <a:lnTo>
                    <a:pt x="145569" y="332936"/>
                  </a:lnTo>
                  <a:lnTo>
                    <a:pt x="150835" y="333536"/>
                  </a:lnTo>
                  <a:lnTo>
                    <a:pt x="156117" y="333970"/>
                  </a:lnTo>
                  <a:lnTo>
                    <a:pt x="161411" y="334236"/>
                  </a:lnTo>
                  <a:lnTo>
                    <a:pt x="166710" y="334334"/>
                  </a:lnTo>
                  <a:lnTo>
                    <a:pt x="172010" y="334264"/>
                  </a:lnTo>
                  <a:lnTo>
                    <a:pt x="177304" y="334026"/>
                  </a:lnTo>
                  <a:lnTo>
                    <a:pt x="182589" y="333620"/>
                  </a:lnTo>
                  <a:lnTo>
                    <a:pt x="187858" y="333047"/>
                  </a:lnTo>
                  <a:lnTo>
                    <a:pt x="193106" y="332307"/>
                  </a:lnTo>
                  <a:lnTo>
                    <a:pt x="198328" y="331401"/>
                  </a:lnTo>
                  <a:lnTo>
                    <a:pt x="203519" y="330330"/>
                  </a:lnTo>
                  <a:lnTo>
                    <a:pt x="208673" y="329095"/>
                  </a:lnTo>
                  <a:lnTo>
                    <a:pt x="213786" y="327697"/>
                  </a:lnTo>
                  <a:lnTo>
                    <a:pt x="218851" y="326138"/>
                  </a:lnTo>
                  <a:lnTo>
                    <a:pt x="223865" y="324419"/>
                  </a:lnTo>
                  <a:lnTo>
                    <a:pt x="228822" y="322542"/>
                  </a:lnTo>
                  <a:lnTo>
                    <a:pt x="233716" y="320509"/>
                  </a:lnTo>
                  <a:lnTo>
                    <a:pt x="238544" y="318322"/>
                  </a:lnTo>
                  <a:lnTo>
                    <a:pt x="243300" y="315982"/>
                  </a:lnTo>
                  <a:lnTo>
                    <a:pt x="247979" y="313494"/>
                  </a:lnTo>
                  <a:lnTo>
                    <a:pt x="252577" y="310858"/>
                  </a:lnTo>
                  <a:lnTo>
                    <a:pt x="257090" y="308077"/>
                  </a:lnTo>
                  <a:lnTo>
                    <a:pt x="261512" y="305155"/>
                  </a:lnTo>
                  <a:lnTo>
                    <a:pt x="265839" y="302094"/>
                  </a:lnTo>
                  <a:lnTo>
                    <a:pt x="270066" y="298898"/>
                  </a:lnTo>
                  <a:lnTo>
                    <a:pt x="274191" y="295569"/>
                  </a:lnTo>
                  <a:lnTo>
                    <a:pt x="278207" y="292111"/>
                  </a:lnTo>
                  <a:lnTo>
                    <a:pt x="282112" y="288528"/>
                  </a:lnTo>
                  <a:lnTo>
                    <a:pt x="285902" y="284822"/>
                  </a:lnTo>
                  <a:lnTo>
                    <a:pt x="289572" y="280998"/>
                  </a:lnTo>
                  <a:lnTo>
                    <a:pt x="293119" y="277060"/>
                  </a:lnTo>
                  <a:lnTo>
                    <a:pt x="296540" y="273012"/>
                  </a:lnTo>
                  <a:lnTo>
                    <a:pt x="299830" y="268857"/>
                  </a:lnTo>
                  <a:lnTo>
                    <a:pt x="302987" y="264599"/>
                  </a:lnTo>
                  <a:lnTo>
                    <a:pt x="306008" y="260244"/>
                  </a:lnTo>
                  <a:lnTo>
                    <a:pt x="308888" y="255795"/>
                  </a:lnTo>
                  <a:lnTo>
                    <a:pt x="311627" y="251257"/>
                  </a:lnTo>
                  <a:lnTo>
                    <a:pt x="314220" y="246635"/>
                  </a:lnTo>
                  <a:lnTo>
                    <a:pt x="316665" y="241933"/>
                  </a:lnTo>
                  <a:lnTo>
                    <a:pt x="318960" y="237155"/>
                  </a:lnTo>
                  <a:lnTo>
                    <a:pt x="321103" y="232307"/>
                  </a:lnTo>
                  <a:lnTo>
                    <a:pt x="323090" y="227394"/>
                  </a:lnTo>
                  <a:lnTo>
                    <a:pt x="324921" y="222420"/>
                  </a:lnTo>
                  <a:lnTo>
                    <a:pt x="326594" y="217391"/>
                  </a:lnTo>
                  <a:lnTo>
                    <a:pt x="328106" y="212311"/>
                  </a:lnTo>
                  <a:lnTo>
                    <a:pt x="329456" y="207186"/>
                  </a:lnTo>
                  <a:lnTo>
                    <a:pt x="330643" y="202020"/>
                  </a:lnTo>
                  <a:lnTo>
                    <a:pt x="331666" y="196820"/>
                  </a:lnTo>
                  <a:lnTo>
                    <a:pt x="332523" y="191590"/>
                  </a:lnTo>
                  <a:lnTo>
                    <a:pt x="333214" y="186335"/>
                  </a:lnTo>
                  <a:lnTo>
                    <a:pt x="333738" y="181061"/>
                  </a:lnTo>
                  <a:lnTo>
                    <a:pt x="334095" y="17577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6449"/>
              <a:ext cx="166945" cy="8605"/>
            </a:xfrm>
            <a:custGeom>
              <a:avLst/>
              <a:pathLst>
                <a:path w="166945" h="8605">
                  <a:moveTo>
                    <a:pt x="166945" y="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826449"/>
              <a:ext cx="166945" cy="8605"/>
            </a:xfrm>
            <a:custGeom>
              <a:avLst/>
              <a:pathLst>
                <a:path w="166945" h="8605">
                  <a:moveTo>
                    <a:pt x="166945" y="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743487"/>
              <a:ext cx="167146" cy="91567"/>
            </a:xfrm>
            <a:custGeom>
              <a:avLst/>
              <a:pathLst>
                <a:path w="167146" h="91567">
                  <a:moveTo>
                    <a:pt x="166945" y="91567"/>
                  </a:moveTo>
                  <a:lnTo>
                    <a:pt x="167140" y="85957"/>
                  </a:lnTo>
                  <a:lnTo>
                    <a:pt x="167146" y="80345"/>
                  </a:lnTo>
                  <a:lnTo>
                    <a:pt x="166964" y="74735"/>
                  </a:lnTo>
                  <a:lnTo>
                    <a:pt x="166594" y="69134"/>
                  </a:lnTo>
                  <a:lnTo>
                    <a:pt x="166036" y="63550"/>
                  </a:lnTo>
                  <a:lnTo>
                    <a:pt x="165291" y="57986"/>
                  </a:lnTo>
                  <a:lnTo>
                    <a:pt x="164359" y="52452"/>
                  </a:lnTo>
                  <a:lnTo>
                    <a:pt x="163242" y="46951"/>
                  </a:lnTo>
                  <a:lnTo>
                    <a:pt x="161941" y="41491"/>
                  </a:lnTo>
                  <a:lnTo>
                    <a:pt x="160458" y="36078"/>
                  </a:lnTo>
                  <a:lnTo>
                    <a:pt x="158794" y="30718"/>
                  </a:lnTo>
                  <a:lnTo>
                    <a:pt x="156950" y="25417"/>
                  </a:lnTo>
                  <a:lnTo>
                    <a:pt x="154930" y="20180"/>
                  </a:lnTo>
                  <a:lnTo>
                    <a:pt x="152735" y="15014"/>
                  </a:lnTo>
                  <a:lnTo>
                    <a:pt x="150368" y="9925"/>
                  </a:lnTo>
                  <a:lnTo>
                    <a:pt x="147831" y="4918"/>
                  </a:lnTo>
                  <a:lnTo>
                    <a:pt x="145128" y="0"/>
                  </a:lnTo>
                  <a:lnTo>
                    <a:pt x="0" y="829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145128" cy="167167"/>
            </a:xfrm>
            <a:custGeom>
              <a:avLst/>
              <a:pathLst>
                <a:path w="145128" h="167167">
                  <a:moveTo>
                    <a:pt x="145128" y="84205"/>
                  </a:moveTo>
                  <a:lnTo>
                    <a:pt x="142324" y="79482"/>
                  </a:lnTo>
                  <a:lnTo>
                    <a:pt x="139367" y="74854"/>
                  </a:lnTo>
                  <a:lnTo>
                    <a:pt x="136259" y="70325"/>
                  </a:lnTo>
                  <a:lnTo>
                    <a:pt x="133004" y="65901"/>
                  </a:lnTo>
                  <a:lnTo>
                    <a:pt x="129605" y="61586"/>
                  </a:lnTo>
                  <a:lnTo>
                    <a:pt x="126066" y="57385"/>
                  </a:lnTo>
                  <a:lnTo>
                    <a:pt x="122391" y="53302"/>
                  </a:lnTo>
                  <a:lnTo>
                    <a:pt x="118585" y="49343"/>
                  </a:lnTo>
                  <a:lnTo>
                    <a:pt x="114650" y="45511"/>
                  </a:lnTo>
                  <a:lnTo>
                    <a:pt x="110591" y="41810"/>
                  </a:lnTo>
                  <a:lnTo>
                    <a:pt x="106413" y="38244"/>
                  </a:lnTo>
                  <a:lnTo>
                    <a:pt x="102120" y="34818"/>
                  </a:lnTo>
                  <a:lnTo>
                    <a:pt x="97717" y="31534"/>
                  </a:lnTo>
                  <a:lnTo>
                    <a:pt x="93208" y="28397"/>
                  </a:lnTo>
                  <a:lnTo>
                    <a:pt x="88599" y="25410"/>
                  </a:lnTo>
                  <a:lnTo>
                    <a:pt x="83894" y="22575"/>
                  </a:lnTo>
                  <a:lnTo>
                    <a:pt x="79098" y="19897"/>
                  </a:lnTo>
                  <a:lnTo>
                    <a:pt x="74217" y="17378"/>
                  </a:lnTo>
                  <a:lnTo>
                    <a:pt x="69256" y="15021"/>
                  </a:lnTo>
                  <a:lnTo>
                    <a:pt x="64220" y="12828"/>
                  </a:lnTo>
                  <a:lnTo>
                    <a:pt x="59115" y="10801"/>
                  </a:lnTo>
                  <a:lnTo>
                    <a:pt x="53946" y="8943"/>
                  </a:lnTo>
                  <a:lnTo>
                    <a:pt x="48719" y="7256"/>
                  </a:lnTo>
                  <a:lnTo>
                    <a:pt x="43439" y="5742"/>
                  </a:lnTo>
                  <a:lnTo>
                    <a:pt x="38112" y="4402"/>
                  </a:lnTo>
                  <a:lnTo>
                    <a:pt x="32744" y="3238"/>
                  </a:lnTo>
                  <a:lnTo>
                    <a:pt x="27341" y="2251"/>
                  </a:lnTo>
                  <a:lnTo>
                    <a:pt x="21908" y="1441"/>
                  </a:lnTo>
                  <a:lnTo>
                    <a:pt x="16452" y="811"/>
                  </a:lnTo>
                  <a:lnTo>
                    <a:pt x="10978" y="360"/>
                  </a:lnTo>
                  <a:lnTo>
                    <a:pt x="549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61316" y="4213821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8" y="334"/>
                  </a:lnTo>
                  <a:lnTo>
                    <a:pt x="151303" y="753"/>
                  </a:lnTo>
                  <a:lnTo>
                    <a:pt x="146044" y="1338"/>
                  </a:lnTo>
                  <a:lnTo>
                    <a:pt x="140806" y="2089"/>
                  </a:lnTo>
                  <a:lnTo>
                    <a:pt x="135595" y="3006"/>
                  </a:lnTo>
                  <a:lnTo>
                    <a:pt x="130415" y="4087"/>
                  </a:lnTo>
                  <a:lnTo>
                    <a:pt x="125272" y="5331"/>
                  </a:lnTo>
                  <a:lnTo>
                    <a:pt x="120171" y="6738"/>
                  </a:lnTo>
                  <a:lnTo>
                    <a:pt x="115117" y="8306"/>
                  </a:lnTo>
                  <a:lnTo>
                    <a:pt x="110115" y="10032"/>
                  </a:lnTo>
                  <a:lnTo>
                    <a:pt x="105170" y="11916"/>
                  </a:lnTo>
                  <a:lnTo>
                    <a:pt x="100287" y="13956"/>
                  </a:lnTo>
                  <a:lnTo>
                    <a:pt x="95471" y="16149"/>
                  </a:lnTo>
                  <a:lnTo>
                    <a:pt x="90728" y="18493"/>
                  </a:lnTo>
                  <a:lnTo>
                    <a:pt x="86060" y="20987"/>
                  </a:lnTo>
                  <a:lnTo>
                    <a:pt x="81474" y="23627"/>
                  </a:lnTo>
                  <a:lnTo>
                    <a:pt x="76974" y="26411"/>
                  </a:lnTo>
                  <a:lnTo>
                    <a:pt x="72564" y="29335"/>
                  </a:lnTo>
                  <a:lnTo>
                    <a:pt x="68249" y="32398"/>
                  </a:lnTo>
                  <a:lnTo>
                    <a:pt x="64033" y="35596"/>
                  </a:lnTo>
                  <a:lnTo>
                    <a:pt x="59921" y="38926"/>
                  </a:lnTo>
                  <a:lnTo>
                    <a:pt x="55916" y="42384"/>
                  </a:lnTo>
                  <a:lnTo>
                    <a:pt x="52022" y="45967"/>
                  </a:lnTo>
                  <a:lnTo>
                    <a:pt x="48244" y="49672"/>
                  </a:lnTo>
                  <a:lnTo>
                    <a:pt x="44584" y="53494"/>
                  </a:lnTo>
                  <a:lnTo>
                    <a:pt x="41048" y="57431"/>
                  </a:lnTo>
                  <a:lnTo>
                    <a:pt x="37638" y="61477"/>
                  </a:lnTo>
                  <a:lnTo>
                    <a:pt x="34358" y="65629"/>
                  </a:lnTo>
                  <a:lnTo>
                    <a:pt x="31211" y="69883"/>
                  </a:lnTo>
                  <a:lnTo>
                    <a:pt x="28200" y="74235"/>
                  </a:lnTo>
                  <a:lnTo>
                    <a:pt x="25328" y="78679"/>
                  </a:lnTo>
                  <a:lnTo>
                    <a:pt x="22598" y="83212"/>
                  </a:lnTo>
                  <a:lnTo>
                    <a:pt x="20014" y="87830"/>
                  </a:lnTo>
                  <a:lnTo>
                    <a:pt x="17576" y="92526"/>
                  </a:lnTo>
                  <a:lnTo>
                    <a:pt x="15289" y="97298"/>
                  </a:lnTo>
                  <a:lnTo>
                    <a:pt x="13154" y="102140"/>
                  </a:lnTo>
                  <a:lnTo>
                    <a:pt x="11173" y="107046"/>
                  </a:lnTo>
                  <a:lnTo>
                    <a:pt x="9348" y="112013"/>
                  </a:lnTo>
                  <a:lnTo>
                    <a:pt x="7681" y="117036"/>
                  </a:lnTo>
                  <a:lnTo>
                    <a:pt x="6175" y="122108"/>
                  </a:lnTo>
                  <a:lnTo>
                    <a:pt x="4829" y="127226"/>
                  </a:lnTo>
                  <a:lnTo>
                    <a:pt x="3646" y="132384"/>
                  </a:lnTo>
                  <a:lnTo>
                    <a:pt x="2627" y="137576"/>
                  </a:lnTo>
                  <a:lnTo>
                    <a:pt x="1773" y="142798"/>
                  </a:lnTo>
                  <a:lnTo>
                    <a:pt x="1085" y="148045"/>
                  </a:lnTo>
                  <a:lnTo>
                    <a:pt x="563" y="153311"/>
                  </a:lnTo>
                  <a:lnTo>
                    <a:pt x="208" y="158590"/>
                  </a:lnTo>
                  <a:lnTo>
                    <a:pt x="20" y="163878"/>
                  </a:lnTo>
                  <a:lnTo>
                    <a:pt x="0" y="169170"/>
                  </a:lnTo>
                  <a:lnTo>
                    <a:pt x="147" y="174459"/>
                  </a:lnTo>
                  <a:lnTo>
                    <a:pt x="461" y="179742"/>
                  </a:lnTo>
                  <a:lnTo>
                    <a:pt x="943" y="185011"/>
                  </a:lnTo>
                  <a:lnTo>
                    <a:pt x="1591" y="190263"/>
                  </a:lnTo>
                  <a:lnTo>
                    <a:pt x="2405" y="195492"/>
                  </a:lnTo>
                  <a:lnTo>
                    <a:pt x="3384" y="200692"/>
                  </a:lnTo>
                  <a:lnTo>
                    <a:pt x="4527" y="205858"/>
                  </a:lnTo>
                  <a:lnTo>
                    <a:pt x="5833" y="210986"/>
                  </a:lnTo>
                  <a:lnTo>
                    <a:pt x="7301" y="216070"/>
                  </a:lnTo>
                  <a:lnTo>
                    <a:pt x="8928" y="221105"/>
                  </a:lnTo>
                  <a:lnTo>
                    <a:pt x="10715" y="226086"/>
                  </a:lnTo>
                  <a:lnTo>
                    <a:pt x="12658" y="231008"/>
                  </a:lnTo>
                  <a:lnTo>
                    <a:pt x="14756" y="235866"/>
                  </a:lnTo>
                  <a:lnTo>
                    <a:pt x="17007" y="240655"/>
                  </a:lnTo>
                  <a:lnTo>
                    <a:pt x="19408" y="245370"/>
                  </a:lnTo>
                  <a:lnTo>
                    <a:pt x="21957" y="250007"/>
                  </a:lnTo>
                  <a:lnTo>
                    <a:pt x="24652" y="254561"/>
                  </a:lnTo>
                  <a:lnTo>
                    <a:pt x="27489" y="259028"/>
                  </a:lnTo>
                  <a:lnTo>
                    <a:pt x="30467" y="263402"/>
                  </a:lnTo>
                  <a:lnTo>
                    <a:pt x="33581" y="267680"/>
                  </a:lnTo>
                  <a:lnTo>
                    <a:pt x="36829" y="271858"/>
                  </a:lnTo>
                  <a:lnTo>
                    <a:pt x="40208" y="275930"/>
                  </a:lnTo>
                  <a:lnTo>
                    <a:pt x="43714" y="279893"/>
                  </a:lnTo>
                  <a:lnTo>
                    <a:pt x="47344" y="283744"/>
                  </a:lnTo>
                  <a:lnTo>
                    <a:pt x="51093" y="287478"/>
                  </a:lnTo>
                  <a:lnTo>
                    <a:pt x="54959" y="291091"/>
                  </a:lnTo>
                  <a:lnTo>
                    <a:pt x="58938" y="294580"/>
                  </a:lnTo>
                  <a:lnTo>
                    <a:pt x="63025" y="297941"/>
                  </a:lnTo>
                  <a:lnTo>
                    <a:pt x="67216" y="301171"/>
                  </a:lnTo>
                  <a:lnTo>
                    <a:pt x="71507" y="304267"/>
                  </a:lnTo>
                  <a:lnTo>
                    <a:pt x="75894" y="307226"/>
                  </a:lnTo>
                  <a:lnTo>
                    <a:pt x="80373" y="310044"/>
                  </a:lnTo>
                  <a:lnTo>
                    <a:pt x="84938" y="312719"/>
                  </a:lnTo>
                  <a:lnTo>
                    <a:pt x="89586" y="315248"/>
                  </a:lnTo>
                  <a:lnTo>
                    <a:pt x="94312" y="317629"/>
                  </a:lnTo>
                  <a:lnTo>
                    <a:pt x="99111" y="319859"/>
                  </a:lnTo>
                  <a:lnTo>
                    <a:pt x="103978" y="321936"/>
                  </a:lnTo>
                  <a:lnTo>
                    <a:pt x="108908" y="323858"/>
                  </a:lnTo>
                  <a:lnTo>
                    <a:pt x="113896" y="325623"/>
                  </a:lnTo>
                  <a:lnTo>
                    <a:pt x="118938" y="327230"/>
                  </a:lnTo>
                  <a:lnTo>
                    <a:pt x="124028" y="328676"/>
                  </a:lnTo>
                  <a:lnTo>
                    <a:pt x="129162" y="329960"/>
                  </a:lnTo>
                  <a:lnTo>
                    <a:pt x="134333" y="331081"/>
                  </a:lnTo>
                  <a:lnTo>
                    <a:pt x="139538" y="332037"/>
                  </a:lnTo>
                  <a:lnTo>
                    <a:pt x="144770" y="332829"/>
                  </a:lnTo>
                  <a:lnTo>
                    <a:pt x="150024" y="333454"/>
                  </a:lnTo>
                  <a:lnTo>
                    <a:pt x="155296" y="333913"/>
                  </a:lnTo>
                  <a:lnTo>
                    <a:pt x="160579" y="334205"/>
                  </a:lnTo>
                  <a:lnTo>
                    <a:pt x="165869" y="334329"/>
                  </a:lnTo>
                  <a:lnTo>
                    <a:pt x="171161" y="334286"/>
                  </a:lnTo>
                  <a:lnTo>
                    <a:pt x="176448" y="334076"/>
                  </a:lnTo>
                  <a:lnTo>
                    <a:pt x="181726" y="333698"/>
                  </a:lnTo>
                  <a:lnTo>
                    <a:pt x="186990" y="333154"/>
                  </a:lnTo>
                  <a:lnTo>
                    <a:pt x="192233" y="332443"/>
                  </a:lnTo>
                  <a:lnTo>
                    <a:pt x="197452" y="331566"/>
                  </a:lnTo>
                  <a:lnTo>
                    <a:pt x="202640" y="330525"/>
                  </a:lnTo>
                  <a:lnTo>
                    <a:pt x="207792" y="329320"/>
                  </a:lnTo>
                  <a:lnTo>
                    <a:pt x="212904" y="327952"/>
                  </a:lnTo>
                  <a:lnTo>
                    <a:pt x="217970" y="326424"/>
                  </a:lnTo>
                  <a:lnTo>
                    <a:pt x="222985" y="324736"/>
                  </a:lnTo>
                  <a:lnTo>
                    <a:pt x="227944" y="322890"/>
                  </a:lnTo>
                  <a:lnTo>
                    <a:pt x="232843" y="320888"/>
                  </a:lnTo>
                  <a:lnTo>
                    <a:pt x="237675" y="318732"/>
                  </a:lnTo>
                  <a:lnTo>
                    <a:pt x="242437" y="316424"/>
                  </a:lnTo>
                  <a:lnTo>
                    <a:pt x="247123" y="313966"/>
                  </a:lnTo>
                  <a:lnTo>
                    <a:pt x="251729" y="311362"/>
                  </a:lnTo>
                  <a:lnTo>
                    <a:pt x="256251" y="308613"/>
                  </a:lnTo>
                  <a:lnTo>
                    <a:pt x="260683" y="305722"/>
                  </a:lnTo>
                  <a:lnTo>
                    <a:pt x="265021" y="302692"/>
                  </a:lnTo>
                  <a:lnTo>
                    <a:pt x="269262" y="299527"/>
                  </a:lnTo>
                  <a:lnTo>
                    <a:pt x="273400" y="296229"/>
                  </a:lnTo>
                  <a:lnTo>
                    <a:pt x="277431" y="292802"/>
                  </a:lnTo>
                  <a:lnTo>
                    <a:pt x="281352" y="289248"/>
                  </a:lnTo>
                  <a:lnTo>
                    <a:pt x="285159" y="285573"/>
                  </a:lnTo>
                  <a:lnTo>
                    <a:pt x="288848" y="281779"/>
                  </a:lnTo>
                  <a:lnTo>
                    <a:pt x="292414" y="277870"/>
                  </a:lnTo>
                  <a:lnTo>
                    <a:pt x="295855" y="273850"/>
                  </a:lnTo>
                  <a:lnTo>
                    <a:pt x="299167" y="269723"/>
                  </a:lnTo>
                  <a:lnTo>
                    <a:pt x="302347" y="265493"/>
                  </a:lnTo>
                  <a:lnTo>
                    <a:pt x="305391" y="261165"/>
                  </a:lnTo>
                  <a:lnTo>
                    <a:pt x="308297" y="256743"/>
                  </a:lnTo>
                  <a:lnTo>
                    <a:pt x="311062" y="252231"/>
                  </a:lnTo>
                  <a:lnTo>
                    <a:pt x="313682" y="247633"/>
                  </a:lnTo>
                  <a:lnTo>
                    <a:pt x="316155" y="242956"/>
                  </a:lnTo>
                  <a:lnTo>
                    <a:pt x="318479" y="238202"/>
                  </a:lnTo>
                  <a:lnTo>
                    <a:pt x="320652" y="233377"/>
                  </a:lnTo>
                  <a:lnTo>
                    <a:pt x="322670" y="228485"/>
                  </a:lnTo>
                  <a:lnTo>
                    <a:pt x="324533" y="223532"/>
                  </a:lnTo>
                  <a:lnTo>
                    <a:pt x="326238" y="218523"/>
                  </a:lnTo>
                  <a:lnTo>
                    <a:pt x="327784" y="213462"/>
                  </a:lnTo>
                  <a:lnTo>
                    <a:pt x="329169" y="208355"/>
                  </a:lnTo>
                  <a:lnTo>
                    <a:pt x="330391" y="203207"/>
                  </a:lnTo>
                  <a:lnTo>
                    <a:pt x="331450" y="198022"/>
                  </a:lnTo>
                  <a:lnTo>
                    <a:pt x="332344" y="192807"/>
                  </a:lnTo>
                  <a:lnTo>
                    <a:pt x="333073" y="187566"/>
                  </a:lnTo>
                  <a:lnTo>
                    <a:pt x="333636" y="182304"/>
                  </a:lnTo>
                  <a:lnTo>
                    <a:pt x="334031" y="177027"/>
                  </a:lnTo>
                  <a:lnTo>
                    <a:pt x="334260" y="171741"/>
                  </a:lnTo>
                  <a:lnTo>
                    <a:pt x="334321" y="16644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380271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88862"/>
              <a:ext cx="167165" cy="92126"/>
            </a:xfrm>
            <a:custGeom>
              <a:avLst/>
              <a:pathLst>
                <a:path w="167165" h="92126">
                  <a:moveTo>
                    <a:pt x="167165" y="91408"/>
                  </a:moveTo>
                  <a:lnTo>
                    <a:pt x="167044" y="85712"/>
                  </a:lnTo>
                  <a:lnTo>
                    <a:pt x="166728" y="80024"/>
                  </a:lnTo>
                  <a:lnTo>
                    <a:pt x="166219" y="74350"/>
                  </a:lnTo>
                  <a:lnTo>
                    <a:pt x="165517" y="68696"/>
                  </a:lnTo>
                  <a:lnTo>
                    <a:pt x="164622" y="63070"/>
                  </a:lnTo>
                  <a:lnTo>
                    <a:pt x="163537" y="57477"/>
                  </a:lnTo>
                  <a:lnTo>
                    <a:pt x="162261" y="51925"/>
                  </a:lnTo>
                  <a:lnTo>
                    <a:pt x="160797" y="46419"/>
                  </a:lnTo>
                  <a:lnTo>
                    <a:pt x="159146" y="40966"/>
                  </a:lnTo>
                  <a:lnTo>
                    <a:pt x="157310" y="35573"/>
                  </a:lnTo>
                  <a:lnTo>
                    <a:pt x="155292" y="30245"/>
                  </a:lnTo>
                  <a:lnTo>
                    <a:pt x="153093" y="24990"/>
                  </a:lnTo>
                  <a:lnTo>
                    <a:pt x="150717" y="19812"/>
                  </a:lnTo>
                  <a:lnTo>
                    <a:pt x="148165" y="14718"/>
                  </a:lnTo>
                  <a:lnTo>
                    <a:pt x="145441" y="9714"/>
                  </a:lnTo>
                  <a:lnTo>
                    <a:pt x="142549" y="4806"/>
                  </a:lnTo>
                  <a:lnTo>
                    <a:pt x="139490" y="0"/>
                  </a:lnTo>
                  <a:lnTo>
                    <a:pt x="0" y="92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139490" cy="167167"/>
            </a:xfrm>
            <a:custGeom>
              <a:avLst/>
              <a:pathLst>
                <a:path w="139490" h="167167">
                  <a:moveTo>
                    <a:pt x="139490" y="75041"/>
                  </a:moveTo>
                  <a:lnTo>
                    <a:pt x="136384" y="70502"/>
                  </a:lnTo>
                  <a:lnTo>
                    <a:pt x="133130" y="66067"/>
                  </a:lnTo>
                  <a:lnTo>
                    <a:pt x="129732" y="61742"/>
                  </a:lnTo>
                  <a:lnTo>
                    <a:pt x="126194" y="57531"/>
                  </a:lnTo>
                  <a:lnTo>
                    <a:pt x="122519" y="53439"/>
                  </a:lnTo>
                  <a:lnTo>
                    <a:pt x="118711" y="49470"/>
                  </a:lnTo>
                  <a:lnTo>
                    <a:pt x="114775" y="45628"/>
                  </a:lnTo>
                  <a:lnTo>
                    <a:pt x="110714" y="41918"/>
                  </a:lnTo>
                  <a:lnTo>
                    <a:pt x="106534" y="38344"/>
                  </a:lnTo>
                  <a:lnTo>
                    <a:pt x="102238" y="34909"/>
                  </a:lnTo>
                  <a:lnTo>
                    <a:pt x="97832" y="31617"/>
                  </a:lnTo>
                  <a:lnTo>
                    <a:pt x="93320" y="28472"/>
                  </a:lnTo>
                  <a:lnTo>
                    <a:pt x="88706" y="25477"/>
                  </a:lnTo>
                  <a:lnTo>
                    <a:pt x="83997" y="22635"/>
                  </a:lnTo>
                  <a:lnTo>
                    <a:pt x="79197" y="19950"/>
                  </a:lnTo>
                  <a:lnTo>
                    <a:pt x="74311" y="17425"/>
                  </a:lnTo>
                  <a:lnTo>
                    <a:pt x="69344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7"/>
                  </a:lnTo>
                  <a:lnTo>
                    <a:pt x="48783" y="7276"/>
                  </a:lnTo>
                  <a:lnTo>
                    <a:pt x="43497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751847" y="3707720"/>
              <a:ext cx="202060" cy="334320"/>
            </a:xfrm>
            <a:custGeom>
              <a:avLst/>
              <a:pathLst>
                <a:path w="202060" h="334320">
                  <a:moveTo>
                    <a:pt x="167163" y="0"/>
                  </a:moveTo>
                  <a:lnTo>
                    <a:pt x="161828" y="85"/>
                  </a:lnTo>
                  <a:lnTo>
                    <a:pt x="156498" y="340"/>
                  </a:lnTo>
                  <a:lnTo>
                    <a:pt x="151178" y="766"/>
                  </a:lnTo>
                  <a:lnTo>
                    <a:pt x="145875" y="1360"/>
                  </a:lnTo>
                  <a:lnTo>
                    <a:pt x="140594" y="2124"/>
                  </a:lnTo>
                  <a:lnTo>
                    <a:pt x="135340" y="3057"/>
                  </a:lnTo>
                  <a:lnTo>
                    <a:pt x="130118" y="4156"/>
                  </a:lnTo>
                  <a:lnTo>
                    <a:pt x="124934" y="5421"/>
                  </a:lnTo>
                  <a:lnTo>
                    <a:pt x="119793" y="6852"/>
                  </a:lnTo>
                  <a:lnTo>
                    <a:pt x="114701" y="8445"/>
                  </a:lnTo>
                  <a:lnTo>
                    <a:pt x="109661" y="10200"/>
                  </a:lnTo>
                  <a:lnTo>
                    <a:pt x="104681" y="12116"/>
                  </a:lnTo>
                  <a:lnTo>
                    <a:pt x="99764" y="14189"/>
                  </a:lnTo>
                  <a:lnTo>
                    <a:pt x="94915" y="16418"/>
                  </a:lnTo>
                  <a:lnTo>
                    <a:pt x="90141" y="18801"/>
                  </a:lnTo>
                  <a:lnTo>
                    <a:pt x="85445" y="21335"/>
                  </a:lnTo>
                  <a:lnTo>
                    <a:pt x="80832" y="24017"/>
                  </a:lnTo>
                  <a:lnTo>
                    <a:pt x="76307" y="26846"/>
                  </a:lnTo>
                  <a:lnTo>
                    <a:pt x="71874" y="29817"/>
                  </a:lnTo>
                  <a:lnTo>
                    <a:pt x="67539" y="32929"/>
                  </a:lnTo>
                  <a:lnTo>
                    <a:pt x="63305" y="36177"/>
                  </a:lnTo>
                  <a:lnTo>
                    <a:pt x="59177" y="39558"/>
                  </a:lnTo>
                  <a:lnTo>
                    <a:pt x="55159" y="43070"/>
                  </a:lnTo>
                  <a:lnTo>
                    <a:pt x="51256" y="46708"/>
                  </a:lnTo>
                  <a:lnTo>
                    <a:pt x="47470" y="50469"/>
                  </a:lnTo>
                  <a:lnTo>
                    <a:pt x="43806" y="54349"/>
                  </a:lnTo>
                  <a:lnTo>
                    <a:pt x="40268" y="58343"/>
                  </a:lnTo>
                  <a:lnTo>
                    <a:pt x="36859" y="62449"/>
                  </a:lnTo>
                  <a:lnTo>
                    <a:pt x="33583" y="66661"/>
                  </a:lnTo>
                  <a:lnTo>
                    <a:pt x="30444" y="70976"/>
                  </a:lnTo>
                  <a:lnTo>
                    <a:pt x="27443" y="75389"/>
                  </a:lnTo>
                  <a:lnTo>
                    <a:pt x="24585" y="79895"/>
                  </a:lnTo>
                  <a:lnTo>
                    <a:pt x="21872" y="84490"/>
                  </a:lnTo>
                  <a:lnTo>
                    <a:pt x="19307" y="89170"/>
                  </a:lnTo>
                  <a:lnTo>
                    <a:pt x="16893" y="93929"/>
                  </a:lnTo>
                  <a:lnTo>
                    <a:pt x="14632" y="98762"/>
                  </a:lnTo>
                  <a:lnTo>
                    <a:pt x="12527" y="103665"/>
                  </a:lnTo>
                  <a:lnTo>
                    <a:pt x="10579" y="108633"/>
                  </a:lnTo>
                  <a:lnTo>
                    <a:pt x="8790" y="113661"/>
                  </a:lnTo>
                  <a:lnTo>
                    <a:pt x="7163" y="118743"/>
                  </a:lnTo>
                  <a:lnTo>
                    <a:pt x="5699" y="123874"/>
                  </a:lnTo>
                  <a:lnTo>
                    <a:pt x="4400" y="129050"/>
                  </a:lnTo>
                  <a:lnTo>
                    <a:pt x="3266" y="134264"/>
                  </a:lnTo>
                  <a:lnTo>
                    <a:pt x="2299" y="139512"/>
                  </a:lnTo>
                  <a:lnTo>
                    <a:pt x="1501" y="144788"/>
                  </a:lnTo>
                  <a:lnTo>
                    <a:pt x="871" y="150087"/>
                  </a:lnTo>
                  <a:lnTo>
                    <a:pt x="410" y="155404"/>
                  </a:lnTo>
                  <a:lnTo>
                    <a:pt x="120" y="160732"/>
                  </a:lnTo>
                  <a:lnTo>
                    <a:pt x="0" y="166067"/>
                  </a:lnTo>
                  <a:lnTo>
                    <a:pt x="50" y="171403"/>
                  </a:lnTo>
                  <a:lnTo>
                    <a:pt x="270" y="176735"/>
                  </a:lnTo>
                  <a:lnTo>
                    <a:pt x="660" y="182056"/>
                  </a:lnTo>
                  <a:lnTo>
                    <a:pt x="1220" y="187363"/>
                  </a:lnTo>
                  <a:lnTo>
                    <a:pt x="1950" y="192649"/>
                  </a:lnTo>
                  <a:lnTo>
                    <a:pt x="2847" y="197910"/>
                  </a:lnTo>
                  <a:lnTo>
                    <a:pt x="3912" y="203138"/>
                  </a:lnTo>
                  <a:lnTo>
                    <a:pt x="5143" y="208331"/>
                  </a:lnTo>
                  <a:lnTo>
                    <a:pt x="6540" y="213481"/>
                  </a:lnTo>
                  <a:lnTo>
                    <a:pt x="8100" y="218584"/>
                  </a:lnTo>
                  <a:lnTo>
                    <a:pt x="9822" y="223635"/>
                  </a:lnTo>
                  <a:lnTo>
                    <a:pt x="11704" y="228628"/>
                  </a:lnTo>
                  <a:lnTo>
                    <a:pt x="13745" y="233558"/>
                  </a:lnTo>
                  <a:lnTo>
                    <a:pt x="15942" y="238421"/>
                  </a:lnTo>
                  <a:lnTo>
                    <a:pt x="18294" y="243212"/>
                  </a:lnTo>
                  <a:lnTo>
                    <a:pt x="20797" y="247924"/>
                  </a:lnTo>
                  <a:lnTo>
                    <a:pt x="23449" y="252555"/>
                  </a:lnTo>
                  <a:lnTo>
                    <a:pt x="26247" y="257098"/>
                  </a:lnTo>
                  <a:lnTo>
                    <a:pt x="29190" y="261550"/>
                  </a:lnTo>
                  <a:lnTo>
                    <a:pt x="32272" y="265906"/>
                  </a:lnTo>
                  <a:lnTo>
                    <a:pt x="35492" y="270161"/>
                  </a:lnTo>
                  <a:lnTo>
                    <a:pt x="38847" y="274311"/>
                  </a:lnTo>
                  <a:lnTo>
                    <a:pt x="42332" y="278352"/>
                  </a:lnTo>
                  <a:lnTo>
                    <a:pt x="45944" y="282280"/>
                  </a:lnTo>
                  <a:lnTo>
                    <a:pt x="49680" y="286090"/>
                  </a:lnTo>
                  <a:lnTo>
                    <a:pt x="53536" y="289779"/>
                  </a:lnTo>
                  <a:lnTo>
                    <a:pt x="57507" y="293343"/>
                  </a:lnTo>
                  <a:lnTo>
                    <a:pt x="61590" y="296779"/>
                  </a:lnTo>
                  <a:lnTo>
                    <a:pt x="65781" y="300082"/>
                  </a:lnTo>
                  <a:lnTo>
                    <a:pt x="70075" y="303251"/>
                  </a:lnTo>
                  <a:lnTo>
                    <a:pt x="74468" y="306280"/>
                  </a:lnTo>
                  <a:lnTo>
                    <a:pt x="78955" y="309168"/>
                  </a:lnTo>
                  <a:lnTo>
                    <a:pt x="83532" y="311911"/>
                  </a:lnTo>
                  <a:lnTo>
                    <a:pt x="88195" y="314506"/>
                  </a:lnTo>
                  <a:lnTo>
                    <a:pt x="92938" y="316952"/>
                  </a:lnTo>
                  <a:lnTo>
                    <a:pt x="97756" y="319245"/>
                  </a:lnTo>
                  <a:lnTo>
                    <a:pt x="102645" y="321382"/>
                  </a:lnTo>
                  <a:lnTo>
                    <a:pt x="107600" y="323363"/>
                  </a:lnTo>
                  <a:lnTo>
                    <a:pt x="112616" y="325185"/>
                  </a:lnTo>
                  <a:lnTo>
                    <a:pt x="117687" y="326845"/>
                  </a:lnTo>
                  <a:lnTo>
                    <a:pt x="122809" y="328343"/>
                  </a:lnTo>
                  <a:lnTo>
                    <a:pt x="127976" y="329676"/>
                  </a:lnTo>
                  <a:lnTo>
                    <a:pt x="133183" y="330844"/>
                  </a:lnTo>
                  <a:lnTo>
                    <a:pt x="138424" y="331846"/>
                  </a:lnTo>
                  <a:lnTo>
                    <a:pt x="143695" y="332679"/>
                  </a:lnTo>
                  <a:lnTo>
                    <a:pt x="148990" y="333344"/>
                  </a:lnTo>
                  <a:lnTo>
                    <a:pt x="154303" y="333839"/>
                  </a:lnTo>
                  <a:lnTo>
                    <a:pt x="159629" y="334165"/>
                  </a:lnTo>
                  <a:lnTo>
                    <a:pt x="164963" y="334320"/>
                  </a:lnTo>
                  <a:lnTo>
                    <a:pt x="170299" y="334305"/>
                  </a:lnTo>
                  <a:lnTo>
                    <a:pt x="175632" y="334120"/>
                  </a:lnTo>
                  <a:lnTo>
                    <a:pt x="180957" y="333764"/>
                  </a:lnTo>
                  <a:lnTo>
                    <a:pt x="186267" y="333239"/>
                  </a:lnTo>
                  <a:lnTo>
                    <a:pt x="191558" y="332545"/>
                  </a:lnTo>
                  <a:lnTo>
                    <a:pt x="196824" y="331682"/>
                  </a:lnTo>
                  <a:lnTo>
                    <a:pt x="202060" y="33065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8465"/>
              <a:ext cx="167158" cy="329907"/>
            </a:xfrm>
            <a:custGeom>
              <a:avLst/>
              <a:pathLst>
                <a:path w="167158" h="329907">
                  <a:moveTo>
                    <a:pt x="34896" y="329907"/>
                  </a:moveTo>
                  <a:lnTo>
                    <a:pt x="40088" y="328712"/>
                  </a:lnTo>
                  <a:lnTo>
                    <a:pt x="45240" y="327352"/>
                  </a:lnTo>
                  <a:lnTo>
                    <a:pt x="50346" y="325828"/>
                  </a:lnTo>
                  <a:lnTo>
                    <a:pt x="55401" y="324143"/>
                  </a:lnTo>
                  <a:lnTo>
                    <a:pt x="60399" y="322297"/>
                  </a:lnTo>
                  <a:lnTo>
                    <a:pt x="65336" y="320293"/>
                  </a:lnTo>
                  <a:lnTo>
                    <a:pt x="70206" y="318132"/>
                  </a:lnTo>
                  <a:lnTo>
                    <a:pt x="75006" y="315818"/>
                  </a:lnTo>
                  <a:lnTo>
                    <a:pt x="79729" y="313352"/>
                  </a:lnTo>
                  <a:lnTo>
                    <a:pt x="84371" y="310736"/>
                  </a:lnTo>
                  <a:lnTo>
                    <a:pt x="88927" y="307974"/>
                  </a:lnTo>
                  <a:lnTo>
                    <a:pt x="93393" y="305068"/>
                  </a:lnTo>
                  <a:lnTo>
                    <a:pt x="97764" y="302021"/>
                  </a:lnTo>
                  <a:lnTo>
                    <a:pt x="102036" y="298836"/>
                  </a:lnTo>
                  <a:lnTo>
                    <a:pt x="106204" y="295517"/>
                  </a:lnTo>
                  <a:lnTo>
                    <a:pt x="110265" y="292067"/>
                  </a:lnTo>
                  <a:lnTo>
                    <a:pt x="114213" y="288489"/>
                  </a:lnTo>
                  <a:lnTo>
                    <a:pt x="118045" y="284787"/>
                  </a:lnTo>
                  <a:lnTo>
                    <a:pt x="121757" y="280965"/>
                  </a:lnTo>
                  <a:lnTo>
                    <a:pt x="125346" y="277026"/>
                  </a:lnTo>
                  <a:lnTo>
                    <a:pt x="128807" y="272975"/>
                  </a:lnTo>
                  <a:lnTo>
                    <a:pt x="132137" y="268816"/>
                  </a:lnTo>
                  <a:lnTo>
                    <a:pt x="135334" y="264553"/>
                  </a:lnTo>
                  <a:lnTo>
                    <a:pt x="138392" y="260190"/>
                  </a:lnTo>
                  <a:lnTo>
                    <a:pt x="141310" y="255732"/>
                  </a:lnTo>
                  <a:lnTo>
                    <a:pt x="144085" y="251183"/>
                  </a:lnTo>
                  <a:lnTo>
                    <a:pt x="146713" y="246548"/>
                  </a:lnTo>
                  <a:lnTo>
                    <a:pt x="149192" y="241832"/>
                  </a:lnTo>
                  <a:lnTo>
                    <a:pt x="151519" y="237039"/>
                  </a:lnTo>
                  <a:lnTo>
                    <a:pt x="153693" y="232174"/>
                  </a:lnTo>
                  <a:lnTo>
                    <a:pt x="155710" y="227242"/>
                  </a:lnTo>
                  <a:lnTo>
                    <a:pt x="157570" y="222249"/>
                  </a:lnTo>
                  <a:lnTo>
                    <a:pt x="159269" y="217199"/>
                  </a:lnTo>
                  <a:lnTo>
                    <a:pt x="160806" y="212097"/>
                  </a:lnTo>
                  <a:lnTo>
                    <a:pt x="162180" y="206949"/>
                  </a:lnTo>
                  <a:lnTo>
                    <a:pt x="163389" y="201760"/>
                  </a:lnTo>
                  <a:lnTo>
                    <a:pt x="164432" y="196535"/>
                  </a:lnTo>
                  <a:lnTo>
                    <a:pt x="165309" y="191279"/>
                  </a:lnTo>
                  <a:lnTo>
                    <a:pt x="166017" y="185998"/>
                  </a:lnTo>
                  <a:lnTo>
                    <a:pt x="166556" y="180697"/>
                  </a:lnTo>
                  <a:lnTo>
                    <a:pt x="166927" y="175382"/>
                  </a:lnTo>
                  <a:lnTo>
                    <a:pt x="167127" y="170058"/>
                  </a:lnTo>
                  <a:lnTo>
                    <a:pt x="167158" y="164730"/>
                  </a:lnTo>
                  <a:lnTo>
                    <a:pt x="167020" y="159403"/>
                  </a:lnTo>
                  <a:lnTo>
                    <a:pt x="166711" y="154084"/>
                  </a:lnTo>
                  <a:lnTo>
                    <a:pt x="166233" y="148777"/>
                  </a:lnTo>
                  <a:lnTo>
                    <a:pt x="165586" y="143488"/>
                  </a:lnTo>
                  <a:lnTo>
                    <a:pt x="164771" y="138223"/>
                  </a:lnTo>
                  <a:lnTo>
                    <a:pt x="163789" y="132986"/>
                  </a:lnTo>
                  <a:lnTo>
                    <a:pt x="162640" y="127783"/>
                  </a:lnTo>
                  <a:lnTo>
                    <a:pt x="161326" y="122619"/>
                  </a:lnTo>
                  <a:lnTo>
                    <a:pt x="159848" y="117500"/>
                  </a:lnTo>
                  <a:lnTo>
                    <a:pt x="158208" y="112431"/>
                  </a:lnTo>
                  <a:lnTo>
                    <a:pt x="156407" y="107416"/>
                  </a:lnTo>
                  <a:lnTo>
                    <a:pt x="154447" y="102461"/>
                  </a:lnTo>
                  <a:lnTo>
                    <a:pt x="152330" y="97572"/>
                  </a:lnTo>
                  <a:lnTo>
                    <a:pt x="150058" y="92752"/>
                  </a:lnTo>
                  <a:lnTo>
                    <a:pt x="147634" y="88007"/>
                  </a:lnTo>
                  <a:lnTo>
                    <a:pt x="145060" y="83342"/>
                  </a:lnTo>
                  <a:lnTo>
                    <a:pt x="142339" y="78761"/>
                  </a:lnTo>
                  <a:lnTo>
                    <a:pt x="139473" y="74269"/>
                  </a:lnTo>
                  <a:lnTo>
                    <a:pt x="136465" y="69871"/>
                  </a:lnTo>
                  <a:lnTo>
                    <a:pt x="133319" y="65571"/>
                  </a:lnTo>
                  <a:lnTo>
                    <a:pt x="130037" y="61373"/>
                  </a:lnTo>
                  <a:lnTo>
                    <a:pt x="126623" y="57283"/>
                  </a:lnTo>
                  <a:lnTo>
                    <a:pt x="123080" y="53303"/>
                  </a:lnTo>
                  <a:lnTo>
                    <a:pt x="119413" y="49437"/>
                  </a:lnTo>
                  <a:lnTo>
                    <a:pt x="115624" y="45691"/>
                  </a:lnTo>
                  <a:lnTo>
                    <a:pt x="111717" y="42068"/>
                  </a:lnTo>
                  <a:lnTo>
                    <a:pt x="107697" y="38570"/>
                  </a:lnTo>
                  <a:lnTo>
                    <a:pt x="103568" y="35203"/>
                  </a:lnTo>
                  <a:lnTo>
                    <a:pt x="99334" y="31969"/>
                  </a:lnTo>
                  <a:lnTo>
                    <a:pt x="94998" y="28872"/>
                  </a:lnTo>
                  <a:lnTo>
                    <a:pt x="90566" y="25914"/>
                  </a:lnTo>
                  <a:lnTo>
                    <a:pt x="86042" y="23099"/>
                  </a:lnTo>
                  <a:lnTo>
                    <a:pt x="81431" y="20430"/>
                  </a:lnTo>
                  <a:lnTo>
                    <a:pt x="76737" y="17909"/>
                  </a:lnTo>
                  <a:lnTo>
                    <a:pt x="71965" y="15538"/>
                  </a:lnTo>
                  <a:lnTo>
                    <a:pt x="67120" y="13322"/>
                  </a:lnTo>
                  <a:lnTo>
                    <a:pt x="62206" y="11260"/>
                  </a:lnTo>
                  <a:lnTo>
                    <a:pt x="57230" y="9357"/>
                  </a:lnTo>
                  <a:lnTo>
                    <a:pt x="52195" y="7612"/>
                  </a:lnTo>
                  <a:lnTo>
                    <a:pt x="47107" y="6030"/>
                  </a:lnTo>
                  <a:lnTo>
                    <a:pt x="41972" y="4610"/>
                  </a:lnTo>
                  <a:lnTo>
                    <a:pt x="36793" y="3354"/>
                  </a:lnTo>
                  <a:lnTo>
                    <a:pt x="31578" y="2265"/>
                  </a:lnTo>
                  <a:lnTo>
                    <a:pt x="26330" y="1342"/>
                  </a:lnTo>
                  <a:lnTo>
                    <a:pt x="21056" y="586"/>
                  </a:lnTo>
                  <a:lnTo>
                    <a:pt x="15760" y="0"/>
                  </a:lnTo>
                  <a:lnTo>
                    <a:pt x="0" y="166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15760" cy="167167"/>
            </a:xfrm>
            <a:custGeom>
              <a:avLst/>
              <a:pathLst>
                <a:path w="15760" h="167167">
                  <a:moveTo>
                    <a:pt x="15760" y="744"/>
                  </a:moveTo>
                  <a:lnTo>
                    <a:pt x="7888" y="1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tx80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2025-06-05T23:58:39Z</dcterms:modified>
  <cp:category/>
</cp:coreProperties>
</file>