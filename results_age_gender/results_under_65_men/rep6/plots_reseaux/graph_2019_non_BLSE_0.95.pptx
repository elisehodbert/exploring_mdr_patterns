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5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7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3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213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7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6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70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7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4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8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16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1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9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42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6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2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4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4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1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82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204" y="3170392"/>
              <a:ext cx="1574" cy="167167"/>
            </a:xfrm>
            <a:custGeom>
              <a:avLst/>
              <a:pathLst>
                <a:path w="1574" h="167167">
                  <a:moveTo>
                    <a:pt x="1574" y="0"/>
                  </a:moveTo>
                  <a:lnTo>
                    <a:pt x="0" y="7"/>
                  </a:lnTo>
                  <a:lnTo>
                    <a:pt x="15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27" y="3170399"/>
              <a:ext cx="334318" cy="334324"/>
            </a:xfrm>
            <a:custGeom>
              <a:avLst/>
              <a:pathLst>
                <a:path w="334318" h="334324">
                  <a:moveTo>
                    <a:pt x="165576" y="0"/>
                  </a:moveTo>
                  <a:lnTo>
                    <a:pt x="160299" y="133"/>
                  </a:lnTo>
                  <a:lnTo>
                    <a:pt x="155028" y="432"/>
                  </a:lnTo>
                  <a:lnTo>
                    <a:pt x="149770" y="898"/>
                  </a:lnTo>
                  <a:lnTo>
                    <a:pt x="144528" y="1530"/>
                  </a:lnTo>
                  <a:lnTo>
                    <a:pt x="139310" y="2327"/>
                  </a:lnTo>
                  <a:lnTo>
                    <a:pt x="134119" y="3288"/>
                  </a:lnTo>
                  <a:lnTo>
                    <a:pt x="128961" y="4413"/>
                  </a:lnTo>
                  <a:lnTo>
                    <a:pt x="123841" y="5700"/>
                  </a:lnTo>
                  <a:lnTo>
                    <a:pt x="118764" y="7148"/>
                  </a:lnTo>
                  <a:lnTo>
                    <a:pt x="113736" y="8756"/>
                  </a:lnTo>
                  <a:lnTo>
                    <a:pt x="108761" y="10521"/>
                  </a:lnTo>
                  <a:lnTo>
                    <a:pt x="103844" y="12443"/>
                  </a:lnTo>
                  <a:lnTo>
                    <a:pt x="98990" y="14519"/>
                  </a:lnTo>
                  <a:lnTo>
                    <a:pt x="94204" y="16748"/>
                  </a:lnTo>
                  <a:lnTo>
                    <a:pt x="89491" y="19126"/>
                  </a:lnTo>
                  <a:lnTo>
                    <a:pt x="84855" y="21652"/>
                  </a:lnTo>
                  <a:lnTo>
                    <a:pt x="80302" y="24323"/>
                  </a:lnTo>
                  <a:lnTo>
                    <a:pt x="75835" y="27137"/>
                  </a:lnTo>
                  <a:lnTo>
                    <a:pt x="71459" y="30090"/>
                  </a:lnTo>
                  <a:lnTo>
                    <a:pt x="67179" y="33180"/>
                  </a:lnTo>
                  <a:lnTo>
                    <a:pt x="62998" y="36403"/>
                  </a:lnTo>
                  <a:lnTo>
                    <a:pt x="58921" y="39757"/>
                  </a:lnTo>
                  <a:lnTo>
                    <a:pt x="54952" y="43238"/>
                  </a:lnTo>
                  <a:lnTo>
                    <a:pt x="51095" y="46843"/>
                  </a:lnTo>
                  <a:lnTo>
                    <a:pt x="47354" y="50568"/>
                  </a:lnTo>
                  <a:lnTo>
                    <a:pt x="43732" y="54408"/>
                  </a:lnTo>
                  <a:lnTo>
                    <a:pt x="40234" y="58362"/>
                  </a:lnTo>
                  <a:lnTo>
                    <a:pt x="36861" y="62424"/>
                  </a:lnTo>
                  <a:lnTo>
                    <a:pt x="33619" y="66590"/>
                  </a:lnTo>
                  <a:lnTo>
                    <a:pt x="30510" y="70856"/>
                  </a:lnTo>
                  <a:lnTo>
                    <a:pt x="27537" y="75219"/>
                  </a:lnTo>
                  <a:lnTo>
                    <a:pt x="24704" y="79673"/>
                  </a:lnTo>
                  <a:lnTo>
                    <a:pt x="22012" y="84215"/>
                  </a:lnTo>
                  <a:lnTo>
                    <a:pt x="19466" y="88839"/>
                  </a:lnTo>
                  <a:lnTo>
                    <a:pt x="17066" y="93542"/>
                  </a:lnTo>
                  <a:lnTo>
                    <a:pt x="14817" y="98317"/>
                  </a:lnTo>
                  <a:lnTo>
                    <a:pt x="12719" y="103162"/>
                  </a:lnTo>
                  <a:lnTo>
                    <a:pt x="10775" y="108070"/>
                  </a:lnTo>
                  <a:lnTo>
                    <a:pt x="8987" y="113037"/>
                  </a:lnTo>
                  <a:lnTo>
                    <a:pt x="7357" y="118059"/>
                  </a:lnTo>
                  <a:lnTo>
                    <a:pt x="5886" y="123129"/>
                  </a:lnTo>
                  <a:lnTo>
                    <a:pt x="4576" y="128243"/>
                  </a:lnTo>
                  <a:lnTo>
                    <a:pt x="3429" y="133396"/>
                  </a:lnTo>
                  <a:lnTo>
                    <a:pt x="2444" y="138582"/>
                  </a:lnTo>
                  <a:lnTo>
                    <a:pt x="1624" y="143797"/>
                  </a:lnTo>
                  <a:lnTo>
                    <a:pt x="969" y="149036"/>
                  </a:lnTo>
                  <a:lnTo>
                    <a:pt x="479" y="154292"/>
                  </a:lnTo>
                  <a:lnTo>
                    <a:pt x="156" y="159561"/>
                  </a:lnTo>
                  <a:lnTo>
                    <a:pt x="0" y="164838"/>
                  </a:lnTo>
                  <a:lnTo>
                    <a:pt x="10" y="170117"/>
                  </a:lnTo>
                  <a:lnTo>
                    <a:pt x="186" y="175394"/>
                  </a:lnTo>
                  <a:lnTo>
                    <a:pt x="530" y="180662"/>
                  </a:lnTo>
                  <a:lnTo>
                    <a:pt x="1039" y="185916"/>
                  </a:lnTo>
                  <a:lnTo>
                    <a:pt x="1714" y="191152"/>
                  </a:lnTo>
                  <a:lnTo>
                    <a:pt x="2554" y="196364"/>
                  </a:lnTo>
                  <a:lnTo>
                    <a:pt x="3558" y="201547"/>
                  </a:lnTo>
                  <a:lnTo>
                    <a:pt x="4726" y="206695"/>
                  </a:lnTo>
                  <a:lnTo>
                    <a:pt x="6055" y="211804"/>
                  </a:lnTo>
                  <a:lnTo>
                    <a:pt x="7545" y="216869"/>
                  </a:lnTo>
                  <a:lnTo>
                    <a:pt x="9194" y="221884"/>
                  </a:lnTo>
                  <a:lnTo>
                    <a:pt x="11001" y="226844"/>
                  </a:lnTo>
                  <a:lnTo>
                    <a:pt x="12964" y="231745"/>
                  </a:lnTo>
                  <a:lnTo>
                    <a:pt x="15080" y="236581"/>
                  </a:lnTo>
                  <a:lnTo>
                    <a:pt x="17348" y="241348"/>
                  </a:lnTo>
                  <a:lnTo>
                    <a:pt x="19765" y="246042"/>
                  </a:lnTo>
                  <a:lnTo>
                    <a:pt x="22329" y="250656"/>
                  </a:lnTo>
                  <a:lnTo>
                    <a:pt x="25038" y="255187"/>
                  </a:lnTo>
                  <a:lnTo>
                    <a:pt x="27889" y="259631"/>
                  </a:lnTo>
                  <a:lnTo>
                    <a:pt x="30878" y="263982"/>
                  </a:lnTo>
                  <a:lnTo>
                    <a:pt x="34003" y="268237"/>
                  </a:lnTo>
                  <a:lnTo>
                    <a:pt x="37261" y="272391"/>
                  </a:lnTo>
                  <a:lnTo>
                    <a:pt x="40649" y="276440"/>
                  </a:lnTo>
                  <a:lnTo>
                    <a:pt x="44162" y="280380"/>
                  </a:lnTo>
                  <a:lnTo>
                    <a:pt x="47799" y="284207"/>
                  </a:lnTo>
                  <a:lnTo>
                    <a:pt x="51554" y="287917"/>
                  </a:lnTo>
                  <a:lnTo>
                    <a:pt x="55425" y="291507"/>
                  </a:lnTo>
                  <a:lnTo>
                    <a:pt x="59407" y="294973"/>
                  </a:lnTo>
                  <a:lnTo>
                    <a:pt x="63497" y="298311"/>
                  </a:lnTo>
                  <a:lnTo>
                    <a:pt x="67690" y="301519"/>
                  </a:lnTo>
                  <a:lnTo>
                    <a:pt x="71982" y="304592"/>
                  </a:lnTo>
                  <a:lnTo>
                    <a:pt x="76369" y="307529"/>
                  </a:lnTo>
                  <a:lnTo>
                    <a:pt x="80846" y="310326"/>
                  </a:lnTo>
                  <a:lnTo>
                    <a:pt x="85410" y="312979"/>
                  </a:lnTo>
                  <a:lnTo>
                    <a:pt x="90055" y="315488"/>
                  </a:lnTo>
                  <a:lnTo>
                    <a:pt x="94777" y="317848"/>
                  </a:lnTo>
                  <a:lnTo>
                    <a:pt x="99572" y="320058"/>
                  </a:lnTo>
                  <a:lnTo>
                    <a:pt x="104433" y="322116"/>
                  </a:lnTo>
                  <a:lnTo>
                    <a:pt x="109357" y="324019"/>
                  </a:lnTo>
                  <a:lnTo>
                    <a:pt x="114339" y="325766"/>
                  </a:lnTo>
                  <a:lnTo>
                    <a:pt x="119374" y="327354"/>
                  </a:lnTo>
                  <a:lnTo>
                    <a:pt x="124456" y="328783"/>
                  </a:lnTo>
                  <a:lnTo>
                    <a:pt x="129581" y="330050"/>
                  </a:lnTo>
                  <a:lnTo>
                    <a:pt x="134743" y="331156"/>
                  </a:lnTo>
                  <a:lnTo>
                    <a:pt x="139937" y="332097"/>
                  </a:lnTo>
                  <a:lnTo>
                    <a:pt x="145159" y="332874"/>
                  </a:lnTo>
                  <a:lnTo>
                    <a:pt x="150403" y="333486"/>
                  </a:lnTo>
                  <a:lnTo>
                    <a:pt x="155663" y="333932"/>
                  </a:lnTo>
                  <a:lnTo>
                    <a:pt x="160935" y="334211"/>
                  </a:lnTo>
                  <a:lnTo>
                    <a:pt x="166213" y="334324"/>
                  </a:lnTo>
                  <a:lnTo>
                    <a:pt x="171492" y="334271"/>
                  </a:lnTo>
                  <a:lnTo>
                    <a:pt x="176766" y="334050"/>
                  </a:lnTo>
                  <a:lnTo>
                    <a:pt x="182031" y="333663"/>
                  </a:lnTo>
                  <a:lnTo>
                    <a:pt x="187281" y="333110"/>
                  </a:lnTo>
                  <a:lnTo>
                    <a:pt x="192511" y="332392"/>
                  </a:lnTo>
                  <a:lnTo>
                    <a:pt x="197716" y="331509"/>
                  </a:lnTo>
                  <a:lnTo>
                    <a:pt x="202890" y="330462"/>
                  </a:lnTo>
                  <a:lnTo>
                    <a:pt x="208029" y="329252"/>
                  </a:lnTo>
                  <a:lnTo>
                    <a:pt x="213127" y="327880"/>
                  </a:lnTo>
                  <a:lnTo>
                    <a:pt x="218179" y="326348"/>
                  </a:lnTo>
                  <a:lnTo>
                    <a:pt x="223180" y="324658"/>
                  </a:lnTo>
                  <a:lnTo>
                    <a:pt x="228125" y="322810"/>
                  </a:lnTo>
                  <a:lnTo>
                    <a:pt x="233010" y="320807"/>
                  </a:lnTo>
                  <a:lnTo>
                    <a:pt x="237829" y="318651"/>
                  </a:lnTo>
                  <a:lnTo>
                    <a:pt x="242577" y="316344"/>
                  </a:lnTo>
                  <a:lnTo>
                    <a:pt x="247250" y="313887"/>
                  </a:lnTo>
                  <a:lnTo>
                    <a:pt x="251843" y="311285"/>
                  </a:lnTo>
                  <a:lnTo>
                    <a:pt x="256352" y="308539"/>
                  </a:lnTo>
                  <a:lnTo>
                    <a:pt x="260772" y="305652"/>
                  </a:lnTo>
                  <a:lnTo>
                    <a:pt x="265098" y="302627"/>
                  </a:lnTo>
                  <a:lnTo>
                    <a:pt x="269327" y="299466"/>
                  </a:lnTo>
                  <a:lnTo>
                    <a:pt x="273453" y="296174"/>
                  </a:lnTo>
                  <a:lnTo>
                    <a:pt x="277474" y="292753"/>
                  </a:lnTo>
                  <a:lnTo>
                    <a:pt x="281385" y="289207"/>
                  </a:lnTo>
                  <a:lnTo>
                    <a:pt x="285182" y="285539"/>
                  </a:lnTo>
                  <a:lnTo>
                    <a:pt x="288861" y="281753"/>
                  </a:lnTo>
                  <a:lnTo>
                    <a:pt x="292419" y="277853"/>
                  </a:lnTo>
                  <a:lnTo>
                    <a:pt x="295851" y="273842"/>
                  </a:lnTo>
                  <a:lnTo>
                    <a:pt x="299156" y="269725"/>
                  </a:lnTo>
                  <a:lnTo>
                    <a:pt x="302329" y="265505"/>
                  </a:lnTo>
                  <a:lnTo>
                    <a:pt x="305367" y="261188"/>
                  </a:lnTo>
                  <a:lnTo>
                    <a:pt x="308267" y="256777"/>
                  </a:lnTo>
                  <a:lnTo>
                    <a:pt x="311026" y="252276"/>
                  </a:lnTo>
                  <a:lnTo>
                    <a:pt x="313642" y="247691"/>
                  </a:lnTo>
                  <a:lnTo>
                    <a:pt x="316112" y="243025"/>
                  </a:lnTo>
                  <a:lnTo>
                    <a:pt x="318433" y="238283"/>
                  </a:lnTo>
                  <a:lnTo>
                    <a:pt x="320604" y="233471"/>
                  </a:lnTo>
                  <a:lnTo>
                    <a:pt x="322621" y="228593"/>
                  </a:lnTo>
                  <a:lnTo>
                    <a:pt x="324483" y="223653"/>
                  </a:lnTo>
                  <a:lnTo>
                    <a:pt x="326189" y="218657"/>
                  </a:lnTo>
                  <a:lnTo>
                    <a:pt x="327735" y="213609"/>
                  </a:lnTo>
                  <a:lnTo>
                    <a:pt x="329122" y="208515"/>
                  </a:lnTo>
                  <a:lnTo>
                    <a:pt x="330347" y="203380"/>
                  </a:lnTo>
                  <a:lnTo>
                    <a:pt x="331409" y="198209"/>
                  </a:lnTo>
                  <a:lnTo>
                    <a:pt x="332308" y="193007"/>
                  </a:lnTo>
                  <a:lnTo>
                    <a:pt x="333042" y="187779"/>
                  </a:lnTo>
                  <a:lnTo>
                    <a:pt x="333610" y="182531"/>
                  </a:lnTo>
                  <a:lnTo>
                    <a:pt x="334012" y="177267"/>
                  </a:lnTo>
                  <a:lnTo>
                    <a:pt x="334248" y="171993"/>
                  </a:lnTo>
                  <a:lnTo>
                    <a:pt x="334318" y="166714"/>
                  </a:lnTo>
                  <a:lnTo>
                    <a:pt x="334220" y="161436"/>
                  </a:lnTo>
                  <a:lnTo>
                    <a:pt x="333956" y="156163"/>
                  </a:lnTo>
                  <a:lnTo>
                    <a:pt x="333526" y="150902"/>
                  </a:lnTo>
                  <a:lnTo>
                    <a:pt x="332929" y="145656"/>
                  </a:lnTo>
                  <a:lnTo>
                    <a:pt x="332168" y="140432"/>
                  </a:lnTo>
                  <a:lnTo>
                    <a:pt x="331242" y="135235"/>
                  </a:lnTo>
                  <a:lnTo>
                    <a:pt x="330152" y="130070"/>
                  </a:lnTo>
                  <a:lnTo>
                    <a:pt x="328899" y="124941"/>
                  </a:lnTo>
                  <a:lnTo>
                    <a:pt x="327486" y="119855"/>
                  </a:lnTo>
                  <a:lnTo>
                    <a:pt x="325912" y="114816"/>
                  </a:lnTo>
                  <a:lnTo>
                    <a:pt x="324180" y="109829"/>
                  </a:lnTo>
                  <a:lnTo>
                    <a:pt x="322291" y="104899"/>
                  </a:lnTo>
                  <a:lnTo>
                    <a:pt x="320248" y="100031"/>
                  </a:lnTo>
                  <a:lnTo>
                    <a:pt x="318052" y="95231"/>
                  </a:lnTo>
                  <a:lnTo>
                    <a:pt x="315706" y="90502"/>
                  </a:lnTo>
                  <a:lnTo>
                    <a:pt x="313211" y="85849"/>
                  </a:lnTo>
                  <a:lnTo>
                    <a:pt x="310571" y="81277"/>
                  </a:lnTo>
                  <a:lnTo>
                    <a:pt x="307787" y="76792"/>
                  </a:lnTo>
                  <a:lnTo>
                    <a:pt x="304864" y="72396"/>
                  </a:lnTo>
                  <a:lnTo>
                    <a:pt x="301803" y="68095"/>
                  </a:lnTo>
                  <a:lnTo>
                    <a:pt x="298607" y="63892"/>
                  </a:lnTo>
                  <a:lnTo>
                    <a:pt x="295281" y="59793"/>
                  </a:lnTo>
                  <a:lnTo>
                    <a:pt x="291827" y="55801"/>
                  </a:lnTo>
                  <a:lnTo>
                    <a:pt x="288249" y="51919"/>
                  </a:lnTo>
                  <a:lnTo>
                    <a:pt x="284549" y="48153"/>
                  </a:lnTo>
                  <a:lnTo>
                    <a:pt x="280733" y="44505"/>
                  </a:lnTo>
                  <a:lnTo>
                    <a:pt x="276803" y="40980"/>
                  </a:lnTo>
                  <a:lnTo>
                    <a:pt x="272764" y="37581"/>
                  </a:lnTo>
                  <a:lnTo>
                    <a:pt x="268620" y="34310"/>
                  </a:lnTo>
                  <a:lnTo>
                    <a:pt x="264375" y="31173"/>
                  </a:lnTo>
                  <a:lnTo>
                    <a:pt x="260032" y="28170"/>
                  </a:lnTo>
                  <a:lnTo>
                    <a:pt x="255597" y="25307"/>
                  </a:lnTo>
                  <a:lnTo>
                    <a:pt x="251074" y="22585"/>
                  </a:lnTo>
                  <a:lnTo>
                    <a:pt x="246467" y="20007"/>
                  </a:lnTo>
                  <a:lnTo>
                    <a:pt x="241781" y="17576"/>
                  </a:lnTo>
                  <a:lnTo>
                    <a:pt x="237020" y="15294"/>
                  </a:lnTo>
                  <a:lnTo>
                    <a:pt x="232190" y="13163"/>
                  </a:lnTo>
                  <a:lnTo>
                    <a:pt x="227295" y="11186"/>
                  </a:lnTo>
                  <a:lnTo>
                    <a:pt x="222340" y="9365"/>
                  </a:lnTo>
                  <a:lnTo>
                    <a:pt x="217330" y="7701"/>
                  </a:lnTo>
                  <a:lnTo>
                    <a:pt x="212270" y="6196"/>
                  </a:lnTo>
                  <a:lnTo>
                    <a:pt x="207165" y="4852"/>
                  </a:lnTo>
                  <a:lnTo>
                    <a:pt x="202020" y="3669"/>
                  </a:lnTo>
                  <a:lnTo>
                    <a:pt x="196840" y="2650"/>
                  </a:lnTo>
                  <a:lnTo>
                    <a:pt x="191631" y="1794"/>
                  </a:lnTo>
                  <a:lnTo>
                    <a:pt x="186397" y="1104"/>
                  </a:lnTo>
                  <a:lnTo>
                    <a:pt x="181144" y="579"/>
                  </a:lnTo>
                  <a:lnTo>
                    <a:pt x="167151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13993" cy="167167"/>
            </a:xfrm>
            <a:custGeom>
              <a:avLst/>
              <a:pathLst>
                <a:path w="13993" h="167167">
                  <a:moveTo>
                    <a:pt x="13993" y="5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442" y="2633064"/>
              <a:ext cx="27569" cy="167167"/>
            </a:xfrm>
            <a:custGeom>
              <a:avLst/>
              <a:pathLst>
                <a:path w="27569" h="167167">
                  <a:moveTo>
                    <a:pt x="27569" y="0"/>
                  </a:moveTo>
                  <a:lnTo>
                    <a:pt x="20647" y="143"/>
                  </a:lnTo>
                  <a:lnTo>
                    <a:pt x="13737" y="573"/>
                  </a:lnTo>
                  <a:lnTo>
                    <a:pt x="6850" y="1288"/>
                  </a:lnTo>
                  <a:lnTo>
                    <a:pt x="0" y="2289"/>
                  </a:lnTo>
                  <a:lnTo>
                    <a:pt x="275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1442" y="2635353"/>
              <a:ext cx="27569" cy="164878"/>
            </a:xfrm>
            <a:custGeom>
              <a:avLst/>
              <a:pathLst>
                <a:path w="27569" h="164878">
                  <a:moveTo>
                    <a:pt x="0" y="0"/>
                  </a:moveTo>
                  <a:lnTo>
                    <a:pt x="27569" y="164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53" y="2635353"/>
              <a:ext cx="334305" cy="332045"/>
            </a:xfrm>
            <a:custGeom>
              <a:avLst/>
              <a:pathLst>
                <a:path w="334305" h="332045">
                  <a:moveTo>
                    <a:pt x="139588" y="0"/>
                  </a:moveTo>
                  <a:lnTo>
                    <a:pt x="134378" y="956"/>
                  </a:lnTo>
                  <a:lnTo>
                    <a:pt x="129200" y="2077"/>
                  </a:lnTo>
                  <a:lnTo>
                    <a:pt x="124061" y="3361"/>
                  </a:lnTo>
                  <a:lnTo>
                    <a:pt x="118966" y="4808"/>
                  </a:lnTo>
                  <a:lnTo>
                    <a:pt x="113918" y="6415"/>
                  </a:lnTo>
                  <a:lnTo>
                    <a:pt x="108924" y="8181"/>
                  </a:lnTo>
                  <a:lnTo>
                    <a:pt x="103989" y="10105"/>
                  </a:lnTo>
                  <a:lnTo>
                    <a:pt x="99116" y="12184"/>
                  </a:lnTo>
                  <a:lnTo>
                    <a:pt x="94313" y="14417"/>
                  </a:lnTo>
                  <a:lnTo>
                    <a:pt x="89582" y="16800"/>
                  </a:lnTo>
                  <a:lnTo>
                    <a:pt x="84929" y="19332"/>
                  </a:lnTo>
                  <a:lnTo>
                    <a:pt x="80359" y="22011"/>
                  </a:lnTo>
                  <a:lnTo>
                    <a:pt x="75876" y="24832"/>
                  </a:lnTo>
                  <a:lnTo>
                    <a:pt x="71485" y="27795"/>
                  </a:lnTo>
                  <a:lnTo>
                    <a:pt x="67189" y="30895"/>
                  </a:lnTo>
                  <a:lnTo>
                    <a:pt x="62995" y="34130"/>
                  </a:lnTo>
                  <a:lnTo>
                    <a:pt x="58904" y="37496"/>
                  </a:lnTo>
                  <a:lnTo>
                    <a:pt x="54923" y="40989"/>
                  </a:lnTo>
                  <a:lnTo>
                    <a:pt x="51054" y="44608"/>
                  </a:lnTo>
                  <a:lnTo>
                    <a:pt x="47301" y="48347"/>
                  </a:lnTo>
                  <a:lnTo>
                    <a:pt x="43669" y="52203"/>
                  </a:lnTo>
                  <a:lnTo>
                    <a:pt x="40161" y="56172"/>
                  </a:lnTo>
                  <a:lnTo>
                    <a:pt x="36781" y="60250"/>
                  </a:lnTo>
                  <a:lnTo>
                    <a:pt x="33531" y="64433"/>
                  </a:lnTo>
                  <a:lnTo>
                    <a:pt x="30416" y="68718"/>
                  </a:lnTo>
                  <a:lnTo>
                    <a:pt x="27438" y="73098"/>
                  </a:lnTo>
                  <a:lnTo>
                    <a:pt x="24600" y="77571"/>
                  </a:lnTo>
                  <a:lnTo>
                    <a:pt x="21906" y="82132"/>
                  </a:lnTo>
                  <a:lnTo>
                    <a:pt x="19357" y="86776"/>
                  </a:lnTo>
                  <a:lnTo>
                    <a:pt x="16956" y="91498"/>
                  </a:lnTo>
                  <a:lnTo>
                    <a:pt x="14707" y="96293"/>
                  </a:lnTo>
                  <a:lnTo>
                    <a:pt x="12610" y="101158"/>
                  </a:lnTo>
                  <a:lnTo>
                    <a:pt x="10669" y="106087"/>
                  </a:lnTo>
                  <a:lnTo>
                    <a:pt x="8885" y="111074"/>
                  </a:lnTo>
                  <a:lnTo>
                    <a:pt x="7260" y="116116"/>
                  </a:lnTo>
                  <a:lnTo>
                    <a:pt x="5795" y="121207"/>
                  </a:lnTo>
                  <a:lnTo>
                    <a:pt x="4492" y="126341"/>
                  </a:lnTo>
                  <a:lnTo>
                    <a:pt x="3353" y="131514"/>
                  </a:lnTo>
                  <a:lnTo>
                    <a:pt x="2378" y="136721"/>
                  </a:lnTo>
                  <a:lnTo>
                    <a:pt x="1569" y="141956"/>
                  </a:lnTo>
                  <a:lnTo>
                    <a:pt x="926" y="147214"/>
                  </a:lnTo>
                  <a:lnTo>
                    <a:pt x="449" y="152490"/>
                  </a:lnTo>
                  <a:lnTo>
                    <a:pt x="141" y="157778"/>
                  </a:lnTo>
                  <a:lnTo>
                    <a:pt x="0" y="163073"/>
                  </a:lnTo>
                  <a:lnTo>
                    <a:pt x="26" y="168370"/>
                  </a:lnTo>
                  <a:lnTo>
                    <a:pt x="221" y="173664"/>
                  </a:lnTo>
                  <a:lnTo>
                    <a:pt x="583" y="178949"/>
                  </a:lnTo>
                  <a:lnTo>
                    <a:pt x="1112" y="184220"/>
                  </a:lnTo>
                  <a:lnTo>
                    <a:pt x="1809" y="189471"/>
                  </a:lnTo>
                  <a:lnTo>
                    <a:pt x="2671" y="194697"/>
                  </a:lnTo>
                  <a:lnTo>
                    <a:pt x="3698" y="199894"/>
                  </a:lnTo>
                  <a:lnTo>
                    <a:pt x="4890" y="205055"/>
                  </a:lnTo>
                  <a:lnTo>
                    <a:pt x="6244" y="210176"/>
                  </a:lnTo>
                  <a:lnTo>
                    <a:pt x="7760" y="215252"/>
                  </a:lnTo>
                  <a:lnTo>
                    <a:pt x="9436" y="220277"/>
                  </a:lnTo>
                  <a:lnTo>
                    <a:pt x="11271" y="225246"/>
                  </a:lnTo>
                  <a:lnTo>
                    <a:pt x="13262" y="230155"/>
                  </a:lnTo>
                  <a:lnTo>
                    <a:pt x="15407" y="234998"/>
                  </a:lnTo>
                  <a:lnTo>
                    <a:pt x="17705" y="239771"/>
                  </a:lnTo>
                  <a:lnTo>
                    <a:pt x="20153" y="244469"/>
                  </a:lnTo>
                  <a:lnTo>
                    <a:pt x="22749" y="249087"/>
                  </a:lnTo>
                  <a:lnTo>
                    <a:pt x="25489" y="253620"/>
                  </a:lnTo>
                  <a:lnTo>
                    <a:pt x="28372" y="258064"/>
                  </a:lnTo>
                  <a:lnTo>
                    <a:pt x="31394" y="262414"/>
                  </a:lnTo>
                  <a:lnTo>
                    <a:pt x="34553" y="266667"/>
                  </a:lnTo>
                  <a:lnTo>
                    <a:pt x="37844" y="270817"/>
                  </a:lnTo>
                  <a:lnTo>
                    <a:pt x="41266" y="274861"/>
                  </a:lnTo>
                  <a:lnTo>
                    <a:pt x="44814" y="278795"/>
                  </a:lnTo>
                  <a:lnTo>
                    <a:pt x="48484" y="282614"/>
                  </a:lnTo>
                  <a:lnTo>
                    <a:pt x="52274" y="286315"/>
                  </a:lnTo>
                  <a:lnTo>
                    <a:pt x="56180" y="289894"/>
                  </a:lnTo>
                  <a:lnTo>
                    <a:pt x="60196" y="293347"/>
                  </a:lnTo>
                  <a:lnTo>
                    <a:pt x="64320" y="296671"/>
                  </a:lnTo>
                  <a:lnTo>
                    <a:pt x="68548" y="299864"/>
                  </a:lnTo>
                  <a:lnTo>
                    <a:pt x="72874" y="302920"/>
                  </a:lnTo>
                  <a:lnTo>
                    <a:pt x="77295" y="305838"/>
                  </a:lnTo>
                  <a:lnTo>
                    <a:pt x="81806" y="308614"/>
                  </a:lnTo>
                  <a:lnTo>
                    <a:pt x="86403" y="311247"/>
                  </a:lnTo>
                  <a:lnTo>
                    <a:pt x="91081" y="313732"/>
                  </a:lnTo>
                  <a:lnTo>
                    <a:pt x="95836" y="316067"/>
                  </a:lnTo>
                  <a:lnTo>
                    <a:pt x="100662" y="318251"/>
                  </a:lnTo>
                  <a:lnTo>
                    <a:pt x="105555" y="320281"/>
                  </a:lnTo>
                  <a:lnTo>
                    <a:pt x="110510" y="322155"/>
                  </a:lnTo>
                  <a:lnTo>
                    <a:pt x="115521" y="323871"/>
                  </a:lnTo>
                  <a:lnTo>
                    <a:pt x="120585" y="325427"/>
                  </a:lnTo>
                  <a:lnTo>
                    <a:pt x="125695" y="326822"/>
                  </a:lnTo>
                  <a:lnTo>
                    <a:pt x="130847" y="328054"/>
                  </a:lnTo>
                  <a:lnTo>
                    <a:pt x="136035" y="329123"/>
                  </a:lnTo>
                  <a:lnTo>
                    <a:pt x="141254" y="330026"/>
                  </a:lnTo>
                  <a:lnTo>
                    <a:pt x="146500" y="330764"/>
                  </a:lnTo>
                  <a:lnTo>
                    <a:pt x="151766" y="331335"/>
                  </a:lnTo>
                  <a:lnTo>
                    <a:pt x="157048" y="331739"/>
                  </a:lnTo>
                  <a:lnTo>
                    <a:pt x="162340" y="331976"/>
                  </a:lnTo>
                  <a:lnTo>
                    <a:pt x="167637" y="332045"/>
                  </a:lnTo>
                  <a:lnTo>
                    <a:pt x="172933" y="331946"/>
                  </a:lnTo>
                  <a:lnTo>
                    <a:pt x="178223" y="331679"/>
                  </a:lnTo>
                  <a:lnTo>
                    <a:pt x="183503" y="331244"/>
                  </a:lnTo>
                  <a:lnTo>
                    <a:pt x="188766" y="330643"/>
                  </a:lnTo>
                  <a:lnTo>
                    <a:pt x="194007" y="329875"/>
                  </a:lnTo>
                  <a:lnTo>
                    <a:pt x="199221" y="328941"/>
                  </a:lnTo>
                  <a:lnTo>
                    <a:pt x="204403" y="327843"/>
                  </a:lnTo>
                  <a:lnTo>
                    <a:pt x="209548" y="326581"/>
                  </a:lnTo>
                  <a:lnTo>
                    <a:pt x="214650" y="325157"/>
                  </a:lnTo>
                  <a:lnTo>
                    <a:pt x="219704" y="323572"/>
                  </a:lnTo>
                  <a:lnTo>
                    <a:pt x="224706" y="321827"/>
                  </a:lnTo>
                  <a:lnTo>
                    <a:pt x="229650" y="319925"/>
                  </a:lnTo>
                  <a:lnTo>
                    <a:pt x="234531" y="317867"/>
                  </a:lnTo>
                  <a:lnTo>
                    <a:pt x="239344" y="315656"/>
                  </a:lnTo>
                  <a:lnTo>
                    <a:pt x="244085" y="313293"/>
                  </a:lnTo>
                  <a:lnTo>
                    <a:pt x="248749" y="310781"/>
                  </a:lnTo>
                  <a:lnTo>
                    <a:pt x="253331" y="308123"/>
                  </a:lnTo>
                  <a:lnTo>
                    <a:pt x="257826" y="305320"/>
                  </a:lnTo>
                  <a:lnTo>
                    <a:pt x="262231" y="302377"/>
                  </a:lnTo>
                  <a:lnTo>
                    <a:pt x="266539" y="299296"/>
                  </a:lnTo>
                  <a:lnTo>
                    <a:pt x="270748" y="296079"/>
                  </a:lnTo>
                  <a:lnTo>
                    <a:pt x="274853" y="292731"/>
                  </a:lnTo>
                  <a:lnTo>
                    <a:pt x="278850" y="289255"/>
                  </a:lnTo>
                  <a:lnTo>
                    <a:pt x="282735" y="285654"/>
                  </a:lnTo>
                  <a:lnTo>
                    <a:pt x="286503" y="281931"/>
                  </a:lnTo>
                  <a:lnTo>
                    <a:pt x="290152" y="278091"/>
                  </a:lnTo>
                  <a:lnTo>
                    <a:pt x="293677" y="274137"/>
                  </a:lnTo>
                  <a:lnTo>
                    <a:pt x="297076" y="270074"/>
                  </a:lnTo>
                  <a:lnTo>
                    <a:pt x="300343" y="265905"/>
                  </a:lnTo>
                  <a:lnTo>
                    <a:pt x="303477" y="261634"/>
                  </a:lnTo>
                  <a:lnTo>
                    <a:pt x="306475" y="257266"/>
                  </a:lnTo>
                  <a:lnTo>
                    <a:pt x="309332" y="252806"/>
                  </a:lnTo>
                  <a:lnTo>
                    <a:pt x="312046" y="248257"/>
                  </a:lnTo>
                  <a:lnTo>
                    <a:pt x="314615" y="243624"/>
                  </a:lnTo>
                  <a:lnTo>
                    <a:pt x="317036" y="238913"/>
                  </a:lnTo>
                  <a:lnTo>
                    <a:pt x="319307" y="234127"/>
                  </a:lnTo>
                  <a:lnTo>
                    <a:pt x="321425" y="229271"/>
                  </a:lnTo>
                  <a:lnTo>
                    <a:pt x="323387" y="224351"/>
                  </a:lnTo>
                  <a:lnTo>
                    <a:pt x="325193" y="219372"/>
                  </a:lnTo>
                  <a:lnTo>
                    <a:pt x="326840" y="214337"/>
                  </a:lnTo>
                  <a:lnTo>
                    <a:pt x="328327" y="209253"/>
                  </a:lnTo>
                  <a:lnTo>
                    <a:pt x="329652" y="204124"/>
                  </a:lnTo>
                  <a:lnTo>
                    <a:pt x="330814" y="198956"/>
                  </a:lnTo>
                  <a:lnTo>
                    <a:pt x="331812" y="193753"/>
                  </a:lnTo>
                  <a:lnTo>
                    <a:pt x="332644" y="188522"/>
                  </a:lnTo>
                  <a:lnTo>
                    <a:pt x="333310" y="183267"/>
                  </a:lnTo>
                  <a:lnTo>
                    <a:pt x="333809" y="177993"/>
                  </a:lnTo>
                  <a:lnTo>
                    <a:pt x="334141" y="172706"/>
                  </a:lnTo>
                  <a:lnTo>
                    <a:pt x="334305" y="167412"/>
                  </a:lnTo>
                  <a:lnTo>
                    <a:pt x="334302" y="162115"/>
                  </a:lnTo>
                  <a:lnTo>
                    <a:pt x="334130" y="156820"/>
                  </a:lnTo>
                  <a:lnTo>
                    <a:pt x="333791" y="151534"/>
                  </a:lnTo>
                  <a:lnTo>
                    <a:pt x="333285" y="146261"/>
                  </a:lnTo>
                  <a:lnTo>
                    <a:pt x="332612" y="141007"/>
                  </a:lnTo>
                  <a:lnTo>
                    <a:pt x="331772" y="135777"/>
                  </a:lnTo>
                  <a:lnTo>
                    <a:pt x="330767" y="130576"/>
                  </a:lnTo>
                  <a:lnTo>
                    <a:pt x="329598" y="125409"/>
                  </a:lnTo>
                  <a:lnTo>
                    <a:pt x="328266" y="120282"/>
                  </a:lnTo>
                  <a:lnTo>
                    <a:pt x="326773" y="115200"/>
                  </a:lnTo>
                  <a:lnTo>
                    <a:pt x="325118" y="110168"/>
                  </a:lnTo>
                  <a:lnTo>
                    <a:pt x="323306" y="105190"/>
                  </a:lnTo>
                  <a:lnTo>
                    <a:pt x="321336" y="100273"/>
                  </a:lnTo>
                  <a:lnTo>
                    <a:pt x="319212" y="95420"/>
                  </a:lnTo>
                  <a:lnTo>
                    <a:pt x="316935" y="90637"/>
                  </a:lnTo>
                  <a:lnTo>
                    <a:pt x="314507" y="85929"/>
                  </a:lnTo>
                  <a:lnTo>
                    <a:pt x="311932" y="81300"/>
                  </a:lnTo>
                  <a:lnTo>
                    <a:pt x="309211" y="76755"/>
                  </a:lnTo>
                  <a:lnTo>
                    <a:pt x="306348" y="72299"/>
                  </a:lnTo>
                  <a:lnTo>
                    <a:pt x="303345" y="67935"/>
                  </a:lnTo>
                  <a:lnTo>
                    <a:pt x="300205" y="63669"/>
                  </a:lnTo>
                  <a:lnTo>
                    <a:pt x="296931" y="59504"/>
                  </a:lnTo>
                  <a:lnTo>
                    <a:pt x="293527" y="55445"/>
                  </a:lnTo>
                  <a:lnTo>
                    <a:pt x="289997" y="51496"/>
                  </a:lnTo>
                  <a:lnTo>
                    <a:pt x="286343" y="47661"/>
                  </a:lnTo>
                  <a:lnTo>
                    <a:pt x="282569" y="43944"/>
                  </a:lnTo>
                  <a:lnTo>
                    <a:pt x="278679" y="40348"/>
                  </a:lnTo>
                  <a:lnTo>
                    <a:pt x="274678" y="36877"/>
                  </a:lnTo>
                  <a:lnTo>
                    <a:pt x="270568" y="33534"/>
                  </a:lnTo>
                  <a:lnTo>
                    <a:pt x="266355" y="30324"/>
                  </a:lnTo>
                  <a:lnTo>
                    <a:pt x="262042" y="27248"/>
                  </a:lnTo>
                  <a:lnTo>
                    <a:pt x="257634" y="24311"/>
                  </a:lnTo>
                  <a:lnTo>
                    <a:pt x="167157" y="164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90476" cy="167167"/>
            </a:xfrm>
            <a:custGeom>
              <a:avLst/>
              <a:pathLst>
                <a:path w="90476" h="167167">
                  <a:moveTo>
                    <a:pt x="90476" y="26600"/>
                  </a:moveTo>
                  <a:lnTo>
                    <a:pt x="85697" y="23637"/>
                  </a:lnTo>
                  <a:lnTo>
                    <a:pt x="80821" y="20835"/>
                  </a:lnTo>
                  <a:lnTo>
                    <a:pt x="75853" y="18200"/>
                  </a:lnTo>
                  <a:lnTo>
                    <a:pt x="70800" y="15733"/>
                  </a:lnTo>
                  <a:lnTo>
                    <a:pt x="65666" y="13437"/>
                  </a:lnTo>
                  <a:lnTo>
                    <a:pt x="60458" y="11315"/>
                  </a:lnTo>
                  <a:lnTo>
                    <a:pt x="55182" y="9370"/>
                  </a:lnTo>
                  <a:lnTo>
                    <a:pt x="49843" y="7603"/>
                  </a:lnTo>
                  <a:lnTo>
                    <a:pt x="44448" y="6017"/>
                  </a:lnTo>
                  <a:lnTo>
                    <a:pt x="39003" y="4613"/>
                  </a:lnTo>
                  <a:lnTo>
                    <a:pt x="33513" y="3393"/>
                  </a:lnTo>
                  <a:lnTo>
                    <a:pt x="27986" y="2359"/>
                  </a:lnTo>
                  <a:lnTo>
                    <a:pt x="22427" y="1511"/>
                  </a:lnTo>
                  <a:lnTo>
                    <a:pt x="16842" y="850"/>
                  </a:lnTo>
                  <a:lnTo>
                    <a:pt x="11238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579" y="2126963"/>
              <a:ext cx="5893" cy="167167"/>
            </a:xfrm>
            <a:custGeom>
              <a:avLst/>
              <a:pathLst>
                <a:path w="5893" h="167167">
                  <a:moveTo>
                    <a:pt x="5893" y="0"/>
                  </a:moveTo>
                  <a:lnTo>
                    <a:pt x="0" y="103"/>
                  </a:lnTo>
                  <a:lnTo>
                    <a:pt x="58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579" y="2127067"/>
              <a:ext cx="5893" cy="167063"/>
            </a:xfrm>
            <a:custGeom>
              <a:avLst/>
              <a:pathLst>
                <a:path w="5893" h="167063">
                  <a:moveTo>
                    <a:pt x="0" y="0"/>
                  </a:moveTo>
                  <a:lnTo>
                    <a:pt x="5893" y="167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2" y="2127067"/>
              <a:ext cx="333947" cy="334223"/>
            </a:xfrm>
            <a:custGeom>
              <a:avLst/>
              <a:pathLst>
                <a:path w="333947" h="334223">
                  <a:moveTo>
                    <a:pt x="161266" y="0"/>
                  </a:moveTo>
                  <a:lnTo>
                    <a:pt x="155959" y="271"/>
                  </a:lnTo>
                  <a:lnTo>
                    <a:pt x="150663" y="712"/>
                  </a:lnTo>
                  <a:lnTo>
                    <a:pt x="145383" y="1320"/>
                  </a:lnTo>
                  <a:lnTo>
                    <a:pt x="140126" y="2096"/>
                  </a:lnTo>
                  <a:lnTo>
                    <a:pt x="134896" y="3039"/>
                  </a:lnTo>
                  <a:lnTo>
                    <a:pt x="129699" y="4147"/>
                  </a:lnTo>
                  <a:lnTo>
                    <a:pt x="124539" y="5420"/>
                  </a:lnTo>
                  <a:lnTo>
                    <a:pt x="119423" y="6856"/>
                  </a:lnTo>
                  <a:lnTo>
                    <a:pt x="114355" y="8455"/>
                  </a:lnTo>
                  <a:lnTo>
                    <a:pt x="109340" y="10213"/>
                  </a:lnTo>
                  <a:lnTo>
                    <a:pt x="104383" y="12130"/>
                  </a:lnTo>
                  <a:lnTo>
                    <a:pt x="99490" y="14204"/>
                  </a:lnTo>
                  <a:lnTo>
                    <a:pt x="94666" y="16432"/>
                  </a:lnTo>
                  <a:lnTo>
                    <a:pt x="89915" y="18813"/>
                  </a:lnTo>
                  <a:lnTo>
                    <a:pt x="85241" y="21343"/>
                  </a:lnTo>
                  <a:lnTo>
                    <a:pt x="80651" y="24020"/>
                  </a:lnTo>
                  <a:lnTo>
                    <a:pt x="76148" y="26842"/>
                  </a:lnTo>
                  <a:lnTo>
                    <a:pt x="71737" y="29806"/>
                  </a:lnTo>
                  <a:lnTo>
                    <a:pt x="67422" y="32909"/>
                  </a:lnTo>
                  <a:lnTo>
                    <a:pt x="63208" y="36147"/>
                  </a:lnTo>
                  <a:lnTo>
                    <a:pt x="59099" y="39517"/>
                  </a:lnTo>
                  <a:lnTo>
                    <a:pt x="55100" y="43016"/>
                  </a:lnTo>
                  <a:lnTo>
                    <a:pt x="51214" y="46641"/>
                  </a:lnTo>
                  <a:lnTo>
                    <a:pt x="47444" y="50387"/>
                  </a:lnTo>
                  <a:lnTo>
                    <a:pt x="43796" y="54251"/>
                  </a:lnTo>
                  <a:lnTo>
                    <a:pt x="40273" y="58230"/>
                  </a:lnTo>
                  <a:lnTo>
                    <a:pt x="36877" y="62318"/>
                  </a:lnTo>
                  <a:lnTo>
                    <a:pt x="33614" y="66512"/>
                  </a:lnTo>
                  <a:lnTo>
                    <a:pt x="30485" y="70807"/>
                  </a:lnTo>
                  <a:lnTo>
                    <a:pt x="27495" y="75200"/>
                  </a:lnTo>
                  <a:lnTo>
                    <a:pt x="24645" y="79686"/>
                  </a:lnTo>
                  <a:lnTo>
                    <a:pt x="21940" y="84260"/>
                  </a:lnTo>
                  <a:lnTo>
                    <a:pt x="19381" y="88918"/>
                  </a:lnTo>
                  <a:lnTo>
                    <a:pt x="16972" y="93655"/>
                  </a:lnTo>
                  <a:lnTo>
                    <a:pt x="14715" y="98466"/>
                  </a:lnTo>
                  <a:lnTo>
                    <a:pt x="12611" y="103346"/>
                  </a:lnTo>
                  <a:lnTo>
                    <a:pt x="10664" y="108291"/>
                  </a:lnTo>
                  <a:lnTo>
                    <a:pt x="8875" y="113295"/>
                  </a:lnTo>
                  <a:lnTo>
                    <a:pt x="7246" y="118353"/>
                  </a:lnTo>
                  <a:lnTo>
                    <a:pt x="5778" y="123461"/>
                  </a:lnTo>
                  <a:lnTo>
                    <a:pt x="4474" y="128613"/>
                  </a:lnTo>
                  <a:lnTo>
                    <a:pt x="3334" y="133803"/>
                  </a:lnTo>
                  <a:lnTo>
                    <a:pt x="2360" y="139027"/>
                  </a:lnTo>
                  <a:lnTo>
                    <a:pt x="1552" y="144280"/>
                  </a:lnTo>
                  <a:lnTo>
                    <a:pt x="911" y="149555"/>
                  </a:lnTo>
                  <a:lnTo>
                    <a:pt x="439" y="154848"/>
                  </a:lnTo>
                  <a:lnTo>
                    <a:pt x="135" y="160154"/>
                  </a:lnTo>
                  <a:lnTo>
                    <a:pt x="0" y="165467"/>
                  </a:lnTo>
                  <a:lnTo>
                    <a:pt x="33" y="170781"/>
                  </a:lnTo>
                  <a:lnTo>
                    <a:pt x="236" y="176091"/>
                  </a:lnTo>
                  <a:lnTo>
                    <a:pt x="607" y="181392"/>
                  </a:lnTo>
                  <a:lnTo>
                    <a:pt x="1147" y="186679"/>
                  </a:lnTo>
                  <a:lnTo>
                    <a:pt x="1854" y="191946"/>
                  </a:lnTo>
                  <a:lnTo>
                    <a:pt x="2729" y="197188"/>
                  </a:lnTo>
                  <a:lnTo>
                    <a:pt x="3769" y="202399"/>
                  </a:lnTo>
                  <a:lnTo>
                    <a:pt x="4975" y="207575"/>
                  </a:lnTo>
                  <a:lnTo>
                    <a:pt x="6345" y="212710"/>
                  </a:lnTo>
                  <a:lnTo>
                    <a:pt x="7877" y="217798"/>
                  </a:lnTo>
                  <a:lnTo>
                    <a:pt x="9570" y="222836"/>
                  </a:lnTo>
                  <a:lnTo>
                    <a:pt x="11422" y="227816"/>
                  </a:lnTo>
                  <a:lnTo>
                    <a:pt x="13432" y="232736"/>
                  </a:lnTo>
                  <a:lnTo>
                    <a:pt x="15597" y="237589"/>
                  </a:lnTo>
                  <a:lnTo>
                    <a:pt x="17916" y="242371"/>
                  </a:lnTo>
                  <a:lnTo>
                    <a:pt x="20385" y="247077"/>
                  </a:lnTo>
                  <a:lnTo>
                    <a:pt x="23002" y="251702"/>
                  </a:lnTo>
                  <a:lnTo>
                    <a:pt x="25766" y="256241"/>
                  </a:lnTo>
                  <a:lnTo>
                    <a:pt x="28672" y="260691"/>
                  </a:lnTo>
                  <a:lnTo>
                    <a:pt x="31718" y="265045"/>
                  </a:lnTo>
                  <a:lnTo>
                    <a:pt x="34901" y="269301"/>
                  </a:lnTo>
                  <a:lnTo>
                    <a:pt x="38217" y="273453"/>
                  </a:lnTo>
                  <a:lnTo>
                    <a:pt x="41664" y="277498"/>
                  </a:lnTo>
                  <a:lnTo>
                    <a:pt x="45238" y="281431"/>
                  </a:lnTo>
                  <a:lnTo>
                    <a:pt x="48935" y="285249"/>
                  </a:lnTo>
                  <a:lnTo>
                    <a:pt x="52751" y="288947"/>
                  </a:lnTo>
                  <a:lnTo>
                    <a:pt x="56683" y="292522"/>
                  </a:lnTo>
                  <a:lnTo>
                    <a:pt x="60727" y="295970"/>
                  </a:lnTo>
                  <a:lnTo>
                    <a:pt x="64878" y="299288"/>
                  </a:lnTo>
                  <a:lnTo>
                    <a:pt x="69132" y="302472"/>
                  </a:lnTo>
                  <a:lnTo>
                    <a:pt x="73486" y="305520"/>
                  </a:lnTo>
                  <a:lnTo>
                    <a:pt x="77934" y="308427"/>
                  </a:lnTo>
                  <a:lnTo>
                    <a:pt x="82473" y="311192"/>
                  </a:lnTo>
                  <a:lnTo>
                    <a:pt x="87097" y="313811"/>
                  </a:lnTo>
                  <a:lnTo>
                    <a:pt x="91802" y="316282"/>
                  </a:lnTo>
                  <a:lnTo>
                    <a:pt x="96583" y="318602"/>
                  </a:lnTo>
                  <a:lnTo>
                    <a:pt x="101436" y="320768"/>
                  </a:lnTo>
                  <a:lnTo>
                    <a:pt x="106355" y="322780"/>
                  </a:lnTo>
                  <a:lnTo>
                    <a:pt x="111335" y="324634"/>
                  </a:lnTo>
                  <a:lnTo>
                    <a:pt x="116372" y="326329"/>
                  </a:lnTo>
                  <a:lnTo>
                    <a:pt x="121460" y="327863"/>
                  </a:lnTo>
                  <a:lnTo>
                    <a:pt x="126594" y="329234"/>
                  </a:lnTo>
                  <a:lnTo>
                    <a:pt x="131769" y="330441"/>
                  </a:lnTo>
                  <a:lnTo>
                    <a:pt x="136980" y="331484"/>
                  </a:lnTo>
                  <a:lnTo>
                    <a:pt x="142222" y="332360"/>
                  </a:lnTo>
                  <a:lnTo>
                    <a:pt x="147488" y="333069"/>
                  </a:lnTo>
                  <a:lnTo>
                    <a:pt x="152775" y="333610"/>
                  </a:lnTo>
                  <a:lnTo>
                    <a:pt x="158076" y="333984"/>
                  </a:lnTo>
                  <a:lnTo>
                    <a:pt x="163387" y="334188"/>
                  </a:lnTo>
                  <a:lnTo>
                    <a:pt x="168701" y="334223"/>
                  </a:lnTo>
                  <a:lnTo>
                    <a:pt x="174013" y="334090"/>
                  </a:lnTo>
                  <a:lnTo>
                    <a:pt x="179319" y="333788"/>
                  </a:lnTo>
                  <a:lnTo>
                    <a:pt x="184612" y="333317"/>
                  </a:lnTo>
                  <a:lnTo>
                    <a:pt x="189888" y="332678"/>
                  </a:lnTo>
                  <a:lnTo>
                    <a:pt x="195141" y="331872"/>
                  </a:lnTo>
                  <a:lnTo>
                    <a:pt x="200365" y="330899"/>
                  </a:lnTo>
                  <a:lnTo>
                    <a:pt x="205556" y="329761"/>
                  </a:lnTo>
                  <a:lnTo>
                    <a:pt x="210708" y="328458"/>
                  </a:lnTo>
                  <a:lnTo>
                    <a:pt x="215816" y="326993"/>
                  </a:lnTo>
                  <a:lnTo>
                    <a:pt x="220875" y="325365"/>
                  </a:lnTo>
                  <a:lnTo>
                    <a:pt x="225880" y="323578"/>
                  </a:lnTo>
                  <a:lnTo>
                    <a:pt x="230825" y="321632"/>
                  </a:lnTo>
                  <a:lnTo>
                    <a:pt x="235706" y="319530"/>
                  </a:lnTo>
                  <a:lnTo>
                    <a:pt x="240518" y="317274"/>
                  </a:lnTo>
                  <a:lnTo>
                    <a:pt x="245255" y="314867"/>
                  </a:lnTo>
                  <a:lnTo>
                    <a:pt x="249914" y="312310"/>
                  </a:lnTo>
                  <a:lnTo>
                    <a:pt x="254489" y="309606"/>
                  </a:lnTo>
                  <a:lnTo>
                    <a:pt x="258976" y="306758"/>
                  </a:lnTo>
                  <a:lnTo>
                    <a:pt x="263370" y="303769"/>
                  </a:lnTo>
                  <a:lnTo>
                    <a:pt x="267667" y="300642"/>
                  </a:lnTo>
                  <a:lnTo>
                    <a:pt x="271862" y="297379"/>
                  </a:lnTo>
                  <a:lnTo>
                    <a:pt x="275951" y="293986"/>
                  </a:lnTo>
                  <a:lnTo>
                    <a:pt x="279930" y="290463"/>
                  </a:lnTo>
                  <a:lnTo>
                    <a:pt x="283796" y="286816"/>
                  </a:lnTo>
                  <a:lnTo>
                    <a:pt x="287543" y="283049"/>
                  </a:lnTo>
                  <a:lnTo>
                    <a:pt x="291169" y="279163"/>
                  </a:lnTo>
                  <a:lnTo>
                    <a:pt x="294670" y="275165"/>
                  </a:lnTo>
                  <a:lnTo>
                    <a:pt x="298041" y="271057"/>
                  </a:lnTo>
                  <a:lnTo>
                    <a:pt x="301281" y="266845"/>
                  </a:lnTo>
                  <a:lnTo>
                    <a:pt x="304385" y="262531"/>
                  </a:lnTo>
                  <a:lnTo>
                    <a:pt x="307350" y="258121"/>
                  </a:lnTo>
                  <a:lnTo>
                    <a:pt x="310174" y="253619"/>
                  </a:lnTo>
                  <a:lnTo>
                    <a:pt x="312853" y="249029"/>
                  </a:lnTo>
                  <a:lnTo>
                    <a:pt x="315384" y="244357"/>
                  </a:lnTo>
                  <a:lnTo>
                    <a:pt x="317766" y="239606"/>
                  </a:lnTo>
                  <a:lnTo>
                    <a:pt x="319996" y="234782"/>
                  </a:lnTo>
                  <a:lnTo>
                    <a:pt x="322071" y="229890"/>
                  </a:lnTo>
                  <a:lnTo>
                    <a:pt x="323990" y="224934"/>
                  </a:lnTo>
                  <a:lnTo>
                    <a:pt x="325750" y="219920"/>
                  </a:lnTo>
                  <a:lnTo>
                    <a:pt x="327350" y="214852"/>
                  </a:lnTo>
                  <a:lnTo>
                    <a:pt x="328788" y="209736"/>
                  </a:lnTo>
                  <a:lnTo>
                    <a:pt x="330063" y="204577"/>
                  </a:lnTo>
                  <a:lnTo>
                    <a:pt x="331173" y="199380"/>
                  </a:lnTo>
                  <a:lnTo>
                    <a:pt x="332118" y="194151"/>
                  </a:lnTo>
                  <a:lnTo>
                    <a:pt x="332895" y="188894"/>
                  </a:lnTo>
                  <a:lnTo>
                    <a:pt x="333505" y="183614"/>
                  </a:lnTo>
                  <a:lnTo>
                    <a:pt x="333947" y="178319"/>
                  </a:lnTo>
                  <a:lnTo>
                    <a:pt x="167159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6" cy="178422"/>
            </a:xfrm>
            <a:custGeom>
              <a:avLst/>
              <a:pathLst>
                <a:path w="167166" h="178422">
                  <a:moveTo>
                    <a:pt x="166788" y="178422"/>
                  </a:moveTo>
                  <a:lnTo>
                    <a:pt x="167063" y="173060"/>
                  </a:lnTo>
                  <a:lnTo>
                    <a:pt x="167166" y="167692"/>
                  </a:lnTo>
                  <a:lnTo>
                    <a:pt x="167097" y="162323"/>
                  </a:lnTo>
                  <a:lnTo>
                    <a:pt x="166855" y="156959"/>
                  </a:lnTo>
                  <a:lnTo>
                    <a:pt x="166441" y="151606"/>
                  </a:lnTo>
                  <a:lnTo>
                    <a:pt x="165855" y="146268"/>
                  </a:lnTo>
                  <a:lnTo>
                    <a:pt x="165099" y="140952"/>
                  </a:lnTo>
                  <a:lnTo>
                    <a:pt x="164172" y="135664"/>
                  </a:lnTo>
                  <a:lnTo>
                    <a:pt x="163075" y="130407"/>
                  </a:lnTo>
                  <a:lnTo>
                    <a:pt x="161811" y="125189"/>
                  </a:lnTo>
                  <a:lnTo>
                    <a:pt x="160379" y="120014"/>
                  </a:lnTo>
                  <a:lnTo>
                    <a:pt x="158782" y="114888"/>
                  </a:lnTo>
                  <a:lnTo>
                    <a:pt x="157021" y="109815"/>
                  </a:lnTo>
                  <a:lnTo>
                    <a:pt x="155098" y="104802"/>
                  </a:lnTo>
                  <a:lnTo>
                    <a:pt x="153015" y="99853"/>
                  </a:lnTo>
                  <a:lnTo>
                    <a:pt x="150774" y="94974"/>
                  </a:lnTo>
                  <a:lnTo>
                    <a:pt x="148378" y="90169"/>
                  </a:lnTo>
                  <a:lnTo>
                    <a:pt x="145829" y="85443"/>
                  </a:lnTo>
                  <a:lnTo>
                    <a:pt x="143129" y="80802"/>
                  </a:lnTo>
                  <a:lnTo>
                    <a:pt x="140281" y="76250"/>
                  </a:lnTo>
                  <a:lnTo>
                    <a:pt x="137289" y="71791"/>
                  </a:lnTo>
                  <a:lnTo>
                    <a:pt x="134155" y="67431"/>
                  </a:lnTo>
                  <a:lnTo>
                    <a:pt x="130883" y="63174"/>
                  </a:lnTo>
                  <a:lnTo>
                    <a:pt x="127476" y="59025"/>
                  </a:lnTo>
                  <a:lnTo>
                    <a:pt x="123937" y="54986"/>
                  </a:lnTo>
                  <a:lnTo>
                    <a:pt x="120270" y="51064"/>
                  </a:lnTo>
                  <a:lnTo>
                    <a:pt x="116480" y="47261"/>
                  </a:lnTo>
                  <a:lnTo>
                    <a:pt x="112569" y="43582"/>
                  </a:lnTo>
                  <a:lnTo>
                    <a:pt x="108542" y="40031"/>
                  </a:lnTo>
                  <a:lnTo>
                    <a:pt x="104402" y="36611"/>
                  </a:lnTo>
                  <a:lnTo>
                    <a:pt x="100156" y="33325"/>
                  </a:lnTo>
                  <a:lnTo>
                    <a:pt x="95806" y="30177"/>
                  </a:lnTo>
                  <a:lnTo>
                    <a:pt x="91357" y="27171"/>
                  </a:lnTo>
                  <a:lnTo>
                    <a:pt x="86814" y="24309"/>
                  </a:lnTo>
                  <a:lnTo>
                    <a:pt x="82181" y="21595"/>
                  </a:lnTo>
                  <a:lnTo>
                    <a:pt x="77463" y="19031"/>
                  </a:lnTo>
                  <a:lnTo>
                    <a:pt x="72666" y="16619"/>
                  </a:lnTo>
                  <a:lnTo>
                    <a:pt x="67793" y="14363"/>
                  </a:lnTo>
                  <a:lnTo>
                    <a:pt x="62851" y="12265"/>
                  </a:lnTo>
                  <a:lnTo>
                    <a:pt x="57844" y="10326"/>
                  </a:lnTo>
                  <a:lnTo>
                    <a:pt x="52777" y="8550"/>
                  </a:lnTo>
                  <a:lnTo>
                    <a:pt x="47656" y="6936"/>
                  </a:lnTo>
                  <a:lnTo>
                    <a:pt x="42485" y="5488"/>
                  </a:lnTo>
                  <a:lnTo>
                    <a:pt x="37271" y="4207"/>
                  </a:lnTo>
                  <a:lnTo>
                    <a:pt x="32018" y="3095"/>
                  </a:lnTo>
                  <a:lnTo>
                    <a:pt x="26732" y="2151"/>
                  </a:lnTo>
                  <a:lnTo>
                    <a:pt x="21419" y="1377"/>
                  </a:lnTo>
                  <a:lnTo>
                    <a:pt x="16083" y="775"/>
                  </a:lnTo>
                  <a:lnTo>
                    <a:pt x="10731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261" y="1681503"/>
              <a:ext cx="10973" cy="167167"/>
            </a:xfrm>
            <a:custGeom>
              <a:avLst/>
              <a:pathLst>
                <a:path w="10973" h="167167">
                  <a:moveTo>
                    <a:pt x="10973" y="0"/>
                  </a:moveTo>
                  <a:lnTo>
                    <a:pt x="0" y="360"/>
                  </a:lnTo>
                  <a:lnTo>
                    <a:pt x="1097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2261" y="1681863"/>
              <a:ext cx="10973" cy="166806"/>
            </a:xfrm>
            <a:custGeom>
              <a:avLst/>
              <a:pathLst>
                <a:path w="10973" h="166806">
                  <a:moveTo>
                    <a:pt x="0" y="0"/>
                  </a:moveTo>
                  <a:lnTo>
                    <a:pt x="10973" y="1668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83" y="1681863"/>
              <a:ext cx="334317" cy="333970"/>
            </a:xfrm>
            <a:custGeom>
              <a:avLst/>
              <a:pathLst>
                <a:path w="334317" h="333970">
                  <a:moveTo>
                    <a:pt x="156178" y="0"/>
                  </a:moveTo>
                  <a:lnTo>
                    <a:pt x="150906" y="430"/>
                  </a:lnTo>
                  <a:lnTo>
                    <a:pt x="145650" y="1027"/>
                  </a:lnTo>
                  <a:lnTo>
                    <a:pt x="140416" y="1791"/>
                  </a:lnTo>
                  <a:lnTo>
                    <a:pt x="135208" y="2719"/>
                  </a:lnTo>
                  <a:lnTo>
                    <a:pt x="130033" y="3812"/>
                  </a:lnTo>
                  <a:lnTo>
                    <a:pt x="124895" y="5068"/>
                  </a:lnTo>
                  <a:lnTo>
                    <a:pt x="119799" y="6486"/>
                  </a:lnTo>
                  <a:lnTo>
                    <a:pt x="114750" y="8064"/>
                  </a:lnTo>
                  <a:lnTo>
                    <a:pt x="109754" y="9801"/>
                  </a:lnTo>
                  <a:lnTo>
                    <a:pt x="104816" y="11696"/>
                  </a:lnTo>
                  <a:lnTo>
                    <a:pt x="99940" y="13746"/>
                  </a:lnTo>
                  <a:lnTo>
                    <a:pt x="95131" y="15949"/>
                  </a:lnTo>
                  <a:lnTo>
                    <a:pt x="90394" y="18303"/>
                  </a:lnTo>
                  <a:lnTo>
                    <a:pt x="85734" y="20806"/>
                  </a:lnTo>
                  <a:lnTo>
                    <a:pt x="81156" y="23455"/>
                  </a:lnTo>
                  <a:lnTo>
                    <a:pt x="76663" y="26247"/>
                  </a:lnTo>
                  <a:lnTo>
                    <a:pt x="72262" y="29180"/>
                  </a:lnTo>
                  <a:lnTo>
                    <a:pt x="67955" y="32251"/>
                  </a:lnTo>
                  <a:lnTo>
                    <a:pt x="63747" y="35457"/>
                  </a:lnTo>
                  <a:lnTo>
                    <a:pt x="59644" y="38794"/>
                  </a:lnTo>
                  <a:lnTo>
                    <a:pt x="55647" y="42260"/>
                  </a:lnTo>
                  <a:lnTo>
                    <a:pt x="51763" y="45850"/>
                  </a:lnTo>
                  <a:lnTo>
                    <a:pt x="47994" y="49561"/>
                  </a:lnTo>
                  <a:lnTo>
                    <a:pt x="44344" y="53390"/>
                  </a:lnTo>
                  <a:lnTo>
                    <a:pt x="40817" y="57332"/>
                  </a:lnTo>
                  <a:lnTo>
                    <a:pt x="37417" y="61383"/>
                  </a:lnTo>
                  <a:lnTo>
                    <a:pt x="34146" y="65541"/>
                  </a:lnTo>
                  <a:lnTo>
                    <a:pt x="31009" y="69799"/>
                  </a:lnTo>
                  <a:lnTo>
                    <a:pt x="28008" y="74155"/>
                  </a:lnTo>
                  <a:lnTo>
                    <a:pt x="25147" y="78604"/>
                  </a:lnTo>
                  <a:lnTo>
                    <a:pt x="22427" y="83141"/>
                  </a:lnTo>
                  <a:lnTo>
                    <a:pt x="19853" y="87761"/>
                  </a:lnTo>
                  <a:lnTo>
                    <a:pt x="17426" y="92461"/>
                  </a:lnTo>
                  <a:lnTo>
                    <a:pt x="15148" y="97235"/>
                  </a:lnTo>
                  <a:lnTo>
                    <a:pt x="13023" y="102079"/>
                  </a:lnTo>
                  <a:lnTo>
                    <a:pt x="11053" y="106988"/>
                  </a:lnTo>
                  <a:lnTo>
                    <a:pt x="9238" y="111957"/>
                  </a:lnTo>
                  <a:lnTo>
                    <a:pt x="7582" y="116980"/>
                  </a:lnTo>
                  <a:lnTo>
                    <a:pt x="6085" y="122053"/>
                  </a:lnTo>
                  <a:lnTo>
                    <a:pt x="4750" y="127172"/>
                  </a:lnTo>
                  <a:lnTo>
                    <a:pt x="3578" y="132329"/>
                  </a:lnTo>
                  <a:lnTo>
                    <a:pt x="2569" y="137522"/>
                  </a:lnTo>
                  <a:lnTo>
                    <a:pt x="1725" y="142744"/>
                  </a:lnTo>
                  <a:lnTo>
                    <a:pt x="1046" y="147989"/>
                  </a:lnTo>
                  <a:lnTo>
                    <a:pt x="534" y="153254"/>
                  </a:lnTo>
                  <a:lnTo>
                    <a:pt x="189" y="158532"/>
                  </a:lnTo>
                  <a:lnTo>
                    <a:pt x="10" y="163819"/>
                  </a:lnTo>
                  <a:lnTo>
                    <a:pt x="0" y="169108"/>
                  </a:lnTo>
                  <a:lnTo>
                    <a:pt x="156" y="174395"/>
                  </a:lnTo>
                  <a:lnTo>
                    <a:pt x="480" y="179675"/>
                  </a:lnTo>
                  <a:lnTo>
                    <a:pt x="970" y="184942"/>
                  </a:lnTo>
                  <a:lnTo>
                    <a:pt x="1627" y="190190"/>
                  </a:lnTo>
                  <a:lnTo>
                    <a:pt x="2450" y="195415"/>
                  </a:lnTo>
                  <a:lnTo>
                    <a:pt x="3437" y="200612"/>
                  </a:lnTo>
                  <a:lnTo>
                    <a:pt x="4589" y="205774"/>
                  </a:lnTo>
                  <a:lnTo>
                    <a:pt x="5903" y="210898"/>
                  </a:lnTo>
                  <a:lnTo>
                    <a:pt x="7379" y="215978"/>
                  </a:lnTo>
                  <a:lnTo>
                    <a:pt x="9015" y="221008"/>
                  </a:lnTo>
                  <a:lnTo>
                    <a:pt x="10809" y="225984"/>
                  </a:lnTo>
                  <a:lnTo>
                    <a:pt x="12759" y="230901"/>
                  </a:lnTo>
                  <a:lnTo>
                    <a:pt x="14864" y="235753"/>
                  </a:lnTo>
                  <a:lnTo>
                    <a:pt x="17122" y="240537"/>
                  </a:lnTo>
                  <a:lnTo>
                    <a:pt x="19530" y="245246"/>
                  </a:lnTo>
                  <a:lnTo>
                    <a:pt x="22085" y="249878"/>
                  </a:lnTo>
                  <a:lnTo>
                    <a:pt x="24786" y="254426"/>
                  </a:lnTo>
                  <a:lnTo>
                    <a:pt x="27629" y="258886"/>
                  </a:lnTo>
                  <a:lnTo>
                    <a:pt x="30612" y="263254"/>
                  </a:lnTo>
                  <a:lnTo>
                    <a:pt x="33732" y="267525"/>
                  </a:lnTo>
                  <a:lnTo>
                    <a:pt x="36985" y="271696"/>
                  </a:lnTo>
                  <a:lnTo>
                    <a:pt x="40369" y="275762"/>
                  </a:lnTo>
                  <a:lnTo>
                    <a:pt x="43880" y="279718"/>
                  </a:lnTo>
                  <a:lnTo>
                    <a:pt x="47514" y="283562"/>
                  </a:lnTo>
                  <a:lnTo>
                    <a:pt x="51267" y="287289"/>
                  </a:lnTo>
                  <a:lnTo>
                    <a:pt x="55137" y="290895"/>
                  </a:lnTo>
                  <a:lnTo>
                    <a:pt x="59119" y="294376"/>
                  </a:lnTo>
                  <a:lnTo>
                    <a:pt x="63209" y="297730"/>
                  </a:lnTo>
                  <a:lnTo>
                    <a:pt x="67404" y="300953"/>
                  </a:lnTo>
                  <a:lnTo>
                    <a:pt x="71698" y="304042"/>
                  </a:lnTo>
                  <a:lnTo>
                    <a:pt x="76087" y="306993"/>
                  </a:lnTo>
                  <a:lnTo>
                    <a:pt x="80568" y="309804"/>
                  </a:lnTo>
                  <a:lnTo>
                    <a:pt x="85136" y="312472"/>
                  </a:lnTo>
                  <a:lnTo>
                    <a:pt x="89785" y="314994"/>
                  </a:lnTo>
                  <a:lnTo>
                    <a:pt x="94512" y="317367"/>
                  </a:lnTo>
                  <a:lnTo>
                    <a:pt x="99312" y="319590"/>
                  </a:lnTo>
                  <a:lnTo>
                    <a:pt x="104180" y="321660"/>
                  </a:lnTo>
                  <a:lnTo>
                    <a:pt x="109111" y="323575"/>
                  </a:lnTo>
                  <a:lnTo>
                    <a:pt x="114099" y="325332"/>
                  </a:lnTo>
                  <a:lnTo>
                    <a:pt x="119141" y="326931"/>
                  </a:lnTo>
                  <a:lnTo>
                    <a:pt x="124232" y="328370"/>
                  </a:lnTo>
                  <a:lnTo>
                    <a:pt x="129365" y="329647"/>
                  </a:lnTo>
                  <a:lnTo>
                    <a:pt x="134535" y="330761"/>
                  </a:lnTo>
                  <a:lnTo>
                    <a:pt x="139739" y="331711"/>
                  </a:lnTo>
                  <a:lnTo>
                    <a:pt x="144970" y="332496"/>
                  </a:lnTo>
                  <a:lnTo>
                    <a:pt x="150223" y="333115"/>
                  </a:lnTo>
                  <a:lnTo>
                    <a:pt x="155493" y="333567"/>
                  </a:lnTo>
                  <a:lnTo>
                    <a:pt x="160775" y="333852"/>
                  </a:lnTo>
                  <a:lnTo>
                    <a:pt x="166063" y="333970"/>
                  </a:lnTo>
                  <a:lnTo>
                    <a:pt x="171352" y="333921"/>
                  </a:lnTo>
                  <a:lnTo>
                    <a:pt x="176637" y="333704"/>
                  </a:lnTo>
                  <a:lnTo>
                    <a:pt x="181913" y="333321"/>
                  </a:lnTo>
                  <a:lnTo>
                    <a:pt x="187174" y="332770"/>
                  </a:lnTo>
                  <a:lnTo>
                    <a:pt x="192415" y="332054"/>
                  </a:lnTo>
                  <a:lnTo>
                    <a:pt x="197630" y="331172"/>
                  </a:lnTo>
                  <a:lnTo>
                    <a:pt x="202815" y="330125"/>
                  </a:lnTo>
                  <a:lnTo>
                    <a:pt x="207964" y="328915"/>
                  </a:lnTo>
                  <a:lnTo>
                    <a:pt x="213073" y="327543"/>
                  </a:lnTo>
                  <a:lnTo>
                    <a:pt x="218135" y="326009"/>
                  </a:lnTo>
                  <a:lnTo>
                    <a:pt x="223146" y="324317"/>
                  </a:lnTo>
                  <a:lnTo>
                    <a:pt x="228102" y="322466"/>
                  </a:lnTo>
                  <a:lnTo>
                    <a:pt x="232996" y="320460"/>
                  </a:lnTo>
                  <a:lnTo>
                    <a:pt x="237824" y="318300"/>
                  </a:lnTo>
                  <a:lnTo>
                    <a:pt x="242582" y="315988"/>
                  </a:lnTo>
                  <a:lnTo>
                    <a:pt x="247264" y="313527"/>
                  </a:lnTo>
                  <a:lnTo>
                    <a:pt x="251866" y="310919"/>
                  </a:lnTo>
                  <a:lnTo>
                    <a:pt x="256383" y="308167"/>
                  </a:lnTo>
                  <a:lnTo>
                    <a:pt x="260810" y="305273"/>
                  </a:lnTo>
                  <a:lnTo>
                    <a:pt x="265144" y="302240"/>
                  </a:lnTo>
                  <a:lnTo>
                    <a:pt x="269380" y="299072"/>
                  </a:lnTo>
                  <a:lnTo>
                    <a:pt x="273513" y="295772"/>
                  </a:lnTo>
                  <a:lnTo>
                    <a:pt x="277540" y="292342"/>
                  </a:lnTo>
                  <a:lnTo>
                    <a:pt x="281457" y="288787"/>
                  </a:lnTo>
                  <a:lnTo>
                    <a:pt x="285259" y="285109"/>
                  </a:lnTo>
                  <a:lnTo>
                    <a:pt x="288942" y="281313"/>
                  </a:lnTo>
                  <a:lnTo>
                    <a:pt x="292504" y="277403"/>
                  </a:lnTo>
                  <a:lnTo>
                    <a:pt x="295941" y="273381"/>
                  </a:lnTo>
                  <a:lnTo>
                    <a:pt x="299248" y="269253"/>
                  </a:lnTo>
                  <a:lnTo>
                    <a:pt x="302423" y="265023"/>
                  </a:lnTo>
                  <a:lnTo>
                    <a:pt x="305463" y="260694"/>
                  </a:lnTo>
                  <a:lnTo>
                    <a:pt x="308364" y="256271"/>
                  </a:lnTo>
                  <a:lnTo>
                    <a:pt x="311124" y="251759"/>
                  </a:lnTo>
                  <a:lnTo>
                    <a:pt x="313739" y="247161"/>
                  </a:lnTo>
                  <a:lnTo>
                    <a:pt x="316208" y="242483"/>
                  </a:lnTo>
                  <a:lnTo>
                    <a:pt x="318528" y="237729"/>
                  </a:lnTo>
                  <a:lnTo>
                    <a:pt x="320696" y="232905"/>
                  </a:lnTo>
                  <a:lnTo>
                    <a:pt x="322710" y="228014"/>
                  </a:lnTo>
                  <a:lnTo>
                    <a:pt x="324569" y="223061"/>
                  </a:lnTo>
                  <a:lnTo>
                    <a:pt x="326270" y="218053"/>
                  </a:lnTo>
                  <a:lnTo>
                    <a:pt x="327811" y="212993"/>
                  </a:lnTo>
                  <a:lnTo>
                    <a:pt x="329192" y="207887"/>
                  </a:lnTo>
                  <a:lnTo>
                    <a:pt x="330411" y="202740"/>
                  </a:lnTo>
                  <a:lnTo>
                    <a:pt x="331466" y="197557"/>
                  </a:lnTo>
                  <a:lnTo>
                    <a:pt x="332357" y="192343"/>
                  </a:lnTo>
                  <a:lnTo>
                    <a:pt x="333082" y="187103"/>
                  </a:lnTo>
                  <a:lnTo>
                    <a:pt x="333641" y="181843"/>
                  </a:lnTo>
                  <a:lnTo>
                    <a:pt x="334033" y="176568"/>
                  </a:lnTo>
                  <a:lnTo>
                    <a:pt x="334259" y="171284"/>
                  </a:lnTo>
                  <a:lnTo>
                    <a:pt x="334317" y="165994"/>
                  </a:lnTo>
                  <a:lnTo>
                    <a:pt x="334207" y="160706"/>
                  </a:lnTo>
                  <a:lnTo>
                    <a:pt x="333931" y="155424"/>
                  </a:lnTo>
                  <a:lnTo>
                    <a:pt x="333487" y="150153"/>
                  </a:lnTo>
                  <a:lnTo>
                    <a:pt x="332877" y="144899"/>
                  </a:lnTo>
                  <a:lnTo>
                    <a:pt x="332101" y="139667"/>
                  </a:lnTo>
                  <a:lnTo>
                    <a:pt x="331160" y="134461"/>
                  </a:lnTo>
                  <a:lnTo>
                    <a:pt x="330054" y="129289"/>
                  </a:lnTo>
                  <a:lnTo>
                    <a:pt x="328786" y="124154"/>
                  </a:lnTo>
                  <a:lnTo>
                    <a:pt x="327355" y="119061"/>
                  </a:lnTo>
                  <a:lnTo>
                    <a:pt x="325764" y="114017"/>
                  </a:lnTo>
                  <a:lnTo>
                    <a:pt x="324015" y="109025"/>
                  </a:lnTo>
                  <a:lnTo>
                    <a:pt x="322108" y="104091"/>
                  </a:lnTo>
                  <a:lnTo>
                    <a:pt x="320046" y="99220"/>
                  </a:lnTo>
                  <a:lnTo>
                    <a:pt x="317832" y="94416"/>
                  </a:lnTo>
                  <a:lnTo>
                    <a:pt x="315466" y="89685"/>
                  </a:lnTo>
                  <a:lnTo>
                    <a:pt x="312952" y="85031"/>
                  </a:lnTo>
                  <a:lnTo>
                    <a:pt x="310292" y="80460"/>
                  </a:lnTo>
                  <a:lnTo>
                    <a:pt x="307488" y="75974"/>
                  </a:lnTo>
                  <a:lnTo>
                    <a:pt x="304544" y="71580"/>
                  </a:lnTo>
                  <a:lnTo>
                    <a:pt x="301462" y="67280"/>
                  </a:lnTo>
                  <a:lnTo>
                    <a:pt x="298246" y="63081"/>
                  </a:lnTo>
                  <a:lnTo>
                    <a:pt x="294899" y="58985"/>
                  </a:lnTo>
                  <a:lnTo>
                    <a:pt x="291424" y="54998"/>
                  </a:lnTo>
                  <a:lnTo>
                    <a:pt x="287824" y="51122"/>
                  </a:lnTo>
                  <a:lnTo>
                    <a:pt x="284104" y="47362"/>
                  </a:lnTo>
                  <a:lnTo>
                    <a:pt x="280266" y="43722"/>
                  </a:lnTo>
                  <a:lnTo>
                    <a:pt x="276316" y="40204"/>
                  </a:lnTo>
                  <a:lnTo>
                    <a:pt x="272256" y="36814"/>
                  </a:lnTo>
                  <a:lnTo>
                    <a:pt x="268090" y="33554"/>
                  </a:lnTo>
                  <a:lnTo>
                    <a:pt x="263824" y="30427"/>
                  </a:lnTo>
                  <a:lnTo>
                    <a:pt x="259461" y="27437"/>
                  </a:lnTo>
                  <a:lnTo>
                    <a:pt x="255005" y="24586"/>
                  </a:lnTo>
                  <a:lnTo>
                    <a:pt x="250462" y="21878"/>
                  </a:lnTo>
                  <a:lnTo>
                    <a:pt x="245835" y="19315"/>
                  </a:lnTo>
                  <a:lnTo>
                    <a:pt x="241129" y="16899"/>
                  </a:lnTo>
                  <a:lnTo>
                    <a:pt x="236349" y="14634"/>
                  </a:lnTo>
                  <a:lnTo>
                    <a:pt x="231500" y="12520"/>
                  </a:lnTo>
                  <a:lnTo>
                    <a:pt x="226587" y="10562"/>
                  </a:lnTo>
                  <a:lnTo>
                    <a:pt x="221614" y="8760"/>
                  </a:lnTo>
                  <a:lnTo>
                    <a:pt x="216586" y="7116"/>
                  </a:lnTo>
                  <a:lnTo>
                    <a:pt x="211509" y="5632"/>
                  </a:lnTo>
                  <a:lnTo>
                    <a:pt x="206388" y="4309"/>
                  </a:lnTo>
                  <a:lnTo>
                    <a:pt x="167151" y="166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39236" cy="167167"/>
            </a:xfrm>
            <a:custGeom>
              <a:avLst/>
              <a:pathLst>
                <a:path w="39236" h="167167">
                  <a:moveTo>
                    <a:pt x="39236" y="4669"/>
                  </a:moveTo>
                  <a:lnTo>
                    <a:pt x="32790" y="3247"/>
                  </a:lnTo>
                  <a:lnTo>
                    <a:pt x="26294" y="2080"/>
                  </a:lnTo>
                  <a:lnTo>
                    <a:pt x="19756" y="1171"/>
                  </a:lnTo>
                  <a:lnTo>
                    <a:pt x="13188" y="521"/>
                  </a:lnTo>
                  <a:lnTo>
                    <a:pt x="6599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5" y="1322571"/>
              <a:ext cx="167163" cy="311918"/>
            </a:xfrm>
            <a:custGeom>
              <a:avLst/>
              <a:pathLst>
                <a:path w="167163" h="311918">
                  <a:moveTo>
                    <a:pt x="167163" y="0"/>
                  </a:moveTo>
                  <a:lnTo>
                    <a:pt x="161828" y="85"/>
                  </a:lnTo>
                  <a:lnTo>
                    <a:pt x="156497" y="340"/>
                  </a:lnTo>
                  <a:lnTo>
                    <a:pt x="151178" y="766"/>
                  </a:lnTo>
                  <a:lnTo>
                    <a:pt x="145875" y="1361"/>
                  </a:lnTo>
                  <a:lnTo>
                    <a:pt x="140593" y="2125"/>
                  </a:lnTo>
                  <a:lnTo>
                    <a:pt x="135339" y="3057"/>
                  </a:lnTo>
                  <a:lnTo>
                    <a:pt x="130117" y="4156"/>
                  </a:lnTo>
                  <a:lnTo>
                    <a:pt x="124933" y="5422"/>
                  </a:lnTo>
                  <a:lnTo>
                    <a:pt x="119792" y="6852"/>
                  </a:lnTo>
                  <a:lnTo>
                    <a:pt x="114699" y="8446"/>
                  </a:lnTo>
                  <a:lnTo>
                    <a:pt x="109660" y="10201"/>
                  </a:lnTo>
                  <a:lnTo>
                    <a:pt x="104679" y="12117"/>
                  </a:lnTo>
                  <a:lnTo>
                    <a:pt x="99762" y="14190"/>
                  </a:lnTo>
                  <a:lnTo>
                    <a:pt x="94913" y="16419"/>
                  </a:lnTo>
                  <a:lnTo>
                    <a:pt x="90138" y="18802"/>
                  </a:lnTo>
                  <a:lnTo>
                    <a:pt x="85442" y="21336"/>
                  </a:lnTo>
                  <a:lnTo>
                    <a:pt x="80829" y="24019"/>
                  </a:lnTo>
                  <a:lnTo>
                    <a:pt x="76304" y="26848"/>
                  </a:lnTo>
                  <a:lnTo>
                    <a:pt x="71872" y="29819"/>
                  </a:lnTo>
                  <a:lnTo>
                    <a:pt x="67536" y="32931"/>
                  </a:lnTo>
                  <a:lnTo>
                    <a:pt x="63302" y="36179"/>
                  </a:lnTo>
                  <a:lnTo>
                    <a:pt x="59174" y="39561"/>
                  </a:lnTo>
                  <a:lnTo>
                    <a:pt x="55156" y="43073"/>
                  </a:lnTo>
                  <a:lnTo>
                    <a:pt x="51253" y="46711"/>
                  </a:lnTo>
                  <a:lnTo>
                    <a:pt x="47467" y="50472"/>
                  </a:lnTo>
                  <a:lnTo>
                    <a:pt x="43803" y="54352"/>
                  </a:lnTo>
                  <a:lnTo>
                    <a:pt x="40265" y="58347"/>
                  </a:lnTo>
                  <a:lnTo>
                    <a:pt x="36856" y="62453"/>
                  </a:lnTo>
                  <a:lnTo>
                    <a:pt x="33581" y="66665"/>
                  </a:lnTo>
                  <a:lnTo>
                    <a:pt x="30441" y="70980"/>
                  </a:lnTo>
                  <a:lnTo>
                    <a:pt x="27440" y="75393"/>
                  </a:lnTo>
                  <a:lnTo>
                    <a:pt x="24582" y="79900"/>
                  </a:lnTo>
                  <a:lnTo>
                    <a:pt x="21869" y="84495"/>
                  </a:lnTo>
                  <a:lnTo>
                    <a:pt x="19305" y="89175"/>
                  </a:lnTo>
                  <a:lnTo>
                    <a:pt x="16891" y="93934"/>
                  </a:lnTo>
                  <a:lnTo>
                    <a:pt x="14630" y="98768"/>
                  </a:lnTo>
                  <a:lnTo>
                    <a:pt x="12524" y="103671"/>
                  </a:lnTo>
                  <a:lnTo>
                    <a:pt x="10576" y="108639"/>
                  </a:lnTo>
                  <a:lnTo>
                    <a:pt x="8788" y="113667"/>
                  </a:lnTo>
                  <a:lnTo>
                    <a:pt x="7161" y="118750"/>
                  </a:lnTo>
                  <a:lnTo>
                    <a:pt x="5697" y="123881"/>
                  </a:lnTo>
                  <a:lnTo>
                    <a:pt x="4398" y="129057"/>
                  </a:lnTo>
                  <a:lnTo>
                    <a:pt x="3264" y="134272"/>
                  </a:lnTo>
                  <a:lnTo>
                    <a:pt x="2298" y="139520"/>
                  </a:lnTo>
                  <a:lnTo>
                    <a:pt x="1500" y="144796"/>
                  </a:lnTo>
                  <a:lnTo>
                    <a:pt x="870" y="150095"/>
                  </a:lnTo>
                  <a:lnTo>
                    <a:pt x="410" y="155412"/>
                  </a:lnTo>
                  <a:lnTo>
                    <a:pt x="120" y="160740"/>
                  </a:lnTo>
                  <a:lnTo>
                    <a:pt x="0" y="166075"/>
                  </a:lnTo>
                  <a:lnTo>
                    <a:pt x="50" y="171412"/>
                  </a:lnTo>
                  <a:lnTo>
                    <a:pt x="270" y="176743"/>
                  </a:lnTo>
                  <a:lnTo>
                    <a:pt x="661" y="182065"/>
                  </a:lnTo>
                  <a:lnTo>
                    <a:pt x="1222" y="187372"/>
                  </a:lnTo>
                  <a:lnTo>
                    <a:pt x="1951" y="192659"/>
                  </a:lnTo>
                  <a:lnTo>
                    <a:pt x="2849" y="197919"/>
                  </a:lnTo>
                  <a:lnTo>
                    <a:pt x="3914" y="203148"/>
                  </a:lnTo>
                  <a:lnTo>
                    <a:pt x="5146" y="208340"/>
                  </a:lnTo>
                  <a:lnTo>
                    <a:pt x="6542" y="213491"/>
                  </a:lnTo>
                  <a:lnTo>
                    <a:pt x="8103" y="218594"/>
                  </a:lnTo>
                  <a:lnTo>
                    <a:pt x="9825" y="223645"/>
                  </a:lnTo>
                  <a:lnTo>
                    <a:pt x="11708" y="228638"/>
                  </a:lnTo>
                  <a:lnTo>
                    <a:pt x="13750" y="233568"/>
                  </a:lnTo>
                  <a:lnTo>
                    <a:pt x="15947" y="238431"/>
                  </a:lnTo>
                  <a:lnTo>
                    <a:pt x="18299" y="243221"/>
                  </a:lnTo>
                  <a:lnTo>
                    <a:pt x="20802" y="247934"/>
                  </a:lnTo>
                  <a:lnTo>
                    <a:pt x="23455" y="252565"/>
                  </a:lnTo>
                  <a:lnTo>
                    <a:pt x="26254" y="257108"/>
                  </a:lnTo>
                  <a:lnTo>
                    <a:pt x="29196" y="261560"/>
                  </a:lnTo>
                  <a:lnTo>
                    <a:pt x="32279" y="265916"/>
                  </a:lnTo>
                  <a:lnTo>
                    <a:pt x="35500" y="270170"/>
                  </a:lnTo>
                  <a:lnTo>
                    <a:pt x="38855" y="274320"/>
                  </a:lnTo>
                  <a:lnTo>
                    <a:pt x="42340" y="278361"/>
                  </a:lnTo>
                  <a:lnTo>
                    <a:pt x="45953" y="282289"/>
                  </a:lnTo>
                  <a:lnTo>
                    <a:pt x="49689" y="286099"/>
                  </a:lnTo>
                  <a:lnTo>
                    <a:pt x="53545" y="289788"/>
                  </a:lnTo>
                  <a:lnTo>
                    <a:pt x="57517" y="293352"/>
                  </a:lnTo>
                  <a:lnTo>
                    <a:pt x="61601" y="296787"/>
                  </a:lnTo>
                  <a:lnTo>
                    <a:pt x="65792" y="300091"/>
                  </a:lnTo>
                  <a:lnTo>
                    <a:pt x="70086" y="303259"/>
                  </a:lnTo>
                  <a:lnTo>
                    <a:pt x="74479" y="306288"/>
                  </a:lnTo>
                  <a:lnTo>
                    <a:pt x="78967" y="309175"/>
                  </a:lnTo>
                  <a:lnTo>
                    <a:pt x="83545" y="31191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7420" y="1489739"/>
              <a:ext cx="83618" cy="144751"/>
            </a:xfrm>
            <a:custGeom>
              <a:avLst/>
              <a:pathLst>
                <a:path w="83618" h="144751">
                  <a:moveTo>
                    <a:pt x="0" y="144751"/>
                  </a:moveTo>
                  <a:lnTo>
                    <a:pt x="836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7420" y="1347049"/>
              <a:ext cx="250784" cy="309838"/>
            </a:xfrm>
            <a:custGeom>
              <a:avLst/>
              <a:pathLst>
                <a:path w="250784" h="309838">
                  <a:moveTo>
                    <a:pt x="0" y="287440"/>
                  </a:moveTo>
                  <a:lnTo>
                    <a:pt x="4646" y="290026"/>
                  </a:lnTo>
                  <a:lnTo>
                    <a:pt x="9372" y="292464"/>
                  </a:lnTo>
                  <a:lnTo>
                    <a:pt x="14173" y="294749"/>
                  </a:lnTo>
                  <a:lnTo>
                    <a:pt x="19044" y="296881"/>
                  </a:lnTo>
                  <a:lnTo>
                    <a:pt x="23981" y="298857"/>
                  </a:lnTo>
                  <a:lnTo>
                    <a:pt x="28978" y="300675"/>
                  </a:lnTo>
                  <a:lnTo>
                    <a:pt x="34031" y="302333"/>
                  </a:lnTo>
                  <a:lnTo>
                    <a:pt x="39133" y="303829"/>
                  </a:lnTo>
                  <a:lnTo>
                    <a:pt x="44281" y="305162"/>
                  </a:lnTo>
                  <a:lnTo>
                    <a:pt x="49468" y="306331"/>
                  </a:lnTo>
                  <a:lnTo>
                    <a:pt x="54690" y="307335"/>
                  </a:lnTo>
                  <a:lnTo>
                    <a:pt x="59941" y="308171"/>
                  </a:lnTo>
                  <a:lnTo>
                    <a:pt x="65217" y="308841"/>
                  </a:lnTo>
                  <a:lnTo>
                    <a:pt x="70510" y="309342"/>
                  </a:lnTo>
                  <a:lnTo>
                    <a:pt x="75817" y="309674"/>
                  </a:lnTo>
                  <a:lnTo>
                    <a:pt x="81132" y="309838"/>
                  </a:lnTo>
                  <a:lnTo>
                    <a:pt x="86450" y="309833"/>
                  </a:lnTo>
                  <a:lnTo>
                    <a:pt x="91765" y="309658"/>
                  </a:lnTo>
                  <a:lnTo>
                    <a:pt x="97071" y="309314"/>
                  </a:lnTo>
                  <a:lnTo>
                    <a:pt x="102364" y="308802"/>
                  </a:lnTo>
                  <a:lnTo>
                    <a:pt x="107637" y="308122"/>
                  </a:lnTo>
                  <a:lnTo>
                    <a:pt x="112887" y="307274"/>
                  </a:lnTo>
                  <a:lnTo>
                    <a:pt x="118107" y="306260"/>
                  </a:lnTo>
                  <a:lnTo>
                    <a:pt x="123292" y="305080"/>
                  </a:lnTo>
                  <a:lnTo>
                    <a:pt x="128437" y="303736"/>
                  </a:lnTo>
                  <a:lnTo>
                    <a:pt x="133536" y="302230"/>
                  </a:lnTo>
                  <a:lnTo>
                    <a:pt x="138585" y="300561"/>
                  </a:lnTo>
                  <a:lnTo>
                    <a:pt x="143578" y="298733"/>
                  </a:lnTo>
                  <a:lnTo>
                    <a:pt x="148511" y="296747"/>
                  </a:lnTo>
                  <a:lnTo>
                    <a:pt x="153378" y="294605"/>
                  </a:lnTo>
                  <a:lnTo>
                    <a:pt x="158175" y="292310"/>
                  </a:lnTo>
                  <a:lnTo>
                    <a:pt x="162896" y="289863"/>
                  </a:lnTo>
                  <a:lnTo>
                    <a:pt x="167536" y="287267"/>
                  </a:lnTo>
                  <a:lnTo>
                    <a:pt x="172092" y="284525"/>
                  </a:lnTo>
                  <a:lnTo>
                    <a:pt x="176559" y="281639"/>
                  </a:lnTo>
                  <a:lnTo>
                    <a:pt x="180931" y="278613"/>
                  </a:lnTo>
                  <a:lnTo>
                    <a:pt x="185205" y="275449"/>
                  </a:lnTo>
                  <a:lnTo>
                    <a:pt x="189376" y="272151"/>
                  </a:lnTo>
                  <a:lnTo>
                    <a:pt x="193440" y="268721"/>
                  </a:lnTo>
                  <a:lnTo>
                    <a:pt x="197393" y="265165"/>
                  </a:lnTo>
                  <a:lnTo>
                    <a:pt x="201231" y="261484"/>
                  </a:lnTo>
                  <a:lnTo>
                    <a:pt x="204949" y="257683"/>
                  </a:lnTo>
                  <a:lnTo>
                    <a:pt x="208545" y="253766"/>
                  </a:lnTo>
                  <a:lnTo>
                    <a:pt x="212015" y="249737"/>
                  </a:lnTo>
                  <a:lnTo>
                    <a:pt x="215355" y="245599"/>
                  </a:lnTo>
                  <a:lnTo>
                    <a:pt x="218561" y="241357"/>
                  </a:lnTo>
                  <a:lnTo>
                    <a:pt x="221631" y="237015"/>
                  </a:lnTo>
                  <a:lnTo>
                    <a:pt x="224561" y="232578"/>
                  </a:lnTo>
                  <a:lnTo>
                    <a:pt x="227349" y="228050"/>
                  </a:lnTo>
                  <a:lnTo>
                    <a:pt x="229991" y="223435"/>
                  </a:lnTo>
                  <a:lnTo>
                    <a:pt x="232485" y="218739"/>
                  </a:lnTo>
                  <a:lnTo>
                    <a:pt x="234829" y="213965"/>
                  </a:lnTo>
                  <a:lnTo>
                    <a:pt x="237019" y="209120"/>
                  </a:lnTo>
                  <a:lnTo>
                    <a:pt x="239054" y="204208"/>
                  </a:lnTo>
                  <a:lnTo>
                    <a:pt x="240932" y="199233"/>
                  </a:lnTo>
                  <a:lnTo>
                    <a:pt x="242651" y="194201"/>
                  </a:lnTo>
                  <a:lnTo>
                    <a:pt x="244209" y="189117"/>
                  </a:lnTo>
                  <a:lnTo>
                    <a:pt x="245604" y="183985"/>
                  </a:lnTo>
                  <a:lnTo>
                    <a:pt x="246836" y="178813"/>
                  </a:lnTo>
                  <a:lnTo>
                    <a:pt x="247902" y="173603"/>
                  </a:lnTo>
                  <a:lnTo>
                    <a:pt x="248802" y="168362"/>
                  </a:lnTo>
                  <a:lnTo>
                    <a:pt x="249535" y="163096"/>
                  </a:lnTo>
                  <a:lnTo>
                    <a:pt x="250101" y="157808"/>
                  </a:lnTo>
                  <a:lnTo>
                    <a:pt x="250497" y="152506"/>
                  </a:lnTo>
                  <a:lnTo>
                    <a:pt x="250725" y="147193"/>
                  </a:lnTo>
                  <a:lnTo>
                    <a:pt x="250784" y="141876"/>
                  </a:lnTo>
                  <a:lnTo>
                    <a:pt x="250673" y="136559"/>
                  </a:lnTo>
                  <a:lnTo>
                    <a:pt x="250394" y="131249"/>
                  </a:lnTo>
                  <a:lnTo>
                    <a:pt x="249946" y="125951"/>
                  </a:lnTo>
                  <a:lnTo>
                    <a:pt x="249329" y="120669"/>
                  </a:lnTo>
                  <a:lnTo>
                    <a:pt x="248545" y="115410"/>
                  </a:lnTo>
                  <a:lnTo>
                    <a:pt x="247594" y="110178"/>
                  </a:lnTo>
                  <a:lnTo>
                    <a:pt x="246477" y="104979"/>
                  </a:lnTo>
                  <a:lnTo>
                    <a:pt x="245195" y="99819"/>
                  </a:lnTo>
                  <a:lnTo>
                    <a:pt x="243750" y="94701"/>
                  </a:lnTo>
                  <a:lnTo>
                    <a:pt x="242143" y="89633"/>
                  </a:lnTo>
                  <a:lnTo>
                    <a:pt x="240375" y="84617"/>
                  </a:lnTo>
                  <a:lnTo>
                    <a:pt x="238449" y="79661"/>
                  </a:lnTo>
                  <a:lnTo>
                    <a:pt x="236366" y="74769"/>
                  </a:lnTo>
                  <a:lnTo>
                    <a:pt x="234128" y="69945"/>
                  </a:lnTo>
                  <a:lnTo>
                    <a:pt x="231738" y="65195"/>
                  </a:lnTo>
                  <a:lnTo>
                    <a:pt x="229199" y="60523"/>
                  </a:lnTo>
                  <a:lnTo>
                    <a:pt x="226512" y="55934"/>
                  </a:lnTo>
                  <a:lnTo>
                    <a:pt x="223680" y="51433"/>
                  </a:lnTo>
                  <a:lnTo>
                    <a:pt x="220707" y="47025"/>
                  </a:lnTo>
                  <a:lnTo>
                    <a:pt x="217595" y="42713"/>
                  </a:lnTo>
                  <a:lnTo>
                    <a:pt x="214347" y="38502"/>
                  </a:lnTo>
                  <a:lnTo>
                    <a:pt x="210967" y="34397"/>
                  </a:lnTo>
                  <a:lnTo>
                    <a:pt x="207459" y="30402"/>
                  </a:lnTo>
                  <a:lnTo>
                    <a:pt x="203825" y="26520"/>
                  </a:lnTo>
                  <a:lnTo>
                    <a:pt x="200069" y="22755"/>
                  </a:lnTo>
                  <a:lnTo>
                    <a:pt x="196196" y="19112"/>
                  </a:lnTo>
                  <a:lnTo>
                    <a:pt x="192208" y="15594"/>
                  </a:lnTo>
                  <a:lnTo>
                    <a:pt x="188111" y="12205"/>
                  </a:lnTo>
                  <a:lnTo>
                    <a:pt x="183908" y="8947"/>
                  </a:lnTo>
                  <a:lnTo>
                    <a:pt x="179604" y="5825"/>
                  </a:lnTo>
                  <a:lnTo>
                    <a:pt x="175202" y="2842"/>
                  </a:lnTo>
                  <a:lnTo>
                    <a:pt x="170708" y="0"/>
                  </a:lnTo>
                  <a:lnTo>
                    <a:pt x="83618" y="142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87089" cy="167167"/>
            </a:xfrm>
            <a:custGeom>
              <a:avLst/>
              <a:pathLst>
                <a:path w="87089" h="167167">
                  <a:moveTo>
                    <a:pt x="87089" y="24477"/>
                  </a:moveTo>
                  <a:lnTo>
                    <a:pt x="82152" y="21579"/>
                  </a:lnTo>
                  <a:lnTo>
                    <a:pt x="77119" y="18851"/>
                  </a:lnTo>
                  <a:lnTo>
                    <a:pt x="71995" y="16297"/>
                  </a:lnTo>
                  <a:lnTo>
                    <a:pt x="66786" y="13920"/>
                  </a:lnTo>
                  <a:lnTo>
                    <a:pt x="61500" y="11723"/>
                  </a:lnTo>
                  <a:lnTo>
                    <a:pt x="56141" y="9709"/>
                  </a:lnTo>
                  <a:lnTo>
                    <a:pt x="50716" y="7879"/>
                  </a:lnTo>
                  <a:lnTo>
                    <a:pt x="45232" y="6235"/>
                  </a:lnTo>
                  <a:lnTo>
                    <a:pt x="39694" y="4781"/>
                  </a:lnTo>
                  <a:lnTo>
                    <a:pt x="34111" y="3517"/>
                  </a:lnTo>
                  <a:lnTo>
                    <a:pt x="28487" y="2445"/>
                  </a:lnTo>
                  <a:lnTo>
                    <a:pt x="22830" y="1566"/>
                  </a:lnTo>
                  <a:lnTo>
                    <a:pt x="17145" y="881"/>
                  </a:lnTo>
                  <a:lnTo>
                    <a:pt x="11441" y="392"/>
                  </a:lnTo>
                  <a:lnTo>
                    <a:pt x="572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2" y="1071028"/>
              <a:ext cx="167166" cy="286537"/>
            </a:xfrm>
            <a:custGeom>
              <a:avLst/>
              <a:pathLst>
                <a:path w="167166" h="286537">
                  <a:moveTo>
                    <a:pt x="167166" y="0"/>
                  </a:moveTo>
                  <a:lnTo>
                    <a:pt x="161821" y="85"/>
                  </a:lnTo>
                  <a:lnTo>
                    <a:pt x="156483" y="341"/>
                  </a:lnTo>
                  <a:lnTo>
                    <a:pt x="151155" y="768"/>
                  </a:lnTo>
                  <a:lnTo>
                    <a:pt x="145844" y="1365"/>
                  </a:lnTo>
                  <a:lnTo>
                    <a:pt x="140554" y="2131"/>
                  </a:lnTo>
                  <a:lnTo>
                    <a:pt x="135292" y="3066"/>
                  </a:lnTo>
                  <a:lnTo>
                    <a:pt x="130062" y="4169"/>
                  </a:lnTo>
                  <a:lnTo>
                    <a:pt x="124870" y="5439"/>
                  </a:lnTo>
                  <a:lnTo>
                    <a:pt x="119721" y="6873"/>
                  </a:lnTo>
                  <a:lnTo>
                    <a:pt x="114621" y="8472"/>
                  </a:lnTo>
                  <a:lnTo>
                    <a:pt x="109575" y="10233"/>
                  </a:lnTo>
                  <a:lnTo>
                    <a:pt x="104587" y="12154"/>
                  </a:lnTo>
                  <a:lnTo>
                    <a:pt x="99664" y="14234"/>
                  </a:lnTo>
                  <a:lnTo>
                    <a:pt x="94809" y="16470"/>
                  </a:lnTo>
                  <a:lnTo>
                    <a:pt x="90028" y="18860"/>
                  </a:lnTo>
                  <a:lnTo>
                    <a:pt x="85327" y="21402"/>
                  </a:lnTo>
                  <a:lnTo>
                    <a:pt x="80708" y="24093"/>
                  </a:lnTo>
                  <a:lnTo>
                    <a:pt x="76179" y="26930"/>
                  </a:lnTo>
                  <a:lnTo>
                    <a:pt x="71742" y="29911"/>
                  </a:lnTo>
                  <a:lnTo>
                    <a:pt x="67403" y="33031"/>
                  </a:lnTo>
                  <a:lnTo>
                    <a:pt x="63166" y="36289"/>
                  </a:lnTo>
                  <a:lnTo>
                    <a:pt x="59035" y="39681"/>
                  </a:lnTo>
                  <a:lnTo>
                    <a:pt x="55015" y="43203"/>
                  </a:lnTo>
                  <a:lnTo>
                    <a:pt x="51109" y="46851"/>
                  </a:lnTo>
                  <a:lnTo>
                    <a:pt x="47322" y="50623"/>
                  </a:lnTo>
                  <a:lnTo>
                    <a:pt x="43657" y="54514"/>
                  </a:lnTo>
                  <a:lnTo>
                    <a:pt x="40119" y="58520"/>
                  </a:lnTo>
                  <a:lnTo>
                    <a:pt x="36711" y="62637"/>
                  </a:lnTo>
                  <a:lnTo>
                    <a:pt x="33436" y="66861"/>
                  </a:lnTo>
                  <a:lnTo>
                    <a:pt x="30297" y="71187"/>
                  </a:lnTo>
                  <a:lnTo>
                    <a:pt x="27299" y="75612"/>
                  </a:lnTo>
                  <a:lnTo>
                    <a:pt x="24444" y="80130"/>
                  </a:lnTo>
                  <a:lnTo>
                    <a:pt x="21734" y="84737"/>
                  </a:lnTo>
                  <a:lnTo>
                    <a:pt x="19173" y="89429"/>
                  </a:lnTo>
                  <a:lnTo>
                    <a:pt x="16764" y="94200"/>
                  </a:lnTo>
                  <a:lnTo>
                    <a:pt x="14508" y="99045"/>
                  </a:lnTo>
                  <a:lnTo>
                    <a:pt x="12408" y="103960"/>
                  </a:lnTo>
                  <a:lnTo>
                    <a:pt x="10467" y="108940"/>
                  </a:lnTo>
                  <a:lnTo>
                    <a:pt x="8685" y="113979"/>
                  </a:lnTo>
                  <a:lnTo>
                    <a:pt x="7066" y="119073"/>
                  </a:lnTo>
                  <a:lnTo>
                    <a:pt x="5610" y="124216"/>
                  </a:lnTo>
                  <a:lnTo>
                    <a:pt x="4320" y="129402"/>
                  </a:lnTo>
                  <a:lnTo>
                    <a:pt x="3196" y="134628"/>
                  </a:lnTo>
                  <a:lnTo>
                    <a:pt x="2239" y="139886"/>
                  </a:lnTo>
                  <a:lnTo>
                    <a:pt x="1451" y="145173"/>
                  </a:lnTo>
                  <a:lnTo>
                    <a:pt x="833" y="150481"/>
                  </a:lnTo>
                  <a:lnTo>
                    <a:pt x="385" y="155807"/>
                  </a:lnTo>
                  <a:lnTo>
                    <a:pt x="107" y="161145"/>
                  </a:lnTo>
                  <a:lnTo>
                    <a:pt x="0" y="166489"/>
                  </a:lnTo>
                  <a:lnTo>
                    <a:pt x="63" y="171833"/>
                  </a:lnTo>
                  <a:lnTo>
                    <a:pt x="298" y="177173"/>
                  </a:lnTo>
                  <a:lnTo>
                    <a:pt x="703" y="182502"/>
                  </a:lnTo>
                  <a:lnTo>
                    <a:pt x="1278" y="187816"/>
                  </a:lnTo>
                  <a:lnTo>
                    <a:pt x="2023" y="193109"/>
                  </a:lnTo>
                  <a:lnTo>
                    <a:pt x="2937" y="198375"/>
                  </a:lnTo>
                  <a:lnTo>
                    <a:pt x="4019" y="203609"/>
                  </a:lnTo>
                  <a:lnTo>
                    <a:pt x="5267" y="208806"/>
                  </a:lnTo>
                  <a:lnTo>
                    <a:pt x="6681" y="213961"/>
                  </a:lnTo>
                  <a:lnTo>
                    <a:pt x="8259" y="219067"/>
                  </a:lnTo>
                  <a:lnTo>
                    <a:pt x="9999" y="224121"/>
                  </a:lnTo>
                  <a:lnTo>
                    <a:pt x="11900" y="229116"/>
                  </a:lnTo>
                  <a:lnTo>
                    <a:pt x="13960" y="234048"/>
                  </a:lnTo>
                  <a:lnTo>
                    <a:pt x="16177" y="238912"/>
                  </a:lnTo>
                  <a:lnTo>
                    <a:pt x="18547" y="243702"/>
                  </a:lnTo>
                  <a:lnTo>
                    <a:pt x="21070" y="248414"/>
                  </a:lnTo>
                  <a:lnTo>
                    <a:pt x="23742" y="253043"/>
                  </a:lnTo>
                  <a:lnTo>
                    <a:pt x="26561" y="257584"/>
                  </a:lnTo>
                  <a:lnTo>
                    <a:pt x="29523" y="262033"/>
                  </a:lnTo>
                  <a:lnTo>
                    <a:pt x="32626" y="266385"/>
                  </a:lnTo>
                  <a:lnTo>
                    <a:pt x="35867" y="270635"/>
                  </a:lnTo>
                  <a:lnTo>
                    <a:pt x="39242" y="274780"/>
                  </a:lnTo>
                  <a:lnTo>
                    <a:pt x="42747" y="278814"/>
                  </a:lnTo>
                  <a:lnTo>
                    <a:pt x="46380" y="282735"/>
                  </a:lnTo>
                  <a:lnTo>
                    <a:pt x="50137" y="28653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8229" y="1238196"/>
              <a:ext cx="117028" cy="119369"/>
            </a:xfrm>
            <a:custGeom>
              <a:avLst/>
              <a:pathLst>
                <a:path w="117028" h="119369">
                  <a:moveTo>
                    <a:pt x="0" y="119369"/>
                  </a:moveTo>
                  <a:lnTo>
                    <a:pt x="1170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8229" y="1142257"/>
              <a:ext cx="284192" cy="263093"/>
            </a:xfrm>
            <a:custGeom>
              <a:avLst/>
              <a:pathLst>
                <a:path w="284192" h="263093">
                  <a:moveTo>
                    <a:pt x="0" y="215308"/>
                  </a:moveTo>
                  <a:lnTo>
                    <a:pt x="3854" y="218969"/>
                  </a:lnTo>
                  <a:lnTo>
                    <a:pt x="7823" y="222505"/>
                  </a:lnTo>
                  <a:lnTo>
                    <a:pt x="11903" y="225913"/>
                  </a:lnTo>
                  <a:lnTo>
                    <a:pt x="16089" y="229190"/>
                  </a:lnTo>
                  <a:lnTo>
                    <a:pt x="20377" y="232332"/>
                  </a:lnTo>
                  <a:lnTo>
                    <a:pt x="24763" y="235336"/>
                  </a:lnTo>
                  <a:lnTo>
                    <a:pt x="29242" y="238200"/>
                  </a:lnTo>
                  <a:lnTo>
                    <a:pt x="33809" y="240919"/>
                  </a:lnTo>
                  <a:lnTo>
                    <a:pt x="38461" y="243492"/>
                  </a:lnTo>
                  <a:lnTo>
                    <a:pt x="43193" y="245915"/>
                  </a:lnTo>
                  <a:lnTo>
                    <a:pt x="47999" y="248187"/>
                  </a:lnTo>
                  <a:lnTo>
                    <a:pt x="52875" y="250305"/>
                  </a:lnTo>
                  <a:lnTo>
                    <a:pt x="57815" y="252267"/>
                  </a:lnTo>
                  <a:lnTo>
                    <a:pt x="62816" y="254071"/>
                  </a:lnTo>
                  <a:lnTo>
                    <a:pt x="67871" y="255714"/>
                  </a:lnTo>
                  <a:lnTo>
                    <a:pt x="72977" y="257197"/>
                  </a:lnTo>
                  <a:lnTo>
                    <a:pt x="78126" y="258516"/>
                  </a:lnTo>
                  <a:lnTo>
                    <a:pt x="83315" y="259671"/>
                  </a:lnTo>
                  <a:lnTo>
                    <a:pt x="88539" y="260660"/>
                  </a:lnTo>
                  <a:lnTo>
                    <a:pt x="93791" y="261482"/>
                  </a:lnTo>
                  <a:lnTo>
                    <a:pt x="99066" y="262138"/>
                  </a:lnTo>
                  <a:lnTo>
                    <a:pt x="104360" y="262625"/>
                  </a:lnTo>
                  <a:lnTo>
                    <a:pt x="109666" y="262943"/>
                  </a:lnTo>
                  <a:lnTo>
                    <a:pt x="114980" y="263093"/>
                  </a:lnTo>
                  <a:lnTo>
                    <a:pt x="120296" y="263073"/>
                  </a:lnTo>
                  <a:lnTo>
                    <a:pt x="125609" y="262885"/>
                  </a:lnTo>
                  <a:lnTo>
                    <a:pt x="130913" y="262528"/>
                  </a:lnTo>
                  <a:lnTo>
                    <a:pt x="136202" y="262002"/>
                  </a:lnTo>
                  <a:lnTo>
                    <a:pt x="141473" y="261308"/>
                  </a:lnTo>
                  <a:lnTo>
                    <a:pt x="146719" y="260448"/>
                  </a:lnTo>
                  <a:lnTo>
                    <a:pt x="151935" y="259420"/>
                  </a:lnTo>
                  <a:lnTo>
                    <a:pt x="157115" y="258228"/>
                  </a:lnTo>
                  <a:lnTo>
                    <a:pt x="162255" y="256871"/>
                  </a:lnTo>
                  <a:lnTo>
                    <a:pt x="167349" y="255352"/>
                  </a:lnTo>
                  <a:lnTo>
                    <a:pt x="172393" y="253671"/>
                  </a:lnTo>
                  <a:lnTo>
                    <a:pt x="177380" y="251831"/>
                  </a:lnTo>
                  <a:lnTo>
                    <a:pt x="182306" y="249833"/>
                  </a:lnTo>
                  <a:lnTo>
                    <a:pt x="187167" y="247680"/>
                  </a:lnTo>
                  <a:lnTo>
                    <a:pt x="191956" y="245373"/>
                  </a:lnTo>
                  <a:lnTo>
                    <a:pt x="196670" y="242915"/>
                  </a:lnTo>
                  <a:lnTo>
                    <a:pt x="201303" y="240308"/>
                  </a:lnTo>
                  <a:lnTo>
                    <a:pt x="205850" y="237556"/>
                  </a:lnTo>
                  <a:lnTo>
                    <a:pt x="210309" y="234660"/>
                  </a:lnTo>
                  <a:lnTo>
                    <a:pt x="214672" y="231624"/>
                  </a:lnTo>
                  <a:lnTo>
                    <a:pt x="218937" y="228450"/>
                  </a:lnTo>
                  <a:lnTo>
                    <a:pt x="223099" y="225143"/>
                  </a:lnTo>
                  <a:lnTo>
                    <a:pt x="227154" y="221705"/>
                  </a:lnTo>
                  <a:lnTo>
                    <a:pt x="231097" y="218140"/>
                  </a:lnTo>
                  <a:lnTo>
                    <a:pt x="234925" y="214451"/>
                  </a:lnTo>
                  <a:lnTo>
                    <a:pt x="238633" y="210643"/>
                  </a:lnTo>
                  <a:lnTo>
                    <a:pt x="242219" y="206718"/>
                  </a:lnTo>
                  <a:lnTo>
                    <a:pt x="245678" y="202681"/>
                  </a:lnTo>
                  <a:lnTo>
                    <a:pt x="249007" y="198537"/>
                  </a:lnTo>
                  <a:lnTo>
                    <a:pt x="252203" y="194289"/>
                  </a:lnTo>
                  <a:lnTo>
                    <a:pt x="255262" y="189941"/>
                  </a:lnTo>
                  <a:lnTo>
                    <a:pt x="258181" y="185498"/>
                  </a:lnTo>
                  <a:lnTo>
                    <a:pt x="260957" y="180964"/>
                  </a:lnTo>
                  <a:lnTo>
                    <a:pt x="263588" y="176345"/>
                  </a:lnTo>
                  <a:lnTo>
                    <a:pt x="266070" y="171644"/>
                  </a:lnTo>
                  <a:lnTo>
                    <a:pt x="268402" y="166867"/>
                  </a:lnTo>
                  <a:lnTo>
                    <a:pt x="270581" y="162018"/>
                  </a:lnTo>
                  <a:lnTo>
                    <a:pt x="272604" y="157102"/>
                  </a:lnTo>
                  <a:lnTo>
                    <a:pt x="274471" y="152125"/>
                  </a:lnTo>
                  <a:lnTo>
                    <a:pt x="276177" y="147090"/>
                  </a:lnTo>
                  <a:lnTo>
                    <a:pt x="277723" y="142004"/>
                  </a:lnTo>
                  <a:lnTo>
                    <a:pt x="279107" y="136871"/>
                  </a:lnTo>
                  <a:lnTo>
                    <a:pt x="280327" y="131697"/>
                  </a:lnTo>
                  <a:lnTo>
                    <a:pt x="281381" y="126487"/>
                  </a:lnTo>
                  <a:lnTo>
                    <a:pt x="282269" y="121245"/>
                  </a:lnTo>
                  <a:lnTo>
                    <a:pt x="282990" y="115978"/>
                  </a:lnTo>
                  <a:lnTo>
                    <a:pt x="283544" y="110691"/>
                  </a:lnTo>
                  <a:lnTo>
                    <a:pt x="283929" y="105389"/>
                  </a:lnTo>
                  <a:lnTo>
                    <a:pt x="284145" y="100078"/>
                  </a:lnTo>
                  <a:lnTo>
                    <a:pt x="284192" y="94762"/>
                  </a:lnTo>
                  <a:lnTo>
                    <a:pt x="284070" y="89447"/>
                  </a:lnTo>
                  <a:lnTo>
                    <a:pt x="283779" y="84139"/>
                  </a:lnTo>
                  <a:lnTo>
                    <a:pt x="283320" y="78843"/>
                  </a:lnTo>
                  <a:lnTo>
                    <a:pt x="282692" y="73564"/>
                  </a:lnTo>
                  <a:lnTo>
                    <a:pt x="281897" y="68308"/>
                  </a:lnTo>
                  <a:lnTo>
                    <a:pt x="280935" y="63080"/>
                  </a:lnTo>
                  <a:lnTo>
                    <a:pt x="279807" y="57885"/>
                  </a:lnTo>
                  <a:lnTo>
                    <a:pt x="278515" y="52728"/>
                  </a:lnTo>
                  <a:lnTo>
                    <a:pt x="277059" y="47616"/>
                  </a:lnTo>
                  <a:lnTo>
                    <a:pt x="275442" y="42552"/>
                  </a:lnTo>
                  <a:lnTo>
                    <a:pt x="273664" y="37542"/>
                  </a:lnTo>
                  <a:lnTo>
                    <a:pt x="271728" y="32591"/>
                  </a:lnTo>
                  <a:lnTo>
                    <a:pt x="269636" y="27704"/>
                  </a:lnTo>
                  <a:lnTo>
                    <a:pt x="267389" y="22886"/>
                  </a:lnTo>
                  <a:lnTo>
                    <a:pt x="264990" y="18142"/>
                  </a:lnTo>
                  <a:lnTo>
                    <a:pt x="262442" y="13477"/>
                  </a:lnTo>
                  <a:lnTo>
                    <a:pt x="259747" y="8895"/>
                  </a:lnTo>
                  <a:lnTo>
                    <a:pt x="256907" y="4401"/>
                  </a:lnTo>
                  <a:lnTo>
                    <a:pt x="253925" y="0"/>
                  </a:lnTo>
                  <a:lnTo>
                    <a:pt x="117028" y="95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36896" cy="167167"/>
            </a:xfrm>
            <a:custGeom>
              <a:avLst/>
              <a:pathLst>
                <a:path w="136896" h="167167">
                  <a:moveTo>
                    <a:pt x="136896" y="71229"/>
                  </a:moveTo>
                  <a:lnTo>
                    <a:pt x="133648" y="66752"/>
                  </a:lnTo>
                  <a:lnTo>
                    <a:pt x="130253" y="62386"/>
                  </a:lnTo>
                  <a:lnTo>
                    <a:pt x="126715" y="58134"/>
                  </a:lnTo>
                  <a:lnTo>
                    <a:pt x="123039" y="54002"/>
                  </a:lnTo>
                  <a:lnTo>
                    <a:pt x="119228" y="49994"/>
                  </a:lnTo>
                  <a:lnTo>
                    <a:pt x="115287" y="46114"/>
                  </a:lnTo>
                  <a:lnTo>
                    <a:pt x="111219" y="42366"/>
                  </a:lnTo>
                  <a:lnTo>
                    <a:pt x="107029" y="38755"/>
                  </a:lnTo>
                  <a:lnTo>
                    <a:pt x="102723" y="35285"/>
                  </a:lnTo>
                  <a:lnTo>
                    <a:pt x="98304" y="31959"/>
                  </a:lnTo>
                  <a:lnTo>
                    <a:pt x="93777" y="28781"/>
                  </a:lnTo>
                  <a:lnTo>
                    <a:pt x="89148" y="25754"/>
                  </a:lnTo>
                  <a:lnTo>
                    <a:pt x="84421" y="22883"/>
                  </a:lnTo>
                  <a:lnTo>
                    <a:pt x="79602" y="20169"/>
                  </a:lnTo>
                  <a:lnTo>
                    <a:pt x="74695" y="17616"/>
                  </a:lnTo>
                  <a:lnTo>
                    <a:pt x="69707" y="15227"/>
                  </a:lnTo>
                  <a:lnTo>
                    <a:pt x="64643" y="13004"/>
                  </a:lnTo>
                  <a:lnTo>
                    <a:pt x="59507" y="10950"/>
                  </a:lnTo>
                  <a:lnTo>
                    <a:pt x="54307" y="9067"/>
                  </a:lnTo>
                  <a:lnTo>
                    <a:pt x="49047" y="7357"/>
                  </a:lnTo>
                  <a:lnTo>
                    <a:pt x="43733" y="5822"/>
                  </a:lnTo>
                  <a:lnTo>
                    <a:pt x="38372" y="4463"/>
                  </a:lnTo>
                  <a:lnTo>
                    <a:pt x="32969" y="3283"/>
                  </a:lnTo>
                  <a:lnTo>
                    <a:pt x="27529" y="2282"/>
                  </a:lnTo>
                  <a:lnTo>
                    <a:pt x="22059" y="1461"/>
                  </a:lnTo>
                  <a:lnTo>
                    <a:pt x="16566" y="822"/>
                  </a:lnTo>
                  <a:lnTo>
                    <a:pt x="11054" y="365"/>
                  </a:lnTo>
                  <a:lnTo>
                    <a:pt x="553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1496" y="941493"/>
              <a:ext cx="72047" cy="167167"/>
            </a:xfrm>
            <a:custGeom>
              <a:avLst/>
              <a:pathLst>
                <a:path w="72047" h="167167">
                  <a:moveTo>
                    <a:pt x="72047" y="0"/>
                  </a:moveTo>
                  <a:lnTo>
                    <a:pt x="66318" y="98"/>
                  </a:lnTo>
                  <a:lnTo>
                    <a:pt x="60596" y="392"/>
                  </a:lnTo>
                  <a:lnTo>
                    <a:pt x="54888" y="883"/>
                  </a:lnTo>
                  <a:lnTo>
                    <a:pt x="49199" y="1568"/>
                  </a:lnTo>
                  <a:lnTo>
                    <a:pt x="43538" y="2448"/>
                  </a:lnTo>
                  <a:lnTo>
                    <a:pt x="37910" y="3522"/>
                  </a:lnTo>
                  <a:lnTo>
                    <a:pt x="32322" y="4788"/>
                  </a:lnTo>
                  <a:lnTo>
                    <a:pt x="26780" y="6245"/>
                  </a:lnTo>
                  <a:lnTo>
                    <a:pt x="21292" y="7891"/>
                  </a:lnTo>
                  <a:lnTo>
                    <a:pt x="15864" y="9724"/>
                  </a:lnTo>
                  <a:lnTo>
                    <a:pt x="10501" y="11741"/>
                  </a:lnTo>
                  <a:lnTo>
                    <a:pt x="5211" y="13942"/>
                  </a:lnTo>
                  <a:lnTo>
                    <a:pt x="0" y="16322"/>
                  </a:lnTo>
                  <a:lnTo>
                    <a:pt x="720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51496" y="957816"/>
              <a:ext cx="72047" cy="150844"/>
            </a:xfrm>
            <a:custGeom>
              <a:avLst/>
              <a:pathLst>
                <a:path w="72047" h="150844">
                  <a:moveTo>
                    <a:pt x="0" y="0"/>
                  </a:moveTo>
                  <a:lnTo>
                    <a:pt x="72047" y="1508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89" y="957816"/>
              <a:ext cx="334318" cy="318008"/>
            </a:xfrm>
            <a:custGeom>
              <a:avLst/>
              <a:pathLst>
                <a:path w="334318" h="318008">
                  <a:moveTo>
                    <a:pt x="95107" y="0"/>
                  </a:moveTo>
                  <a:lnTo>
                    <a:pt x="90348" y="2366"/>
                  </a:lnTo>
                  <a:lnTo>
                    <a:pt x="85666" y="4883"/>
                  </a:lnTo>
                  <a:lnTo>
                    <a:pt x="81067" y="7547"/>
                  </a:lnTo>
                  <a:lnTo>
                    <a:pt x="76555" y="10356"/>
                  </a:lnTo>
                  <a:lnTo>
                    <a:pt x="72135" y="13308"/>
                  </a:lnTo>
                  <a:lnTo>
                    <a:pt x="67811" y="16398"/>
                  </a:lnTo>
                  <a:lnTo>
                    <a:pt x="63587" y="19624"/>
                  </a:lnTo>
                  <a:lnTo>
                    <a:pt x="59468" y="22983"/>
                  </a:lnTo>
                  <a:lnTo>
                    <a:pt x="55457" y="26471"/>
                  </a:lnTo>
                  <a:lnTo>
                    <a:pt x="51560" y="30084"/>
                  </a:lnTo>
                  <a:lnTo>
                    <a:pt x="47779" y="33820"/>
                  </a:lnTo>
                  <a:lnTo>
                    <a:pt x="44119" y="37674"/>
                  </a:lnTo>
                  <a:lnTo>
                    <a:pt x="40584" y="41643"/>
                  </a:lnTo>
                  <a:lnTo>
                    <a:pt x="37176" y="45722"/>
                  </a:lnTo>
                  <a:lnTo>
                    <a:pt x="33900" y="49907"/>
                  </a:lnTo>
                  <a:lnTo>
                    <a:pt x="30759" y="54194"/>
                  </a:lnTo>
                  <a:lnTo>
                    <a:pt x="27755" y="58579"/>
                  </a:lnTo>
                  <a:lnTo>
                    <a:pt x="24892" y="63057"/>
                  </a:lnTo>
                  <a:lnTo>
                    <a:pt x="22174" y="67624"/>
                  </a:lnTo>
                  <a:lnTo>
                    <a:pt x="19601" y="72275"/>
                  </a:lnTo>
                  <a:lnTo>
                    <a:pt x="17178" y="77005"/>
                  </a:lnTo>
                  <a:lnTo>
                    <a:pt x="14907" y="81811"/>
                  </a:lnTo>
                  <a:lnTo>
                    <a:pt x="12789" y="86685"/>
                  </a:lnTo>
                  <a:lnTo>
                    <a:pt x="10827" y="91625"/>
                  </a:lnTo>
                  <a:lnTo>
                    <a:pt x="9024" y="96625"/>
                  </a:lnTo>
                  <a:lnTo>
                    <a:pt x="7380" y="101679"/>
                  </a:lnTo>
                  <a:lnTo>
                    <a:pt x="5898" y="106783"/>
                  </a:lnTo>
                  <a:lnTo>
                    <a:pt x="4579" y="111932"/>
                  </a:lnTo>
                  <a:lnTo>
                    <a:pt x="3424" y="117120"/>
                  </a:lnTo>
                  <a:lnTo>
                    <a:pt x="2434" y="122342"/>
                  </a:lnTo>
                  <a:lnTo>
                    <a:pt x="1612" y="127593"/>
                  </a:lnTo>
                  <a:lnTo>
                    <a:pt x="956" y="132867"/>
                  </a:lnTo>
                  <a:lnTo>
                    <a:pt x="469" y="138160"/>
                  </a:lnTo>
                  <a:lnTo>
                    <a:pt x="150" y="143465"/>
                  </a:lnTo>
                  <a:lnTo>
                    <a:pt x="0" y="148778"/>
                  </a:lnTo>
                  <a:lnTo>
                    <a:pt x="18" y="154093"/>
                  </a:lnTo>
                  <a:lnTo>
                    <a:pt x="206" y="159405"/>
                  </a:lnTo>
                  <a:lnTo>
                    <a:pt x="563" y="164708"/>
                  </a:lnTo>
                  <a:lnTo>
                    <a:pt x="1088" y="169997"/>
                  </a:lnTo>
                  <a:lnTo>
                    <a:pt x="1780" y="175266"/>
                  </a:lnTo>
                  <a:lnTo>
                    <a:pt x="2640" y="180511"/>
                  </a:lnTo>
                  <a:lnTo>
                    <a:pt x="3667" y="185726"/>
                  </a:lnTo>
                  <a:lnTo>
                    <a:pt x="4858" y="190906"/>
                  </a:lnTo>
                  <a:lnTo>
                    <a:pt x="6214" y="196045"/>
                  </a:lnTo>
                  <a:lnTo>
                    <a:pt x="7732" y="201139"/>
                  </a:lnTo>
                  <a:lnTo>
                    <a:pt x="9411" y="206181"/>
                  </a:lnTo>
                  <a:lnTo>
                    <a:pt x="11250" y="211168"/>
                  </a:lnTo>
                  <a:lnTo>
                    <a:pt x="13247" y="216094"/>
                  </a:lnTo>
                  <a:lnTo>
                    <a:pt x="15399" y="220953"/>
                  </a:lnTo>
                  <a:lnTo>
                    <a:pt x="17704" y="225742"/>
                  </a:lnTo>
                  <a:lnTo>
                    <a:pt x="20161" y="230456"/>
                  </a:lnTo>
                  <a:lnTo>
                    <a:pt x="22766" y="235088"/>
                  </a:lnTo>
                  <a:lnTo>
                    <a:pt x="25517" y="239636"/>
                  </a:lnTo>
                  <a:lnTo>
                    <a:pt x="28412" y="244094"/>
                  </a:lnTo>
                  <a:lnTo>
                    <a:pt x="31446" y="248457"/>
                  </a:lnTo>
                  <a:lnTo>
                    <a:pt x="34618" y="252722"/>
                  </a:lnTo>
                  <a:lnTo>
                    <a:pt x="37924" y="256884"/>
                  </a:lnTo>
                  <a:lnTo>
                    <a:pt x="41360" y="260939"/>
                  </a:lnTo>
                  <a:lnTo>
                    <a:pt x="44924" y="264882"/>
                  </a:lnTo>
                  <a:lnTo>
                    <a:pt x="48611" y="268710"/>
                  </a:lnTo>
                  <a:lnTo>
                    <a:pt x="52417" y="272419"/>
                  </a:lnTo>
                  <a:lnTo>
                    <a:pt x="56340" y="276005"/>
                  </a:lnTo>
                  <a:lnTo>
                    <a:pt x="60375" y="279465"/>
                  </a:lnTo>
                  <a:lnTo>
                    <a:pt x="64518" y="282794"/>
                  </a:lnTo>
                  <a:lnTo>
                    <a:pt x="68765" y="285990"/>
                  </a:lnTo>
                  <a:lnTo>
                    <a:pt x="73111" y="289050"/>
                  </a:lnTo>
                  <a:lnTo>
                    <a:pt x="77552" y="291970"/>
                  </a:lnTo>
                  <a:lnTo>
                    <a:pt x="82084" y="294747"/>
                  </a:lnTo>
                  <a:lnTo>
                    <a:pt x="86701" y="297378"/>
                  </a:lnTo>
                  <a:lnTo>
                    <a:pt x="91400" y="299862"/>
                  </a:lnTo>
                  <a:lnTo>
                    <a:pt x="96176" y="302195"/>
                  </a:lnTo>
                  <a:lnTo>
                    <a:pt x="101023" y="304375"/>
                  </a:lnTo>
                  <a:lnTo>
                    <a:pt x="105938" y="306399"/>
                  </a:lnTo>
                  <a:lnTo>
                    <a:pt x="110914" y="308267"/>
                  </a:lnTo>
                  <a:lnTo>
                    <a:pt x="115947" y="309975"/>
                  </a:lnTo>
                  <a:lnTo>
                    <a:pt x="121031" y="311523"/>
                  </a:lnTo>
                  <a:lnTo>
                    <a:pt x="126163" y="312908"/>
                  </a:lnTo>
                  <a:lnTo>
                    <a:pt x="131335" y="314129"/>
                  </a:lnTo>
                  <a:lnTo>
                    <a:pt x="136544" y="315185"/>
                  </a:lnTo>
                  <a:lnTo>
                    <a:pt x="141784" y="316075"/>
                  </a:lnTo>
                  <a:lnTo>
                    <a:pt x="147050" y="316798"/>
                  </a:lnTo>
                  <a:lnTo>
                    <a:pt x="152336" y="317353"/>
                  </a:lnTo>
                  <a:lnTo>
                    <a:pt x="157637" y="317740"/>
                  </a:lnTo>
                  <a:lnTo>
                    <a:pt x="162947" y="317959"/>
                  </a:lnTo>
                  <a:lnTo>
                    <a:pt x="168262" y="318008"/>
                  </a:lnTo>
                  <a:lnTo>
                    <a:pt x="173575" y="317888"/>
                  </a:lnTo>
                  <a:lnTo>
                    <a:pt x="178883" y="317600"/>
                  </a:lnTo>
                  <a:lnTo>
                    <a:pt x="184178" y="317142"/>
                  </a:lnTo>
                  <a:lnTo>
                    <a:pt x="189456" y="316517"/>
                  </a:lnTo>
                  <a:lnTo>
                    <a:pt x="194711" y="315725"/>
                  </a:lnTo>
                  <a:lnTo>
                    <a:pt x="199939" y="314765"/>
                  </a:lnTo>
                  <a:lnTo>
                    <a:pt x="205134" y="313640"/>
                  </a:lnTo>
                  <a:lnTo>
                    <a:pt x="210290" y="312350"/>
                  </a:lnTo>
                  <a:lnTo>
                    <a:pt x="215402" y="310897"/>
                  </a:lnTo>
                  <a:lnTo>
                    <a:pt x="220466" y="309283"/>
                  </a:lnTo>
                  <a:lnTo>
                    <a:pt x="225476" y="307508"/>
                  </a:lnTo>
                  <a:lnTo>
                    <a:pt x="230427" y="305575"/>
                  </a:lnTo>
                  <a:lnTo>
                    <a:pt x="235314" y="303485"/>
                  </a:lnTo>
                  <a:lnTo>
                    <a:pt x="240132" y="301241"/>
                  </a:lnTo>
                  <a:lnTo>
                    <a:pt x="244876" y="298845"/>
                  </a:lnTo>
                  <a:lnTo>
                    <a:pt x="249542" y="296299"/>
                  </a:lnTo>
                  <a:lnTo>
                    <a:pt x="254124" y="293607"/>
                  </a:lnTo>
                  <a:lnTo>
                    <a:pt x="258619" y="290770"/>
                  </a:lnTo>
                  <a:lnTo>
                    <a:pt x="263021" y="287791"/>
                  </a:lnTo>
                  <a:lnTo>
                    <a:pt x="267326" y="284675"/>
                  </a:lnTo>
                  <a:lnTo>
                    <a:pt x="271530" y="281422"/>
                  </a:lnTo>
                  <a:lnTo>
                    <a:pt x="275628" y="278038"/>
                  </a:lnTo>
                  <a:lnTo>
                    <a:pt x="279617" y="274526"/>
                  </a:lnTo>
                  <a:lnTo>
                    <a:pt x="283492" y="270888"/>
                  </a:lnTo>
                  <a:lnTo>
                    <a:pt x="287249" y="267129"/>
                  </a:lnTo>
                  <a:lnTo>
                    <a:pt x="290885" y="263252"/>
                  </a:lnTo>
                  <a:lnTo>
                    <a:pt x="294396" y="259262"/>
                  </a:lnTo>
                  <a:lnTo>
                    <a:pt x="297779" y="255162"/>
                  </a:lnTo>
                  <a:lnTo>
                    <a:pt x="301029" y="250957"/>
                  </a:lnTo>
                  <a:lnTo>
                    <a:pt x="304144" y="246650"/>
                  </a:lnTo>
                  <a:lnTo>
                    <a:pt x="307120" y="242247"/>
                  </a:lnTo>
                  <a:lnTo>
                    <a:pt x="309955" y="237751"/>
                  </a:lnTo>
                  <a:lnTo>
                    <a:pt x="312646" y="233168"/>
                  </a:lnTo>
                  <a:lnTo>
                    <a:pt x="315189" y="228501"/>
                  </a:lnTo>
                  <a:lnTo>
                    <a:pt x="317583" y="223755"/>
                  </a:lnTo>
                  <a:lnTo>
                    <a:pt x="319825" y="218936"/>
                  </a:lnTo>
                  <a:lnTo>
                    <a:pt x="321913" y="214048"/>
                  </a:lnTo>
                  <a:lnTo>
                    <a:pt x="323844" y="209097"/>
                  </a:lnTo>
                  <a:lnTo>
                    <a:pt x="325616" y="204086"/>
                  </a:lnTo>
                  <a:lnTo>
                    <a:pt x="327229" y="199022"/>
                  </a:lnTo>
                  <a:lnTo>
                    <a:pt x="328679" y="193908"/>
                  </a:lnTo>
                  <a:lnTo>
                    <a:pt x="329967" y="188752"/>
                  </a:lnTo>
                  <a:lnTo>
                    <a:pt x="331090" y="183557"/>
                  </a:lnTo>
                  <a:lnTo>
                    <a:pt x="332047" y="178329"/>
                  </a:lnTo>
                  <a:lnTo>
                    <a:pt x="332837" y="173073"/>
                  </a:lnTo>
                  <a:lnTo>
                    <a:pt x="333460" y="167794"/>
                  </a:lnTo>
                  <a:lnTo>
                    <a:pt x="333915" y="162499"/>
                  </a:lnTo>
                  <a:lnTo>
                    <a:pt x="334201" y="157192"/>
                  </a:lnTo>
                  <a:lnTo>
                    <a:pt x="334318" y="151878"/>
                  </a:lnTo>
                  <a:lnTo>
                    <a:pt x="334267" y="146563"/>
                  </a:lnTo>
                  <a:lnTo>
                    <a:pt x="334046" y="141253"/>
                  </a:lnTo>
                  <a:lnTo>
                    <a:pt x="333657" y="135952"/>
                  </a:lnTo>
                  <a:lnTo>
                    <a:pt x="333099" y="130667"/>
                  </a:lnTo>
                  <a:lnTo>
                    <a:pt x="332374" y="125401"/>
                  </a:lnTo>
                  <a:lnTo>
                    <a:pt x="331482" y="120162"/>
                  </a:lnTo>
                  <a:lnTo>
                    <a:pt x="330423" y="114953"/>
                  </a:lnTo>
                  <a:lnTo>
                    <a:pt x="329200" y="109781"/>
                  </a:lnTo>
                  <a:lnTo>
                    <a:pt x="327812" y="104650"/>
                  </a:lnTo>
                  <a:lnTo>
                    <a:pt x="326263" y="99566"/>
                  </a:lnTo>
                  <a:lnTo>
                    <a:pt x="324552" y="94534"/>
                  </a:lnTo>
                  <a:lnTo>
                    <a:pt x="322683" y="89559"/>
                  </a:lnTo>
                  <a:lnTo>
                    <a:pt x="320656" y="84646"/>
                  </a:lnTo>
                  <a:lnTo>
                    <a:pt x="318474" y="79799"/>
                  </a:lnTo>
                  <a:lnTo>
                    <a:pt x="316139" y="75025"/>
                  </a:lnTo>
                  <a:lnTo>
                    <a:pt x="313653" y="70327"/>
                  </a:lnTo>
                  <a:lnTo>
                    <a:pt x="311019" y="65710"/>
                  </a:lnTo>
                  <a:lnTo>
                    <a:pt x="308240" y="61180"/>
                  </a:lnTo>
                  <a:lnTo>
                    <a:pt x="305318" y="56740"/>
                  </a:lnTo>
                  <a:lnTo>
                    <a:pt x="302257" y="52395"/>
                  </a:lnTo>
                  <a:lnTo>
                    <a:pt x="299059" y="48150"/>
                  </a:lnTo>
                  <a:lnTo>
                    <a:pt x="295728" y="44009"/>
                  </a:lnTo>
                  <a:lnTo>
                    <a:pt x="292266" y="39975"/>
                  </a:lnTo>
                  <a:lnTo>
                    <a:pt x="288678" y="36054"/>
                  </a:lnTo>
                  <a:lnTo>
                    <a:pt x="284968" y="32249"/>
                  </a:lnTo>
                  <a:lnTo>
                    <a:pt x="281138" y="28563"/>
                  </a:lnTo>
                  <a:lnTo>
                    <a:pt x="277193" y="25001"/>
                  </a:lnTo>
                  <a:lnTo>
                    <a:pt x="167154" y="1508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110038" cy="167167"/>
            </a:xfrm>
            <a:custGeom>
              <a:avLst/>
              <a:pathLst>
                <a:path w="110038" h="167167">
                  <a:moveTo>
                    <a:pt x="110038" y="41324"/>
                  </a:moveTo>
                  <a:lnTo>
                    <a:pt x="105669" y="37634"/>
                  </a:lnTo>
                  <a:lnTo>
                    <a:pt x="101176" y="34095"/>
                  </a:lnTo>
                  <a:lnTo>
                    <a:pt x="96565" y="30712"/>
                  </a:lnTo>
                  <a:lnTo>
                    <a:pt x="91841" y="27488"/>
                  </a:lnTo>
                  <a:lnTo>
                    <a:pt x="87009" y="24428"/>
                  </a:lnTo>
                  <a:lnTo>
                    <a:pt x="82075" y="21535"/>
                  </a:lnTo>
                  <a:lnTo>
                    <a:pt x="77046" y="18813"/>
                  </a:lnTo>
                  <a:lnTo>
                    <a:pt x="71926" y="16264"/>
                  </a:lnTo>
                  <a:lnTo>
                    <a:pt x="66722" y="13892"/>
                  </a:ln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7097" y="941493"/>
              <a:ext cx="39118" cy="167167"/>
            </a:xfrm>
            <a:custGeom>
              <a:avLst/>
              <a:pathLst>
                <a:path w="39118" h="167167">
                  <a:moveTo>
                    <a:pt x="39118" y="0"/>
                  </a:moveTo>
                  <a:lnTo>
                    <a:pt x="32539" y="129"/>
                  </a:lnTo>
                  <a:lnTo>
                    <a:pt x="25970" y="517"/>
                  </a:lnTo>
                  <a:lnTo>
                    <a:pt x="19422" y="1164"/>
                  </a:lnTo>
                  <a:lnTo>
                    <a:pt x="12904" y="2068"/>
                  </a:lnTo>
                  <a:lnTo>
                    <a:pt x="6426" y="3227"/>
                  </a:lnTo>
                  <a:lnTo>
                    <a:pt x="0" y="4641"/>
                  </a:lnTo>
                  <a:lnTo>
                    <a:pt x="391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7097" y="946134"/>
              <a:ext cx="39118" cy="162525"/>
            </a:xfrm>
            <a:custGeom>
              <a:avLst/>
              <a:pathLst>
                <a:path w="39118" h="162525">
                  <a:moveTo>
                    <a:pt x="0" y="0"/>
                  </a:moveTo>
                  <a:lnTo>
                    <a:pt x="39118" y="1625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8" y="946134"/>
              <a:ext cx="167167" cy="320743"/>
            </a:xfrm>
            <a:custGeom>
              <a:avLst/>
              <a:pathLst>
                <a:path w="167167" h="320743">
                  <a:moveTo>
                    <a:pt x="128048" y="0"/>
                  </a:moveTo>
                  <a:lnTo>
                    <a:pt x="122899" y="1326"/>
                  </a:lnTo>
                  <a:lnTo>
                    <a:pt x="117794" y="2815"/>
                  </a:lnTo>
                  <a:lnTo>
                    <a:pt x="112739" y="4467"/>
                  </a:lnTo>
                  <a:lnTo>
                    <a:pt x="107740" y="6278"/>
                  </a:lnTo>
                  <a:lnTo>
                    <a:pt x="102800" y="8247"/>
                  </a:lnTo>
                  <a:lnTo>
                    <a:pt x="97926" y="10372"/>
                  </a:lnTo>
                  <a:lnTo>
                    <a:pt x="93121" y="12651"/>
                  </a:lnTo>
                  <a:lnTo>
                    <a:pt x="88392" y="15082"/>
                  </a:lnTo>
                  <a:lnTo>
                    <a:pt x="83742" y="17662"/>
                  </a:lnTo>
                  <a:lnTo>
                    <a:pt x="79177" y="20389"/>
                  </a:lnTo>
                  <a:lnTo>
                    <a:pt x="74701" y="23259"/>
                  </a:lnTo>
                  <a:lnTo>
                    <a:pt x="70318" y="26271"/>
                  </a:lnTo>
                  <a:lnTo>
                    <a:pt x="66034" y="29420"/>
                  </a:lnTo>
                  <a:lnTo>
                    <a:pt x="61851" y="32704"/>
                  </a:lnTo>
                  <a:lnTo>
                    <a:pt x="57775" y="36119"/>
                  </a:lnTo>
                  <a:lnTo>
                    <a:pt x="53810" y="39663"/>
                  </a:lnTo>
                  <a:lnTo>
                    <a:pt x="49960" y="43330"/>
                  </a:lnTo>
                  <a:lnTo>
                    <a:pt x="46228" y="47118"/>
                  </a:lnTo>
                  <a:lnTo>
                    <a:pt x="42619" y="51023"/>
                  </a:lnTo>
                  <a:lnTo>
                    <a:pt x="39135" y="55041"/>
                  </a:lnTo>
                  <a:lnTo>
                    <a:pt x="35782" y="59167"/>
                  </a:lnTo>
                  <a:lnTo>
                    <a:pt x="32561" y="63399"/>
                  </a:lnTo>
                  <a:lnTo>
                    <a:pt x="29476" y="67730"/>
                  </a:lnTo>
                  <a:lnTo>
                    <a:pt x="26531" y="72157"/>
                  </a:lnTo>
                  <a:lnTo>
                    <a:pt x="23727" y="76676"/>
                  </a:lnTo>
                  <a:lnTo>
                    <a:pt x="21070" y="81282"/>
                  </a:lnTo>
                  <a:lnTo>
                    <a:pt x="18559" y="85969"/>
                  </a:lnTo>
                  <a:lnTo>
                    <a:pt x="16200" y="90735"/>
                  </a:lnTo>
                  <a:lnTo>
                    <a:pt x="13993" y="95573"/>
                  </a:lnTo>
                  <a:lnTo>
                    <a:pt x="11941" y="100478"/>
                  </a:lnTo>
                  <a:lnTo>
                    <a:pt x="10046" y="105447"/>
                  </a:lnTo>
                  <a:lnTo>
                    <a:pt x="8310" y="110473"/>
                  </a:lnTo>
                  <a:lnTo>
                    <a:pt x="6735" y="115552"/>
                  </a:lnTo>
                  <a:lnTo>
                    <a:pt x="5322" y="120678"/>
                  </a:lnTo>
                  <a:lnTo>
                    <a:pt x="4073" y="125847"/>
                  </a:lnTo>
                  <a:lnTo>
                    <a:pt x="2989" y="131053"/>
                  </a:lnTo>
                  <a:lnTo>
                    <a:pt x="2071" y="136291"/>
                  </a:lnTo>
                  <a:lnTo>
                    <a:pt x="1320" y="141555"/>
                  </a:lnTo>
                  <a:lnTo>
                    <a:pt x="737" y="146840"/>
                  </a:lnTo>
                  <a:lnTo>
                    <a:pt x="322" y="152142"/>
                  </a:lnTo>
                  <a:lnTo>
                    <a:pt x="76" y="157454"/>
                  </a:lnTo>
                  <a:lnTo>
                    <a:pt x="0" y="162771"/>
                  </a:lnTo>
                  <a:lnTo>
                    <a:pt x="92" y="168087"/>
                  </a:lnTo>
                  <a:lnTo>
                    <a:pt x="353" y="173399"/>
                  </a:lnTo>
                  <a:lnTo>
                    <a:pt x="784" y="178699"/>
                  </a:lnTo>
                  <a:lnTo>
                    <a:pt x="1382" y="183982"/>
                  </a:lnTo>
                  <a:lnTo>
                    <a:pt x="2148" y="189244"/>
                  </a:lnTo>
                  <a:lnTo>
                    <a:pt x="3082" y="194479"/>
                  </a:lnTo>
                  <a:lnTo>
                    <a:pt x="4181" y="199682"/>
                  </a:lnTo>
                  <a:lnTo>
                    <a:pt x="5445" y="204847"/>
                  </a:lnTo>
                  <a:lnTo>
                    <a:pt x="6873" y="209969"/>
                  </a:lnTo>
                  <a:lnTo>
                    <a:pt x="8463" y="215044"/>
                  </a:lnTo>
                  <a:lnTo>
                    <a:pt x="10214" y="220065"/>
                  </a:lnTo>
                  <a:lnTo>
                    <a:pt x="12123" y="225028"/>
                  </a:lnTo>
                  <a:lnTo>
                    <a:pt x="14190" y="229927"/>
                  </a:lnTo>
                  <a:lnTo>
                    <a:pt x="16411" y="234759"/>
                  </a:lnTo>
                  <a:lnTo>
                    <a:pt x="18785" y="239517"/>
                  </a:lnTo>
                  <a:lnTo>
                    <a:pt x="21309" y="244198"/>
                  </a:lnTo>
                  <a:lnTo>
                    <a:pt x="23980" y="248795"/>
                  </a:lnTo>
                  <a:lnTo>
                    <a:pt x="26796" y="253306"/>
                  </a:lnTo>
                  <a:lnTo>
                    <a:pt x="29755" y="257724"/>
                  </a:lnTo>
                  <a:lnTo>
                    <a:pt x="32852" y="262047"/>
                  </a:lnTo>
                  <a:lnTo>
                    <a:pt x="36085" y="266268"/>
                  </a:lnTo>
                  <a:lnTo>
                    <a:pt x="39451" y="270385"/>
                  </a:lnTo>
                  <a:lnTo>
                    <a:pt x="42946" y="274393"/>
                  </a:lnTo>
                  <a:lnTo>
                    <a:pt x="46567" y="278287"/>
                  </a:lnTo>
                  <a:lnTo>
                    <a:pt x="50310" y="282064"/>
                  </a:lnTo>
                  <a:lnTo>
                    <a:pt x="54171" y="285720"/>
                  </a:lnTo>
                  <a:lnTo>
                    <a:pt x="58147" y="289252"/>
                  </a:lnTo>
                  <a:lnTo>
                    <a:pt x="62233" y="292655"/>
                  </a:lnTo>
                  <a:lnTo>
                    <a:pt x="66424" y="295927"/>
                  </a:lnTo>
                  <a:lnTo>
                    <a:pt x="70718" y="299064"/>
                  </a:lnTo>
                  <a:lnTo>
                    <a:pt x="75110" y="302062"/>
                  </a:lnTo>
                  <a:lnTo>
                    <a:pt x="79595" y="304919"/>
                  </a:lnTo>
                  <a:lnTo>
                    <a:pt x="84168" y="307633"/>
                  </a:lnTo>
                  <a:lnTo>
                    <a:pt x="88825" y="310199"/>
                  </a:lnTo>
                  <a:lnTo>
                    <a:pt x="93561" y="312616"/>
                  </a:lnTo>
                  <a:lnTo>
                    <a:pt x="98372" y="314881"/>
                  </a:lnTo>
                  <a:lnTo>
                    <a:pt x="103253" y="316992"/>
                  </a:lnTo>
                  <a:lnTo>
                    <a:pt x="108198" y="318947"/>
                  </a:lnTo>
                  <a:lnTo>
                    <a:pt x="113203" y="320743"/>
                  </a:lnTo>
                  <a:lnTo>
                    <a:pt x="167167" y="1625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252" y="941493"/>
              <a:ext cx="221121" cy="334325"/>
            </a:xfrm>
            <a:custGeom>
              <a:avLst/>
              <a:pathLst>
                <a:path w="221121" h="334325">
                  <a:moveTo>
                    <a:pt x="0" y="325385"/>
                  </a:moveTo>
                  <a:lnTo>
                    <a:pt x="5063" y="327022"/>
                  </a:lnTo>
                  <a:lnTo>
                    <a:pt x="10177" y="328498"/>
                  </a:lnTo>
                  <a:lnTo>
                    <a:pt x="15334" y="329810"/>
                  </a:lnTo>
                  <a:lnTo>
                    <a:pt x="20531" y="330957"/>
                  </a:lnTo>
                  <a:lnTo>
                    <a:pt x="25762" y="331938"/>
                  </a:lnTo>
                  <a:lnTo>
                    <a:pt x="31021" y="332753"/>
                  </a:lnTo>
                  <a:lnTo>
                    <a:pt x="36304" y="333399"/>
                  </a:lnTo>
                  <a:lnTo>
                    <a:pt x="41604" y="333877"/>
                  </a:lnTo>
                  <a:lnTo>
                    <a:pt x="46917" y="334186"/>
                  </a:lnTo>
                  <a:lnTo>
                    <a:pt x="52237" y="334325"/>
                  </a:lnTo>
                  <a:lnTo>
                    <a:pt x="57559" y="334296"/>
                  </a:lnTo>
                  <a:lnTo>
                    <a:pt x="62878" y="334097"/>
                  </a:lnTo>
                  <a:lnTo>
                    <a:pt x="68187" y="333728"/>
                  </a:lnTo>
                  <a:lnTo>
                    <a:pt x="73482" y="333191"/>
                  </a:lnTo>
                  <a:lnTo>
                    <a:pt x="78757" y="332486"/>
                  </a:lnTo>
                  <a:lnTo>
                    <a:pt x="84006" y="331613"/>
                  </a:lnTo>
                  <a:lnTo>
                    <a:pt x="89226" y="330573"/>
                  </a:lnTo>
                  <a:lnTo>
                    <a:pt x="94410" y="329368"/>
                  </a:lnTo>
                  <a:lnTo>
                    <a:pt x="99552" y="327998"/>
                  </a:lnTo>
                  <a:lnTo>
                    <a:pt x="104649" y="326465"/>
                  </a:lnTo>
                  <a:lnTo>
                    <a:pt x="109694" y="324771"/>
                  </a:lnTo>
                  <a:lnTo>
                    <a:pt x="114682" y="322917"/>
                  </a:lnTo>
                  <a:lnTo>
                    <a:pt x="119610" y="320905"/>
                  </a:lnTo>
                  <a:lnTo>
                    <a:pt x="124470" y="318738"/>
                  </a:lnTo>
                  <a:lnTo>
                    <a:pt x="129259" y="316417"/>
                  </a:lnTo>
                  <a:lnTo>
                    <a:pt x="133972" y="313944"/>
                  </a:lnTo>
                  <a:lnTo>
                    <a:pt x="138604" y="311323"/>
                  </a:lnTo>
                  <a:lnTo>
                    <a:pt x="143150" y="308555"/>
                  </a:lnTo>
                  <a:lnTo>
                    <a:pt x="147605" y="305645"/>
                  </a:lnTo>
                  <a:lnTo>
                    <a:pt x="151966" y="302594"/>
                  </a:lnTo>
                  <a:lnTo>
                    <a:pt x="156227" y="299406"/>
                  </a:lnTo>
                  <a:lnTo>
                    <a:pt x="160385" y="296083"/>
                  </a:lnTo>
                  <a:lnTo>
                    <a:pt x="164434" y="292630"/>
                  </a:lnTo>
                  <a:lnTo>
                    <a:pt x="168372" y="289050"/>
                  </a:lnTo>
                  <a:lnTo>
                    <a:pt x="172194" y="285347"/>
                  </a:lnTo>
                  <a:lnTo>
                    <a:pt x="175896" y="281523"/>
                  </a:lnTo>
                  <a:lnTo>
                    <a:pt x="179474" y="277584"/>
                  </a:lnTo>
                  <a:lnTo>
                    <a:pt x="182926" y="273532"/>
                  </a:lnTo>
                  <a:lnTo>
                    <a:pt x="186246" y="269373"/>
                  </a:lnTo>
                  <a:lnTo>
                    <a:pt x="189432" y="265111"/>
                  </a:lnTo>
                  <a:lnTo>
                    <a:pt x="192482" y="260749"/>
                  </a:lnTo>
                  <a:lnTo>
                    <a:pt x="195390" y="256292"/>
                  </a:lnTo>
                  <a:lnTo>
                    <a:pt x="198156" y="251745"/>
                  </a:lnTo>
                  <a:lnTo>
                    <a:pt x="200775" y="247112"/>
                  </a:lnTo>
                  <a:lnTo>
                    <a:pt x="203245" y="242398"/>
                  </a:lnTo>
                  <a:lnTo>
                    <a:pt x="205564" y="237608"/>
                  </a:lnTo>
                  <a:lnTo>
                    <a:pt x="207730" y="232747"/>
                  </a:lnTo>
                  <a:lnTo>
                    <a:pt x="209740" y="227819"/>
                  </a:lnTo>
                  <a:lnTo>
                    <a:pt x="211591" y="222829"/>
                  </a:lnTo>
                  <a:lnTo>
                    <a:pt x="213283" y="217783"/>
                  </a:lnTo>
                  <a:lnTo>
                    <a:pt x="214814" y="212686"/>
                  </a:lnTo>
                  <a:lnTo>
                    <a:pt x="216181" y="207543"/>
                  </a:lnTo>
                  <a:lnTo>
                    <a:pt x="217384" y="202359"/>
                  </a:lnTo>
                  <a:lnTo>
                    <a:pt x="218422" y="197139"/>
                  </a:lnTo>
                  <a:lnTo>
                    <a:pt x="219292" y="191889"/>
                  </a:lnTo>
                  <a:lnTo>
                    <a:pt x="219996" y="186613"/>
                  </a:lnTo>
                  <a:lnTo>
                    <a:pt x="220530" y="181318"/>
                  </a:lnTo>
                  <a:lnTo>
                    <a:pt x="220896" y="176009"/>
                  </a:lnTo>
                  <a:lnTo>
                    <a:pt x="221093" y="170691"/>
                  </a:lnTo>
                  <a:lnTo>
                    <a:pt x="221121" y="165369"/>
                  </a:lnTo>
                  <a:lnTo>
                    <a:pt x="220979" y="160049"/>
                  </a:lnTo>
                  <a:lnTo>
                    <a:pt x="220668" y="154736"/>
                  </a:lnTo>
                  <a:lnTo>
                    <a:pt x="220187" y="149435"/>
                  </a:lnTo>
                  <a:lnTo>
                    <a:pt x="219539" y="144153"/>
                  </a:lnTo>
                  <a:lnTo>
                    <a:pt x="218722" y="138894"/>
                  </a:lnTo>
                  <a:lnTo>
                    <a:pt x="217739" y="133664"/>
                  </a:lnTo>
                  <a:lnTo>
                    <a:pt x="216589" y="128468"/>
                  </a:lnTo>
                  <a:lnTo>
                    <a:pt x="215275" y="123310"/>
                  </a:lnTo>
                  <a:lnTo>
                    <a:pt x="213797" y="118198"/>
                  </a:lnTo>
                  <a:lnTo>
                    <a:pt x="212157" y="113135"/>
                  </a:lnTo>
                  <a:lnTo>
                    <a:pt x="210357" y="108126"/>
                  </a:lnTo>
                  <a:lnTo>
                    <a:pt x="208399" y="103178"/>
                  </a:lnTo>
                  <a:lnTo>
                    <a:pt x="206284" y="98294"/>
                  </a:lnTo>
                  <a:lnTo>
                    <a:pt x="204014" y="93481"/>
                  </a:lnTo>
                  <a:lnTo>
                    <a:pt x="201592" y="88741"/>
                  </a:lnTo>
                  <a:lnTo>
                    <a:pt x="199021" y="84082"/>
                  </a:lnTo>
                  <a:lnTo>
                    <a:pt x="196303" y="79506"/>
                  </a:lnTo>
                  <a:lnTo>
                    <a:pt x="193440" y="75020"/>
                  </a:lnTo>
                  <a:lnTo>
                    <a:pt x="190436" y="70627"/>
                  </a:lnTo>
                  <a:lnTo>
                    <a:pt x="187294" y="66331"/>
                  </a:lnTo>
                  <a:lnTo>
                    <a:pt x="184017" y="62138"/>
                  </a:lnTo>
                  <a:lnTo>
                    <a:pt x="180607" y="58052"/>
                  </a:lnTo>
                  <a:lnTo>
                    <a:pt x="177070" y="54076"/>
                  </a:lnTo>
                  <a:lnTo>
                    <a:pt x="173408" y="50214"/>
                  </a:lnTo>
                  <a:lnTo>
                    <a:pt x="169624" y="46471"/>
                  </a:lnTo>
                  <a:lnTo>
                    <a:pt x="165724" y="42851"/>
                  </a:lnTo>
                  <a:lnTo>
                    <a:pt x="161710" y="39356"/>
                  </a:lnTo>
                  <a:lnTo>
                    <a:pt x="157587" y="35991"/>
                  </a:lnTo>
                  <a:lnTo>
                    <a:pt x="153358" y="32759"/>
                  </a:lnTo>
                  <a:lnTo>
                    <a:pt x="149030" y="29663"/>
                  </a:lnTo>
                  <a:lnTo>
                    <a:pt x="144604" y="26707"/>
                  </a:lnTo>
                  <a:lnTo>
                    <a:pt x="140087" y="23892"/>
                  </a:lnTo>
                  <a:lnTo>
                    <a:pt x="135483" y="21224"/>
                  </a:lnTo>
                  <a:lnTo>
                    <a:pt x="130796" y="18703"/>
                  </a:lnTo>
                  <a:lnTo>
                    <a:pt x="126031" y="16332"/>
                  </a:lnTo>
                  <a:lnTo>
                    <a:pt x="121193" y="14114"/>
                  </a:lnTo>
                  <a:lnTo>
                    <a:pt x="116287" y="12052"/>
                  </a:lnTo>
                  <a:lnTo>
                    <a:pt x="111318" y="10147"/>
                  </a:lnTo>
                  <a:lnTo>
                    <a:pt x="106290" y="8400"/>
                  </a:lnTo>
                  <a:lnTo>
                    <a:pt x="101210" y="6815"/>
                  </a:lnTo>
                  <a:lnTo>
                    <a:pt x="96082" y="5393"/>
                  </a:lnTo>
                  <a:lnTo>
                    <a:pt x="90911" y="4134"/>
                  </a:lnTo>
                  <a:lnTo>
                    <a:pt x="85702" y="3040"/>
                  </a:lnTo>
                  <a:lnTo>
                    <a:pt x="80462" y="2113"/>
                  </a:lnTo>
                  <a:lnTo>
                    <a:pt x="75194" y="1353"/>
                  </a:lnTo>
                  <a:lnTo>
                    <a:pt x="69905" y="761"/>
                  </a:lnTo>
                  <a:lnTo>
                    <a:pt x="64600" y="338"/>
                  </a:lnTo>
                  <a:lnTo>
                    <a:pt x="59284" y="84"/>
                  </a:lnTo>
                  <a:lnTo>
                    <a:pt x="53963" y="0"/>
                  </a:lnTo>
                  <a:lnTo>
                    <a:pt x="539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429" y="1071028"/>
              <a:ext cx="167071" cy="167167"/>
            </a:xfrm>
            <a:custGeom>
              <a:avLst/>
              <a:pathLst>
                <a:path w="167071" h="167167">
                  <a:moveTo>
                    <a:pt x="167071" y="0"/>
                  </a:moveTo>
                  <a:lnTo>
                    <a:pt x="161606" y="89"/>
                  </a:lnTo>
                  <a:lnTo>
                    <a:pt x="156146" y="357"/>
                  </a:lnTo>
                  <a:lnTo>
                    <a:pt x="150698" y="803"/>
                  </a:lnTo>
                  <a:lnTo>
                    <a:pt x="145267" y="1428"/>
                  </a:lnTo>
                  <a:lnTo>
                    <a:pt x="139860" y="2229"/>
                  </a:lnTo>
                  <a:lnTo>
                    <a:pt x="134481" y="3207"/>
                  </a:lnTo>
                  <a:lnTo>
                    <a:pt x="129138" y="4360"/>
                  </a:lnTo>
                  <a:lnTo>
                    <a:pt x="123835" y="5688"/>
                  </a:lnTo>
                  <a:lnTo>
                    <a:pt x="118579" y="7188"/>
                  </a:lnTo>
                  <a:lnTo>
                    <a:pt x="113374" y="8859"/>
                  </a:lnTo>
                  <a:lnTo>
                    <a:pt x="108226" y="10699"/>
                  </a:lnTo>
                  <a:lnTo>
                    <a:pt x="103142" y="12707"/>
                  </a:lnTo>
                  <a:lnTo>
                    <a:pt x="98126" y="14879"/>
                  </a:lnTo>
                  <a:lnTo>
                    <a:pt x="93184" y="17215"/>
                  </a:lnTo>
                  <a:lnTo>
                    <a:pt x="88320" y="19711"/>
                  </a:lnTo>
                  <a:lnTo>
                    <a:pt x="83541" y="22365"/>
                  </a:lnTo>
                  <a:lnTo>
                    <a:pt x="78851" y="25173"/>
                  </a:lnTo>
                  <a:lnTo>
                    <a:pt x="74256" y="28134"/>
                  </a:lnTo>
                  <a:lnTo>
                    <a:pt x="69760" y="31243"/>
                  </a:lnTo>
                  <a:lnTo>
                    <a:pt x="65368" y="34497"/>
                  </a:lnTo>
                  <a:lnTo>
                    <a:pt x="61084" y="37893"/>
                  </a:lnTo>
                  <a:lnTo>
                    <a:pt x="56914" y="41428"/>
                  </a:lnTo>
                  <a:lnTo>
                    <a:pt x="52862" y="45097"/>
                  </a:lnTo>
                  <a:lnTo>
                    <a:pt x="48932" y="48896"/>
                  </a:lnTo>
                  <a:lnTo>
                    <a:pt x="45128" y="52822"/>
                  </a:lnTo>
                  <a:lnTo>
                    <a:pt x="41455" y="56870"/>
                  </a:lnTo>
                  <a:lnTo>
                    <a:pt x="37915" y="61036"/>
                  </a:lnTo>
                  <a:lnTo>
                    <a:pt x="34514" y="65316"/>
                  </a:lnTo>
                  <a:lnTo>
                    <a:pt x="31255" y="69705"/>
                  </a:lnTo>
                  <a:lnTo>
                    <a:pt x="28141" y="74197"/>
                  </a:lnTo>
                  <a:lnTo>
                    <a:pt x="25176" y="78789"/>
                  </a:lnTo>
                  <a:lnTo>
                    <a:pt x="22362" y="83476"/>
                  </a:lnTo>
                  <a:lnTo>
                    <a:pt x="19703" y="88252"/>
                  </a:lnTo>
                  <a:lnTo>
                    <a:pt x="17202" y="93113"/>
                  </a:lnTo>
                  <a:lnTo>
                    <a:pt x="14861" y="98053"/>
                  </a:lnTo>
                  <a:lnTo>
                    <a:pt x="12682" y="103066"/>
                  </a:lnTo>
                  <a:lnTo>
                    <a:pt x="10669" y="108148"/>
                  </a:lnTo>
                  <a:lnTo>
                    <a:pt x="8823" y="113294"/>
                  </a:lnTo>
                  <a:lnTo>
                    <a:pt x="7146" y="118497"/>
                  </a:lnTo>
                  <a:lnTo>
                    <a:pt x="5640" y="123751"/>
                  </a:lnTo>
                  <a:lnTo>
                    <a:pt x="4307" y="129053"/>
                  </a:lnTo>
                  <a:lnTo>
                    <a:pt x="3148" y="134395"/>
                  </a:lnTo>
                  <a:lnTo>
                    <a:pt x="2164" y="139772"/>
                  </a:lnTo>
                  <a:lnTo>
                    <a:pt x="1356" y="145179"/>
                  </a:lnTo>
                  <a:lnTo>
                    <a:pt x="726" y="150609"/>
                  </a:lnTo>
                  <a:lnTo>
                    <a:pt x="274" y="156056"/>
                  </a:lnTo>
                  <a:lnTo>
                    <a:pt x="0" y="161516"/>
                  </a:lnTo>
                  <a:lnTo>
                    <a:pt x="1670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429" y="1232545"/>
              <a:ext cx="167071" cy="5651"/>
            </a:xfrm>
            <a:custGeom>
              <a:avLst/>
              <a:pathLst>
                <a:path w="167071" h="5651">
                  <a:moveTo>
                    <a:pt x="0" y="0"/>
                  </a:moveTo>
                  <a:lnTo>
                    <a:pt x="167071" y="5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4" y="1072183"/>
              <a:ext cx="334332" cy="333167"/>
            </a:xfrm>
            <a:custGeom>
              <a:avLst/>
              <a:pathLst>
                <a:path w="334332" h="333167">
                  <a:moveTo>
                    <a:pt x="95" y="160361"/>
                  </a:moveTo>
                  <a:lnTo>
                    <a:pt x="0" y="165659"/>
                  </a:lnTo>
                  <a:lnTo>
                    <a:pt x="72" y="170958"/>
                  </a:lnTo>
                  <a:lnTo>
                    <a:pt x="313" y="176252"/>
                  </a:lnTo>
                  <a:lnTo>
                    <a:pt x="722" y="181536"/>
                  </a:lnTo>
                  <a:lnTo>
                    <a:pt x="1297" y="186804"/>
                  </a:lnTo>
                  <a:lnTo>
                    <a:pt x="2040" y="192051"/>
                  </a:lnTo>
                  <a:lnTo>
                    <a:pt x="2948" y="197272"/>
                  </a:lnTo>
                  <a:lnTo>
                    <a:pt x="4021" y="202462"/>
                  </a:lnTo>
                  <a:lnTo>
                    <a:pt x="5259" y="207615"/>
                  </a:lnTo>
                  <a:lnTo>
                    <a:pt x="6659" y="212726"/>
                  </a:lnTo>
                  <a:lnTo>
                    <a:pt x="8220" y="217790"/>
                  </a:lnTo>
                  <a:lnTo>
                    <a:pt x="9941" y="222802"/>
                  </a:lnTo>
                  <a:lnTo>
                    <a:pt x="11820" y="227757"/>
                  </a:lnTo>
                  <a:lnTo>
                    <a:pt x="13856" y="232650"/>
                  </a:lnTo>
                  <a:lnTo>
                    <a:pt x="16045" y="237476"/>
                  </a:lnTo>
                  <a:lnTo>
                    <a:pt x="18386" y="242231"/>
                  </a:lnTo>
                  <a:lnTo>
                    <a:pt x="20877" y="246908"/>
                  </a:lnTo>
                  <a:lnTo>
                    <a:pt x="23514" y="251505"/>
                  </a:lnTo>
                  <a:lnTo>
                    <a:pt x="26296" y="256015"/>
                  </a:lnTo>
                  <a:lnTo>
                    <a:pt x="29220" y="260435"/>
                  </a:lnTo>
                  <a:lnTo>
                    <a:pt x="32282" y="264760"/>
                  </a:lnTo>
                  <a:lnTo>
                    <a:pt x="35480" y="268986"/>
                  </a:lnTo>
                  <a:lnTo>
                    <a:pt x="38810" y="273108"/>
                  </a:lnTo>
                  <a:lnTo>
                    <a:pt x="42270" y="277123"/>
                  </a:lnTo>
                  <a:lnTo>
                    <a:pt x="45854" y="281026"/>
                  </a:lnTo>
                  <a:lnTo>
                    <a:pt x="49561" y="284814"/>
                  </a:lnTo>
                  <a:lnTo>
                    <a:pt x="53386" y="288482"/>
                  </a:lnTo>
                  <a:lnTo>
                    <a:pt x="57325" y="292027"/>
                  </a:lnTo>
                  <a:lnTo>
                    <a:pt x="61374" y="295445"/>
                  </a:lnTo>
                  <a:lnTo>
                    <a:pt x="65530" y="298733"/>
                  </a:lnTo>
                  <a:lnTo>
                    <a:pt x="69788" y="301888"/>
                  </a:lnTo>
                  <a:lnTo>
                    <a:pt x="74144" y="304907"/>
                  </a:lnTo>
                  <a:lnTo>
                    <a:pt x="78593" y="307785"/>
                  </a:lnTo>
                  <a:lnTo>
                    <a:pt x="83132" y="310522"/>
                  </a:lnTo>
                  <a:lnTo>
                    <a:pt x="87754" y="313113"/>
                  </a:lnTo>
                  <a:lnTo>
                    <a:pt x="92457" y="315556"/>
                  </a:lnTo>
                  <a:lnTo>
                    <a:pt x="97235" y="317849"/>
                  </a:lnTo>
                  <a:lnTo>
                    <a:pt x="102083" y="319989"/>
                  </a:lnTo>
                  <a:lnTo>
                    <a:pt x="106996" y="321975"/>
                  </a:lnTo>
                  <a:lnTo>
                    <a:pt x="111970" y="323804"/>
                  </a:lnTo>
                  <a:lnTo>
                    <a:pt x="116999" y="325474"/>
                  </a:lnTo>
                  <a:lnTo>
                    <a:pt x="122079" y="326984"/>
                  </a:lnTo>
                  <a:lnTo>
                    <a:pt x="127204" y="328333"/>
                  </a:lnTo>
                  <a:lnTo>
                    <a:pt x="132369" y="329518"/>
                  </a:lnTo>
                  <a:lnTo>
                    <a:pt x="137569" y="330538"/>
                  </a:lnTo>
                  <a:lnTo>
                    <a:pt x="142799" y="331394"/>
                  </a:lnTo>
                  <a:lnTo>
                    <a:pt x="148054" y="332083"/>
                  </a:lnTo>
                  <a:lnTo>
                    <a:pt x="153327" y="332606"/>
                  </a:lnTo>
                  <a:lnTo>
                    <a:pt x="158615" y="332961"/>
                  </a:lnTo>
                  <a:lnTo>
                    <a:pt x="163911" y="333148"/>
                  </a:lnTo>
                  <a:lnTo>
                    <a:pt x="169210" y="333167"/>
                  </a:lnTo>
                  <a:lnTo>
                    <a:pt x="174508" y="333018"/>
                  </a:lnTo>
                  <a:lnTo>
                    <a:pt x="179798" y="332702"/>
                  </a:lnTo>
                  <a:lnTo>
                    <a:pt x="185075" y="332217"/>
                  </a:lnTo>
                  <a:lnTo>
                    <a:pt x="190334" y="331566"/>
                  </a:lnTo>
                  <a:lnTo>
                    <a:pt x="195570" y="330749"/>
                  </a:lnTo>
                  <a:lnTo>
                    <a:pt x="200778" y="329766"/>
                  </a:lnTo>
                  <a:lnTo>
                    <a:pt x="205951" y="328618"/>
                  </a:lnTo>
                  <a:lnTo>
                    <a:pt x="211086" y="327307"/>
                  </a:lnTo>
                  <a:lnTo>
                    <a:pt x="216176" y="325834"/>
                  </a:lnTo>
                  <a:lnTo>
                    <a:pt x="221218" y="324200"/>
                  </a:lnTo>
                  <a:lnTo>
                    <a:pt x="226205" y="322407"/>
                  </a:lnTo>
                  <a:lnTo>
                    <a:pt x="231132" y="320457"/>
                  </a:lnTo>
                  <a:lnTo>
                    <a:pt x="235996" y="318352"/>
                  </a:lnTo>
                  <a:lnTo>
                    <a:pt x="240790" y="316094"/>
                  </a:lnTo>
                  <a:lnTo>
                    <a:pt x="245510" y="313685"/>
                  </a:lnTo>
                  <a:lnTo>
                    <a:pt x="250152" y="311127"/>
                  </a:lnTo>
                  <a:lnTo>
                    <a:pt x="254710" y="308424"/>
                  </a:lnTo>
                  <a:lnTo>
                    <a:pt x="259180" y="305578"/>
                  </a:lnTo>
                  <a:lnTo>
                    <a:pt x="263557" y="302591"/>
                  </a:lnTo>
                  <a:lnTo>
                    <a:pt x="267838" y="299467"/>
                  </a:lnTo>
                  <a:lnTo>
                    <a:pt x="272018" y="296209"/>
                  </a:lnTo>
                  <a:lnTo>
                    <a:pt x="276092" y="292820"/>
                  </a:lnTo>
                  <a:lnTo>
                    <a:pt x="280057" y="289303"/>
                  </a:lnTo>
                  <a:lnTo>
                    <a:pt x="283908" y="285663"/>
                  </a:lnTo>
                  <a:lnTo>
                    <a:pt x="287642" y="281903"/>
                  </a:lnTo>
                  <a:lnTo>
                    <a:pt x="291255" y="278026"/>
                  </a:lnTo>
                  <a:lnTo>
                    <a:pt x="294743" y="274036"/>
                  </a:lnTo>
                  <a:lnTo>
                    <a:pt x="298103" y="269938"/>
                  </a:lnTo>
                  <a:lnTo>
                    <a:pt x="301331" y="265736"/>
                  </a:lnTo>
                  <a:lnTo>
                    <a:pt x="304425" y="261433"/>
                  </a:lnTo>
                  <a:lnTo>
                    <a:pt x="307380" y="257034"/>
                  </a:lnTo>
                  <a:lnTo>
                    <a:pt x="310195" y="252544"/>
                  </a:lnTo>
                  <a:lnTo>
                    <a:pt x="312866" y="247967"/>
                  </a:lnTo>
                  <a:lnTo>
                    <a:pt x="315391" y="243307"/>
                  </a:lnTo>
                  <a:lnTo>
                    <a:pt x="317766" y="238570"/>
                  </a:lnTo>
                  <a:lnTo>
                    <a:pt x="319990" y="233760"/>
                  </a:lnTo>
                  <a:lnTo>
                    <a:pt x="322061" y="228882"/>
                  </a:lnTo>
                  <a:lnTo>
                    <a:pt x="323976" y="223941"/>
                  </a:lnTo>
                  <a:lnTo>
                    <a:pt x="325733" y="218941"/>
                  </a:lnTo>
                  <a:lnTo>
                    <a:pt x="327332" y="213888"/>
                  </a:lnTo>
                  <a:lnTo>
                    <a:pt x="328769" y="208788"/>
                  </a:lnTo>
                  <a:lnTo>
                    <a:pt x="330043" y="203644"/>
                  </a:lnTo>
                  <a:lnTo>
                    <a:pt x="331154" y="198462"/>
                  </a:lnTo>
                  <a:lnTo>
                    <a:pt x="332100" y="193248"/>
                  </a:lnTo>
                  <a:lnTo>
                    <a:pt x="332881" y="188006"/>
                  </a:lnTo>
                  <a:lnTo>
                    <a:pt x="333495" y="182742"/>
                  </a:lnTo>
                  <a:lnTo>
                    <a:pt x="333941" y="177462"/>
                  </a:lnTo>
                  <a:lnTo>
                    <a:pt x="334221" y="172170"/>
                  </a:lnTo>
                  <a:lnTo>
                    <a:pt x="334332" y="166871"/>
                  </a:lnTo>
                  <a:lnTo>
                    <a:pt x="334275" y="161572"/>
                  </a:lnTo>
                  <a:lnTo>
                    <a:pt x="334050" y="156278"/>
                  </a:lnTo>
                  <a:lnTo>
                    <a:pt x="333658" y="150993"/>
                  </a:lnTo>
                  <a:lnTo>
                    <a:pt x="333098" y="145723"/>
                  </a:lnTo>
                  <a:lnTo>
                    <a:pt x="332372" y="140474"/>
                  </a:lnTo>
                  <a:lnTo>
                    <a:pt x="331479" y="135250"/>
                  </a:lnTo>
                  <a:lnTo>
                    <a:pt x="330422" y="130057"/>
                  </a:lnTo>
                  <a:lnTo>
                    <a:pt x="329200" y="124900"/>
                  </a:lnTo>
                  <a:lnTo>
                    <a:pt x="327815" y="119785"/>
                  </a:lnTo>
                  <a:lnTo>
                    <a:pt x="326269" y="114716"/>
                  </a:lnTo>
                  <a:lnTo>
                    <a:pt x="324563" y="109699"/>
                  </a:lnTo>
                  <a:lnTo>
                    <a:pt x="322699" y="104738"/>
                  </a:lnTo>
                  <a:lnTo>
                    <a:pt x="320679" y="99839"/>
                  </a:lnTo>
                  <a:lnTo>
                    <a:pt x="318504" y="95006"/>
                  </a:lnTo>
                  <a:lnTo>
                    <a:pt x="316178" y="90245"/>
                  </a:lnTo>
                  <a:lnTo>
                    <a:pt x="313701" y="85560"/>
                  </a:lnTo>
                  <a:lnTo>
                    <a:pt x="311077" y="80955"/>
                  </a:lnTo>
                  <a:lnTo>
                    <a:pt x="308309" y="76436"/>
                  </a:lnTo>
                  <a:lnTo>
                    <a:pt x="305399" y="72008"/>
                  </a:lnTo>
                  <a:lnTo>
                    <a:pt x="302350" y="67673"/>
                  </a:lnTo>
                  <a:lnTo>
                    <a:pt x="299165" y="63438"/>
                  </a:lnTo>
                  <a:lnTo>
                    <a:pt x="295847" y="59305"/>
                  </a:lnTo>
                  <a:lnTo>
                    <a:pt x="292400" y="55280"/>
                  </a:lnTo>
                  <a:lnTo>
                    <a:pt x="288827" y="51366"/>
                  </a:lnTo>
                  <a:lnTo>
                    <a:pt x="285132" y="47567"/>
                  </a:lnTo>
                  <a:lnTo>
                    <a:pt x="281318" y="43888"/>
                  </a:lnTo>
                  <a:lnTo>
                    <a:pt x="277390" y="40331"/>
                  </a:lnTo>
                  <a:lnTo>
                    <a:pt x="273351" y="36900"/>
                  </a:lnTo>
                  <a:lnTo>
                    <a:pt x="269205" y="33599"/>
                  </a:lnTo>
                  <a:lnTo>
                    <a:pt x="264957" y="30432"/>
                  </a:lnTo>
                  <a:lnTo>
                    <a:pt x="260610" y="27400"/>
                  </a:lnTo>
                  <a:lnTo>
                    <a:pt x="256169" y="24508"/>
                  </a:lnTo>
                  <a:lnTo>
                    <a:pt x="251639" y="21758"/>
                  </a:lnTo>
                  <a:lnTo>
                    <a:pt x="247024" y="19153"/>
                  </a:lnTo>
                  <a:lnTo>
                    <a:pt x="242329" y="16695"/>
                  </a:lnTo>
                  <a:lnTo>
                    <a:pt x="237559" y="14388"/>
                  </a:lnTo>
                  <a:lnTo>
                    <a:pt x="232717" y="12233"/>
                  </a:lnTo>
                  <a:lnTo>
                    <a:pt x="227810" y="10232"/>
                  </a:lnTo>
                  <a:lnTo>
                    <a:pt x="222841" y="8388"/>
                  </a:lnTo>
                  <a:lnTo>
                    <a:pt x="217817" y="6703"/>
                  </a:lnTo>
                  <a:lnTo>
                    <a:pt x="212742" y="5177"/>
                  </a:lnTo>
                  <a:lnTo>
                    <a:pt x="207621" y="3813"/>
                  </a:lnTo>
                  <a:lnTo>
                    <a:pt x="202460" y="2613"/>
                  </a:lnTo>
                  <a:lnTo>
                    <a:pt x="197263" y="1576"/>
                  </a:lnTo>
                  <a:lnTo>
                    <a:pt x="192035" y="705"/>
                  </a:lnTo>
                  <a:lnTo>
                    <a:pt x="186783" y="0"/>
                  </a:lnTo>
                  <a:lnTo>
                    <a:pt x="167167" y="166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19616" cy="167167"/>
            </a:xfrm>
            <a:custGeom>
              <a:avLst/>
              <a:pathLst>
                <a:path w="19616" h="167167">
                  <a:moveTo>
                    <a:pt x="19616" y="1154"/>
                  </a:moveTo>
                  <a:lnTo>
                    <a:pt x="9825" y="2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4833" y="1322571"/>
              <a:ext cx="53887" cy="167167"/>
            </a:xfrm>
            <a:custGeom>
              <a:avLst/>
              <a:pathLst>
                <a:path w="53887" h="167167">
                  <a:moveTo>
                    <a:pt x="53887" y="0"/>
                  </a:moveTo>
                  <a:lnTo>
                    <a:pt x="47792" y="111"/>
                  </a:lnTo>
                  <a:lnTo>
                    <a:pt x="41705" y="444"/>
                  </a:lnTo>
                  <a:lnTo>
                    <a:pt x="35634" y="999"/>
                  </a:lnTo>
                  <a:lnTo>
                    <a:pt x="29588" y="1775"/>
                  </a:lnTo>
                  <a:lnTo>
                    <a:pt x="23574" y="2771"/>
                  </a:lnTo>
                  <a:lnTo>
                    <a:pt x="17600" y="3985"/>
                  </a:lnTo>
                  <a:lnTo>
                    <a:pt x="11674" y="5417"/>
                  </a:lnTo>
                  <a:lnTo>
                    <a:pt x="5805" y="7064"/>
                  </a:lnTo>
                  <a:lnTo>
                    <a:pt x="0" y="8923"/>
                  </a:lnTo>
                  <a:lnTo>
                    <a:pt x="5388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833" y="1331495"/>
              <a:ext cx="53887" cy="158243"/>
            </a:xfrm>
            <a:custGeom>
              <a:avLst/>
              <a:pathLst>
                <a:path w="53887" h="158243">
                  <a:moveTo>
                    <a:pt x="0" y="0"/>
                  </a:moveTo>
                  <a:lnTo>
                    <a:pt x="53887" y="1582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55" y="1331495"/>
              <a:ext cx="334329" cy="325402"/>
            </a:xfrm>
            <a:custGeom>
              <a:avLst/>
              <a:pathLst>
                <a:path w="334329" h="325402">
                  <a:moveTo>
                    <a:pt x="113277" y="0"/>
                  </a:moveTo>
                  <a:lnTo>
                    <a:pt x="108285" y="1788"/>
                  </a:lnTo>
                  <a:lnTo>
                    <a:pt x="103352" y="3735"/>
                  </a:lnTo>
                  <a:lnTo>
                    <a:pt x="98483" y="5837"/>
                  </a:lnTo>
                  <a:lnTo>
                    <a:pt x="93684" y="8092"/>
                  </a:lnTo>
                  <a:lnTo>
                    <a:pt x="88958" y="10498"/>
                  </a:lnTo>
                  <a:lnTo>
                    <a:pt x="84311" y="13053"/>
                  </a:lnTo>
                  <a:lnTo>
                    <a:pt x="79747" y="15754"/>
                  </a:lnTo>
                  <a:lnTo>
                    <a:pt x="75271" y="18599"/>
                  </a:lnTo>
                  <a:lnTo>
                    <a:pt x="70888" y="21584"/>
                  </a:lnTo>
                  <a:lnTo>
                    <a:pt x="66602" y="24707"/>
                  </a:lnTo>
                  <a:lnTo>
                    <a:pt x="62417" y="27964"/>
                  </a:lnTo>
                  <a:lnTo>
                    <a:pt x="58337" y="31352"/>
                  </a:lnTo>
                  <a:lnTo>
                    <a:pt x="54367" y="34868"/>
                  </a:lnTo>
                  <a:lnTo>
                    <a:pt x="50510" y="38508"/>
                  </a:lnTo>
                  <a:lnTo>
                    <a:pt x="46771" y="42268"/>
                  </a:lnTo>
                  <a:lnTo>
                    <a:pt x="43153" y="46145"/>
                  </a:lnTo>
                  <a:lnTo>
                    <a:pt x="39659" y="50135"/>
                  </a:lnTo>
                  <a:lnTo>
                    <a:pt x="36294" y="54234"/>
                  </a:lnTo>
                  <a:lnTo>
                    <a:pt x="33061" y="58437"/>
                  </a:lnTo>
                  <a:lnTo>
                    <a:pt x="29963" y="62741"/>
                  </a:lnTo>
                  <a:lnTo>
                    <a:pt x="27003" y="67141"/>
                  </a:lnTo>
                  <a:lnTo>
                    <a:pt x="24183" y="71633"/>
                  </a:lnTo>
                  <a:lnTo>
                    <a:pt x="21508" y="76212"/>
                  </a:lnTo>
                  <a:lnTo>
                    <a:pt x="18979" y="80873"/>
                  </a:lnTo>
                  <a:lnTo>
                    <a:pt x="16600" y="85613"/>
                  </a:lnTo>
                  <a:lnTo>
                    <a:pt x="14372" y="90425"/>
                  </a:lnTo>
                  <a:lnTo>
                    <a:pt x="12297" y="95306"/>
                  </a:lnTo>
                  <a:lnTo>
                    <a:pt x="10379" y="100250"/>
                  </a:lnTo>
                  <a:lnTo>
                    <a:pt x="8618" y="105252"/>
                  </a:lnTo>
                  <a:lnTo>
                    <a:pt x="7017" y="110308"/>
                  </a:lnTo>
                  <a:lnTo>
                    <a:pt x="5577" y="115412"/>
                  </a:lnTo>
                  <a:lnTo>
                    <a:pt x="4300" y="120559"/>
                  </a:lnTo>
                  <a:lnTo>
                    <a:pt x="3187" y="125744"/>
                  </a:lnTo>
                  <a:lnTo>
                    <a:pt x="2238" y="130961"/>
                  </a:lnTo>
                  <a:lnTo>
                    <a:pt x="1456" y="136207"/>
                  </a:lnTo>
                  <a:lnTo>
                    <a:pt x="840" y="141474"/>
                  </a:lnTo>
                  <a:lnTo>
                    <a:pt x="392" y="146758"/>
                  </a:lnTo>
                  <a:lnTo>
                    <a:pt x="112" y="152054"/>
                  </a:lnTo>
                  <a:lnTo>
                    <a:pt x="0" y="157356"/>
                  </a:lnTo>
                  <a:lnTo>
                    <a:pt x="55" y="162659"/>
                  </a:lnTo>
                  <a:lnTo>
                    <a:pt x="280" y="167957"/>
                  </a:lnTo>
                  <a:lnTo>
                    <a:pt x="672" y="173246"/>
                  </a:lnTo>
                  <a:lnTo>
                    <a:pt x="1231" y="178519"/>
                  </a:lnTo>
                  <a:lnTo>
                    <a:pt x="1958" y="183772"/>
                  </a:lnTo>
                  <a:lnTo>
                    <a:pt x="2851" y="189000"/>
                  </a:lnTo>
                  <a:lnTo>
                    <a:pt x="3909" y="194196"/>
                  </a:lnTo>
                  <a:lnTo>
                    <a:pt x="5132" y="199356"/>
                  </a:lnTo>
                  <a:lnTo>
                    <a:pt x="6517" y="204475"/>
                  </a:lnTo>
                  <a:lnTo>
                    <a:pt x="8065" y="209548"/>
                  </a:lnTo>
                  <a:lnTo>
                    <a:pt x="9772" y="214569"/>
                  </a:lnTo>
                  <a:lnTo>
                    <a:pt x="11638" y="219533"/>
                  </a:lnTo>
                  <a:lnTo>
                    <a:pt x="13660" y="224435"/>
                  </a:lnTo>
                  <a:lnTo>
                    <a:pt x="15837" y="229271"/>
                  </a:lnTo>
                  <a:lnTo>
                    <a:pt x="18166" y="234035"/>
                  </a:lnTo>
                  <a:lnTo>
                    <a:pt x="20645" y="238723"/>
                  </a:lnTo>
                  <a:lnTo>
                    <a:pt x="23272" y="243330"/>
                  </a:lnTo>
                  <a:lnTo>
                    <a:pt x="26043" y="247852"/>
                  </a:lnTo>
                  <a:lnTo>
                    <a:pt x="28956" y="252283"/>
                  </a:lnTo>
                  <a:lnTo>
                    <a:pt x="32009" y="256619"/>
                  </a:lnTo>
                  <a:lnTo>
                    <a:pt x="35197" y="260857"/>
                  </a:lnTo>
                  <a:lnTo>
                    <a:pt x="38518" y="264991"/>
                  </a:lnTo>
                  <a:lnTo>
                    <a:pt x="41969" y="269018"/>
                  </a:lnTo>
                  <a:lnTo>
                    <a:pt x="45546" y="272934"/>
                  </a:lnTo>
                  <a:lnTo>
                    <a:pt x="49245" y="276734"/>
                  </a:lnTo>
                  <a:lnTo>
                    <a:pt x="53063" y="280414"/>
                  </a:lnTo>
                  <a:lnTo>
                    <a:pt x="56995" y="283972"/>
                  </a:lnTo>
                  <a:lnTo>
                    <a:pt x="61039" y="287403"/>
                  </a:lnTo>
                  <a:lnTo>
                    <a:pt x="65189" y="290705"/>
                  </a:lnTo>
                  <a:lnTo>
                    <a:pt x="69442" y="293873"/>
                  </a:lnTo>
                  <a:lnTo>
                    <a:pt x="73793" y="296904"/>
                  </a:lnTo>
                  <a:lnTo>
                    <a:pt x="78239" y="299796"/>
                  </a:lnTo>
                  <a:lnTo>
                    <a:pt x="82773" y="302545"/>
                  </a:lnTo>
                  <a:lnTo>
                    <a:pt x="87393" y="305150"/>
                  </a:lnTo>
                  <a:lnTo>
                    <a:pt x="92093" y="307606"/>
                  </a:lnTo>
                  <a:lnTo>
                    <a:pt x="96868" y="309912"/>
                  </a:lnTo>
                  <a:lnTo>
                    <a:pt x="101715" y="312066"/>
                  </a:lnTo>
                  <a:lnTo>
                    <a:pt x="106627" y="314064"/>
                  </a:lnTo>
                  <a:lnTo>
                    <a:pt x="111600" y="315906"/>
                  </a:lnTo>
                  <a:lnTo>
                    <a:pt x="116629" y="317589"/>
                  </a:lnTo>
                  <a:lnTo>
                    <a:pt x="121709" y="319112"/>
                  </a:lnTo>
                  <a:lnTo>
                    <a:pt x="126834" y="320473"/>
                  </a:lnTo>
                  <a:lnTo>
                    <a:pt x="132000" y="321671"/>
                  </a:lnTo>
                  <a:lnTo>
                    <a:pt x="137202" y="322704"/>
                  </a:lnTo>
                  <a:lnTo>
                    <a:pt x="142434" y="323571"/>
                  </a:lnTo>
                  <a:lnTo>
                    <a:pt x="147690" y="324273"/>
                  </a:lnTo>
                  <a:lnTo>
                    <a:pt x="152966" y="324807"/>
                  </a:lnTo>
                  <a:lnTo>
                    <a:pt x="158257" y="325173"/>
                  </a:lnTo>
                  <a:lnTo>
                    <a:pt x="163556" y="325372"/>
                  </a:lnTo>
                  <a:lnTo>
                    <a:pt x="168859" y="325402"/>
                  </a:lnTo>
                  <a:lnTo>
                    <a:pt x="174161" y="325264"/>
                  </a:lnTo>
                  <a:lnTo>
                    <a:pt x="179455" y="324958"/>
                  </a:lnTo>
                  <a:lnTo>
                    <a:pt x="184737" y="324485"/>
                  </a:lnTo>
                  <a:lnTo>
                    <a:pt x="190001" y="323844"/>
                  </a:lnTo>
                  <a:lnTo>
                    <a:pt x="195242" y="323036"/>
                  </a:lnTo>
                  <a:lnTo>
                    <a:pt x="200455" y="322062"/>
                  </a:lnTo>
                  <a:lnTo>
                    <a:pt x="205635" y="320924"/>
                  </a:lnTo>
                  <a:lnTo>
                    <a:pt x="210776" y="319622"/>
                  </a:lnTo>
                  <a:lnTo>
                    <a:pt x="215873" y="318157"/>
                  </a:lnTo>
                  <a:lnTo>
                    <a:pt x="220921" y="316532"/>
                  </a:lnTo>
                  <a:lnTo>
                    <a:pt x="225914" y="314747"/>
                  </a:lnTo>
                  <a:lnTo>
                    <a:pt x="230849" y="312805"/>
                  </a:lnTo>
                  <a:lnTo>
                    <a:pt x="235720" y="310707"/>
                  </a:lnTo>
                  <a:lnTo>
                    <a:pt x="240521" y="308456"/>
                  </a:lnTo>
                  <a:lnTo>
                    <a:pt x="245249" y="306053"/>
                  </a:lnTo>
                  <a:lnTo>
                    <a:pt x="249898" y="303502"/>
                  </a:lnTo>
                  <a:lnTo>
                    <a:pt x="254464" y="300805"/>
                  </a:lnTo>
                  <a:lnTo>
                    <a:pt x="258942" y="297964"/>
                  </a:lnTo>
                  <a:lnTo>
                    <a:pt x="263328" y="294983"/>
                  </a:lnTo>
                  <a:lnTo>
                    <a:pt x="267617" y="291863"/>
                  </a:lnTo>
                  <a:lnTo>
                    <a:pt x="271805" y="288610"/>
                  </a:lnTo>
                  <a:lnTo>
                    <a:pt x="275887" y="285225"/>
                  </a:lnTo>
                  <a:lnTo>
                    <a:pt x="279860" y="281713"/>
                  </a:lnTo>
                  <a:lnTo>
                    <a:pt x="283720" y="278076"/>
                  </a:lnTo>
                  <a:lnTo>
                    <a:pt x="287462" y="274319"/>
                  </a:lnTo>
                  <a:lnTo>
                    <a:pt x="291084" y="270444"/>
                  </a:lnTo>
                  <a:lnTo>
                    <a:pt x="294580" y="266457"/>
                  </a:lnTo>
                  <a:lnTo>
                    <a:pt x="297949" y="262361"/>
                  </a:lnTo>
                  <a:lnTo>
                    <a:pt x="301185" y="258160"/>
                  </a:lnTo>
                  <a:lnTo>
                    <a:pt x="304287" y="253859"/>
                  </a:lnTo>
                  <a:lnTo>
                    <a:pt x="307251" y="249461"/>
                  </a:lnTo>
                  <a:lnTo>
                    <a:pt x="310074" y="244972"/>
                  </a:lnTo>
                  <a:lnTo>
                    <a:pt x="312753" y="240395"/>
                  </a:lnTo>
                  <a:lnTo>
                    <a:pt x="315286" y="235736"/>
                  </a:lnTo>
                  <a:lnTo>
                    <a:pt x="317669" y="230999"/>
                  </a:lnTo>
                  <a:lnTo>
                    <a:pt x="319901" y="226188"/>
                  </a:lnTo>
                  <a:lnTo>
                    <a:pt x="321979" y="221309"/>
                  </a:lnTo>
                  <a:lnTo>
                    <a:pt x="323902" y="216367"/>
                  </a:lnTo>
                  <a:lnTo>
                    <a:pt x="325667" y="211366"/>
                  </a:lnTo>
                  <a:lnTo>
                    <a:pt x="327272" y="206312"/>
                  </a:lnTo>
                  <a:lnTo>
                    <a:pt x="328716" y="201209"/>
                  </a:lnTo>
                  <a:lnTo>
                    <a:pt x="329998" y="196063"/>
                  </a:lnTo>
                  <a:lnTo>
                    <a:pt x="331115" y="190879"/>
                  </a:lnTo>
                  <a:lnTo>
                    <a:pt x="332068" y="185662"/>
                  </a:lnTo>
                  <a:lnTo>
                    <a:pt x="332855" y="180418"/>
                  </a:lnTo>
                  <a:lnTo>
                    <a:pt x="333475" y="175151"/>
                  </a:lnTo>
                  <a:lnTo>
                    <a:pt x="333927" y="169867"/>
                  </a:lnTo>
                  <a:lnTo>
                    <a:pt x="334212" y="164572"/>
                  </a:lnTo>
                  <a:lnTo>
                    <a:pt x="334329" y="159270"/>
                  </a:lnTo>
                  <a:lnTo>
                    <a:pt x="334277" y="153967"/>
                  </a:lnTo>
                  <a:lnTo>
                    <a:pt x="334058" y="148668"/>
                  </a:lnTo>
                  <a:lnTo>
                    <a:pt x="333670" y="143379"/>
                  </a:lnTo>
                  <a:lnTo>
                    <a:pt x="333115" y="138105"/>
                  </a:lnTo>
                  <a:lnTo>
                    <a:pt x="332392" y="132851"/>
                  </a:lnTo>
                  <a:lnTo>
                    <a:pt x="331504" y="127623"/>
                  </a:lnTo>
                  <a:lnTo>
                    <a:pt x="330450" y="122426"/>
                  </a:lnTo>
                  <a:lnTo>
                    <a:pt x="329232" y="117265"/>
                  </a:lnTo>
                  <a:lnTo>
                    <a:pt x="327850" y="112145"/>
                  </a:lnTo>
                  <a:lnTo>
                    <a:pt x="326307" y="107071"/>
                  </a:lnTo>
                  <a:lnTo>
                    <a:pt x="324604" y="102049"/>
                  </a:lnTo>
                  <a:lnTo>
                    <a:pt x="322742" y="97083"/>
                  </a:lnTo>
                  <a:lnTo>
                    <a:pt x="320724" y="92179"/>
                  </a:lnTo>
                  <a:lnTo>
                    <a:pt x="318551" y="87341"/>
                  </a:lnTo>
                  <a:lnTo>
                    <a:pt x="316226" y="82575"/>
                  </a:lnTo>
                  <a:lnTo>
                    <a:pt x="313751" y="77885"/>
                  </a:lnTo>
                  <a:lnTo>
                    <a:pt x="311128" y="73276"/>
                  </a:lnTo>
                  <a:lnTo>
                    <a:pt x="308360" y="68752"/>
                  </a:lnTo>
                  <a:lnTo>
                    <a:pt x="305451" y="64319"/>
                  </a:lnTo>
                  <a:lnTo>
                    <a:pt x="302402" y="59979"/>
                  </a:lnTo>
                  <a:lnTo>
                    <a:pt x="299217" y="55739"/>
                  </a:lnTo>
                  <a:lnTo>
                    <a:pt x="295899" y="51602"/>
                  </a:lnTo>
                  <a:lnTo>
                    <a:pt x="292452" y="47572"/>
                  </a:lnTo>
                  <a:lnTo>
                    <a:pt x="288878" y="43654"/>
                  </a:lnTo>
                  <a:lnTo>
                    <a:pt x="285182" y="39851"/>
                  </a:lnTo>
                  <a:lnTo>
                    <a:pt x="281368" y="36167"/>
                  </a:lnTo>
                  <a:lnTo>
                    <a:pt x="277438" y="32606"/>
                  </a:lnTo>
                  <a:lnTo>
                    <a:pt x="273397" y="29171"/>
                  </a:lnTo>
                  <a:lnTo>
                    <a:pt x="269250" y="25867"/>
                  </a:lnTo>
                  <a:lnTo>
                    <a:pt x="167165" y="1582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102085" cy="167167"/>
            </a:xfrm>
            <a:custGeom>
              <a:avLst/>
              <a:pathLst>
                <a:path w="102085" h="167167">
                  <a:moveTo>
                    <a:pt x="102085" y="34790"/>
                  </a:moveTo>
                  <a:lnTo>
                    <a:pt x="97448" y="31341"/>
                  </a:lnTo>
                  <a:lnTo>
                    <a:pt x="92694" y="28053"/>
                  </a:lnTo>
                  <a:lnTo>
                    <a:pt x="87830" y="24932"/>
                  </a:lnTo>
                  <a:lnTo>
                    <a:pt x="82861" y="21981"/>
                  </a:lnTo>
                  <a:lnTo>
                    <a:pt x="77793" y="19203"/>
                  </a:lnTo>
                  <a:lnTo>
                    <a:pt x="72631" y="16603"/>
                  </a:lnTo>
                  <a:lnTo>
                    <a:pt x="67383" y="14182"/>
                  </a:lnTo>
                  <a:lnTo>
                    <a:pt x="62055" y="11944"/>
                  </a:lnTo>
                  <a:lnTo>
                    <a:pt x="56652" y="9892"/>
                  </a:lnTo>
                  <a:lnTo>
                    <a:pt x="51182" y="8028"/>
                  </a:lnTo>
                  <a:lnTo>
                    <a:pt x="45650" y="6353"/>
                  </a:lnTo>
                  <a:lnTo>
                    <a:pt x="40064" y="4871"/>
                  </a:lnTo>
                  <a:lnTo>
                    <a:pt x="34430" y="3584"/>
                  </a:lnTo>
                  <a:lnTo>
                    <a:pt x="28754" y="2491"/>
                  </a:lnTo>
                  <a:lnTo>
                    <a:pt x="23045" y="1596"/>
                  </a:lnTo>
                  <a:lnTo>
                    <a:pt x="17308" y="898"/>
                  </a:lnTo>
                  <a:lnTo>
                    <a:pt x="11550" y="399"/>
                  </a:lnTo>
                  <a:lnTo>
                    <a:pt x="577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304" y="1681503"/>
              <a:ext cx="2220" cy="167167"/>
            </a:xfrm>
            <a:custGeom>
              <a:avLst/>
              <a:pathLst>
                <a:path w="2220" h="167167">
                  <a:moveTo>
                    <a:pt x="2220" y="0"/>
                  </a:moveTo>
                  <a:lnTo>
                    <a:pt x="0" y="14"/>
                  </a:lnTo>
                  <a:lnTo>
                    <a:pt x="222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4304" y="1681518"/>
              <a:ext cx="2220" cy="167152"/>
            </a:xfrm>
            <a:custGeom>
              <a:avLst/>
              <a:pathLst>
                <a:path w="2220" h="167152">
                  <a:moveTo>
                    <a:pt x="0" y="0"/>
                  </a:moveTo>
                  <a:lnTo>
                    <a:pt x="2220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66170" y="1681518"/>
              <a:ext cx="120354" cy="167152"/>
            </a:xfrm>
            <a:custGeom>
              <a:avLst/>
              <a:pathLst>
                <a:path w="120354" h="167152">
                  <a:moveTo>
                    <a:pt x="118134" y="0"/>
                  </a:moveTo>
                  <a:lnTo>
                    <a:pt x="112631" y="163"/>
                  </a:lnTo>
                  <a:lnTo>
                    <a:pt x="107136" y="508"/>
                  </a:lnTo>
                  <a:lnTo>
                    <a:pt x="101655" y="1034"/>
                  </a:lnTo>
                  <a:lnTo>
                    <a:pt x="96195" y="1740"/>
                  </a:lnTo>
                  <a:lnTo>
                    <a:pt x="90761" y="2625"/>
                  </a:lnTo>
                  <a:lnTo>
                    <a:pt x="85359" y="3689"/>
                  </a:lnTo>
                  <a:lnTo>
                    <a:pt x="79995" y="4930"/>
                  </a:lnTo>
                  <a:lnTo>
                    <a:pt x="74675" y="6347"/>
                  </a:lnTo>
                  <a:lnTo>
                    <a:pt x="69405" y="7938"/>
                  </a:lnTo>
                  <a:lnTo>
                    <a:pt x="64189" y="9702"/>
                  </a:lnTo>
                  <a:lnTo>
                    <a:pt x="59035" y="11637"/>
                  </a:lnTo>
                  <a:lnTo>
                    <a:pt x="53947" y="13741"/>
                  </a:lnTo>
                  <a:lnTo>
                    <a:pt x="48931" y="16011"/>
                  </a:lnTo>
                  <a:lnTo>
                    <a:pt x="43993" y="18445"/>
                  </a:lnTo>
                  <a:lnTo>
                    <a:pt x="39137" y="21040"/>
                  </a:lnTo>
                  <a:lnTo>
                    <a:pt x="34370" y="23794"/>
                  </a:lnTo>
                  <a:lnTo>
                    <a:pt x="29696" y="26703"/>
                  </a:lnTo>
                  <a:lnTo>
                    <a:pt x="25120" y="29765"/>
                  </a:lnTo>
                  <a:lnTo>
                    <a:pt x="20647" y="32975"/>
                  </a:lnTo>
                  <a:lnTo>
                    <a:pt x="16283" y="36331"/>
                  </a:lnTo>
                  <a:lnTo>
                    <a:pt x="12031" y="39830"/>
                  </a:lnTo>
                  <a:lnTo>
                    <a:pt x="7897" y="43466"/>
                  </a:lnTo>
                  <a:lnTo>
                    <a:pt x="3885" y="47236"/>
                  </a:lnTo>
                  <a:lnTo>
                    <a:pt x="0" y="51136"/>
                  </a:lnTo>
                  <a:lnTo>
                    <a:pt x="120354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61" y="1681503"/>
              <a:ext cx="334317" cy="334331"/>
            </a:xfrm>
            <a:custGeom>
              <a:avLst/>
              <a:pathLst>
                <a:path w="334317" h="334331">
                  <a:moveTo>
                    <a:pt x="46808" y="51151"/>
                  </a:moveTo>
                  <a:lnTo>
                    <a:pt x="43195" y="55021"/>
                  </a:lnTo>
                  <a:lnTo>
                    <a:pt x="39705" y="59003"/>
                  </a:lnTo>
                  <a:lnTo>
                    <a:pt x="36344" y="63093"/>
                  </a:lnTo>
                  <a:lnTo>
                    <a:pt x="33114" y="67288"/>
                  </a:lnTo>
                  <a:lnTo>
                    <a:pt x="30018" y="71583"/>
                  </a:lnTo>
                  <a:lnTo>
                    <a:pt x="27060" y="75974"/>
                  </a:lnTo>
                  <a:lnTo>
                    <a:pt x="24242" y="80457"/>
                  </a:lnTo>
                  <a:lnTo>
                    <a:pt x="21568" y="85026"/>
                  </a:lnTo>
                  <a:lnTo>
                    <a:pt x="19040" y="89678"/>
                  </a:lnTo>
                  <a:lnTo>
                    <a:pt x="16660" y="94408"/>
                  </a:lnTo>
                  <a:lnTo>
                    <a:pt x="14432" y="99210"/>
                  </a:lnTo>
                  <a:lnTo>
                    <a:pt x="12356" y="104081"/>
                  </a:lnTo>
                  <a:lnTo>
                    <a:pt x="10436" y="109015"/>
                  </a:lnTo>
                  <a:lnTo>
                    <a:pt x="8673" y="114007"/>
                  </a:lnTo>
                  <a:lnTo>
                    <a:pt x="7069" y="119053"/>
                  </a:lnTo>
                  <a:lnTo>
                    <a:pt x="5626" y="124147"/>
                  </a:lnTo>
                  <a:lnTo>
                    <a:pt x="4345" y="129284"/>
                  </a:lnTo>
                  <a:lnTo>
                    <a:pt x="3227" y="134459"/>
                  </a:lnTo>
                  <a:lnTo>
                    <a:pt x="2273" y="139667"/>
                  </a:lnTo>
                  <a:lnTo>
                    <a:pt x="1485" y="144903"/>
                  </a:lnTo>
                  <a:lnTo>
                    <a:pt x="863" y="150160"/>
                  </a:lnTo>
                  <a:lnTo>
                    <a:pt x="408" y="155435"/>
                  </a:lnTo>
                  <a:lnTo>
                    <a:pt x="120" y="160722"/>
                  </a:lnTo>
                  <a:lnTo>
                    <a:pt x="0" y="166015"/>
                  </a:lnTo>
                  <a:lnTo>
                    <a:pt x="47" y="171309"/>
                  </a:lnTo>
                  <a:lnTo>
                    <a:pt x="262" y="176599"/>
                  </a:lnTo>
                  <a:lnTo>
                    <a:pt x="644" y="181880"/>
                  </a:lnTo>
                  <a:lnTo>
                    <a:pt x="1194" y="187146"/>
                  </a:lnTo>
                  <a:lnTo>
                    <a:pt x="1910" y="192392"/>
                  </a:lnTo>
                  <a:lnTo>
                    <a:pt x="2791" y="197612"/>
                  </a:lnTo>
                  <a:lnTo>
                    <a:pt x="3838" y="202802"/>
                  </a:lnTo>
                  <a:lnTo>
                    <a:pt x="5048" y="207957"/>
                  </a:lnTo>
                  <a:lnTo>
                    <a:pt x="6421" y="213070"/>
                  </a:lnTo>
                  <a:lnTo>
                    <a:pt x="7956" y="218137"/>
                  </a:lnTo>
                  <a:lnTo>
                    <a:pt x="9650" y="223153"/>
                  </a:lnTo>
                  <a:lnTo>
                    <a:pt x="11502" y="228113"/>
                  </a:lnTo>
                  <a:lnTo>
                    <a:pt x="13510" y="233012"/>
                  </a:lnTo>
                  <a:lnTo>
                    <a:pt x="15672" y="237845"/>
                  </a:lnTo>
                  <a:lnTo>
                    <a:pt x="17986" y="242607"/>
                  </a:lnTo>
                  <a:lnTo>
                    <a:pt x="20450" y="247293"/>
                  </a:lnTo>
                  <a:lnTo>
                    <a:pt x="23061" y="251899"/>
                  </a:lnTo>
                  <a:lnTo>
                    <a:pt x="25816" y="256420"/>
                  </a:lnTo>
                  <a:lnTo>
                    <a:pt x="28714" y="260851"/>
                  </a:lnTo>
                  <a:lnTo>
                    <a:pt x="31750" y="265189"/>
                  </a:lnTo>
                  <a:lnTo>
                    <a:pt x="34922" y="269428"/>
                  </a:lnTo>
                  <a:lnTo>
                    <a:pt x="38227" y="273564"/>
                  </a:lnTo>
                  <a:lnTo>
                    <a:pt x="41661" y="277594"/>
                  </a:lnTo>
                  <a:lnTo>
                    <a:pt x="45221" y="281513"/>
                  </a:lnTo>
                  <a:lnTo>
                    <a:pt x="48903" y="285317"/>
                  </a:lnTo>
                  <a:lnTo>
                    <a:pt x="52704" y="289003"/>
                  </a:lnTo>
                  <a:lnTo>
                    <a:pt x="56620" y="292567"/>
                  </a:lnTo>
                  <a:lnTo>
                    <a:pt x="60646" y="296004"/>
                  </a:lnTo>
                  <a:lnTo>
                    <a:pt x="64780" y="299313"/>
                  </a:lnTo>
                  <a:lnTo>
                    <a:pt x="69016" y="302489"/>
                  </a:lnTo>
                  <a:lnTo>
                    <a:pt x="73350" y="305529"/>
                  </a:lnTo>
                  <a:lnTo>
                    <a:pt x="77779" y="308431"/>
                  </a:lnTo>
                  <a:lnTo>
                    <a:pt x="82297" y="311190"/>
                  </a:lnTo>
                  <a:lnTo>
                    <a:pt x="86901" y="313806"/>
                  </a:lnTo>
                  <a:lnTo>
                    <a:pt x="91585" y="316274"/>
                  </a:lnTo>
                  <a:lnTo>
                    <a:pt x="96344" y="318592"/>
                  </a:lnTo>
                  <a:lnTo>
                    <a:pt x="101175" y="320759"/>
                  </a:lnTo>
                  <a:lnTo>
                    <a:pt x="106072" y="322772"/>
                  </a:lnTo>
                  <a:lnTo>
                    <a:pt x="111031" y="324628"/>
                  </a:lnTo>
                  <a:lnTo>
                    <a:pt x="116045" y="326327"/>
                  </a:lnTo>
                  <a:lnTo>
                    <a:pt x="121111" y="327866"/>
                  </a:lnTo>
                  <a:lnTo>
                    <a:pt x="126223" y="329244"/>
                  </a:lnTo>
                  <a:lnTo>
                    <a:pt x="131376" y="330459"/>
                  </a:lnTo>
                  <a:lnTo>
                    <a:pt x="136565" y="331510"/>
                  </a:lnTo>
                  <a:lnTo>
                    <a:pt x="141785" y="332397"/>
                  </a:lnTo>
                  <a:lnTo>
                    <a:pt x="147030" y="333118"/>
                  </a:lnTo>
                  <a:lnTo>
                    <a:pt x="152296" y="333672"/>
                  </a:lnTo>
                  <a:lnTo>
                    <a:pt x="157576" y="334059"/>
                  </a:lnTo>
                  <a:lnTo>
                    <a:pt x="162866" y="334279"/>
                  </a:lnTo>
                  <a:lnTo>
                    <a:pt x="168160" y="334331"/>
                  </a:lnTo>
                  <a:lnTo>
                    <a:pt x="173453" y="334216"/>
                  </a:lnTo>
                  <a:lnTo>
                    <a:pt x="178740" y="333933"/>
                  </a:lnTo>
                  <a:lnTo>
                    <a:pt x="184015" y="333483"/>
                  </a:lnTo>
                  <a:lnTo>
                    <a:pt x="189274" y="332866"/>
                  </a:lnTo>
                  <a:lnTo>
                    <a:pt x="194510" y="332082"/>
                  </a:lnTo>
                  <a:lnTo>
                    <a:pt x="199719" y="331134"/>
                  </a:lnTo>
                  <a:lnTo>
                    <a:pt x="204895" y="330020"/>
                  </a:lnTo>
                  <a:lnTo>
                    <a:pt x="210033" y="328744"/>
                  </a:lnTo>
                  <a:lnTo>
                    <a:pt x="215128" y="327305"/>
                  </a:lnTo>
                  <a:lnTo>
                    <a:pt x="220176" y="325706"/>
                  </a:lnTo>
                  <a:lnTo>
                    <a:pt x="225170" y="323948"/>
                  </a:lnTo>
                  <a:lnTo>
                    <a:pt x="230105" y="322032"/>
                  </a:lnTo>
                  <a:lnTo>
                    <a:pt x="234978" y="319961"/>
                  </a:lnTo>
                  <a:lnTo>
                    <a:pt x="239783" y="317737"/>
                  </a:lnTo>
                  <a:lnTo>
                    <a:pt x="244514" y="315362"/>
                  </a:lnTo>
                  <a:lnTo>
                    <a:pt x="249169" y="312838"/>
                  </a:lnTo>
                  <a:lnTo>
                    <a:pt x="253741" y="310168"/>
                  </a:lnTo>
                  <a:lnTo>
                    <a:pt x="258226" y="307354"/>
                  </a:lnTo>
                  <a:lnTo>
                    <a:pt x="262619" y="304400"/>
                  </a:lnTo>
                  <a:lnTo>
                    <a:pt x="266917" y="301309"/>
                  </a:lnTo>
                  <a:lnTo>
                    <a:pt x="271115" y="298082"/>
                  </a:lnTo>
                  <a:lnTo>
                    <a:pt x="275209" y="294725"/>
                  </a:lnTo>
                  <a:lnTo>
                    <a:pt x="279194" y="291239"/>
                  </a:lnTo>
                  <a:lnTo>
                    <a:pt x="283067" y="287629"/>
                  </a:lnTo>
                  <a:lnTo>
                    <a:pt x="286824" y="283898"/>
                  </a:lnTo>
                  <a:lnTo>
                    <a:pt x="290460" y="280051"/>
                  </a:lnTo>
                  <a:lnTo>
                    <a:pt x="293973" y="276089"/>
                  </a:lnTo>
                  <a:lnTo>
                    <a:pt x="297359" y="272019"/>
                  </a:lnTo>
                  <a:lnTo>
                    <a:pt x="300614" y="267843"/>
                  </a:lnTo>
                  <a:lnTo>
                    <a:pt x="303735" y="263567"/>
                  </a:lnTo>
                  <a:lnTo>
                    <a:pt x="306720" y="259193"/>
                  </a:lnTo>
                  <a:lnTo>
                    <a:pt x="309564" y="254728"/>
                  </a:lnTo>
                  <a:lnTo>
                    <a:pt x="312265" y="250174"/>
                  </a:lnTo>
                  <a:lnTo>
                    <a:pt x="314821" y="245538"/>
                  </a:lnTo>
                  <a:lnTo>
                    <a:pt x="317229" y="240822"/>
                  </a:lnTo>
                  <a:lnTo>
                    <a:pt x="319486" y="236033"/>
                  </a:lnTo>
                  <a:lnTo>
                    <a:pt x="321591" y="231175"/>
                  </a:lnTo>
                  <a:lnTo>
                    <a:pt x="323540" y="226252"/>
                  </a:lnTo>
                  <a:lnTo>
                    <a:pt x="325333" y="221271"/>
                  </a:lnTo>
                  <a:lnTo>
                    <a:pt x="326967" y="216235"/>
                  </a:lnTo>
                  <a:lnTo>
                    <a:pt x="328441" y="211149"/>
                  </a:lnTo>
                  <a:lnTo>
                    <a:pt x="329753" y="206020"/>
                  </a:lnTo>
                  <a:lnTo>
                    <a:pt x="330901" y="200852"/>
                  </a:lnTo>
                  <a:lnTo>
                    <a:pt x="331886" y="195650"/>
                  </a:lnTo>
                  <a:lnTo>
                    <a:pt x="332705" y="190419"/>
                  </a:lnTo>
                  <a:lnTo>
                    <a:pt x="333359" y="185165"/>
                  </a:lnTo>
                  <a:lnTo>
                    <a:pt x="333845" y="179893"/>
                  </a:lnTo>
                  <a:lnTo>
                    <a:pt x="334165" y="174608"/>
                  </a:lnTo>
                  <a:lnTo>
                    <a:pt x="334317" y="169316"/>
                  </a:lnTo>
                  <a:lnTo>
                    <a:pt x="334301" y="164021"/>
                  </a:lnTo>
                  <a:lnTo>
                    <a:pt x="334117" y="158730"/>
                  </a:lnTo>
                  <a:lnTo>
                    <a:pt x="333766" y="153447"/>
                  </a:lnTo>
                  <a:lnTo>
                    <a:pt x="333248" y="148178"/>
                  </a:lnTo>
                  <a:lnTo>
                    <a:pt x="332564" y="142928"/>
                  </a:lnTo>
                  <a:lnTo>
                    <a:pt x="331713" y="137702"/>
                  </a:lnTo>
                  <a:lnTo>
                    <a:pt x="330698" y="132506"/>
                  </a:lnTo>
                  <a:lnTo>
                    <a:pt x="329518" y="127345"/>
                  </a:lnTo>
                  <a:lnTo>
                    <a:pt x="328175" y="122223"/>
                  </a:lnTo>
                  <a:lnTo>
                    <a:pt x="326671" y="117147"/>
                  </a:lnTo>
                  <a:lnTo>
                    <a:pt x="325007" y="112121"/>
                  </a:lnTo>
                  <a:lnTo>
                    <a:pt x="323185" y="107150"/>
                  </a:lnTo>
                  <a:lnTo>
                    <a:pt x="321206" y="102239"/>
                  </a:lnTo>
                  <a:lnTo>
                    <a:pt x="319073" y="97393"/>
                  </a:lnTo>
                  <a:lnTo>
                    <a:pt x="316787" y="92618"/>
                  </a:lnTo>
                  <a:lnTo>
                    <a:pt x="314351" y="87917"/>
                  </a:lnTo>
                  <a:lnTo>
                    <a:pt x="311768" y="83296"/>
                  </a:lnTo>
                  <a:lnTo>
                    <a:pt x="309039" y="78758"/>
                  </a:lnTo>
                  <a:lnTo>
                    <a:pt x="306168" y="74310"/>
                  </a:lnTo>
                  <a:lnTo>
                    <a:pt x="303158" y="69954"/>
                  </a:lnTo>
                  <a:lnTo>
                    <a:pt x="300011" y="65696"/>
                  </a:lnTo>
                  <a:lnTo>
                    <a:pt x="296731" y="61540"/>
                  </a:lnTo>
                  <a:lnTo>
                    <a:pt x="293321" y="57490"/>
                  </a:lnTo>
                  <a:lnTo>
                    <a:pt x="289785" y="53550"/>
                  </a:lnTo>
                  <a:lnTo>
                    <a:pt x="286125" y="49724"/>
                  </a:lnTo>
                  <a:lnTo>
                    <a:pt x="282347" y="46016"/>
                  </a:lnTo>
                  <a:lnTo>
                    <a:pt x="278452" y="42429"/>
                  </a:lnTo>
                  <a:lnTo>
                    <a:pt x="274446" y="38967"/>
                  </a:lnTo>
                  <a:lnTo>
                    <a:pt x="270333" y="35634"/>
                  </a:lnTo>
                  <a:lnTo>
                    <a:pt x="266116" y="32433"/>
                  </a:lnTo>
                  <a:lnTo>
                    <a:pt x="261799" y="29367"/>
                  </a:lnTo>
                  <a:lnTo>
                    <a:pt x="257388" y="26439"/>
                  </a:lnTo>
                  <a:lnTo>
                    <a:pt x="252886" y="23652"/>
                  </a:lnTo>
                  <a:lnTo>
                    <a:pt x="248298" y="21010"/>
                  </a:lnTo>
                  <a:lnTo>
                    <a:pt x="243629" y="18513"/>
                  </a:lnTo>
                  <a:lnTo>
                    <a:pt x="238883" y="16166"/>
                  </a:lnTo>
                  <a:lnTo>
                    <a:pt x="234066" y="13971"/>
                  </a:lnTo>
                  <a:lnTo>
                    <a:pt x="229181" y="11929"/>
                  </a:lnTo>
                  <a:lnTo>
                    <a:pt x="224234" y="10043"/>
                  </a:lnTo>
                  <a:lnTo>
                    <a:pt x="219229" y="8315"/>
                  </a:lnTo>
                  <a:lnTo>
                    <a:pt x="214173" y="6745"/>
                  </a:lnTo>
                  <a:lnTo>
                    <a:pt x="209069" y="5337"/>
                  </a:lnTo>
                  <a:lnTo>
                    <a:pt x="203923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388" y="2126963"/>
              <a:ext cx="20898" cy="167167"/>
            </a:xfrm>
            <a:custGeom>
              <a:avLst/>
              <a:pathLst>
                <a:path w="20898" h="167167">
                  <a:moveTo>
                    <a:pt x="20898" y="0"/>
                  </a:moveTo>
                  <a:lnTo>
                    <a:pt x="10428" y="328"/>
                  </a:lnTo>
                  <a:lnTo>
                    <a:pt x="0" y="1311"/>
                  </a:lnTo>
                  <a:lnTo>
                    <a:pt x="208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0388" y="2128275"/>
              <a:ext cx="20898" cy="165855"/>
            </a:xfrm>
            <a:custGeom>
              <a:avLst/>
              <a:pathLst>
                <a:path w="20898" h="165855">
                  <a:moveTo>
                    <a:pt x="0" y="0"/>
                  </a:moveTo>
                  <a:lnTo>
                    <a:pt x="20898" y="1658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28" y="2128275"/>
              <a:ext cx="334326" cy="333014"/>
            </a:xfrm>
            <a:custGeom>
              <a:avLst/>
              <a:pathLst>
                <a:path w="334326" h="333014">
                  <a:moveTo>
                    <a:pt x="146260" y="0"/>
                  </a:moveTo>
                  <a:lnTo>
                    <a:pt x="141023" y="744"/>
                  </a:lnTo>
                  <a:lnTo>
                    <a:pt x="135813" y="1653"/>
                  </a:lnTo>
                  <a:lnTo>
                    <a:pt x="130633" y="2727"/>
                  </a:lnTo>
                  <a:lnTo>
                    <a:pt x="125491" y="3964"/>
                  </a:lnTo>
                  <a:lnTo>
                    <a:pt x="120390" y="5364"/>
                  </a:lnTo>
                  <a:lnTo>
                    <a:pt x="115336" y="6923"/>
                  </a:lnTo>
                  <a:lnTo>
                    <a:pt x="110334" y="8642"/>
                  </a:lnTo>
                  <a:lnTo>
                    <a:pt x="105389" y="10519"/>
                  </a:lnTo>
                  <a:lnTo>
                    <a:pt x="100505" y="12551"/>
                  </a:lnTo>
                  <a:lnTo>
                    <a:pt x="95688" y="14736"/>
                  </a:lnTo>
                  <a:lnTo>
                    <a:pt x="90943" y="17073"/>
                  </a:lnTo>
                  <a:lnTo>
                    <a:pt x="86274" y="19559"/>
                  </a:lnTo>
                  <a:lnTo>
                    <a:pt x="81687" y="22191"/>
                  </a:lnTo>
                  <a:lnTo>
                    <a:pt x="77184" y="24967"/>
                  </a:lnTo>
                  <a:lnTo>
                    <a:pt x="72772" y="27884"/>
                  </a:lnTo>
                  <a:lnTo>
                    <a:pt x="68454" y="30939"/>
                  </a:lnTo>
                  <a:lnTo>
                    <a:pt x="64236" y="34129"/>
                  </a:lnTo>
                  <a:lnTo>
                    <a:pt x="60120" y="37451"/>
                  </a:lnTo>
                  <a:lnTo>
                    <a:pt x="56111" y="40902"/>
                  </a:lnTo>
                  <a:lnTo>
                    <a:pt x="52213" y="44478"/>
                  </a:lnTo>
                  <a:lnTo>
                    <a:pt x="48431" y="48175"/>
                  </a:lnTo>
                  <a:lnTo>
                    <a:pt x="44767" y="51990"/>
                  </a:lnTo>
                  <a:lnTo>
                    <a:pt x="41226" y="55919"/>
                  </a:lnTo>
                  <a:lnTo>
                    <a:pt x="37811" y="59958"/>
                  </a:lnTo>
                  <a:lnTo>
                    <a:pt x="34526" y="64103"/>
                  </a:lnTo>
                  <a:lnTo>
                    <a:pt x="31373" y="68350"/>
                  </a:lnTo>
                  <a:lnTo>
                    <a:pt x="28356" y="72695"/>
                  </a:lnTo>
                  <a:lnTo>
                    <a:pt x="25478" y="77133"/>
                  </a:lnTo>
                  <a:lnTo>
                    <a:pt x="22743" y="81659"/>
                  </a:lnTo>
                  <a:lnTo>
                    <a:pt x="20151" y="86270"/>
                  </a:lnTo>
                  <a:lnTo>
                    <a:pt x="17707" y="90961"/>
                  </a:lnTo>
                  <a:lnTo>
                    <a:pt x="15412" y="95727"/>
                  </a:lnTo>
                  <a:lnTo>
                    <a:pt x="13270" y="100562"/>
                  </a:lnTo>
                  <a:lnTo>
                    <a:pt x="11281" y="105464"/>
                  </a:lnTo>
                  <a:lnTo>
                    <a:pt x="9448" y="110425"/>
                  </a:lnTo>
                  <a:lnTo>
                    <a:pt x="7774" y="115443"/>
                  </a:lnTo>
                  <a:lnTo>
                    <a:pt x="6259" y="120510"/>
                  </a:lnTo>
                  <a:lnTo>
                    <a:pt x="4905" y="125623"/>
                  </a:lnTo>
                  <a:lnTo>
                    <a:pt x="3713" y="130777"/>
                  </a:lnTo>
                  <a:lnTo>
                    <a:pt x="2685" y="135965"/>
                  </a:lnTo>
                  <a:lnTo>
                    <a:pt x="1822" y="141183"/>
                  </a:lnTo>
                  <a:lnTo>
                    <a:pt x="1124" y="146426"/>
                  </a:lnTo>
                  <a:lnTo>
                    <a:pt x="592" y="151689"/>
                  </a:lnTo>
                  <a:lnTo>
                    <a:pt x="228" y="156966"/>
                  </a:lnTo>
                  <a:lnTo>
                    <a:pt x="30" y="162251"/>
                  </a:lnTo>
                  <a:lnTo>
                    <a:pt x="0" y="167540"/>
                  </a:lnTo>
                  <a:lnTo>
                    <a:pt x="136" y="172828"/>
                  </a:lnTo>
                  <a:lnTo>
                    <a:pt x="441" y="178108"/>
                  </a:lnTo>
                  <a:lnTo>
                    <a:pt x="912" y="183377"/>
                  </a:lnTo>
                  <a:lnTo>
                    <a:pt x="1549" y="188627"/>
                  </a:lnTo>
                  <a:lnTo>
                    <a:pt x="2353" y="193855"/>
                  </a:lnTo>
                  <a:lnTo>
                    <a:pt x="3321" y="199055"/>
                  </a:lnTo>
                  <a:lnTo>
                    <a:pt x="4453" y="204222"/>
                  </a:lnTo>
                  <a:lnTo>
                    <a:pt x="5749" y="209350"/>
                  </a:lnTo>
                  <a:lnTo>
                    <a:pt x="7205" y="214435"/>
                  </a:lnTo>
                  <a:lnTo>
                    <a:pt x="8822" y="219471"/>
                  </a:lnTo>
                  <a:lnTo>
                    <a:pt x="10598" y="224453"/>
                  </a:lnTo>
                  <a:lnTo>
                    <a:pt x="12530" y="229377"/>
                  </a:lnTo>
                  <a:lnTo>
                    <a:pt x="14617" y="234237"/>
                  </a:lnTo>
                  <a:lnTo>
                    <a:pt x="16857" y="239029"/>
                  </a:lnTo>
                  <a:lnTo>
                    <a:pt x="19247" y="243747"/>
                  </a:lnTo>
                  <a:lnTo>
                    <a:pt x="21785" y="248388"/>
                  </a:lnTo>
                  <a:lnTo>
                    <a:pt x="24469" y="252946"/>
                  </a:lnTo>
                  <a:lnTo>
                    <a:pt x="27296" y="257416"/>
                  </a:lnTo>
                  <a:lnTo>
                    <a:pt x="30262" y="261795"/>
                  </a:lnTo>
                  <a:lnTo>
                    <a:pt x="33366" y="266078"/>
                  </a:lnTo>
                  <a:lnTo>
                    <a:pt x="36604" y="270261"/>
                  </a:lnTo>
                  <a:lnTo>
                    <a:pt x="39972" y="274339"/>
                  </a:lnTo>
                  <a:lnTo>
                    <a:pt x="43468" y="278308"/>
                  </a:lnTo>
                  <a:lnTo>
                    <a:pt x="47087" y="282165"/>
                  </a:lnTo>
                  <a:lnTo>
                    <a:pt x="50827" y="285905"/>
                  </a:lnTo>
                  <a:lnTo>
                    <a:pt x="54683" y="289526"/>
                  </a:lnTo>
                  <a:lnTo>
                    <a:pt x="58652" y="293022"/>
                  </a:lnTo>
                  <a:lnTo>
                    <a:pt x="62730" y="296391"/>
                  </a:lnTo>
                  <a:lnTo>
                    <a:pt x="66912" y="299630"/>
                  </a:lnTo>
                  <a:lnTo>
                    <a:pt x="71194" y="302734"/>
                  </a:lnTo>
                  <a:lnTo>
                    <a:pt x="75572" y="305702"/>
                  </a:lnTo>
                  <a:lnTo>
                    <a:pt x="80043" y="308529"/>
                  </a:lnTo>
                  <a:lnTo>
                    <a:pt x="84600" y="311214"/>
                  </a:lnTo>
                  <a:lnTo>
                    <a:pt x="89240" y="313753"/>
                  </a:lnTo>
                  <a:lnTo>
                    <a:pt x="93958" y="316144"/>
                  </a:lnTo>
                  <a:lnTo>
                    <a:pt x="98749" y="318385"/>
                  </a:lnTo>
                  <a:lnTo>
                    <a:pt x="103609" y="320472"/>
                  </a:lnTo>
                  <a:lnTo>
                    <a:pt x="108532" y="322406"/>
                  </a:lnTo>
                  <a:lnTo>
                    <a:pt x="113514" y="324182"/>
                  </a:lnTo>
                  <a:lnTo>
                    <a:pt x="118550" y="325800"/>
                  </a:lnTo>
                  <a:lnTo>
                    <a:pt x="123635" y="327258"/>
                  </a:lnTo>
                  <a:lnTo>
                    <a:pt x="128763" y="328554"/>
                  </a:lnTo>
                  <a:lnTo>
                    <a:pt x="133929" y="329687"/>
                  </a:lnTo>
                  <a:lnTo>
                    <a:pt x="139129" y="330656"/>
                  </a:lnTo>
                  <a:lnTo>
                    <a:pt x="144357" y="331460"/>
                  </a:lnTo>
                  <a:lnTo>
                    <a:pt x="149607" y="332099"/>
                  </a:lnTo>
                  <a:lnTo>
                    <a:pt x="154875" y="332571"/>
                  </a:lnTo>
                  <a:lnTo>
                    <a:pt x="160156" y="332876"/>
                  </a:lnTo>
                  <a:lnTo>
                    <a:pt x="165443" y="333014"/>
                  </a:lnTo>
                  <a:lnTo>
                    <a:pt x="170732" y="332985"/>
                  </a:lnTo>
                  <a:lnTo>
                    <a:pt x="176018" y="332788"/>
                  </a:lnTo>
                  <a:lnTo>
                    <a:pt x="181295" y="332424"/>
                  </a:lnTo>
                  <a:lnTo>
                    <a:pt x="186557" y="331893"/>
                  </a:lnTo>
                  <a:lnTo>
                    <a:pt x="191801" y="331197"/>
                  </a:lnTo>
                  <a:lnTo>
                    <a:pt x="197019" y="330334"/>
                  </a:lnTo>
                  <a:lnTo>
                    <a:pt x="202208" y="329307"/>
                  </a:lnTo>
                  <a:lnTo>
                    <a:pt x="207361" y="328117"/>
                  </a:lnTo>
                  <a:lnTo>
                    <a:pt x="212475" y="326763"/>
                  </a:lnTo>
                  <a:lnTo>
                    <a:pt x="217543" y="325249"/>
                  </a:lnTo>
                  <a:lnTo>
                    <a:pt x="222560" y="323576"/>
                  </a:lnTo>
                  <a:lnTo>
                    <a:pt x="227522" y="321744"/>
                  </a:lnTo>
                  <a:lnTo>
                    <a:pt x="232424" y="319756"/>
                  </a:lnTo>
                  <a:lnTo>
                    <a:pt x="237260" y="317614"/>
                  </a:lnTo>
                  <a:lnTo>
                    <a:pt x="242026" y="315321"/>
                  </a:lnTo>
                  <a:lnTo>
                    <a:pt x="246717" y="312877"/>
                  </a:lnTo>
                  <a:lnTo>
                    <a:pt x="251328" y="310287"/>
                  </a:lnTo>
                  <a:lnTo>
                    <a:pt x="255856" y="307551"/>
                  </a:lnTo>
                  <a:lnTo>
                    <a:pt x="260294" y="304674"/>
                  </a:lnTo>
                  <a:lnTo>
                    <a:pt x="264639" y="301658"/>
                  </a:lnTo>
                  <a:lnTo>
                    <a:pt x="268887" y="298507"/>
                  </a:lnTo>
                  <a:lnTo>
                    <a:pt x="273032" y="295222"/>
                  </a:lnTo>
                  <a:lnTo>
                    <a:pt x="277072" y="291808"/>
                  </a:lnTo>
                  <a:lnTo>
                    <a:pt x="281002" y="288267"/>
                  </a:lnTo>
                  <a:lnTo>
                    <a:pt x="284818" y="284604"/>
                  </a:lnTo>
                  <a:lnTo>
                    <a:pt x="288516" y="280822"/>
                  </a:lnTo>
                  <a:lnTo>
                    <a:pt x="292092" y="276926"/>
                  </a:lnTo>
                  <a:lnTo>
                    <a:pt x="295543" y="272918"/>
                  </a:lnTo>
                  <a:lnTo>
                    <a:pt x="298866" y="268802"/>
                  </a:lnTo>
                  <a:lnTo>
                    <a:pt x="302057" y="264584"/>
                  </a:lnTo>
                  <a:lnTo>
                    <a:pt x="305113" y="260267"/>
                  </a:lnTo>
                  <a:lnTo>
                    <a:pt x="308031" y="255855"/>
                  </a:lnTo>
                  <a:lnTo>
                    <a:pt x="310808" y="251353"/>
                  </a:lnTo>
                  <a:lnTo>
                    <a:pt x="313441" y="246766"/>
                  </a:lnTo>
                  <a:lnTo>
                    <a:pt x="315927" y="242098"/>
                  </a:lnTo>
                  <a:lnTo>
                    <a:pt x="318265" y="237353"/>
                  </a:lnTo>
                  <a:lnTo>
                    <a:pt x="320451" y="232537"/>
                  </a:lnTo>
                  <a:lnTo>
                    <a:pt x="322484" y="227653"/>
                  </a:lnTo>
                  <a:lnTo>
                    <a:pt x="324361" y="222709"/>
                  </a:lnTo>
                  <a:lnTo>
                    <a:pt x="326081" y="217707"/>
                  </a:lnTo>
                  <a:lnTo>
                    <a:pt x="327642" y="212653"/>
                  </a:lnTo>
                  <a:lnTo>
                    <a:pt x="329042" y="207552"/>
                  </a:lnTo>
                  <a:lnTo>
                    <a:pt x="330280" y="202410"/>
                  </a:lnTo>
                  <a:lnTo>
                    <a:pt x="331355" y="197231"/>
                  </a:lnTo>
                  <a:lnTo>
                    <a:pt x="332265" y="192021"/>
                  </a:lnTo>
                  <a:lnTo>
                    <a:pt x="333011" y="186784"/>
                  </a:lnTo>
                  <a:lnTo>
                    <a:pt x="333590" y="181527"/>
                  </a:lnTo>
                  <a:lnTo>
                    <a:pt x="334002" y="176254"/>
                  </a:lnTo>
                  <a:lnTo>
                    <a:pt x="334248" y="170970"/>
                  </a:lnTo>
                  <a:lnTo>
                    <a:pt x="334326" y="165681"/>
                  </a:lnTo>
                  <a:lnTo>
                    <a:pt x="334237" y="160393"/>
                  </a:lnTo>
                  <a:lnTo>
                    <a:pt x="333980" y="155110"/>
                  </a:lnTo>
                  <a:lnTo>
                    <a:pt x="333557" y="149837"/>
                  </a:lnTo>
                  <a:lnTo>
                    <a:pt x="332967" y="144581"/>
                  </a:lnTo>
                  <a:lnTo>
                    <a:pt x="332211" y="139346"/>
                  </a:lnTo>
                  <a:lnTo>
                    <a:pt x="331289" y="134138"/>
                  </a:lnTo>
                  <a:lnTo>
                    <a:pt x="330204" y="128961"/>
                  </a:lnTo>
                  <a:lnTo>
                    <a:pt x="328955" y="123821"/>
                  </a:lnTo>
                  <a:lnTo>
                    <a:pt x="327544" y="118724"/>
                  </a:lnTo>
                  <a:lnTo>
                    <a:pt x="325973" y="113673"/>
                  </a:lnTo>
                  <a:lnTo>
                    <a:pt x="324242" y="108675"/>
                  </a:lnTo>
                  <a:lnTo>
                    <a:pt x="322355" y="103734"/>
                  </a:lnTo>
                  <a:lnTo>
                    <a:pt x="320312" y="98855"/>
                  </a:lnTo>
                  <a:lnTo>
                    <a:pt x="318115" y="94043"/>
                  </a:lnTo>
                  <a:lnTo>
                    <a:pt x="315768" y="89304"/>
                  </a:lnTo>
                  <a:lnTo>
                    <a:pt x="313272" y="84640"/>
                  </a:lnTo>
                  <a:lnTo>
                    <a:pt x="310629" y="80058"/>
                  </a:lnTo>
                  <a:lnTo>
                    <a:pt x="307843" y="75562"/>
                  </a:lnTo>
                  <a:lnTo>
                    <a:pt x="304916" y="71157"/>
                  </a:lnTo>
                  <a:lnTo>
                    <a:pt x="301851" y="66846"/>
                  </a:lnTo>
                  <a:lnTo>
                    <a:pt x="298651" y="62634"/>
                  </a:lnTo>
                  <a:lnTo>
                    <a:pt x="295320" y="58526"/>
                  </a:lnTo>
                  <a:lnTo>
                    <a:pt x="291860" y="54525"/>
                  </a:lnTo>
                  <a:lnTo>
                    <a:pt x="288276" y="50636"/>
                  </a:lnTo>
                  <a:lnTo>
                    <a:pt x="284570" y="46862"/>
                  </a:lnTo>
                  <a:lnTo>
                    <a:pt x="280747" y="43207"/>
                  </a:lnTo>
                  <a:lnTo>
                    <a:pt x="276809" y="39675"/>
                  </a:lnTo>
                  <a:lnTo>
                    <a:pt x="272763" y="36269"/>
                  </a:lnTo>
                  <a:lnTo>
                    <a:pt x="268610" y="32993"/>
                  </a:lnTo>
                  <a:lnTo>
                    <a:pt x="264356" y="29850"/>
                  </a:lnTo>
                  <a:lnTo>
                    <a:pt x="260005" y="26843"/>
                  </a:lnTo>
                  <a:lnTo>
                    <a:pt x="255560" y="23975"/>
                  </a:lnTo>
                  <a:lnTo>
                    <a:pt x="251027" y="21249"/>
                  </a:lnTo>
                  <a:lnTo>
                    <a:pt x="246410" y="18668"/>
                  </a:lnTo>
                  <a:lnTo>
                    <a:pt x="241714" y="16235"/>
                  </a:lnTo>
                  <a:lnTo>
                    <a:pt x="236943" y="13951"/>
                  </a:lnTo>
                  <a:lnTo>
                    <a:pt x="232103" y="11819"/>
                  </a:lnTo>
                  <a:lnTo>
                    <a:pt x="227197" y="9842"/>
                  </a:lnTo>
                  <a:lnTo>
                    <a:pt x="222231" y="8020"/>
                  </a:lnTo>
                  <a:lnTo>
                    <a:pt x="217210" y="6357"/>
                  </a:lnTo>
                  <a:lnTo>
                    <a:pt x="212139" y="4853"/>
                  </a:lnTo>
                  <a:lnTo>
                    <a:pt x="207023" y="3511"/>
                  </a:lnTo>
                  <a:lnTo>
                    <a:pt x="201867" y="2331"/>
                  </a:lnTo>
                  <a:lnTo>
                    <a:pt x="167158" y="1658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34708" cy="167167"/>
            </a:xfrm>
            <a:custGeom>
              <a:avLst/>
              <a:pathLst>
                <a:path w="34708" h="167167">
                  <a:moveTo>
                    <a:pt x="34708" y="3642"/>
                  </a:moveTo>
                  <a:lnTo>
                    <a:pt x="27840" y="2334"/>
                  </a:lnTo>
                  <a:lnTo>
                    <a:pt x="20922" y="1314"/>
                  </a:lnTo>
                  <a:lnTo>
                    <a:pt x="13968" y="584"/>
                  </a:lnTo>
                  <a:lnTo>
                    <a:pt x="6990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873" y="2633064"/>
              <a:ext cx="3875" cy="167167"/>
            </a:xfrm>
            <a:custGeom>
              <a:avLst/>
              <a:pathLst>
                <a:path w="3875" h="167167">
                  <a:moveTo>
                    <a:pt x="3875" y="0"/>
                  </a:moveTo>
                  <a:lnTo>
                    <a:pt x="0" y="44"/>
                  </a:lnTo>
                  <a:lnTo>
                    <a:pt x="38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873" y="2633109"/>
              <a:ext cx="3875" cy="167122"/>
            </a:xfrm>
            <a:custGeom>
              <a:avLst/>
              <a:pathLst>
                <a:path w="3875" h="167122">
                  <a:moveTo>
                    <a:pt x="0" y="0"/>
                  </a:moveTo>
                  <a:lnTo>
                    <a:pt x="3875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1" y="2633109"/>
              <a:ext cx="334326" cy="334278"/>
            </a:xfrm>
            <a:custGeom>
              <a:avLst/>
              <a:pathLst>
                <a:path w="334326" h="334278">
                  <a:moveTo>
                    <a:pt x="163291" y="0"/>
                  </a:moveTo>
                  <a:lnTo>
                    <a:pt x="158010" y="206"/>
                  </a:lnTo>
                  <a:lnTo>
                    <a:pt x="152739" y="578"/>
                  </a:lnTo>
                  <a:lnTo>
                    <a:pt x="147481" y="1118"/>
                  </a:lnTo>
                  <a:lnTo>
                    <a:pt x="142244" y="1823"/>
                  </a:lnTo>
                  <a:lnTo>
                    <a:pt x="137031" y="2693"/>
                  </a:lnTo>
                  <a:lnTo>
                    <a:pt x="131849" y="3728"/>
                  </a:lnTo>
                  <a:lnTo>
                    <a:pt x="126701" y="4926"/>
                  </a:lnTo>
                  <a:lnTo>
                    <a:pt x="121594" y="6286"/>
                  </a:lnTo>
                  <a:lnTo>
                    <a:pt x="116533" y="7807"/>
                  </a:lnTo>
                  <a:lnTo>
                    <a:pt x="111522" y="9487"/>
                  </a:lnTo>
                  <a:lnTo>
                    <a:pt x="106567" y="11325"/>
                  </a:lnTo>
                  <a:lnTo>
                    <a:pt x="101673" y="13319"/>
                  </a:lnTo>
                  <a:lnTo>
                    <a:pt x="96844" y="15466"/>
                  </a:lnTo>
                  <a:lnTo>
                    <a:pt x="92085" y="17764"/>
                  </a:lnTo>
                  <a:lnTo>
                    <a:pt x="87401" y="20212"/>
                  </a:lnTo>
                  <a:lnTo>
                    <a:pt x="82797" y="22807"/>
                  </a:lnTo>
                  <a:lnTo>
                    <a:pt x="78278" y="25546"/>
                  </a:lnTo>
                  <a:lnTo>
                    <a:pt x="73847" y="28427"/>
                  </a:lnTo>
                  <a:lnTo>
                    <a:pt x="69509" y="31446"/>
                  </a:lnTo>
                  <a:lnTo>
                    <a:pt x="65269" y="34601"/>
                  </a:lnTo>
                  <a:lnTo>
                    <a:pt x="61131" y="37888"/>
                  </a:lnTo>
                  <a:lnTo>
                    <a:pt x="57099" y="41304"/>
                  </a:lnTo>
                  <a:lnTo>
                    <a:pt x="53177" y="44847"/>
                  </a:lnTo>
                  <a:lnTo>
                    <a:pt x="49369" y="48511"/>
                  </a:lnTo>
                  <a:lnTo>
                    <a:pt x="45678" y="52294"/>
                  </a:lnTo>
                  <a:lnTo>
                    <a:pt x="42109" y="56191"/>
                  </a:lnTo>
                  <a:lnTo>
                    <a:pt x="38665" y="60200"/>
                  </a:lnTo>
                  <a:lnTo>
                    <a:pt x="35350" y="64315"/>
                  </a:lnTo>
                  <a:lnTo>
                    <a:pt x="32166" y="68534"/>
                  </a:lnTo>
                  <a:lnTo>
                    <a:pt x="29117" y="72850"/>
                  </a:lnTo>
                  <a:lnTo>
                    <a:pt x="26206" y="77261"/>
                  </a:lnTo>
                  <a:lnTo>
                    <a:pt x="23436" y="81762"/>
                  </a:lnTo>
                  <a:lnTo>
                    <a:pt x="20809" y="86348"/>
                  </a:lnTo>
                  <a:lnTo>
                    <a:pt x="18329" y="91015"/>
                  </a:lnTo>
                  <a:lnTo>
                    <a:pt x="15998" y="95758"/>
                  </a:lnTo>
                  <a:lnTo>
                    <a:pt x="13817" y="100572"/>
                  </a:lnTo>
                  <a:lnTo>
                    <a:pt x="11790" y="105452"/>
                  </a:lnTo>
                  <a:lnTo>
                    <a:pt x="9919" y="110395"/>
                  </a:lnTo>
                  <a:lnTo>
                    <a:pt x="8204" y="115394"/>
                  </a:lnTo>
                  <a:lnTo>
                    <a:pt x="6648" y="120444"/>
                  </a:lnTo>
                  <a:lnTo>
                    <a:pt x="5253" y="125542"/>
                  </a:lnTo>
                  <a:lnTo>
                    <a:pt x="4020" y="130681"/>
                  </a:lnTo>
                  <a:lnTo>
                    <a:pt x="2949" y="135856"/>
                  </a:lnTo>
                  <a:lnTo>
                    <a:pt x="2043" y="141063"/>
                  </a:lnTo>
                  <a:lnTo>
                    <a:pt x="1302" y="146295"/>
                  </a:lnTo>
                  <a:lnTo>
                    <a:pt x="726" y="151549"/>
                  </a:lnTo>
                  <a:lnTo>
                    <a:pt x="317" y="156818"/>
                  </a:lnTo>
                  <a:lnTo>
                    <a:pt x="75" y="162097"/>
                  </a:lnTo>
                  <a:lnTo>
                    <a:pt x="0" y="167381"/>
                  </a:lnTo>
                  <a:lnTo>
                    <a:pt x="91" y="172665"/>
                  </a:lnTo>
                  <a:lnTo>
                    <a:pt x="350" y="177944"/>
                  </a:lnTo>
                  <a:lnTo>
                    <a:pt x="775" y="183212"/>
                  </a:lnTo>
                  <a:lnTo>
                    <a:pt x="1367" y="188463"/>
                  </a:lnTo>
                  <a:lnTo>
                    <a:pt x="2125" y="193694"/>
                  </a:lnTo>
                  <a:lnTo>
                    <a:pt x="3047" y="198897"/>
                  </a:lnTo>
                  <a:lnTo>
                    <a:pt x="4133" y="204069"/>
                  </a:lnTo>
                  <a:lnTo>
                    <a:pt x="5383" y="209204"/>
                  </a:lnTo>
                  <a:lnTo>
                    <a:pt x="6794" y="214297"/>
                  </a:lnTo>
                  <a:lnTo>
                    <a:pt x="8365" y="219343"/>
                  </a:lnTo>
                  <a:lnTo>
                    <a:pt x="10095" y="224337"/>
                  </a:lnTo>
                  <a:lnTo>
                    <a:pt x="11982" y="229273"/>
                  </a:lnTo>
                  <a:lnTo>
                    <a:pt x="14025" y="234148"/>
                  </a:lnTo>
                  <a:lnTo>
                    <a:pt x="16220" y="238955"/>
                  </a:lnTo>
                  <a:lnTo>
                    <a:pt x="18566" y="243691"/>
                  </a:lnTo>
                  <a:lnTo>
                    <a:pt x="21061" y="248350"/>
                  </a:lnTo>
                  <a:lnTo>
                    <a:pt x="23701" y="252928"/>
                  </a:lnTo>
                  <a:lnTo>
                    <a:pt x="26485" y="257420"/>
                  </a:lnTo>
                  <a:lnTo>
                    <a:pt x="29410" y="261822"/>
                  </a:lnTo>
                  <a:lnTo>
                    <a:pt x="32472" y="266129"/>
                  </a:lnTo>
                  <a:lnTo>
                    <a:pt x="35669" y="270337"/>
                  </a:lnTo>
                  <a:lnTo>
                    <a:pt x="38998" y="274442"/>
                  </a:lnTo>
                  <a:lnTo>
                    <a:pt x="42454" y="278440"/>
                  </a:lnTo>
                  <a:lnTo>
                    <a:pt x="46035" y="282327"/>
                  </a:lnTo>
                  <a:lnTo>
                    <a:pt x="49737" y="286098"/>
                  </a:lnTo>
                  <a:lnTo>
                    <a:pt x="53557" y="289751"/>
                  </a:lnTo>
                  <a:lnTo>
                    <a:pt x="57490" y="293280"/>
                  </a:lnTo>
                  <a:lnTo>
                    <a:pt x="61533" y="296684"/>
                  </a:lnTo>
                  <a:lnTo>
                    <a:pt x="65681" y="299959"/>
                  </a:lnTo>
                  <a:lnTo>
                    <a:pt x="69931" y="303100"/>
                  </a:lnTo>
                  <a:lnTo>
                    <a:pt x="74278" y="306106"/>
                  </a:lnTo>
                  <a:lnTo>
                    <a:pt x="78717" y="308973"/>
                  </a:lnTo>
                  <a:lnTo>
                    <a:pt x="83246" y="311698"/>
                  </a:lnTo>
                  <a:lnTo>
                    <a:pt x="87858" y="314278"/>
                  </a:lnTo>
                  <a:lnTo>
                    <a:pt x="92549" y="316712"/>
                  </a:lnTo>
                  <a:lnTo>
                    <a:pt x="97315" y="318996"/>
                  </a:lnTo>
                  <a:lnTo>
                    <a:pt x="102150" y="321128"/>
                  </a:lnTo>
                  <a:lnTo>
                    <a:pt x="107051" y="323106"/>
                  </a:lnTo>
                  <a:lnTo>
                    <a:pt x="112012" y="324928"/>
                  </a:lnTo>
                  <a:lnTo>
                    <a:pt x="117028" y="326593"/>
                  </a:lnTo>
                  <a:lnTo>
                    <a:pt x="122094" y="328098"/>
                  </a:lnTo>
                  <a:lnTo>
                    <a:pt x="127205" y="329443"/>
                  </a:lnTo>
                  <a:lnTo>
                    <a:pt x="132356" y="330625"/>
                  </a:lnTo>
                  <a:lnTo>
                    <a:pt x="137541" y="331643"/>
                  </a:lnTo>
                  <a:lnTo>
                    <a:pt x="142757" y="332498"/>
                  </a:lnTo>
                  <a:lnTo>
                    <a:pt x="147997" y="333187"/>
                  </a:lnTo>
                  <a:lnTo>
                    <a:pt x="153255" y="333710"/>
                  </a:lnTo>
                  <a:lnTo>
                    <a:pt x="158528" y="334066"/>
                  </a:lnTo>
                  <a:lnTo>
                    <a:pt x="163810" y="334256"/>
                  </a:lnTo>
                  <a:lnTo>
                    <a:pt x="169095" y="334278"/>
                  </a:lnTo>
                  <a:lnTo>
                    <a:pt x="174378" y="334134"/>
                  </a:lnTo>
                  <a:lnTo>
                    <a:pt x="179653" y="333822"/>
                  </a:lnTo>
                  <a:lnTo>
                    <a:pt x="184916" y="333344"/>
                  </a:lnTo>
                  <a:lnTo>
                    <a:pt x="190162" y="332700"/>
                  </a:lnTo>
                  <a:lnTo>
                    <a:pt x="195384" y="331891"/>
                  </a:lnTo>
                  <a:lnTo>
                    <a:pt x="200579" y="330916"/>
                  </a:lnTo>
                  <a:lnTo>
                    <a:pt x="205740" y="329778"/>
                  </a:lnTo>
                  <a:lnTo>
                    <a:pt x="210862" y="328478"/>
                  </a:lnTo>
                  <a:lnTo>
                    <a:pt x="215941" y="327016"/>
                  </a:lnTo>
                  <a:lnTo>
                    <a:pt x="220970" y="325394"/>
                  </a:lnTo>
                  <a:lnTo>
                    <a:pt x="225947" y="323614"/>
                  </a:lnTo>
                  <a:lnTo>
                    <a:pt x="230864" y="321678"/>
                  </a:lnTo>
                  <a:lnTo>
                    <a:pt x="235718" y="319587"/>
                  </a:lnTo>
                  <a:lnTo>
                    <a:pt x="240503" y="317344"/>
                  </a:lnTo>
                  <a:lnTo>
                    <a:pt x="245215" y="314951"/>
                  </a:lnTo>
                  <a:lnTo>
                    <a:pt x="249849" y="312410"/>
                  </a:lnTo>
                  <a:lnTo>
                    <a:pt x="254400" y="309724"/>
                  </a:lnTo>
                  <a:lnTo>
                    <a:pt x="258864" y="306895"/>
                  </a:lnTo>
                  <a:lnTo>
                    <a:pt x="263237" y="303927"/>
                  </a:lnTo>
                  <a:lnTo>
                    <a:pt x="267513" y="300822"/>
                  </a:lnTo>
                  <a:lnTo>
                    <a:pt x="271689" y="297583"/>
                  </a:lnTo>
                  <a:lnTo>
                    <a:pt x="275761" y="294214"/>
                  </a:lnTo>
                  <a:lnTo>
                    <a:pt x="279724" y="290717"/>
                  </a:lnTo>
                  <a:lnTo>
                    <a:pt x="283575" y="287098"/>
                  </a:lnTo>
                  <a:lnTo>
                    <a:pt x="287309" y="283358"/>
                  </a:lnTo>
                  <a:lnTo>
                    <a:pt x="290923" y="279502"/>
                  </a:lnTo>
                  <a:lnTo>
                    <a:pt x="294414" y="275534"/>
                  </a:lnTo>
                  <a:lnTo>
                    <a:pt x="297777" y="271458"/>
                  </a:lnTo>
                  <a:lnTo>
                    <a:pt x="301010" y="267277"/>
                  </a:lnTo>
                  <a:lnTo>
                    <a:pt x="304109" y="262996"/>
                  </a:lnTo>
                  <a:lnTo>
                    <a:pt x="307071" y="258619"/>
                  </a:lnTo>
                  <a:lnTo>
                    <a:pt x="309893" y="254151"/>
                  </a:lnTo>
                  <a:lnTo>
                    <a:pt x="312573" y="249596"/>
                  </a:lnTo>
                  <a:lnTo>
                    <a:pt x="315107" y="244958"/>
                  </a:lnTo>
                  <a:lnTo>
                    <a:pt x="317494" y="240243"/>
                  </a:lnTo>
                  <a:lnTo>
                    <a:pt x="319730" y="235455"/>
                  </a:lnTo>
                  <a:lnTo>
                    <a:pt x="321814" y="230598"/>
                  </a:lnTo>
                  <a:lnTo>
                    <a:pt x="323743" y="225678"/>
                  </a:lnTo>
                  <a:lnTo>
                    <a:pt x="325516" y="220699"/>
                  </a:lnTo>
                  <a:lnTo>
                    <a:pt x="327130" y="215667"/>
                  </a:lnTo>
                  <a:lnTo>
                    <a:pt x="328585" y="210586"/>
                  </a:lnTo>
                  <a:lnTo>
                    <a:pt x="329878" y="205462"/>
                  </a:lnTo>
                  <a:lnTo>
                    <a:pt x="331009" y="200299"/>
                  </a:lnTo>
                  <a:lnTo>
                    <a:pt x="331976" y="195104"/>
                  </a:lnTo>
                  <a:lnTo>
                    <a:pt x="332778" y="189880"/>
                  </a:lnTo>
                  <a:lnTo>
                    <a:pt x="333414" y="184634"/>
                  </a:lnTo>
                  <a:lnTo>
                    <a:pt x="333885" y="179370"/>
                  </a:lnTo>
                  <a:lnTo>
                    <a:pt x="334189" y="174094"/>
                  </a:lnTo>
                  <a:lnTo>
                    <a:pt x="334326" y="168811"/>
                  </a:lnTo>
                  <a:lnTo>
                    <a:pt x="334295" y="163526"/>
                  </a:lnTo>
                  <a:lnTo>
                    <a:pt x="334098" y="158245"/>
                  </a:lnTo>
                  <a:lnTo>
                    <a:pt x="333734" y="152972"/>
                  </a:lnTo>
                  <a:lnTo>
                    <a:pt x="333204" y="147714"/>
                  </a:lnTo>
                  <a:lnTo>
                    <a:pt x="332507" y="142475"/>
                  </a:lnTo>
                  <a:lnTo>
                    <a:pt x="331646" y="137261"/>
                  </a:lnTo>
                  <a:lnTo>
                    <a:pt x="330619" y="132077"/>
                  </a:lnTo>
                  <a:lnTo>
                    <a:pt x="329430" y="126928"/>
                  </a:lnTo>
                  <a:lnTo>
                    <a:pt x="328078" y="121818"/>
                  </a:lnTo>
                  <a:lnTo>
                    <a:pt x="326566" y="116755"/>
                  </a:lnTo>
                  <a:lnTo>
                    <a:pt x="324894" y="111741"/>
                  </a:lnTo>
                  <a:lnTo>
                    <a:pt x="323065" y="106783"/>
                  </a:lnTo>
                  <a:lnTo>
                    <a:pt x="321079" y="101885"/>
                  </a:lnTo>
                  <a:lnTo>
                    <a:pt x="318940" y="97053"/>
                  </a:lnTo>
                  <a:lnTo>
                    <a:pt x="316650" y="92290"/>
                  </a:lnTo>
                  <a:lnTo>
                    <a:pt x="314209" y="87602"/>
                  </a:lnTo>
                  <a:lnTo>
                    <a:pt x="311622" y="82994"/>
                  </a:lnTo>
                  <a:lnTo>
                    <a:pt x="308891" y="78470"/>
                  </a:lnTo>
                  <a:lnTo>
                    <a:pt x="306018" y="74034"/>
                  </a:lnTo>
                  <a:lnTo>
                    <a:pt x="303006" y="69691"/>
                  </a:lnTo>
                  <a:lnTo>
                    <a:pt x="299858" y="65446"/>
                  </a:lnTo>
                  <a:lnTo>
                    <a:pt x="296578" y="61303"/>
                  </a:lnTo>
                  <a:lnTo>
                    <a:pt x="293168" y="57265"/>
                  </a:lnTo>
                  <a:lnTo>
                    <a:pt x="289632" y="53337"/>
                  </a:lnTo>
                  <a:lnTo>
                    <a:pt x="285974" y="49522"/>
                  </a:lnTo>
                  <a:lnTo>
                    <a:pt x="282198" y="45826"/>
                  </a:lnTo>
                  <a:lnTo>
                    <a:pt x="278306" y="42250"/>
                  </a:lnTo>
                  <a:lnTo>
                    <a:pt x="274303" y="38799"/>
                  </a:lnTo>
                  <a:lnTo>
                    <a:pt x="270193" y="35477"/>
                  </a:lnTo>
                  <a:lnTo>
                    <a:pt x="265981" y="32286"/>
                  </a:lnTo>
                  <a:lnTo>
                    <a:pt x="261669" y="29230"/>
                  </a:lnTo>
                  <a:lnTo>
                    <a:pt x="257263" y="26311"/>
                  </a:lnTo>
                  <a:lnTo>
                    <a:pt x="252767" y="23534"/>
                  </a:lnTo>
                  <a:lnTo>
                    <a:pt x="248185" y="20900"/>
                  </a:lnTo>
                  <a:lnTo>
                    <a:pt x="167167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81018" cy="167167"/>
            </a:xfrm>
            <a:custGeom>
              <a:avLst/>
              <a:pathLst>
                <a:path w="81018" h="167167">
                  <a:moveTo>
                    <a:pt x="81018" y="20945"/>
                  </a:moveTo>
                  <a:lnTo>
                    <a:pt x="76041" y="18295"/>
                  </a:lnTo>
                  <a:lnTo>
                    <a:pt x="70977" y="15816"/>
                  </a:lnTo>
                  <a:lnTo>
                    <a:pt x="65832" y="13508"/>
                  </a:lnTo>
                  <a:lnTo>
                    <a:pt x="60612" y="11375"/>
                  </a:lnTo>
                  <a:lnTo>
                    <a:pt x="55324" y="9420"/>
                  </a:lnTo>
                  <a:lnTo>
                    <a:pt x="49972" y="7644"/>
                  </a:lnTo>
                  <a:lnTo>
                    <a:pt x="44564" y="6049"/>
                  </a:lnTo>
                  <a:lnTo>
                    <a:pt x="39105" y="4638"/>
                  </a:lnTo>
                  <a:lnTo>
                    <a:pt x="33602" y="3411"/>
                  </a:lnTo>
                  <a:lnTo>
                    <a:pt x="28060" y="2371"/>
                  </a:lnTo>
                  <a:lnTo>
                    <a:pt x="22486" y="1519"/>
                  </a:lnTo>
                  <a:lnTo>
                    <a:pt x="16887" y="855"/>
                  </a:lnTo>
                  <a:lnTo>
                    <a:pt x="11268" y="380"/>
                  </a:lnTo>
                  <a:lnTo>
                    <a:pt x="563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209" y="3170392"/>
              <a:ext cx="17770" cy="167167"/>
            </a:xfrm>
            <a:custGeom>
              <a:avLst/>
              <a:pathLst>
                <a:path w="17770" h="167167">
                  <a:moveTo>
                    <a:pt x="17770" y="0"/>
                  </a:moveTo>
                  <a:lnTo>
                    <a:pt x="8872" y="236"/>
                  </a:lnTo>
                  <a:lnTo>
                    <a:pt x="0" y="947"/>
                  </a:lnTo>
                  <a:lnTo>
                    <a:pt x="1777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8209" y="3171339"/>
              <a:ext cx="17770" cy="166220"/>
            </a:xfrm>
            <a:custGeom>
              <a:avLst/>
              <a:pathLst>
                <a:path w="17770" h="166220">
                  <a:moveTo>
                    <a:pt x="0" y="0"/>
                  </a:moveTo>
                  <a:lnTo>
                    <a:pt x="17770" y="1662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7" y="3171339"/>
              <a:ext cx="334318" cy="333384"/>
            </a:xfrm>
            <a:custGeom>
              <a:avLst/>
              <a:pathLst>
                <a:path w="334318" h="333384">
                  <a:moveTo>
                    <a:pt x="149392" y="0"/>
                  </a:moveTo>
                  <a:lnTo>
                    <a:pt x="144136" y="646"/>
                  </a:lnTo>
                  <a:lnTo>
                    <a:pt x="138903" y="1458"/>
                  </a:lnTo>
                  <a:lnTo>
                    <a:pt x="133698" y="2436"/>
                  </a:lnTo>
                  <a:lnTo>
                    <a:pt x="128527" y="3578"/>
                  </a:lnTo>
                  <a:lnTo>
                    <a:pt x="123394" y="4884"/>
                  </a:lnTo>
                  <a:lnTo>
                    <a:pt x="118306" y="6351"/>
                  </a:lnTo>
                  <a:lnTo>
                    <a:pt x="113267" y="7979"/>
                  </a:lnTo>
                  <a:lnTo>
                    <a:pt x="108281" y="9766"/>
                  </a:lnTo>
                  <a:lnTo>
                    <a:pt x="103355" y="11709"/>
                  </a:lnTo>
                  <a:lnTo>
                    <a:pt x="98493" y="13808"/>
                  </a:lnTo>
                  <a:lnTo>
                    <a:pt x="93699" y="16060"/>
                  </a:lnTo>
                  <a:lnTo>
                    <a:pt x="88980" y="18462"/>
                  </a:lnTo>
                  <a:lnTo>
                    <a:pt x="84339" y="21013"/>
                  </a:lnTo>
                  <a:lnTo>
                    <a:pt x="79781" y="23709"/>
                  </a:lnTo>
                  <a:lnTo>
                    <a:pt x="75311" y="26548"/>
                  </a:lnTo>
                  <a:lnTo>
                    <a:pt x="70932" y="29528"/>
                  </a:lnTo>
                  <a:lnTo>
                    <a:pt x="66651" y="32645"/>
                  </a:lnTo>
                  <a:lnTo>
                    <a:pt x="62470" y="35895"/>
                  </a:lnTo>
                  <a:lnTo>
                    <a:pt x="58395" y="39277"/>
                  </a:lnTo>
                  <a:lnTo>
                    <a:pt x="54428" y="42786"/>
                  </a:lnTo>
                  <a:lnTo>
                    <a:pt x="50575" y="46419"/>
                  </a:lnTo>
                  <a:lnTo>
                    <a:pt x="46839" y="50172"/>
                  </a:lnTo>
                  <a:lnTo>
                    <a:pt x="43223" y="54042"/>
                  </a:lnTo>
                  <a:lnTo>
                    <a:pt x="39732" y="58024"/>
                  </a:lnTo>
                  <a:lnTo>
                    <a:pt x="36369" y="62115"/>
                  </a:lnTo>
                  <a:lnTo>
                    <a:pt x="33137" y="66310"/>
                  </a:lnTo>
                  <a:lnTo>
                    <a:pt x="30039" y="70605"/>
                  </a:lnTo>
                  <a:lnTo>
                    <a:pt x="27080" y="74997"/>
                  </a:lnTo>
                  <a:lnTo>
                    <a:pt x="24260" y="79480"/>
                  </a:lnTo>
                  <a:lnTo>
                    <a:pt x="21584" y="84050"/>
                  </a:lnTo>
                  <a:lnTo>
                    <a:pt x="19055" y="88702"/>
                  </a:lnTo>
                  <a:lnTo>
                    <a:pt x="16674" y="93433"/>
                  </a:lnTo>
                  <a:lnTo>
                    <a:pt x="14444" y="98236"/>
                  </a:lnTo>
                  <a:lnTo>
                    <a:pt x="12367" y="103108"/>
                  </a:lnTo>
                  <a:lnTo>
                    <a:pt x="10445" y="108043"/>
                  </a:lnTo>
                  <a:lnTo>
                    <a:pt x="8681" y="113036"/>
                  </a:lnTo>
                  <a:lnTo>
                    <a:pt x="7076" y="118083"/>
                  </a:lnTo>
                  <a:lnTo>
                    <a:pt x="5632" y="123178"/>
                  </a:lnTo>
                  <a:lnTo>
                    <a:pt x="4349" y="128316"/>
                  </a:lnTo>
                  <a:lnTo>
                    <a:pt x="3230" y="133492"/>
                  </a:lnTo>
                  <a:lnTo>
                    <a:pt x="2276" y="138701"/>
                  </a:lnTo>
                  <a:lnTo>
                    <a:pt x="1487" y="143938"/>
                  </a:lnTo>
                  <a:lnTo>
                    <a:pt x="864" y="149197"/>
                  </a:lnTo>
                  <a:lnTo>
                    <a:pt x="409" y="154473"/>
                  </a:lnTo>
                  <a:lnTo>
                    <a:pt x="120" y="159761"/>
                  </a:lnTo>
                  <a:lnTo>
                    <a:pt x="0" y="165056"/>
                  </a:lnTo>
                  <a:lnTo>
                    <a:pt x="47" y="170351"/>
                  </a:lnTo>
                  <a:lnTo>
                    <a:pt x="261" y="175643"/>
                  </a:lnTo>
                  <a:lnTo>
                    <a:pt x="643" y="180925"/>
                  </a:lnTo>
                  <a:lnTo>
                    <a:pt x="1193" y="186192"/>
                  </a:lnTo>
                  <a:lnTo>
                    <a:pt x="1909" y="191439"/>
                  </a:lnTo>
                  <a:lnTo>
                    <a:pt x="2790" y="196661"/>
                  </a:lnTo>
                  <a:lnTo>
                    <a:pt x="3837" y="201852"/>
                  </a:lnTo>
                  <a:lnTo>
                    <a:pt x="5048" y="207008"/>
                  </a:lnTo>
                  <a:lnTo>
                    <a:pt x="6421" y="212122"/>
                  </a:lnTo>
                  <a:lnTo>
                    <a:pt x="7956" y="217191"/>
                  </a:lnTo>
                  <a:lnTo>
                    <a:pt x="9650" y="222208"/>
                  </a:lnTo>
                  <a:lnTo>
                    <a:pt x="11503" y="227170"/>
                  </a:lnTo>
                  <a:lnTo>
                    <a:pt x="13512" y="232070"/>
                  </a:lnTo>
                  <a:lnTo>
                    <a:pt x="15675" y="236904"/>
                  </a:lnTo>
                  <a:lnTo>
                    <a:pt x="17990" y="241667"/>
                  </a:lnTo>
                  <a:lnTo>
                    <a:pt x="20454" y="246354"/>
                  </a:lnTo>
                  <a:lnTo>
                    <a:pt x="23066" y="250961"/>
                  </a:lnTo>
                  <a:lnTo>
                    <a:pt x="25823" y="255483"/>
                  </a:lnTo>
                  <a:lnTo>
                    <a:pt x="28721" y="259915"/>
                  </a:lnTo>
                  <a:lnTo>
                    <a:pt x="31758" y="264253"/>
                  </a:lnTo>
                  <a:lnTo>
                    <a:pt x="34932" y="268493"/>
                  </a:lnTo>
                  <a:lnTo>
                    <a:pt x="38238" y="272630"/>
                  </a:lnTo>
                  <a:lnTo>
                    <a:pt x="41673" y="276661"/>
                  </a:lnTo>
                  <a:lnTo>
                    <a:pt x="45234" y="280580"/>
                  </a:lnTo>
                  <a:lnTo>
                    <a:pt x="48918" y="284385"/>
                  </a:lnTo>
                  <a:lnTo>
                    <a:pt x="52720" y="288071"/>
                  </a:lnTo>
                  <a:lnTo>
                    <a:pt x="56637" y="291635"/>
                  </a:lnTo>
                  <a:lnTo>
                    <a:pt x="60665" y="295073"/>
                  </a:lnTo>
                  <a:lnTo>
                    <a:pt x="64800" y="298382"/>
                  </a:lnTo>
                  <a:lnTo>
                    <a:pt x="69038" y="301558"/>
                  </a:lnTo>
                  <a:lnTo>
                    <a:pt x="73374" y="304598"/>
                  </a:lnTo>
                  <a:lnTo>
                    <a:pt x="77804" y="307500"/>
                  </a:lnTo>
                  <a:lnTo>
                    <a:pt x="82324" y="310259"/>
                  </a:lnTo>
                  <a:lnTo>
                    <a:pt x="86930" y="312874"/>
                  </a:lnTo>
                  <a:lnTo>
                    <a:pt x="91615" y="315342"/>
                  </a:lnTo>
                  <a:lnTo>
                    <a:pt x="96377" y="317660"/>
                  </a:lnTo>
                  <a:lnTo>
                    <a:pt x="101209" y="319827"/>
                  </a:lnTo>
                  <a:lnTo>
                    <a:pt x="106108" y="321839"/>
                  </a:lnTo>
                  <a:lnTo>
                    <a:pt x="111068" y="323694"/>
                  </a:lnTo>
                  <a:lnTo>
                    <a:pt x="116084" y="325392"/>
                  </a:lnTo>
                  <a:lnTo>
                    <a:pt x="121152" y="326930"/>
                  </a:lnTo>
                  <a:lnTo>
                    <a:pt x="126265" y="328307"/>
                  </a:lnTo>
                  <a:lnTo>
                    <a:pt x="131420" y="329521"/>
                  </a:lnTo>
                  <a:lnTo>
                    <a:pt x="136611" y="330572"/>
                  </a:lnTo>
                  <a:lnTo>
                    <a:pt x="141832" y="331457"/>
                  </a:lnTo>
                  <a:lnTo>
                    <a:pt x="147079" y="332176"/>
                  </a:lnTo>
                  <a:lnTo>
                    <a:pt x="152346" y="332729"/>
                  </a:lnTo>
                  <a:lnTo>
                    <a:pt x="157627" y="333115"/>
                  </a:lnTo>
                  <a:lnTo>
                    <a:pt x="162919" y="333333"/>
                  </a:lnTo>
                  <a:lnTo>
                    <a:pt x="168214" y="333384"/>
                  </a:lnTo>
                  <a:lnTo>
                    <a:pt x="173509" y="333267"/>
                  </a:lnTo>
                  <a:lnTo>
                    <a:pt x="178797" y="332982"/>
                  </a:lnTo>
                  <a:lnTo>
                    <a:pt x="184073" y="332530"/>
                  </a:lnTo>
                  <a:lnTo>
                    <a:pt x="189333" y="331910"/>
                  </a:lnTo>
                  <a:lnTo>
                    <a:pt x="194570" y="331125"/>
                  </a:lnTo>
                  <a:lnTo>
                    <a:pt x="199780" y="330174"/>
                  </a:lnTo>
                  <a:lnTo>
                    <a:pt x="204957" y="329059"/>
                  </a:lnTo>
                  <a:lnTo>
                    <a:pt x="210096" y="327780"/>
                  </a:lnTo>
                  <a:lnTo>
                    <a:pt x="215192" y="326339"/>
                  </a:lnTo>
                  <a:lnTo>
                    <a:pt x="220240" y="324737"/>
                  </a:lnTo>
                  <a:lnTo>
                    <a:pt x="225234" y="322976"/>
                  </a:lnTo>
                  <a:lnTo>
                    <a:pt x="230170" y="321058"/>
                  </a:lnTo>
                  <a:lnTo>
                    <a:pt x="235043" y="318985"/>
                  </a:lnTo>
                  <a:lnTo>
                    <a:pt x="239848" y="316758"/>
                  </a:lnTo>
                  <a:lnTo>
                    <a:pt x="244580" y="314380"/>
                  </a:lnTo>
                  <a:lnTo>
                    <a:pt x="249235" y="311853"/>
                  </a:lnTo>
                  <a:lnTo>
                    <a:pt x="253806" y="309181"/>
                  </a:lnTo>
                  <a:lnTo>
                    <a:pt x="258291" y="306364"/>
                  </a:lnTo>
                  <a:lnTo>
                    <a:pt x="262685" y="303408"/>
                  </a:lnTo>
                  <a:lnTo>
                    <a:pt x="266982" y="300313"/>
                  </a:lnTo>
                  <a:lnTo>
                    <a:pt x="271180" y="297084"/>
                  </a:lnTo>
                  <a:lnTo>
                    <a:pt x="275273" y="293723"/>
                  </a:lnTo>
                  <a:lnTo>
                    <a:pt x="279257" y="290235"/>
                  </a:lnTo>
                  <a:lnTo>
                    <a:pt x="283129" y="286622"/>
                  </a:lnTo>
                  <a:lnTo>
                    <a:pt x="286885" y="282888"/>
                  </a:lnTo>
                  <a:lnTo>
                    <a:pt x="290520" y="279038"/>
                  </a:lnTo>
                  <a:lnTo>
                    <a:pt x="294032" y="275074"/>
                  </a:lnTo>
                  <a:lnTo>
                    <a:pt x="297416" y="271000"/>
                  </a:lnTo>
                  <a:lnTo>
                    <a:pt x="300670" y="266822"/>
                  </a:lnTo>
                  <a:lnTo>
                    <a:pt x="303790" y="262542"/>
                  </a:lnTo>
                  <a:lnTo>
                    <a:pt x="306772" y="258166"/>
                  </a:lnTo>
                  <a:lnTo>
                    <a:pt x="309615" y="253698"/>
                  </a:lnTo>
                  <a:lnTo>
                    <a:pt x="312314" y="249142"/>
                  </a:lnTo>
                  <a:lnTo>
                    <a:pt x="314868" y="244502"/>
                  </a:lnTo>
                  <a:lnTo>
                    <a:pt x="317273" y="239784"/>
                  </a:lnTo>
                  <a:lnTo>
                    <a:pt x="319528" y="234993"/>
                  </a:lnTo>
                  <a:lnTo>
                    <a:pt x="321630" y="230132"/>
                  </a:lnTo>
                  <a:lnTo>
                    <a:pt x="323577" y="225207"/>
                  </a:lnTo>
                  <a:lnTo>
                    <a:pt x="325367" y="220223"/>
                  </a:lnTo>
                  <a:lnTo>
                    <a:pt x="326998" y="215184"/>
                  </a:lnTo>
                  <a:lnTo>
                    <a:pt x="328469" y="210097"/>
                  </a:lnTo>
                  <a:lnTo>
                    <a:pt x="329778" y="204965"/>
                  </a:lnTo>
                  <a:lnTo>
                    <a:pt x="330924" y="199795"/>
                  </a:lnTo>
                  <a:lnTo>
                    <a:pt x="331905" y="194591"/>
                  </a:lnTo>
                  <a:lnTo>
                    <a:pt x="332721" y="189358"/>
                  </a:lnTo>
                  <a:lnTo>
                    <a:pt x="333371" y="184103"/>
                  </a:lnTo>
                  <a:lnTo>
                    <a:pt x="333854" y="178829"/>
                  </a:lnTo>
                  <a:lnTo>
                    <a:pt x="334170" y="173543"/>
                  </a:lnTo>
                  <a:lnTo>
                    <a:pt x="334318" y="168249"/>
                  </a:lnTo>
                  <a:lnTo>
                    <a:pt x="334298" y="162953"/>
                  </a:lnTo>
                  <a:lnTo>
                    <a:pt x="334111" y="157661"/>
                  </a:lnTo>
                  <a:lnTo>
                    <a:pt x="333756" y="152377"/>
                  </a:lnTo>
                  <a:lnTo>
                    <a:pt x="333234" y="147107"/>
                  </a:lnTo>
                  <a:lnTo>
                    <a:pt x="332545" y="141856"/>
                  </a:lnTo>
                  <a:lnTo>
                    <a:pt x="331691" y="136629"/>
                  </a:lnTo>
                  <a:lnTo>
                    <a:pt x="330671" y="131433"/>
                  </a:lnTo>
                  <a:lnTo>
                    <a:pt x="329487" y="126271"/>
                  </a:lnTo>
                  <a:lnTo>
                    <a:pt x="328140" y="121149"/>
                  </a:lnTo>
                  <a:lnTo>
                    <a:pt x="326632" y="116073"/>
                  </a:lnTo>
                  <a:lnTo>
                    <a:pt x="324963" y="111047"/>
                  </a:lnTo>
                  <a:lnTo>
                    <a:pt x="323136" y="106076"/>
                  </a:lnTo>
                  <a:lnTo>
                    <a:pt x="321153" y="101166"/>
                  </a:lnTo>
                  <a:lnTo>
                    <a:pt x="319015" y="96321"/>
                  </a:lnTo>
                  <a:lnTo>
                    <a:pt x="316725" y="91546"/>
                  </a:lnTo>
                  <a:lnTo>
                    <a:pt x="314284" y="86846"/>
                  </a:lnTo>
                  <a:lnTo>
                    <a:pt x="311696" y="82225"/>
                  </a:lnTo>
                  <a:lnTo>
                    <a:pt x="308963" y="77689"/>
                  </a:lnTo>
                  <a:lnTo>
                    <a:pt x="306088" y="73242"/>
                  </a:lnTo>
                  <a:lnTo>
                    <a:pt x="303073" y="68888"/>
                  </a:lnTo>
                  <a:lnTo>
                    <a:pt x="299922" y="64632"/>
                  </a:lnTo>
                  <a:lnTo>
                    <a:pt x="296637" y="60478"/>
                  </a:lnTo>
                  <a:lnTo>
                    <a:pt x="293223" y="56430"/>
                  </a:lnTo>
                  <a:lnTo>
                    <a:pt x="289682" y="52492"/>
                  </a:lnTo>
                  <a:lnTo>
                    <a:pt x="167163" y="1662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122518" cy="167167"/>
            </a:xfrm>
            <a:custGeom>
              <a:avLst/>
              <a:pathLst>
                <a:path w="122518" h="167167">
                  <a:moveTo>
                    <a:pt x="122518" y="53439"/>
                  </a:moveTo>
                  <a:lnTo>
                    <a:pt x="118711" y="49470"/>
                  </a:lnTo>
                  <a:lnTo>
                    <a:pt x="114774" y="45628"/>
                  </a:lnTo>
                  <a:lnTo>
                    <a:pt x="110714" y="41918"/>
                  </a:lnTo>
                  <a:lnTo>
                    <a:pt x="106534" y="38344"/>
                  </a:lnTo>
                  <a:lnTo>
                    <a:pt x="102238" y="34909"/>
                  </a:lnTo>
                  <a:lnTo>
                    <a:pt x="97832" y="31617"/>
                  </a:lnTo>
                  <a:lnTo>
                    <a:pt x="93319" y="28472"/>
                  </a:lnTo>
                  <a:lnTo>
                    <a:pt x="88706" y="25477"/>
                  </a:lnTo>
                  <a:lnTo>
                    <a:pt x="83997" y="22635"/>
                  </a:lnTo>
                  <a:lnTo>
                    <a:pt x="79197" y="19950"/>
                  </a:lnTo>
                  <a:lnTo>
                    <a:pt x="74311" y="17424"/>
                  </a:lnTo>
                  <a:lnTo>
                    <a:pt x="69344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7"/>
                  </a:lnTo>
                  <a:lnTo>
                    <a:pt x="48783" y="7276"/>
                  </a:lnTo>
                  <a:lnTo>
                    <a:pt x="43496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550" y="3707720"/>
              <a:ext cx="4198" cy="167167"/>
            </a:xfrm>
            <a:custGeom>
              <a:avLst/>
              <a:pathLst>
                <a:path w="4198" h="167167">
                  <a:moveTo>
                    <a:pt x="4198" y="0"/>
                  </a:moveTo>
                  <a:lnTo>
                    <a:pt x="0" y="52"/>
                  </a:lnTo>
                  <a:lnTo>
                    <a:pt x="41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5" y="3707773"/>
              <a:ext cx="334330" cy="334271"/>
            </a:xfrm>
            <a:custGeom>
              <a:avLst/>
              <a:pathLst>
                <a:path w="334330" h="334271">
                  <a:moveTo>
                    <a:pt x="162965" y="0"/>
                  </a:moveTo>
                  <a:lnTo>
                    <a:pt x="157672" y="216"/>
                  </a:lnTo>
                  <a:lnTo>
                    <a:pt x="152390" y="601"/>
                  </a:lnTo>
                  <a:lnTo>
                    <a:pt x="147122" y="1152"/>
                  </a:lnTo>
                  <a:lnTo>
                    <a:pt x="141874" y="1871"/>
                  </a:lnTo>
                  <a:lnTo>
                    <a:pt x="136652" y="2755"/>
                  </a:lnTo>
                  <a:lnTo>
                    <a:pt x="131460" y="3804"/>
                  </a:lnTo>
                  <a:lnTo>
                    <a:pt x="126304" y="5017"/>
                  </a:lnTo>
                  <a:lnTo>
                    <a:pt x="121190" y="6393"/>
                  </a:lnTo>
                  <a:lnTo>
                    <a:pt x="116121" y="7930"/>
                  </a:lnTo>
                  <a:lnTo>
                    <a:pt x="111103" y="9627"/>
                  </a:lnTo>
                  <a:lnTo>
                    <a:pt x="106142" y="11482"/>
                  </a:lnTo>
                  <a:lnTo>
                    <a:pt x="101242" y="13493"/>
                  </a:lnTo>
                  <a:lnTo>
                    <a:pt x="96409" y="15659"/>
                  </a:lnTo>
                  <a:lnTo>
                    <a:pt x="91646" y="17976"/>
                  </a:lnTo>
                  <a:lnTo>
                    <a:pt x="86959" y="20444"/>
                  </a:lnTo>
                  <a:lnTo>
                    <a:pt x="82353" y="23058"/>
                  </a:lnTo>
                  <a:lnTo>
                    <a:pt x="77831" y="25817"/>
                  </a:lnTo>
                  <a:lnTo>
                    <a:pt x="73400" y="28718"/>
                  </a:lnTo>
                  <a:lnTo>
                    <a:pt x="69063" y="31758"/>
                  </a:lnTo>
                  <a:lnTo>
                    <a:pt x="64824" y="34934"/>
                  </a:lnTo>
                  <a:lnTo>
                    <a:pt x="60687" y="38242"/>
                  </a:lnTo>
                  <a:lnTo>
                    <a:pt x="56658" y="41680"/>
                  </a:lnTo>
                  <a:lnTo>
                    <a:pt x="52740" y="45244"/>
                  </a:lnTo>
                  <a:lnTo>
                    <a:pt x="48936" y="48930"/>
                  </a:lnTo>
                  <a:lnTo>
                    <a:pt x="45252" y="52735"/>
                  </a:lnTo>
                  <a:lnTo>
                    <a:pt x="41689" y="56655"/>
                  </a:lnTo>
                  <a:lnTo>
                    <a:pt x="38253" y="60685"/>
                  </a:lnTo>
                  <a:lnTo>
                    <a:pt x="34946" y="64823"/>
                  </a:lnTo>
                  <a:lnTo>
                    <a:pt x="31771" y="69063"/>
                  </a:lnTo>
                  <a:lnTo>
                    <a:pt x="28733" y="73401"/>
                  </a:lnTo>
                  <a:lnTo>
                    <a:pt x="25834" y="77834"/>
                  </a:lnTo>
                  <a:lnTo>
                    <a:pt x="23076" y="82356"/>
                  </a:lnTo>
                  <a:lnTo>
                    <a:pt x="20463" y="86963"/>
                  </a:lnTo>
                  <a:lnTo>
                    <a:pt x="17998" y="91651"/>
                  </a:lnTo>
                  <a:lnTo>
                    <a:pt x="15682" y="96415"/>
                  </a:lnTo>
                  <a:lnTo>
                    <a:pt x="13518" y="101249"/>
                  </a:lnTo>
                  <a:lnTo>
                    <a:pt x="11509" y="106150"/>
                  </a:lnTo>
                  <a:lnTo>
                    <a:pt x="9655" y="111112"/>
                  </a:lnTo>
                  <a:lnTo>
                    <a:pt x="7960" y="116130"/>
                  </a:lnTo>
                  <a:lnTo>
                    <a:pt x="6425" y="121199"/>
                  </a:lnTo>
                  <a:lnTo>
                    <a:pt x="5051" y="126314"/>
                  </a:lnTo>
                  <a:lnTo>
                    <a:pt x="3840" y="131471"/>
                  </a:lnTo>
                  <a:lnTo>
                    <a:pt x="2792" y="136663"/>
                  </a:lnTo>
                  <a:lnTo>
                    <a:pt x="1910" y="141885"/>
                  </a:lnTo>
                  <a:lnTo>
                    <a:pt x="1194" y="147133"/>
                  </a:lnTo>
                  <a:lnTo>
                    <a:pt x="644" y="152401"/>
                  </a:lnTo>
                  <a:lnTo>
                    <a:pt x="262" y="157684"/>
                  </a:lnTo>
                  <a:lnTo>
                    <a:pt x="47" y="162976"/>
                  </a:lnTo>
                  <a:lnTo>
                    <a:pt x="0" y="168273"/>
                  </a:lnTo>
                  <a:lnTo>
                    <a:pt x="120" y="173568"/>
                  </a:lnTo>
                  <a:lnTo>
                    <a:pt x="408" y="178857"/>
                  </a:lnTo>
                  <a:lnTo>
                    <a:pt x="864" y="184134"/>
                  </a:lnTo>
                  <a:lnTo>
                    <a:pt x="1487" y="189394"/>
                  </a:lnTo>
                  <a:lnTo>
                    <a:pt x="2276" y="194631"/>
                  </a:lnTo>
                  <a:lnTo>
                    <a:pt x="3230" y="199841"/>
                  </a:lnTo>
                  <a:lnTo>
                    <a:pt x="4349" y="205018"/>
                  </a:lnTo>
                  <a:lnTo>
                    <a:pt x="5632" y="210157"/>
                  </a:lnTo>
                  <a:lnTo>
                    <a:pt x="7077" y="215253"/>
                  </a:lnTo>
                  <a:lnTo>
                    <a:pt x="8682" y="220300"/>
                  </a:lnTo>
                  <a:lnTo>
                    <a:pt x="10447" y="225294"/>
                  </a:lnTo>
                  <a:lnTo>
                    <a:pt x="12368" y="230230"/>
                  </a:lnTo>
                  <a:lnTo>
                    <a:pt x="14446" y="235102"/>
                  </a:lnTo>
                  <a:lnTo>
                    <a:pt x="16676" y="239906"/>
                  </a:lnTo>
                  <a:lnTo>
                    <a:pt x="19058" y="244637"/>
                  </a:lnTo>
                  <a:lnTo>
                    <a:pt x="21588" y="249291"/>
                  </a:lnTo>
                  <a:lnTo>
                    <a:pt x="24265" y="253861"/>
                  </a:lnTo>
                  <a:lnTo>
                    <a:pt x="27085" y="258345"/>
                  </a:lnTo>
                  <a:lnTo>
                    <a:pt x="30045" y="262737"/>
                  </a:lnTo>
                  <a:lnTo>
                    <a:pt x="33143" y="267033"/>
                  </a:lnTo>
                  <a:lnTo>
                    <a:pt x="36376" y="271228"/>
                  </a:lnTo>
                  <a:lnTo>
                    <a:pt x="39740" y="275320"/>
                  </a:lnTo>
                  <a:lnTo>
                    <a:pt x="43232" y="279302"/>
                  </a:lnTo>
                  <a:lnTo>
                    <a:pt x="46849" y="283172"/>
                  </a:lnTo>
                  <a:lnTo>
                    <a:pt x="50586" y="286925"/>
                  </a:lnTo>
                  <a:lnTo>
                    <a:pt x="54440" y="290558"/>
                  </a:lnTo>
                  <a:lnTo>
                    <a:pt x="58407" y="294068"/>
                  </a:lnTo>
                  <a:lnTo>
                    <a:pt x="62484" y="297449"/>
                  </a:lnTo>
                  <a:lnTo>
                    <a:pt x="66665" y="300700"/>
                  </a:lnTo>
                  <a:lnTo>
                    <a:pt x="70948" y="303817"/>
                  </a:lnTo>
                  <a:lnTo>
                    <a:pt x="75327" y="306796"/>
                  </a:lnTo>
                  <a:lnTo>
                    <a:pt x="79798" y="309636"/>
                  </a:lnTo>
                  <a:lnTo>
                    <a:pt x="84357" y="312332"/>
                  </a:lnTo>
                  <a:lnTo>
                    <a:pt x="89000" y="314882"/>
                  </a:lnTo>
                  <a:lnTo>
                    <a:pt x="93720" y="317285"/>
                  </a:lnTo>
                  <a:lnTo>
                    <a:pt x="98515" y="319536"/>
                  </a:lnTo>
                  <a:lnTo>
                    <a:pt x="103378" y="321634"/>
                  </a:lnTo>
                  <a:lnTo>
                    <a:pt x="108305" y="323577"/>
                  </a:lnTo>
                  <a:lnTo>
                    <a:pt x="113292" y="325363"/>
                  </a:lnTo>
                  <a:lnTo>
                    <a:pt x="118332" y="326991"/>
                  </a:lnTo>
                  <a:lnTo>
                    <a:pt x="123422" y="328457"/>
                  </a:lnTo>
                  <a:lnTo>
                    <a:pt x="128555" y="329762"/>
                  </a:lnTo>
                  <a:lnTo>
                    <a:pt x="133727" y="330904"/>
                  </a:lnTo>
                  <a:lnTo>
                    <a:pt x="138933" y="331881"/>
                  </a:lnTo>
                  <a:lnTo>
                    <a:pt x="144167" y="332692"/>
                  </a:lnTo>
                  <a:lnTo>
                    <a:pt x="149424" y="333338"/>
                  </a:lnTo>
                  <a:lnTo>
                    <a:pt x="154699" y="333816"/>
                  </a:lnTo>
                  <a:lnTo>
                    <a:pt x="159987" y="334128"/>
                  </a:lnTo>
                  <a:lnTo>
                    <a:pt x="165281" y="334271"/>
                  </a:lnTo>
                  <a:lnTo>
                    <a:pt x="170578" y="334247"/>
                  </a:lnTo>
                  <a:lnTo>
                    <a:pt x="175871" y="334055"/>
                  </a:lnTo>
                  <a:lnTo>
                    <a:pt x="181155" y="333695"/>
                  </a:lnTo>
                  <a:lnTo>
                    <a:pt x="186426" y="333168"/>
                  </a:lnTo>
                  <a:lnTo>
                    <a:pt x="191677" y="332475"/>
                  </a:lnTo>
                  <a:lnTo>
                    <a:pt x="196903" y="331615"/>
                  </a:lnTo>
                  <a:lnTo>
                    <a:pt x="202100" y="330590"/>
                  </a:lnTo>
                  <a:lnTo>
                    <a:pt x="207261" y="329401"/>
                  </a:lnTo>
                  <a:lnTo>
                    <a:pt x="212382" y="328049"/>
                  </a:lnTo>
                  <a:lnTo>
                    <a:pt x="217458" y="326536"/>
                  </a:lnTo>
                  <a:lnTo>
                    <a:pt x="222484" y="324863"/>
                  </a:lnTo>
                  <a:lnTo>
                    <a:pt x="227453" y="323031"/>
                  </a:lnTo>
                  <a:lnTo>
                    <a:pt x="232363" y="321043"/>
                  </a:lnTo>
                  <a:lnTo>
                    <a:pt x="237206" y="318900"/>
                  </a:lnTo>
                  <a:lnTo>
                    <a:pt x="241980" y="316605"/>
                  </a:lnTo>
                  <a:lnTo>
                    <a:pt x="246678" y="314159"/>
                  </a:lnTo>
                  <a:lnTo>
                    <a:pt x="251297" y="311566"/>
                  </a:lnTo>
                  <a:lnTo>
                    <a:pt x="255831" y="308828"/>
                  </a:lnTo>
                  <a:lnTo>
                    <a:pt x="260276" y="305948"/>
                  </a:lnTo>
                  <a:lnTo>
                    <a:pt x="264628" y="302929"/>
                  </a:lnTo>
                  <a:lnTo>
                    <a:pt x="268881" y="299773"/>
                  </a:lnTo>
                  <a:lnTo>
                    <a:pt x="273033" y="296484"/>
                  </a:lnTo>
                  <a:lnTo>
                    <a:pt x="277078" y="293065"/>
                  </a:lnTo>
                  <a:lnTo>
                    <a:pt x="281013" y="289519"/>
                  </a:lnTo>
                  <a:lnTo>
                    <a:pt x="284834" y="285851"/>
                  </a:lnTo>
                  <a:lnTo>
                    <a:pt x="288537" y="282064"/>
                  </a:lnTo>
                  <a:lnTo>
                    <a:pt x="292117" y="278161"/>
                  </a:lnTo>
                  <a:lnTo>
                    <a:pt x="295573" y="274146"/>
                  </a:lnTo>
                  <a:lnTo>
                    <a:pt x="298899" y="270024"/>
                  </a:lnTo>
                  <a:lnTo>
                    <a:pt x="302093" y="265799"/>
                  </a:lnTo>
                  <a:lnTo>
                    <a:pt x="305152" y="261475"/>
                  </a:lnTo>
                  <a:lnTo>
                    <a:pt x="308072" y="257056"/>
                  </a:lnTo>
                  <a:lnTo>
                    <a:pt x="310851" y="252547"/>
                  </a:lnTo>
                  <a:lnTo>
                    <a:pt x="313485" y="247952"/>
                  </a:lnTo>
                  <a:lnTo>
                    <a:pt x="315973" y="243276"/>
                  </a:lnTo>
                  <a:lnTo>
                    <a:pt x="318311" y="238523"/>
                  </a:lnTo>
                  <a:lnTo>
                    <a:pt x="320497" y="233699"/>
                  </a:lnTo>
                  <a:lnTo>
                    <a:pt x="322530" y="228808"/>
                  </a:lnTo>
                  <a:lnTo>
                    <a:pt x="324406" y="223855"/>
                  </a:lnTo>
                  <a:lnTo>
                    <a:pt x="326125" y="218845"/>
                  </a:lnTo>
                  <a:lnTo>
                    <a:pt x="327684" y="213783"/>
                  </a:lnTo>
                  <a:lnTo>
                    <a:pt x="329082" y="208674"/>
                  </a:lnTo>
                  <a:lnTo>
                    <a:pt x="330317" y="203523"/>
                  </a:lnTo>
                  <a:lnTo>
                    <a:pt x="331389" y="198336"/>
                  </a:lnTo>
                  <a:lnTo>
                    <a:pt x="332296" y="193118"/>
                  </a:lnTo>
                  <a:lnTo>
                    <a:pt x="333036" y="187873"/>
                  </a:lnTo>
                  <a:lnTo>
                    <a:pt x="333611" y="182608"/>
                  </a:lnTo>
                  <a:lnTo>
                    <a:pt x="334018" y="177327"/>
                  </a:lnTo>
                  <a:lnTo>
                    <a:pt x="334258" y="172036"/>
                  </a:lnTo>
                  <a:lnTo>
                    <a:pt x="334330" y="166739"/>
                  </a:lnTo>
                  <a:lnTo>
                    <a:pt x="334234" y="161444"/>
                  </a:lnTo>
                  <a:lnTo>
                    <a:pt x="333971" y="156154"/>
                  </a:lnTo>
                  <a:lnTo>
                    <a:pt x="333540" y="150875"/>
                  </a:lnTo>
                  <a:lnTo>
                    <a:pt x="332942" y="145612"/>
                  </a:lnTo>
                  <a:lnTo>
                    <a:pt x="332177" y="140371"/>
                  </a:lnTo>
                  <a:lnTo>
                    <a:pt x="331247" y="135156"/>
                  </a:lnTo>
                  <a:lnTo>
                    <a:pt x="330152" y="129974"/>
                  </a:lnTo>
                  <a:lnTo>
                    <a:pt x="328894" y="124829"/>
                  </a:lnTo>
                  <a:lnTo>
                    <a:pt x="327473" y="119727"/>
                  </a:lnTo>
                  <a:lnTo>
                    <a:pt x="325891" y="114672"/>
                  </a:lnTo>
                  <a:lnTo>
                    <a:pt x="324150" y="109669"/>
                  </a:lnTo>
                  <a:lnTo>
                    <a:pt x="322252" y="104725"/>
                  </a:lnTo>
                  <a:lnTo>
                    <a:pt x="320197" y="99843"/>
                  </a:lnTo>
                  <a:lnTo>
                    <a:pt x="317989" y="95028"/>
                  </a:lnTo>
                  <a:lnTo>
                    <a:pt x="315630" y="90286"/>
                  </a:lnTo>
                  <a:lnTo>
                    <a:pt x="313121" y="85621"/>
                  </a:lnTo>
                  <a:lnTo>
                    <a:pt x="310466" y="81038"/>
                  </a:lnTo>
                  <a:lnTo>
                    <a:pt x="307667" y="76541"/>
                  </a:lnTo>
                  <a:lnTo>
                    <a:pt x="304727" y="72136"/>
                  </a:lnTo>
                  <a:lnTo>
                    <a:pt x="301649" y="67825"/>
                  </a:lnTo>
                  <a:lnTo>
                    <a:pt x="298436" y="63614"/>
                  </a:lnTo>
                  <a:lnTo>
                    <a:pt x="295092" y="59507"/>
                  </a:lnTo>
                  <a:lnTo>
                    <a:pt x="291618" y="55509"/>
                  </a:lnTo>
                  <a:lnTo>
                    <a:pt x="288020" y="51622"/>
                  </a:lnTo>
                  <a:lnTo>
                    <a:pt x="284301" y="47851"/>
                  </a:lnTo>
                  <a:lnTo>
                    <a:pt x="280463" y="44200"/>
                  </a:lnTo>
                  <a:lnTo>
                    <a:pt x="276513" y="40672"/>
                  </a:lnTo>
                  <a:lnTo>
                    <a:pt x="272452" y="37271"/>
                  </a:lnTo>
                  <a:lnTo>
                    <a:pt x="268286" y="34001"/>
                  </a:lnTo>
                  <a:lnTo>
                    <a:pt x="264018" y="30864"/>
                  </a:lnTo>
                  <a:lnTo>
                    <a:pt x="259653" y="27864"/>
                  </a:lnTo>
                  <a:lnTo>
                    <a:pt x="255195" y="25004"/>
                  </a:lnTo>
                  <a:lnTo>
                    <a:pt x="250648" y="22286"/>
                  </a:lnTo>
                  <a:lnTo>
                    <a:pt x="246018" y="19714"/>
                  </a:lnTo>
                  <a:lnTo>
                    <a:pt x="241309" y="17290"/>
                  </a:lnTo>
                  <a:lnTo>
                    <a:pt x="236525" y="15016"/>
                  </a:lnTo>
                  <a:lnTo>
                    <a:pt x="231672" y="12895"/>
                  </a:lnTo>
                  <a:lnTo>
                    <a:pt x="226754" y="10929"/>
                  </a:lnTo>
                  <a:lnTo>
                    <a:pt x="221776" y="9119"/>
                  </a:lnTo>
                  <a:lnTo>
                    <a:pt x="167163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54612" cy="167167"/>
            </a:xfrm>
            <a:custGeom>
              <a:avLst/>
              <a:pathLst>
                <a:path w="54612" h="167167">
                  <a:moveTo>
                    <a:pt x="54612" y="9172"/>
                  </a:moveTo>
                  <a:lnTo>
                    <a:pt x="48734" y="7261"/>
                  </a:lnTo>
                  <a:lnTo>
                    <a:pt x="42789" y="5569"/>
                  </a:lnTo>
                  <a:lnTo>
                    <a:pt x="36785" y="4097"/>
                  </a:lnTo>
                  <a:lnTo>
                    <a:pt x="30731" y="2849"/>
                  </a:lnTo>
                  <a:lnTo>
                    <a:pt x="24636" y="1825"/>
                  </a:lnTo>
                  <a:lnTo>
                    <a:pt x="18506" y="1027"/>
                  </a:lnTo>
                  <a:lnTo>
                    <a:pt x="12351" y="456"/>
                  </a:lnTo>
                  <a:lnTo>
                    <a:pt x="6180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089" y="4213821"/>
              <a:ext cx="4198" cy="167167"/>
            </a:xfrm>
            <a:custGeom>
              <a:avLst/>
              <a:pathLst>
                <a:path w="4198" h="167167">
                  <a:moveTo>
                    <a:pt x="4198" y="0"/>
                  </a:moveTo>
                  <a:lnTo>
                    <a:pt x="0" y="52"/>
                  </a:lnTo>
                  <a:lnTo>
                    <a:pt x="41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4" y="4213874"/>
              <a:ext cx="334330" cy="334271"/>
            </a:xfrm>
            <a:custGeom>
              <a:avLst/>
              <a:pathLst>
                <a:path w="334330" h="334271">
                  <a:moveTo>
                    <a:pt x="162965" y="0"/>
                  </a:moveTo>
                  <a:lnTo>
                    <a:pt x="157672" y="216"/>
                  </a:lnTo>
                  <a:lnTo>
                    <a:pt x="152390" y="601"/>
                  </a:lnTo>
                  <a:lnTo>
                    <a:pt x="147122" y="1152"/>
                  </a:lnTo>
                  <a:lnTo>
                    <a:pt x="141874" y="1871"/>
                  </a:lnTo>
                  <a:lnTo>
                    <a:pt x="136652" y="2755"/>
                  </a:lnTo>
                  <a:lnTo>
                    <a:pt x="131460" y="3804"/>
                  </a:lnTo>
                  <a:lnTo>
                    <a:pt x="126304" y="5017"/>
                  </a:lnTo>
                  <a:lnTo>
                    <a:pt x="121190" y="6393"/>
                  </a:lnTo>
                  <a:lnTo>
                    <a:pt x="116121" y="7930"/>
                  </a:lnTo>
                  <a:lnTo>
                    <a:pt x="111103" y="9627"/>
                  </a:lnTo>
                  <a:lnTo>
                    <a:pt x="106142" y="11482"/>
                  </a:lnTo>
                  <a:lnTo>
                    <a:pt x="101242" y="13493"/>
                  </a:lnTo>
                  <a:lnTo>
                    <a:pt x="96409" y="15659"/>
                  </a:lnTo>
                  <a:lnTo>
                    <a:pt x="91646" y="17976"/>
                  </a:lnTo>
                  <a:lnTo>
                    <a:pt x="86959" y="20444"/>
                  </a:lnTo>
                  <a:lnTo>
                    <a:pt x="82353" y="23058"/>
                  </a:lnTo>
                  <a:lnTo>
                    <a:pt x="77831" y="25817"/>
                  </a:lnTo>
                  <a:lnTo>
                    <a:pt x="73400" y="28718"/>
                  </a:lnTo>
                  <a:lnTo>
                    <a:pt x="69063" y="31758"/>
                  </a:lnTo>
                  <a:lnTo>
                    <a:pt x="64824" y="34934"/>
                  </a:lnTo>
                  <a:lnTo>
                    <a:pt x="60687" y="38242"/>
                  </a:lnTo>
                  <a:lnTo>
                    <a:pt x="56658" y="41680"/>
                  </a:lnTo>
                  <a:lnTo>
                    <a:pt x="52740" y="45244"/>
                  </a:lnTo>
                  <a:lnTo>
                    <a:pt x="48936" y="48930"/>
                  </a:lnTo>
                  <a:lnTo>
                    <a:pt x="45252" y="52735"/>
                  </a:lnTo>
                  <a:lnTo>
                    <a:pt x="41689" y="56655"/>
                  </a:lnTo>
                  <a:lnTo>
                    <a:pt x="38253" y="60685"/>
                  </a:lnTo>
                  <a:lnTo>
                    <a:pt x="34946" y="64823"/>
                  </a:lnTo>
                  <a:lnTo>
                    <a:pt x="31771" y="69063"/>
                  </a:lnTo>
                  <a:lnTo>
                    <a:pt x="28733" y="73401"/>
                  </a:lnTo>
                  <a:lnTo>
                    <a:pt x="25834" y="77834"/>
                  </a:lnTo>
                  <a:lnTo>
                    <a:pt x="23076" y="82356"/>
                  </a:lnTo>
                  <a:lnTo>
                    <a:pt x="20463" y="86963"/>
                  </a:lnTo>
                  <a:lnTo>
                    <a:pt x="17998" y="91651"/>
                  </a:lnTo>
                  <a:lnTo>
                    <a:pt x="15682" y="96415"/>
                  </a:lnTo>
                  <a:lnTo>
                    <a:pt x="13518" y="101249"/>
                  </a:lnTo>
                  <a:lnTo>
                    <a:pt x="11509" y="106150"/>
                  </a:lnTo>
                  <a:lnTo>
                    <a:pt x="9655" y="111112"/>
                  </a:lnTo>
                  <a:lnTo>
                    <a:pt x="7960" y="116130"/>
                  </a:lnTo>
                  <a:lnTo>
                    <a:pt x="6425" y="121199"/>
                  </a:lnTo>
                  <a:lnTo>
                    <a:pt x="5051" y="126314"/>
                  </a:lnTo>
                  <a:lnTo>
                    <a:pt x="3840" y="131471"/>
                  </a:lnTo>
                  <a:lnTo>
                    <a:pt x="2792" y="136663"/>
                  </a:lnTo>
                  <a:lnTo>
                    <a:pt x="1910" y="141885"/>
                  </a:lnTo>
                  <a:lnTo>
                    <a:pt x="1194" y="147133"/>
                  </a:lnTo>
                  <a:lnTo>
                    <a:pt x="644" y="152401"/>
                  </a:lnTo>
                  <a:lnTo>
                    <a:pt x="262" y="157684"/>
                  </a:lnTo>
                  <a:lnTo>
                    <a:pt x="47" y="162976"/>
                  </a:lnTo>
                  <a:lnTo>
                    <a:pt x="0" y="168273"/>
                  </a:lnTo>
                  <a:lnTo>
                    <a:pt x="120" y="173568"/>
                  </a:lnTo>
                  <a:lnTo>
                    <a:pt x="408" y="178857"/>
                  </a:lnTo>
                  <a:lnTo>
                    <a:pt x="864" y="184134"/>
                  </a:lnTo>
                  <a:lnTo>
                    <a:pt x="1487" y="189394"/>
                  </a:lnTo>
                  <a:lnTo>
                    <a:pt x="2276" y="194631"/>
                  </a:lnTo>
                  <a:lnTo>
                    <a:pt x="3230" y="199841"/>
                  </a:lnTo>
                  <a:lnTo>
                    <a:pt x="4349" y="205018"/>
                  </a:lnTo>
                  <a:lnTo>
                    <a:pt x="5632" y="210157"/>
                  </a:lnTo>
                  <a:lnTo>
                    <a:pt x="7077" y="215253"/>
                  </a:lnTo>
                  <a:lnTo>
                    <a:pt x="8682" y="220300"/>
                  </a:lnTo>
                  <a:lnTo>
                    <a:pt x="10447" y="225294"/>
                  </a:lnTo>
                  <a:lnTo>
                    <a:pt x="12368" y="230230"/>
                  </a:lnTo>
                  <a:lnTo>
                    <a:pt x="14446" y="235102"/>
                  </a:lnTo>
                  <a:lnTo>
                    <a:pt x="16676" y="239906"/>
                  </a:lnTo>
                  <a:lnTo>
                    <a:pt x="19058" y="244637"/>
                  </a:lnTo>
                  <a:lnTo>
                    <a:pt x="21588" y="249291"/>
                  </a:lnTo>
                  <a:lnTo>
                    <a:pt x="24265" y="253861"/>
                  </a:lnTo>
                  <a:lnTo>
                    <a:pt x="27085" y="258345"/>
                  </a:lnTo>
                  <a:lnTo>
                    <a:pt x="30045" y="262737"/>
                  </a:lnTo>
                  <a:lnTo>
                    <a:pt x="33143" y="267033"/>
                  </a:lnTo>
                  <a:lnTo>
                    <a:pt x="36376" y="271228"/>
                  </a:lnTo>
                  <a:lnTo>
                    <a:pt x="39740" y="275320"/>
                  </a:lnTo>
                  <a:lnTo>
                    <a:pt x="43232" y="279302"/>
                  </a:lnTo>
                  <a:lnTo>
                    <a:pt x="46849" y="283172"/>
                  </a:lnTo>
                  <a:lnTo>
                    <a:pt x="50586" y="286925"/>
                  </a:lnTo>
                  <a:lnTo>
                    <a:pt x="54440" y="290558"/>
                  </a:lnTo>
                  <a:lnTo>
                    <a:pt x="58407" y="294068"/>
                  </a:lnTo>
                  <a:lnTo>
                    <a:pt x="62484" y="297449"/>
                  </a:lnTo>
                  <a:lnTo>
                    <a:pt x="66665" y="300700"/>
                  </a:lnTo>
                  <a:lnTo>
                    <a:pt x="70948" y="303817"/>
                  </a:lnTo>
                  <a:lnTo>
                    <a:pt x="75327" y="306796"/>
                  </a:lnTo>
                  <a:lnTo>
                    <a:pt x="79798" y="309636"/>
                  </a:lnTo>
                  <a:lnTo>
                    <a:pt x="84357" y="312332"/>
                  </a:lnTo>
                  <a:lnTo>
                    <a:pt x="89000" y="314882"/>
                  </a:lnTo>
                  <a:lnTo>
                    <a:pt x="93720" y="317285"/>
                  </a:lnTo>
                  <a:lnTo>
                    <a:pt x="98515" y="319536"/>
                  </a:lnTo>
                  <a:lnTo>
                    <a:pt x="103378" y="321634"/>
                  </a:lnTo>
                  <a:lnTo>
                    <a:pt x="108305" y="323577"/>
                  </a:lnTo>
                  <a:lnTo>
                    <a:pt x="113292" y="325363"/>
                  </a:lnTo>
                  <a:lnTo>
                    <a:pt x="118332" y="326991"/>
                  </a:lnTo>
                  <a:lnTo>
                    <a:pt x="123422" y="328457"/>
                  </a:lnTo>
                  <a:lnTo>
                    <a:pt x="128555" y="329762"/>
                  </a:lnTo>
                  <a:lnTo>
                    <a:pt x="133727" y="330904"/>
                  </a:lnTo>
                  <a:lnTo>
                    <a:pt x="138933" y="331881"/>
                  </a:lnTo>
                  <a:lnTo>
                    <a:pt x="144167" y="332692"/>
                  </a:lnTo>
                  <a:lnTo>
                    <a:pt x="149424" y="333338"/>
                  </a:lnTo>
                  <a:lnTo>
                    <a:pt x="154699" y="333816"/>
                  </a:lnTo>
                  <a:lnTo>
                    <a:pt x="159987" y="334128"/>
                  </a:lnTo>
                  <a:lnTo>
                    <a:pt x="165281" y="334271"/>
                  </a:lnTo>
                  <a:lnTo>
                    <a:pt x="170578" y="334247"/>
                  </a:lnTo>
                  <a:lnTo>
                    <a:pt x="175871" y="334055"/>
                  </a:lnTo>
                  <a:lnTo>
                    <a:pt x="181155" y="333695"/>
                  </a:lnTo>
                  <a:lnTo>
                    <a:pt x="186426" y="333168"/>
                  </a:lnTo>
                  <a:lnTo>
                    <a:pt x="191677" y="332475"/>
                  </a:lnTo>
                  <a:lnTo>
                    <a:pt x="196903" y="331615"/>
                  </a:lnTo>
                  <a:lnTo>
                    <a:pt x="202100" y="330590"/>
                  </a:lnTo>
                  <a:lnTo>
                    <a:pt x="207261" y="329401"/>
                  </a:lnTo>
                  <a:lnTo>
                    <a:pt x="212382" y="328049"/>
                  </a:lnTo>
                  <a:lnTo>
                    <a:pt x="217458" y="326536"/>
                  </a:lnTo>
                  <a:lnTo>
                    <a:pt x="222484" y="324863"/>
                  </a:lnTo>
                  <a:lnTo>
                    <a:pt x="227453" y="323031"/>
                  </a:lnTo>
                  <a:lnTo>
                    <a:pt x="232363" y="321043"/>
                  </a:lnTo>
                  <a:lnTo>
                    <a:pt x="237206" y="318900"/>
                  </a:lnTo>
                  <a:lnTo>
                    <a:pt x="241980" y="316605"/>
                  </a:lnTo>
                  <a:lnTo>
                    <a:pt x="246678" y="314159"/>
                  </a:lnTo>
                  <a:lnTo>
                    <a:pt x="251297" y="311566"/>
                  </a:lnTo>
                  <a:lnTo>
                    <a:pt x="255831" y="308828"/>
                  </a:lnTo>
                  <a:lnTo>
                    <a:pt x="260276" y="305948"/>
                  </a:lnTo>
                  <a:lnTo>
                    <a:pt x="264628" y="302929"/>
                  </a:lnTo>
                  <a:lnTo>
                    <a:pt x="268881" y="299773"/>
                  </a:lnTo>
                  <a:lnTo>
                    <a:pt x="273033" y="296484"/>
                  </a:lnTo>
                  <a:lnTo>
                    <a:pt x="277078" y="293065"/>
                  </a:lnTo>
                  <a:lnTo>
                    <a:pt x="281013" y="289519"/>
                  </a:lnTo>
                  <a:lnTo>
                    <a:pt x="284834" y="285851"/>
                  </a:lnTo>
                  <a:lnTo>
                    <a:pt x="288537" y="282064"/>
                  </a:lnTo>
                  <a:lnTo>
                    <a:pt x="292117" y="278161"/>
                  </a:lnTo>
                  <a:lnTo>
                    <a:pt x="295573" y="274146"/>
                  </a:lnTo>
                  <a:lnTo>
                    <a:pt x="298899" y="270024"/>
                  </a:lnTo>
                  <a:lnTo>
                    <a:pt x="302093" y="265799"/>
                  </a:lnTo>
                  <a:lnTo>
                    <a:pt x="305152" y="261475"/>
                  </a:lnTo>
                  <a:lnTo>
                    <a:pt x="308072" y="257056"/>
                  </a:lnTo>
                  <a:lnTo>
                    <a:pt x="310851" y="252547"/>
                  </a:lnTo>
                  <a:lnTo>
                    <a:pt x="313485" y="247952"/>
                  </a:lnTo>
                  <a:lnTo>
                    <a:pt x="315973" y="243276"/>
                  </a:lnTo>
                  <a:lnTo>
                    <a:pt x="318311" y="238523"/>
                  </a:lnTo>
                  <a:lnTo>
                    <a:pt x="320497" y="233699"/>
                  </a:lnTo>
                  <a:lnTo>
                    <a:pt x="322530" y="228808"/>
                  </a:lnTo>
                  <a:lnTo>
                    <a:pt x="324406" y="223855"/>
                  </a:lnTo>
                  <a:lnTo>
                    <a:pt x="326125" y="218845"/>
                  </a:lnTo>
                  <a:lnTo>
                    <a:pt x="327684" y="213783"/>
                  </a:lnTo>
                  <a:lnTo>
                    <a:pt x="329082" y="208674"/>
                  </a:lnTo>
                  <a:lnTo>
                    <a:pt x="330317" y="203523"/>
                  </a:lnTo>
                  <a:lnTo>
                    <a:pt x="331389" y="198336"/>
                  </a:lnTo>
                  <a:lnTo>
                    <a:pt x="332296" y="193118"/>
                  </a:lnTo>
                  <a:lnTo>
                    <a:pt x="333036" y="187873"/>
                  </a:lnTo>
                  <a:lnTo>
                    <a:pt x="333611" y="182608"/>
                  </a:lnTo>
                  <a:lnTo>
                    <a:pt x="334018" y="177327"/>
                  </a:lnTo>
                  <a:lnTo>
                    <a:pt x="334258" y="172036"/>
                  </a:lnTo>
                  <a:lnTo>
                    <a:pt x="334330" y="166739"/>
                  </a:lnTo>
                  <a:lnTo>
                    <a:pt x="334234" y="161444"/>
                  </a:lnTo>
                  <a:lnTo>
                    <a:pt x="333971" y="156154"/>
                  </a:lnTo>
                  <a:lnTo>
                    <a:pt x="333540" y="150875"/>
                  </a:lnTo>
                  <a:lnTo>
                    <a:pt x="332942" y="145612"/>
                  </a:lnTo>
                  <a:lnTo>
                    <a:pt x="332177" y="140371"/>
                  </a:lnTo>
                  <a:lnTo>
                    <a:pt x="331247" y="135156"/>
                  </a:lnTo>
                  <a:lnTo>
                    <a:pt x="330152" y="129974"/>
                  </a:lnTo>
                  <a:lnTo>
                    <a:pt x="328894" y="124829"/>
                  </a:lnTo>
                  <a:lnTo>
                    <a:pt x="327473" y="119727"/>
                  </a:lnTo>
                  <a:lnTo>
                    <a:pt x="325891" y="114672"/>
                  </a:lnTo>
                  <a:lnTo>
                    <a:pt x="324150" y="109669"/>
                  </a:lnTo>
                  <a:lnTo>
                    <a:pt x="322252" y="104725"/>
                  </a:lnTo>
                  <a:lnTo>
                    <a:pt x="320197" y="99843"/>
                  </a:lnTo>
                  <a:lnTo>
                    <a:pt x="317989" y="95028"/>
                  </a:lnTo>
                  <a:lnTo>
                    <a:pt x="315630" y="90286"/>
                  </a:lnTo>
                  <a:lnTo>
                    <a:pt x="313121" y="85621"/>
                  </a:lnTo>
                  <a:lnTo>
                    <a:pt x="310466" y="81038"/>
                  </a:lnTo>
                  <a:lnTo>
                    <a:pt x="307667" y="76541"/>
                  </a:lnTo>
                  <a:lnTo>
                    <a:pt x="304727" y="72136"/>
                  </a:lnTo>
                  <a:lnTo>
                    <a:pt x="301649" y="67825"/>
                  </a:lnTo>
                  <a:lnTo>
                    <a:pt x="298436" y="63614"/>
                  </a:lnTo>
                  <a:lnTo>
                    <a:pt x="295092" y="59507"/>
                  </a:lnTo>
                  <a:lnTo>
                    <a:pt x="291618" y="55509"/>
                  </a:lnTo>
                  <a:lnTo>
                    <a:pt x="288020" y="51622"/>
                  </a:lnTo>
                  <a:lnTo>
                    <a:pt x="284301" y="47851"/>
                  </a:lnTo>
                  <a:lnTo>
                    <a:pt x="280463" y="44200"/>
                  </a:lnTo>
                  <a:lnTo>
                    <a:pt x="276513" y="40672"/>
                  </a:lnTo>
                  <a:lnTo>
                    <a:pt x="272452" y="37271"/>
                  </a:lnTo>
                  <a:lnTo>
                    <a:pt x="268286" y="34001"/>
                  </a:lnTo>
                  <a:lnTo>
                    <a:pt x="264018" y="30864"/>
                  </a:lnTo>
                  <a:lnTo>
                    <a:pt x="259653" y="27864"/>
                  </a:lnTo>
                  <a:lnTo>
                    <a:pt x="255195" y="25004"/>
                  </a:lnTo>
                  <a:lnTo>
                    <a:pt x="250648" y="22286"/>
                  </a:lnTo>
                  <a:lnTo>
                    <a:pt x="246018" y="19714"/>
                  </a:lnTo>
                  <a:lnTo>
                    <a:pt x="241309" y="17290"/>
                  </a:lnTo>
                  <a:lnTo>
                    <a:pt x="236525" y="15016"/>
                  </a:lnTo>
                  <a:lnTo>
                    <a:pt x="231672" y="12895"/>
                  </a:lnTo>
                  <a:lnTo>
                    <a:pt x="226754" y="10929"/>
                  </a:lnTo>
                  <a:lnTo>
                    <a:pt x="221776" y="9119"/>
                  </a:lnTo>
                  <a:lnTo>
                    <a:pt x="167163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54612" cy="167167"/>
            </a:xfrm>
            <a:custGeom>
              <a:avLst/>
              <a:pathLst>
                <a:path w="54612" h="167167">
                  <a:moveTo>
                    <a:pt x="54612" y="9172"/>
                  </a:moveTo>
                  <a:lnTo>
                    <a:pt x="48734" y="7261"/>
                  </a:lnTo>
                  <a:lnTo>
                    <a:pt x="42789" y="5569"/>
                  </a:lnTo>
                  <a:lnTo>
                    <a:pt x="36785" y="4097"/>
                  </a:lnTo>
                  <a:lnTo>
                    <a:pt x="30731" y="2849"/>
                  </a:lnTo>
                  <a:lnTo>
                    <a:pt x="24636" y="1825"/>
                  </a:lnTo>
                  <a:lnTo>
                    <a:pt x="18506" y="1027"/>
                  </a:lnTo>
                  <a:lnTo>
                    <a:pt x="12351" y="456"/>
                  </a:lnTo>
                  <a:lnTo>
                    <a:pt x="6180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233" y="4659281"/>
              <a:ext cx="1291" cy="167167"/>
            </a:xfrm>
            <a:custGeom>
              <a:avLst/>
              <a:pathLst>
                <a:path w="1291" h="167167">
                  <a:moveTo>
                    <a:pt x="1291" y="0"/>
                  </a:moveTo>
                  <a:lnTo>
                    <a:pt x="0" y="4"/>
                  </a:lnTo>
                  <a:lnTo>
                    <a:pt x="129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33" y="4659286"/>
              <a:ext cx="1291" cy="167162"/>
            </a:xfrm>
            <a:custGeom>
              <a:avLst/>
              <a:pathLst>
                <a:path w="1291" h="167162">
                  <a:moveTo>
                    <a:pt x="0" y="0"/>
                  </a:moveTo>
                  <a:lnTo>
                    <a:pt x="1291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20808" y="4659286"/>
              <a:ext cx="165716" cy="167162"/>
            </a:xfrm>
            <a:custGeom>
              <a:avLst/>
              <a:pathLst>
                <a:path w="165716" h="167162">
                  <a:moveTo>
                    <a:pt x="164424" y="0"/>
                  </a:moveTo>
                  <a:lnTo>
                    <a:pt x="158988" y="130"/>
                  </a:lnTo>
                  <a:lnTo>
                    <a:pt x="153559" y="437"/>
                  </a:lnTo>
                  <a:lnTo>
                    <a:pt x="148144" y="921"/>
                  </a:lnTo>
                  <a:lnTo>
                    <a:pt x="142747" y="1580"/>
                  </a:lnTo>
                  <a:lnTo>
                    <a:pt x="137374" y="2415"/>
                  </a:lnTo>
                  <a:lnTo>
                    <a:pt x="132031" y="3423"/>
                  </a:lnTo>
                  <a:lnTo>
                    <a:pt x="126724" y="4606"/>
                  </a:lnTo>
                  <a:lnTo>
                    <a:pt x="121458" y="5960"/>
                  </a:lnTo>
                  <a:lnTo>
                    <a:pt x="116239" y="7484"/>
                  </a:lnTo>
                  <a:lnTo>
                    <a:pt x="111072" y="9178"/>
                  </a:lnTo>
                  <a:lnTo>
                    <a:pt x="105963" y="11038"/>
                  </a:lnTo>
                  <a:lnTo>
                    <a:pt x="100917" y="13064"/>
                  </a:lnTo>
                  <a:lnTo>
                    <a:pt x="95940" y="15253"/>
                  </a:lnTo>
                  <a:lnTo>
                    <a:pt x="91036" y="17603"/>
                  </a:lnTo>
                  <a:lnTo>
                    <a:pt x="86212" y="20111"/>
                  </a:lnTo>
                  <a:lnTo>
                    <a:pt x="81472" y="22774"/>
                  </a:lnTo>
                  <a:lnTo>
                    <a:pt x="76820" y="25590"/>
                  </a:lnTo>
                  <a:lnTo>
                    <a:pt x="72263" y="28556"/>
                  </a:lnTo>
                  <a:lnTo>
                    <a:pt x="67805" y="31668"/>
                  </a:lnTo>
                  <a:lnTo>
                    <a:pt x="63450" y="34924"/>
                  </a:lnTo>
                  <a:lnTo>
                    <a:pt x="59204" y="38320"/>
                  </a:lnTo>
                  <a:lnTo>
                    <a:pt x="55070" y="41852"/>
                  </a:lnTo>
                  <a:lnTo>
                    <a:pt x="51053" y="45517"/>
                  </a:lnTo>
                  <a:lnTo>
                    <a:pt x="47158" y="49310"/>
                  </a:lnTo>
                  <a:lnTo>
                    <a:pt x="43388" y="53228"/>
                  </a:lnTo>
                  <a:lnTo>
                    <a:pt x="39747" y="57267"/>
                  </a:lnTo>
                  <a:lnTo>
                    <a:pt x="36240" y="61422"/>
                  </a:lnTo>
                  <a:lnTo>
                    <a:pt x="32870" y="65688"/>
                  </a:lnTo>
                  <a:lnTo>
                    <a:pt x="29640" y="70062"/>
                  </a:lnTo>
                  <a:lnTo>
                    <a:pt x="26554" y="74539"/>
                  </a:lnTo>
                  <a:lnTo>
                    <a:pt x="23615" y="79114"/>
                  </a:lnTo>
                  <a:lnTo>
                    <a:pt x="20827" y="83782"/>
                  </a:lnTo>
                  <a:lnTo>
                    <a:pt x="18192" y="88538"/>
                  </a:lnTo>
                  <a:lnTo>
                    <a:pt x="15713" y="93377"/>
                  </a:lnTo>
                  <a:lnTo>
                    <a:pt x="13393" y="98294"/>
                  </a:lnTo>
                  <a:lnTo>
                    <a:pt x="11234" y="103285"/>
                  </a:lnTo>
                  <a:lnTo>
                    <a:pt x="9238" y="108342"/>
                  </a:lnTo>
                  <a:lnTo>
                    <a:pt x="7408" y="113462"/>
                  </a:lnTo>
                  <a:lnTo>
                    <a:pt x="5745" y="118639"/>
                  </a:lnTo>
                  <a:lnTo>
                    <a:pt x="4252" y="123867"/>
                  </a:lnTo>
                  <a:lnTo>
                    <a:pt x="2929" y="129141"/>
                  </a:lnTo>
                  <a:lnTo>
                    <a:pt x="1779" y="134456"/>
                  </a:lnTo>
                  <a:lnTo>
                    <a:pt x="802" y="139804"/>
                  </a:lnTo>
                  <a:lnTo>
                    <a:pt x="0" y="145182"/>
                  </a:lnTo>
                  <a:lnTo>
                    <a:pt x="165716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59" y="4659281"/>
              <a:ext cx="334319" cy="334330"/>
            </a:xfrm>
            <a:custGeom>
              <a:avLst/>
              <a:pathLst>
                <a:path w="334319" h="334330">
                  <a:moveTo>
                    <a:pt x="1449" y="145187"/>
                  </a:moveTo>
                  <a:lnTo>
                    <a:pt x="836" y="150444"/>
                  </a:lnTo>
                  <a:lnTo>
                    <a:pt x="390" y="155718"/>
                  </a:lnTo>
                  <a:lnTo>
                    <a:pt x="111" y="161003"/>
                  </a:lnTo>
                  <a:lnTo>
                    <a:pt x="0" y="166295"/>
                  </a:lnTo>
                  <a:lnTo>
                    <a:pt x="56" y="171587"/>
                  </a:lnTo>
                  <a:lnTo>
                    <a:pt x="279" y="176875"/>
                  </a:lnTo>
                  <a:lnTo>
                    <a:pt x="670" y="182153"/>
                  </a:lnTo>
                  <a:lnTo>
                    <a:pt x="1228" y="187416"/>
                  </a:lnTo>
                  <a:lnTo>
                    <a:pt x="1952" y="192659"/>
                  </a:lnTo>
                  <a:lnTo>
                    <a:pt x="2842" y="197876"/>
                  </a:lnTo>
                  <a:lnTo>
                    <a:pt x="3897" y="203063"/>
                  </a:lnTo>
                  <a:lnTo>
                    <a:pt x="5115" y="208213"/>
                  </a:lnTo>
                  <a:lnTo>
                    <a:pt x="6495" y="213322"/>
                  </a:lnTo>
                  <a:lnTo>
                    <a:pt x="8037" y="218386"/>
                  </a:lnTo>
                  <a:lnTo>
                    <a:pt x="9738" y="223397"/>
                  </a:lnTo>
                  <a:lnTo>
                    <a:pt x="11597" y="228353"/>
                  </a:lnTo>
                  <a:lnTo>
                    <a:pt x="13612" y="233247"/>
                  </a:lnTo>
                  <a:lnTo>
                    <a:pt x="15781" y="238075"/>
                  </a:lnTo>
                  <a:lnTo>
                    <a:pt x="18101" y="242831"/>
                  </a:lnTo>
                  <a:lnTo>
                    <a:pt x="20571" y="247512"/>
                  </a:lnTo>
                  <a:lnTo>
                    <a:pt x="23188" y="252113"/>
                  </a:lnTo>
                  <a:lnTo>
                    <a:pt x="25950" y="256628"/>
                  </a:lnTo>
                  <a:lnTo>
                    <a:pt x="28852" y="261053"/>
                  </a:lnTo>
                  <a:lnTo>
                    <a:pt x="31894" y="265385"/>
                  </a:lnTo>
                  <a:lnTo>
                    <a:pt x="35071" y="269618"/>
                  </a:lnTo>
                  <a:lnTo>
                    <a:pt x="38380" y="273748"/>
                  </a:lnTo>
                  <a:lnTo>
                    <a:pt x="41819" y="277771"/>
                  </a:lnTo>
                  <a:lnTo>
                    <a:pt x="45383" y="281684"/>
                  </a:lnTo>
                  <a:lnTo>
                    <a:pt x="49069" y="285482"/>
                  </a:lnTo>
                  <a:lnTo>
                    <a:pt x="52874" y="289161"/>
                  </a:lnTo>
                  <a:lnTo>
                    <a:pt x="56793" y="292718"/>
                  </a:lnTo>
                  <a:lnTo>
                    <a:pt x="60823" y="296149"/>
                  </a:lnTo>
                  <a:lnTo>
                    <a:pt x="64959" y="299451"/>
                  </a:lnTo>
                  <a:lnTo>
                    <a:pt x="69198" y="302620"/>
                  </a:lnTo>
                  <a:lnTo>
                    <a:pt x="73535" y="305653"/>
                  </a:lnTo>
                  <a:lnTo>
                    <a:pt x="77966" y="308548"/>
                  </a:lnTo>
                  <a:lnTo>
                    <a:pt x="82486" y="311301"/>
                  </a:lnTo>
                  <a:lnTo>
                    <a:pt x="87092" y="313909"/>
                  </a:lnTo>
                  <a:lnTo>
                    <a:pt x="91777" y="316370"/>
                  </a:lnTo>
                  <a:lnTo>
                    <a:pt x="96538" y="318682"/>
                  </a:lnTo>
                  <a:lnTo>
                    <a:pt x="101370" y="320842"/>
                  </a:lnTo>
                  <a:lnTo>
                    <a:pt x="106268" y="322848"/>
                  </a:lnTo>
                  <a:lnTo>
                    <a:pt x="111227" y="324698"/>
                  </a:lnTo>
                  <a:lnTo>
                    <a:pt x="116242" y="326389"/>
                  </a:lnTo>
                  <a:lnTo>
                    <a:pt x="121307" y="327922"/>
                  </a:lnTo>
                  <a:lnTo>
                    <a:pt x="126419" y="329293"/>
                  </a:lnTo>
                  <a:lnTo>
                    <a:pt x="131572" y="330501"/>
                  </a:lnTo>
                  <a:lnTo>
                    <a:pt x="136761" y="331546"/>
                  </a:lnTo>
                  <a:lnTo>
                    <a:pt x="141980" y="332426"/>
                  </a:lnTo>
                  <a:lnTo>
                    <a:pt x="147224" y="333141"/>
                  </a:lnTo>
                  <a:lnTo>
                    <a:pt x="152488" y="333689"/>
                  </a:lnTo>
                  <a:lnTo>
                    <a:pt x="157767" y="334070"/>
                  </a:lnTo>
                  <a:lnTo>
                    <a:pt x="163055" y="334284"/>
                  </a:lnTo>
                  <a:lnTo>
                    <a:pt x="168347" y="334330"/>
                  </a:lnTo>
                  <a:lnTo>
                    <a:pt x="173639" y="334209"/>
                  </a:lnTo>
                  <a:lnTo>
                    <a:pt x="178923" y="333920"/>
                  </a:lnTo>
                  <a:lnTo>
                    <a:pt x="184196" y="333465"/>
                  </a:lnTo>
                  <a:lnTo>
                    <a:pt x="189452" y="332842"/>
                  </a:lnTo>
                  <a:lnTo>
                    <a:pt x="194686" y="332053"/>
                  </a:lnTo>
                  <a:lnTo>
                    <a:pt x="199892" y="331100"/>
                  </a:lnTo>
                  <a:lnTo>
                    <a:pt x="205065" y="329981"/>
                  </a:lnTo>
                  <a:lnTo>
                    <a:pt x="210200" y="328700"/>
                  </a:lnTo>
                  <a:lnTo>
                    <a:pt x="215292" y="327257"/>
                  </a:lnTo>
                  <a:lnTo>
                    <a:pt x="220336" y="325653"/>
                  </a:lnTo>
                  <a:lnTo>
                    <a:pt x="225326" y="323890"/>
                  </a:lnTo>
                  <a:lnTo>
                    <a:pt x="230258" y="321971"/>
                  </a:lnTo>
                  <a:lnTo>
                    <a:pt x="235127" y="319896"/>
                  </a:lnTo>
                  <a:lnTo>
                    <a:pt x="239928" y="317668"/>
                  </a:lnTo>
                  <a:lnTo>
                    <a:pt x="244656" y="315289"/>
                  </a:lnTo>
                  <a:lnTo>
                    <a:pt x="249306" y="312761"/>
                  </a:lnTo>
                  <a:lnTo>
                    <a:pt x="253874" y="310088"/>
                  </a:lnTo>
                  <a:lnTo>
                    <a:pt x="258355" y="307272"/>
                  </a:lnTo>
                  <a:lnTo>
                    <a:pt x="262744" y="304315"/>
                  </a:lnTo>
                  <a:lnTo>
                    <a:pt x="267038" y="301220"/>
                  </a:lnTo>
                  <a:lnTo>
                    <a:pt x="271232" y="297991"/>
                  </a:lnTo>
                  <a:lnTo>
                    <a:pt x="275321" y="294631"/>
                  </a:lnTo>
                  <a:lnTo>
                    <a:pt x="279302" y="291144"/>
                  </a:lnTo>
                  <a:lnTo>
                    <a:pt x="283170" y="287532"/>
                  </a:lnTo>
                  <a:lnTo>
                    <a:pt x="286922" y="283799"/>
                  </a:lnTo>
                  <a:lnTo>
                    <a:pt x="290555" y="279949"/>
                  </a:lnTo>
                  <a:lnTo>
                    <a:pt x="294063" y="275987"/>
                  </a:lnTo>
                  <a:lnTo>
                    <a:pt x="297444" y="271915"/>
                  </a:lnTo>
                  <a:lnTo>
                    <a:pt x="300695" y="267738"/>
                  </a:lnTo>
                  <a:lnTo>
                    <a:pt x="303812" y="263461"/>
                  </a:lnTo>
                  <a:lnTo>
                    <a:pt x="306792" y="259087"/>
                  </a:lnTo>
                  <a:lnTo>
                    <a:pt x="309631" y="254621"/>
                  </a:lnTo>
                  <a:lnTo>
                    <a:pt x="312329" y="250067"/>
                  </a:lnTo>
                  <a:lnTo>
                    <a:pt x="314880" y="245430"/>
                  </a:lnTo>
                  <a:lnTo>
                    <a:pt x="317284" y="240715"/>
                  </a:lnTo>
                  <a:lnTo>
                    <a:pt x="319537" y="235925"/>
                  </a:lnTo>
                  <a:lnTo>
                    <a:pt x="321637" y="231067"/>
                  </a:lnTo>
                  <a:lnTo>
                    <a:pt x="323582" y="226145"/>
                  </a:lnTo>
                  <a:lnTo>
                    <a:pt x="325371" y="221164"/>
                  </a:lnTo>
                  <a:lnTo>
                    <a:pt x="327001" y="216129"/>
                  </a:lnTo>
                  <a:lnTo>
                    <a:pt x="328471" y="211044"/>
                  </a:lnTo>
                  <a:lnTo>
                    <a:pt x="329779" y="205916"/>
                  </a:lnTo>
                  <a:lnTo>
                    <a:pt x="330924" y="200749"/>
                  </a:lnTo>
                  <a:lnTo>
                    <a:pt x="331905" y="195548"/>
                  </a:lnTo>
                  <a:lnTo>
                    <a:pt x="332721" y="190319"/>
                  </a:lnTo>
                  <a:lnTo>
                    <a:pt x="333371" y="185066"/>
                  </a:lnTo>
                  <a:lnTo>
                    <a:pt x="333854" y="179796"/>
                  </a:lnTo>
                  <a:lnTo>
                    <a:pt x="334171" y="174512"/>
                  </a:lnTo>
                  <a:lnTo>
                    <a:pt x="334319" y="169222"/>
                  </a:lnTo>
                  <a:lnTo>
                    <a:pt x="334301" y="163929"/>
                  </a:lnTo>
                  <a:lnTo>
                    <a:pt x="334114" y="158640"/>
                  </a:lnTo>
                  <a:lnTo>
                    <a:pt x="333761" y="153359"/>
                  </a:lnTo>
                  <a:lnTo>
                    <a:pt x="333240" y="148092"/>
                  </a:lnTo>
                  <a:lnTo>
                    <a:pt x="332553" y="142845"/>
                  </a:lnTo>
                  <a:lnTo>
                    <a:pt x="331700" y="137621"/>
                  </a:lnTo>
                  <a:lnTo>
                    <a:pt x="330683" y="132427"/>
                  </a:lnTo>
                  <a:lnTo>
                    <a:pt x="329501" y="127268"/>
                  </a:lnTo>
                  <a:lnTo>
                    <a:pt x="328156" y="122149"/>
                  </a:lnTo>
                  <a:lnTo>
                    <a:pt x="326651" y="117075"/>
                  </a:lnTo>
                  <a:lnTo>
                    <a:pt x="324985" y="112052"/>
                  </a:lnTo>
                  <a:lnTo>
                    <a:pt x="323161" y="107083"/>
                  </a:lnTo>
                  <a:lnTo>
                    <a:pt x="321181" y="102175"/>
                  </a:lnTo>
                  <a:lnTo>
                    <a:pt x="319046" y="97332"/>
                  </a:lnTo>
                  <a:lnTo>
                    <a:pt x="316760" y="92559"/>
                  </a:lnTo>
                  <a:lnTo>
                    <a:pt x="314323" y="87861"/>
                  </a:lnTo>
                  <a:lnTo>
                    <a:pt x="311738" y="83242"/>
                  </a:lnTo>
                  <a:lnTo>
                    <a:pt x="309009" y="78707"/>
                  </a:lnTo>
                  <a:lnTo>
                    <a:pt x="306138" y="74261"/>
                  </a:lnTo>
                  <a:lnTo>
                    <a:pt x="303127" y="69909"/>
                  </a:lnTo>
                  <a:lnTo>
                    <a:pt x="299980" y="65653"/>
                  </a:lnTo>
                  <a:lnTo>
                    <a:pt x="296700" y="61500"/>
                  </a:lnTo>
                  <a:lnTo>
                    <a:pt x="293290" y="57452"/>
                  </a:lnTo>
                  <a:lnTo>
                    <a:pt x="289754" y="53514"/>
                  </a:lnTo>
                  <a:lnTo>
                    <a:pt x="286094" y="49691"/>
                  </a:lnTo>
                  <a:lnTo>
                    <a:pt x="282316" y="45984"/>
                  </a:lnTo>
                  <a:lnTo>
                    <a:pt x="278422" y="42400"/>
                  </a:lnTo>
                  <a:lnTo>
                    <a:pt x="274416" y="38940"/>
                  </a:lnTo>
                  <a:lnTo>
                    <a:pt x="270303" y="35610"/>
                  </a:lnTo>
                  <a:lnTo>
                    <a:pt x="266087" y="32410"/>
                  </a:lnTo>
                  <a:lnTo>
                    <a:pt x="261772" y="29346"/>
                  </a:lnTo>
                  <a:lnTo>
                    <a:pt x="257361" y="26421"/>
                  </a:lnTo>
                  <a:lnTo>
                    <a:pt x="252860" y="23636"/>
                  </a:lnTo>
                  <a:lnTo>
                    <a:pt x="248274" y="20995"/>
                  </a:lnTo>
                  <a:lnTo>
                    <a:pt x="243606" y="18501"/>
                  </a:lnTo>
                  <a:lnTo>
                    <a:pt x="238861" y="16155"/>
                  </a:lnTo>
                  <a:lnTo>
                    <a:pt x="234045" y="13961"/>
                  </a:lnTo>
                  <a:lnTo>
                    <a:pt x="229161" y="11921"/>
                  </a:lnTo>
                  <a:lnTo>
                    <a:pt x="224216" y="10036"/>
                  </a:lnTo>
                  <a:lnTo>
                    <a:pt x="219213" y="8309"/>
                  </a:lnTo>
                  <a:lnTo>
                    <a:pt x="214158" y="6741"/>
                  </a:lnTo>
                  <a:lnTo>
                    <a:pt x="209056" y="5333"/>
                  </a:lnTo>
                  <a:lnTo>
                    <a:pt x="203912" y="4088"/>
                  </a:lnTo>
                  <a:lnTo>
                    <a:pt x="198731" y="3007"/>
                  </a:lnTo>
                  <a:lnTo>
                    <a:pt x="193518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3" y="5018213"/>
              <a:ext cx="334324" cy="334323"/>
            </a:xfrm>
            <a:custGeom>
              <a:avLst/>
              <a:pathLst>
                <a:path w="334324" h="334323">
                  <a:moveTo>
                    <a:pt x="166915" y="0"/>
                  </a:moveTo>
                  <a:lnTo>
                    <a:pt x="161633" y="91"/>
                  </a:lnTo>
                  <a:lnTo>
                    <a:pt x="156356" y="349"/>
                  </a:lnTo>
                  <a:lnTo>
                    <a:pt x="151090" y="773"/>
                  </a:lnTo>
                  <a:lnTo>
                    <a:pt x="145840" y="1364"/>
                  </a:lnTo>
                  <a:lnTo>
                    <a:pt x="140612" y="2120"/>
                  </a:lnTo>
                  <a:lnTo>
                    <a:pt x="135410" y="3042"/>
                  </a:lnTo>
                  <a:lnTo>
                    <a:pt x="130240" y="4127"/>
                  </a:lnTo>
                  <a:lnTo>
                    <a:pt x="125106" y="5375"/>
                  </a:lnTo>
                  <a:lnTo>
                    <a:pt x="120015" y="6784"/>
                  </a:lnTo>
                  <a:lnTo>
                    <a:pt x="114970" y="8354"/>
                  </a:lnTo>
                  <a:lnTo>
                    <a:pt x="109978" y="10082"/>
                  </a:lnTo>
                  <a:lnTo>
                    <a:pt x="105043" y="11968"/>
                  </a:lnTo>
                  <a:lnTo>
                    <a:pt x="100170" y="14008"/>
                  </a:lnTo>
                  <a:lnTo>
                    <a:pt x="95364" y="16201"/>
                  </a:lnTo>
                  <a:lnTo>
                    <a:pt x="90629" y="18545"/>
                  </a:lnTo>
                  <a:lnTo>
                    <a:pt x="85971" y="21037"/>
                  </a:lnTo>
                  <a:lnTo>
                    <a:pt x="81394" y="23676"/>
                  </a:lnTo>
                  <a:lnTo>
                    <a:pt x="76903" y="26457"/>
                  </a:lnTo>
                  <a:lnTo>
                    <a:pt x="72502" y="29379"/>
                  </a:lnTo>
                  <a:lnTo>
                    <a:pt x="68195" y="32439"/>
                  </a:lnTo>
                  <a:lnTo>
                    <a:pt x="63987" y="35634"/>
                  </a:lnTo>
                  <a:lnTo>
                    <a:pt x="59883" y="38959"/>
                  </a:lnTo>
                  <a:lnTo>
                    <a:pt x="55885" y="42413"/>
                  </a:lnTo>
                  <a:lnTo>
                    <a:pt x="51999" y="45991"/>
                  </a:lnTo>
                  <a:lnTo>
                    <a:pt x="48227" y="49691"/>
                  </a:lnTo>
                  <a:lnTo>
                    <a:pt x="44574" y="53508"/>
                  </a:lnTo>
                  <a:lnTo>
                    <a:pt x="41044" y="57438"/>
                  </a:lnTo>
                  <a:lnTo>
                    <a:pt x="37640" y="61478"/>
                  </a:lnTo>
                  <a:lnTo>
                    <a:pt x="34365" y="65623"/>
                  </a:lnTo>
                  <a:lnTo>
                    <a:pt x="31222" y="69870"/>
                  </a:lnTo>
                  <a:lnTo>
                    <a:pt x="28216" y="74214"/>
                  </a:lnTo>
                  <a:lnTo>
                    <a:pt x="25348" y="78650"/>
                  </a:lnTo>
                  <a:lnTo>
                    <a:pt x="22622" y="83176"/>
                  </a:lnTo>
                  <a:lnTo>
                    <a:pt x="20040" y="87785"/>
                  </a:lnTo>
                  <a:lnTo>
                    <a:pt x="17605" y="92473"/>
                  </a:lnTo>
                  <a:lnTo>
                    <a:pt x="15320" y="97236"/>
                  </a:lnTo>
                  <a:lnTo>
                    <a:pt x="13186" y="102069"/>
                  </a:lnTo>
                  <a:lnTo>
                    <a:pt x="11206" y="106967"/>
                  </a:lnTo>
                  <a:lnTo>
                    <a:pt x="9381" y="111925"/>
                  </a:lnTo>
                  <a:lnTo>
                    <a:pt x="7714" y="116938"/>
                  </a:lnTo>
                  <a:lnTo>
                    <a:pt x="6207" y="122001"/>
                  </a:lnTo>
                  <a:lnTo>
                    <a:pt x="4860" y="127109"/>
                  </a:lnTo>
                  <a:lnTo>
                    <a:pt x="3675" y="132258"/>
                  </a:lnTo>
                  <a:lnTo>
                    <a:pt x="2654" y="137441"/>
                  </a:lnTo>
                  <a:lnTo>
                    <a:pt x="1797" y="142654"/>
                  </a:lnTo>
                  <a:lnTo>
                    <a:pt x="1105" y="147891"/>
                  </a:lnTo>
                  <a:lnTo>
                    <a:pt x="579" y="153148"/>
                  </a:lnTo>
                  <a:lnTo>
                    <a:pt x="219" y="158419"/>
                  </a:lnTo>
                  <a:lnTo>
                    <a:pt x="26" y="163698"/>
                  </a:lnTo>
                  <a:lnTo>
                    <a:pt x="0" y="168981"/>
                  </a:lnTo>
                  <a:lnTo>
                    <a:pt x="140" y="174262"/>
                  </a:lnTo>
                  <a:lnTo>
                    <a:pt x="448" y="179536"/>
                  </a:lnTo>
                  <a:lnTo>
                    <a:pt x="922" y="184798"/>
                  </a:lnTo>
                  <a:lnTo>
                    <a:pt x="1562" y="190042"/>
                  </a:lnTo>
                  <a:lnTo>
                    <a:pt x="2368" y="195263"/>
                  </a:lnTo>
                  <a:lnTo>
                    <a:pt x="3338" y="200456"/>
                  </a:lnTo>
                  <a:lnTo>
                    <a:pt x="4471" y="205616"/>
                  </a:lnTo>
                  <a:lnTo>
                    <a:pt x="5768" y="210737"/>
                  </a:lnTo>
                  <a:lnTo>
                    <a:pt x="7225" y="215815"/>
                  </a:lnTo>
                  <a:lnTo>
                    <a:pt x="8842" y="220844"/>
                  </a:lnTo>
                  <a:lnTo>
                    <a:pt x="10617" y="225820"/>
                  </a:lnTo>
                  <a:lnTo>
                    <a:pt x="12549" y="230737"/>
                  </a:lnTo>
                  <a:lnTo>
                    <a:pt x="14635" y="235591"/>
                  </a:lnTo>
                  <a:lnTo>
                    <a:pt x="16873" y="240376"/>
                  </a:lnTo>
                  <a:lnTo>
                    <a:pt x="19261" y="245089"/>
                  </a:lnTo>
                  <a:lnTo>
                    <a:pt x="21797" y="249723"/>
                  </a:lnTo>
                  <a:lnTo>
                    <a:pt x="24479" y="254275"/>
                  </a:lnTo>
                  <a:lnTo>
                    <a:pt x="27303" y="258740"/>
                  </a:lnTo>
                  <a:lnTo>
                    <a:pt x="30266" y="263113"/>
                  </a:lnTo>
                  <a:lnTo>
                    <a:pt x="33366" y="267391"/>
                  </a:lnTo>
                  <a:lnTo>
                    <a:pt x="36600" y="271569"/>
                  </a:lnTo>
                  <a:lnTo>
                    <a:pt x="39964" y="275642"/>
                  </a:lnTo>
                  <a:lnTo>
                    <a:pt x="43455" y="279607"/>
                  </a:lnTo>
                  <a:lnTo>
                    <a:pt x="47070" y="283460"/>
                  </a:lnTo>
                  <a:lnTo>
                    <a:pt x="50805" y="287196"/>
                  </a:lnTo>
                  <a:lnTo>
                    <a:pt x="54656" y="290813"/>
                  </a:lnTo>
                  <a:lnTo>
                    <a:pt x="58619" y="294306"/>
                  </a:lnTo>
                  <a:lnTo>
                    <a:pt x="62690" y="297672"/>
                  </a:lnTo>
                  <a:lnTo>
                    <a:pt x="66866" y="300908"/>
                  </a:lnTo>
                  <a:lnTo>
                    <a:pt x="71143" y="304010"/>
                  </a:lnTo>
                  <a:lnTo>
                    <a:pt x="75515" y="306976"/>
                  </a:lnTo>
                  <a:lnTo>
                    <a:pt x="79978" y="309802"/>
                  </a:lnTo>
                  <a:lnTo>
                    <a:pt x="84529" y="312485"/>
                  </a:lnTo>
                  <a:lnTo>
                    <a:pt x="89162" y="315024"/>
                  </a:lnTo>
                  <a:lnTo>
                    <a:pt x="93873" y="317414"/>
                  </a:lnTo>
                  <a:lnTo>
                    <a:pt x="98657" y="319655"/>
                  </a:lnTo>
                  <a:lnTo>
                    <a:pt x="103510" y="321744"/>
                  </a:lnTo>
                  <a:lnTo>
                    <a:pt x="108426" y="323678"/>
                  </a:lnTo>
                  <a:lnTo>
                    <a:pt x="113401" y="325455"/>
                  </a:lnTo>
                  <a:lnTo>
                    <a:pt x="118429" y="327075"/>
                  </a:lnTo>
                  <a:lnTo>
                    <a:pt x="123507" y="328535"/>
                  </a:lnTo>
                  <a:lnTo>
                    <a:pt x="128627" y="329833"/>
                  </a:lnTo>
                  <a:lnTo>
                    <a:pt x="133787" y="330970"/>
                  </a:lnTo>
                  <a:lnTo>
                    <a:pt x="138979" y="331942"/>
                  </a:lnTo>
                  <a:lnTo>
                    <a:pt x="144200" y="332750"/>
                  </a:lnTo>
                  <a:lnTo>
                    <a:pt x="149444" y="333393"/>
                  </a:lnTo>
                  <a:lnTo>
                    <a:pt x="154705" y="333870"/>
                  </a:lnTo>
                  <a:lnTo>
                    <a:pt x="159979" y="334180"/>
                  </a:lnTo>
                  <a:lnTo>
                    <a:pt x="165260" y="334323"/>
                  </a:lnTo>
                  <a:lnTo>
                    <a:pt x="170543" y="334300"/>
                  </a:lnTo>
                  <a:lnTo>
                    <a:pt x="175822" y="334109"/>
                  </a:lnTo>
                  <a:lnTo>
                    <a:pt x="181093" y="333752"/>
                  </a:lnTo>
                  <a:lnTo>
                    <a:pt x="186350" y="333229"/>
                  </a:lnTo>
                  <a:lnTo>
                    <a:pt x="191588" y="332539"/>
                  </a:lnTo>
                  <a:lnTo>
                    <a:pt x="196801" y="331685"/>
                  </a:lnTo>
                  <a:lnTo>
                    <a:pt x="201985" y="330666"/>
                  </a:lnTo>
                  <a:lnTo>
                    <a:pt x="207134" y="329484"/>
                  </a:lnTo>
                  <a:lnTo>
                    <a:pt x="212243" y="328139"/>
                  </a:lnTo>
                  <a:lnTo>
                    <a:pt x="217307" y="326634"/>
                  </a:lnTo>
                  <a:lnTo>
                    <a:pt x="222321" y="324970"/>
                  </a:lnTo>
                  <a:lnTo>
                    <a:pt x="227280" y="323148"/>
                  </a:lnTo>
                  <a:lnTo>
                    <a:pt x="232179" y="321170"/>
                  </a:lnTo>
                  <a:lnTo>
                    <a:pt x="237013" y="319039"/>
                  </a:lnTo>
                  <a:lnTo>
                    <a:pt x="241777" y="316756"/>
                  </a:lnTo>
                  <a:lnTo>
                    <a:pt x="246466" y="314323"/>
                  </a:lnTo>
                  <a:lnTo>
                    <a:pt x="251077" y="311744"/>
                  </a:lnTo>
                  <a:lnTo>
                    <a:pt x="255603" y="309020"/>
                  </a:lnTo>
                  <a:lnTo>
                    <a:pt x="260041" y="306154"/>
                  </a:lnTo>
                  <a:lnTo>
                    <a:pt x="264387" y="303150"/>
                  </a:lnTo>
                  <a:lnTo>
                    <a:pt x="268635" y="300009"/>
                  </a:lnTo>
                  <a:lnTo>
                    <a:pt x="272782" y="296737"/>
                  </a:lnTo>
                  <a:lnTo>
                    <a:pt x="276824" y="293334"/>
                  </a:lnTo>
                  <a:lnTo>
                    <a:pt x="280756" y="289806"/>
                  </a:lnTo>
                  <a:lnTo>
                    <a:pt x="284574" y="286155"/>
                  </a:lnTo>
                  <a:lnTo>
                    <a:pt x="288275" y="282385"/>
                  </a:lnTo>
                  <a:lnTo>
                    <a:pt x="291856" y="278501"/>
                  </a:lnTo>
                  <a:lnTo>
                    <a:pt x="295311" y="274505"/>
                  </a:lnTo>
                  <a:lnTo>
                    <a:pt x="298639" y="270402"/>
                  </a:lnTo>
                  <a:lnTo>
                    <a:pt x="301835" y="266195"/>
                  </a:lnTo>
                  <a:lnTo>
                    <a:pt x="304897" y="261890"/>
                  </a:lnTo>
                  <a:lnTo>
                    <a:pt x="307822" y="257491"/>
                  </a:lnTo>
                  <a:lnTo>
                    <a:pt x="310606" y="253001"/>
                  </a:lnTo>
                  <a:lnTo>
                    <a:pt x="313246" y="248425"/>
                  </a:lnTo>
                  <a:lnTo>
                    <a:pt x="315741" y="243768"/>
                  </a:lnTo>
                  <a:lnTo>
                    <a:pt x="318087" y="239035"/>
                  </a:lnTo>
                  <a:lnTo>
                    <a:pt x="320283" y="234230"/>
                  </a:lnTo>
                  <a:lnTo>
                    <a:pt x="322325" y="229358"/>
                  </a:lnTo>
                  <a:lnTo>
                    <a:pt x="324213" y="224424"/>
                  </a:lnTo>
                  <a:lnTo>
                    <a:pt x="325944" y="219432"/>
                  </a:lnTo>
                  <a:lnTo>
                    <a:pt x="327516" y="214389"/>
                  </a:lnTo>
                  <a:lnTo>
                    <a:pt x="328928" y="209298"/>
                  </a:lnTo>
                  <a:lnTo>
                    <a:pt x="330179" y="204165"/>
                  </a:lnTo>
                  <a:lnTo>
                    <a:pt x="331266" y="198995"/>
                  </a:lnTo>
                  <a:lnTo>
                    <a:pt x="332190" y="193794"/>
                  </a:lnTo>
                  <a:lnTo>
                    <a:pt x="332949" y="188566"/>
                  </a:lnTo>
                  <a:lnTo>
                    <a:pt x="333543" y="183316"/>
                  </a:lnTo>
                  <a:lnTo>
                    <a:pt x="333970" y="178051"/>
                  </a:lnTo>
                  <a:lnTo>
                    <a:pt x="334230" y="172774"/>
                  </a:lnTo>
                  <a:lnTo>
                    <a:pt x="334324" y="167492"/>
                  </a:lnTo>
                  <a:lnTo>
                    <a:pt x="334251" y="162210"/>
                  </a:lnTo>
                  <a:lnTo>
                    <a:pt x="334011" y="156932"/>
                  </a:lnTo>
                  <a:lnTo>
                    <a:pt x="333604" y="151665"/>
                  </a:lnTo>
                  <a:lnTo>
                    <a:pt x="333031" y="146413"/>
                  </a:lnTo>
                  <a:lnTo>
                    <a:pt x="332293" y="141182"/>
                  </a:lnTo>
                  <a:lnTo>
                    <a:pt x="331389" y="135977"/>
                  </a:lnTo>
                  <a:lnTo>
                    <a:pt x="330322" y="130803"/>
                  </a:lnTo>
                  <a:lnTo>
                    <a:pt x="329091" y="125665"/>
                  </a:lnTo>
                  <a:lnTo>
                    <a:pt x="327699" y="120569"/>
                  </a:lnTo>
                  <a:lnTo>
                    <a:pt x="326146" y="115519"/>
                  </a:lnTo>
                  <a:lnTo>
                    <a:pt x="324435" y="110521"/>
                  </a:lnTo>
                  <a:lnTo>
                    <a:pt x="322566" y="105580"/>
                  </a:lnTo>
                  <a:lnTo>
                    <a:pt x="320543" y="100700"/>
                  </a:lnTo>
                  <a:lnTo>
                    <a:pt x="318366" y="95886"/>
                  </a:lnTo>
                  <a:lnTo>
                    <a:pt x="316038" y="91144"/>
                  </a:lnTo>
                  <a:lnTo>
                    <a:pt x="313561" y="86477"/>
                  </a:lnTo>
                  <a:lnTo>
                    <a:pt x="310938" y="81892"/>
                  </a:lnTo>
                  <a:lnTo>
                    <a:pt x="308172" y="77391"/>
                  </a:lnTo>
                  <a:lnTo>
                    <a:pt x="305265" y="72980"/>
                  </a:lnTo>
                  <a:lnTo>
                    <a:pt x="302220" y="68663"/>
                  </a:lnTo>
                  <a:lnTo>
                    <a:pt x="299040" y="64444"/>
                  </a:lnTo>
                  <a:lnTo>
                    <a:pt x="295728" y="60328"/>
                  </a:lnTo>
                  <a:lnTo>
                    <a:pt x="292288" y="56319"/>
                  </a:lnTo>
                  <a:lnTo>
                    <a:pt x="288723" y="52420"/>
                  </a:lnTo>
                  <a:lnTo>
                    <a:pt x="285036" y="48636"/>
                  </a:lnTo>
                  <a:lnTo>
                    <a:pt x="281232" y="44971"/>
                  </a:lnTo>
                  <a:lnTo>
                    <a:pt x="277314" y="41427"/>
                  </a:lnTo>
                  <a:lnTo>
                    <a:pt x="273285" y="38009"/>
                  </a:lnTo>
                  <a:lnTo>
                    <a:pt x="269151" y="34720"/>
                  </a:lnTo>
                  <a:lnTo>
                    <a:pt x="264915" y="31563"/>
                  </a:lnTo>
                  <a:lnTo>
                    <a:pt x="260581" y="28542"/>
                  </a:lnTo>
                  <a:lnTo>
                    <a:pt x="256154" y="25659"/>
                  </a:lnTo>
                  <a:lnTo>
                    <a:pt x="251638" y="22917"/>
                  </a:lnTo>
                  <a:lnTo>
                    <a:pt x="247038" y="20320"/>
                  </a:lnTo>
                  <a:lnTo>
                    <a:pt x="242358" y="1786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75200" cy="167167"/>
            </a:xfrm>
            <a:custGeom>
              <a:avLst/>
              <a:pathLst>
                <a:path w="75200" h="167167">
                  <a:moveTo>
                    <a:pt x="75200" y="17869"/>
                  </a:moveTo>
                  <a:lnTo>
                    <a:pt x="69795" y="15267"/>
                  </a:lnTo>
                  <a:lnTo>
                    <a:pt x="64299" y="12860"/>
                  </a:lnTo>
                  <a:lnTo>
                    <a:pt x="58720" y="10652"/>
                  </a:lnTo>
                  <a:lnTo>
                    <a:pt x="53066" y="8646"/>
                  </a:lnTo>
                  <a:lnTo>
                    <a:pt x="47343" y="6844"/>
                  </a:lnTo>
                  <a:lnTo>
                    <a:pt x="41559" y="5248"/>
                  </a:lnTo>
                  <a:lnTo>
                    <a:pt x="35722" y="3861"/>
                  </a:lnTo>
                  <a:lnTo>
                    <a:pt x="29839" y="2684"/>
                  </a:lnTo>
                  <a:lnTo>
                    <a:pt x="23917" y="1719"/>
                  </a:lnTo>
                  <a:lnTo>
                    <a:pt x="17965" y="968"/>
                  </a:lnTo>
                  <a:lnTo>
                    <a:pt x="11989" y="430"/>
                  </a:lnTo>
                  <a:lnTo>
                    <a:pt x="599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893" y="5269756"/>
              <a:ext cx="166607" cy="167167"/>
            </a:xfrm>
            <a:custGeom>
              <a:avLst/>
              <a:pathLst>
                <a:path w="166607" h="167167">
                  <a:moveTo>
                    <a:pt x="166607" y="0"/>
                  </a:moveTo>
                  <a:lnTo>
                    <a:pt x="161197" y="87"/>
                  </a:lnTo>
                  <a:lnTo>
                    <a:pt x="155793" y="350"/>
                  </a:lnTo>
                  <a:lnTo>
                    <a:pt x="150400" y="787"/>
                  </a:lnTo>
                  <a:lnTo>
                    <a:pt x="145024" y="1399"/>
                  </a:lnTo>
                  <a:lnTo>
                    <a:pt x="139671" y="2184"/>
                  </a:lnTo>
                  <a:lnTo>
                    <a:pt x="134346" y="3142"/>
                  </a:lnTo>
                  <a:lnTo>
                    <a:pt x="129054" y="4272"/>
                  </a:lnTo>
                  <a:lnTo>
                    <a:pt x="123802" y="5573"/>
                  </a:lnTo>
                  <a:lnTo>
                    <a:pt x="118595" y="7043"/>
                  </a:lnTo>
                  <a:lnTo>
                    <a:pt x="113438" y="8680"/>
                  </a:lnTo>
                  <a:lnTo>
                    <a:pt x="108337" y="10484"/>
                  </a:lnTo>
                  <a:lnTo>
                    <a:pt x="103297" y="12452"/>
                  </a:lnTo>
                  <a:lnTo>
                    <a:pt x="98323" y="14582"/>
                  </a:lnTo>
                  <a:lnTo>
                    <a:pt x="93421" y="16871"/>
                  </a:lnTo>
                  <a:lnTo>
                    <a:pt x="88595" y="19319"/>
                  </a:lnTo>
                  <a:lnTo>
                    <a:pt x="83852" y="21921"/>
                  </a:lnTo>
                  <a:lnTo>
                    <a:pt x="79194" y="24675"/>
                  </a:lnTo>
                  <a:lnTo>
                    <a:pt x="74629" y="27578"/>
                  </a:lnTo>
                  <a:lnTo>
                    <a:pt x="70160" y="30628"/>
                  </a:lnTo>
                  <a:lnTo>
                    <a:pt x="65791" y="33821"/>
                  </a:lnTo>
                  <a:lnTo>
                    <a:pt x="61529" y="37153"/>
                  </a:lnTo>
                  <a:lnTo>
                    <a:pt x="57376" y="40622"/>
                  </a:lnTo>
                  <a:lnTo>
                    <a:pt x="53338" y="44223"/>
                  </a:lnTo>
                  <a:lnTo>
                    <a:pt x="49419" y="47953"/>
                  </a:lnTo>
                  <a:lnTo>
                    <a:pt x="45622" y="51808"/>
                  </a:lnTo>
                  <a:lnTo>
                    <a:pt x="41952" y="55784"/>
                  </a:lnTo>
                  <a:lnTo>
                    <a:pt x="38413" y="59876"/>
                  </a:lnTo>
                  <a:lnTo>
                    <a:pt x="35008" y="64081"/>
                  </a:lnTo>
                  <a:lnTo>
                    <a:pt x="31741" y="68394"/>
                  </a:lnTo>
                  <a:lnTo>
                    <a:pt x="28615" y="72810"/>
                  </a:lnTo>
                  <a:lnTo>
                    <a:pt x="25634" y="77325"/>
                  </a:lnTo>
                  <a:lnTo>
                    <a:pt x="22800" y="81935"/>
                  </a:lnTo>
                  <a:lnTo>
                    <a:pt x="20117" y="86633"/>
                  </a:lnTo>
                  <a:lnTo>
                    <a:pt x="17588" y="91416"/>
                  </a:lnTo>
                  <a:lnTo>
                    <a:pt x="15214" y="96279"/>
                  </a:lnTo>
                  <a:lnTo>
                    <a:pt x="12999" y="101215"/>
                  </a:lnTo>
                  <a:lnTo>
                    <a:pt x="10945" y="106221"/>
                  </a:lnTo>
                  <a:lnTo>
                    <a:pt x="9055" y="111290"/>
                  </a:lnTo>
                  <a:lnTo>
                    <a:pt x="7329" y="116418"/>
                  </a:lnTo>
                  <a:lnTo>
                    <a:pt x="5770" y="121599"/>
                  </a:lnTo>
                  <a:lnTo>
                    <a:pt x="4380" y="126828"/>
                  </a:lnTo>
                  <a:lnTo>
                    <a:pt x="3159" y="132099"/>
                  </a:lnTo>
                  <a:lnTo>
                    <a:pt x="2110" y="137407"/>
                  </a:lnTo>
                  <a:lnTo>
                    <a:pt x="1233" y="142746"/>
                  </a:lnTo>
                  <a:lnTo>
                    <a:pt x="529" y="148111"/>
                  </a:lnTo>
                  <a:lnTo>
                    <a:pt x="0" y="153496"/>
                  </a:lnTo>
                  <a:lnTo>
                    <a:pt x="16660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8" y="5269756"/>
              <a:ext cx="334301" cy="334334"/>
            </a:xfrm>
            <a:custGeom>
              <a:avLst/>
              <a:pathLst>
                <a:path w="334301" h="334334">
                  <a:moveTo>
                    <a:pt x="545" y="153496"/>
                  </a:moveTo>
                  <a:lnTo>
                    <a:pt x="194" y="158792"/>
                  </a:lnTo>
                  <a:lnTo>
                    <a:pt x="13" y="164096"/>
                  </a:lnTo>
                  <a:lnTo>
                    <a:pt x="0" y="169403"/>
                  </a:lnTo>
                  <a:lnTo>
                    <a:pt x="155" y="174708"/>
                  </a:lnTo>
                  <a:lnTo>
                    <a:pt x="478" y="180006"/>
                  </a:lnTo>
                  <a:lnTo>
                    <a:pt x="970" y="185290"/>
                  </a:lnTo>
                  <a:lnTo>
                    <a:pt x="1629" y="190557"/>
                  </a:lnTo>
                  <a:lnTo>
                    <a:pt x="2455" y="195799"/>
                  </a:lnTo>
                  <a:lnTo>
                    <a:pt x="3447" y="201013"/>
                  </a:lnTo>
                  <a:lnTo>
                    <a:pt x="4604" y="206193"/>
                  </a:lnTo>
                  <a:lnTo>
                    <a:pt x="5925" y="211333"/>
                  </a:lnTo>
                  <a:lnTo>
                    <a:pt x="7408" y="216429"/>
                  </a:lnTo>
                  <a:lnTo>
                    <a:pt x="9052" y="221475"/>
                  </a:lnTo>
                  <a:lnTo>
                    <a:pt x="10856" y="226467"/>
                  </a:lnTo>
                  <a:lnTo>
                    <a:pt x="12817" y="231398"/>
                  </a:lnTo>
                  <a:lnTo>
                    <a:pt x="14934" y="236265"/>
                  </a:lnTo>
                  <a:lnTo>
                    <a:pt x="17204" y="241063"/>
                  </a:lnTo>
                  <a:lnTo>
                    <a:pt x="19625" y="245785"/>
                  </a:lnTo>
                  <a:lnTo>
                    <a:pt x="22196" y="250429"/>
                  </a:lnTo>
                  <a:lnTo>
                    <a:pt x="24912" y="254989"/>
                  </a:lnTo>
                  <a:lnTo>
                    <a:pt x="27771" y="259460"/>
                  </a:lnTo>
                  <a:lnTo>
                    <a:pt x="30771" y="263838"/>
                  </a:lnTo>
                  <a:lnTo>
                    <a:pt x="33909" y="268119"/>
                  </a:lnTo>
                  <a:lnTo>
                    <a:pt x="37181" y="272297"/>
                  </a:lnTo>
                  <a:lnTo>
                    <a:pt x="40584" y="276370"/>
                  </a:lnTo>
                  <a:lnTo>
                    <a:pt x="44114" y="280333"/>
                  </a:lnTo>
                  <a:lnTo>
                    <a:pt x="47768" y="284182"/>
                  </a:lnTo>
                  <a:lnTo>
                    <a:pt x="51543" y="287913"/>
                  </a:lnTo>
                  <a:lnTo>
                    <a:pt x="55435" y="291522"/>
                  </a:lnTo>
                  <a:lnTo>
                    <a:pt x="59438" y="295006"/>
                  </a:lnTo>
                  <a:lnTo>
                    <a:pt x="63551" y="298361"/>
                  </a:lnTo>
                  <a:lnTo>
                    <a:pt x="67768" y="301583"/>
                  </a:lnTo>
                  <a:lnTo>
                    <a:pt x="72085" y="304670"/>
                  </a:lnTo>
                  <a:lnTo>
                    <a:pt x="76498" y="307619"/>
                  </a:lnTo>
                  <a:lnTo>
                    <a:pt x="81002" y="310426"/>
                  </a:lnTo>
                  <a:lnTo>
                    <a:pt x="85593" y="313089"/>
                  </a:lnTo>
                  <a:lnTo>
                    <a:pt x="90267" y="315604"/>
                  </a:lnTo>
                  <a:lnTo>
                    <a:pt x="95018" y="317970"/>
                  </a:lnTo>
                  <a:lnTo>
                    <a:pt x="99841" y="320184"/>
                  </a:lnTo>
                  <a:lnTo>
                    <a:pt x="104733" y="322244"/>
                  </a:lnTo>
                  <a:lnTo>
                    <a:pt x="109687" y="324147"/>
                  </a:lnTo>
                  <a:lnTo>
                    <a:pt x="114699" y="325892"/>
                  </a:lnTo>
                  <a:lnTo>
                    <a:pt x="119764" y="327477"/>
                  </a:lnTo>
                  <a:lnTo>
                    <a:pt x="124877" y="328901"/>
                  </a:lnTo>
                  <a:lnTo>
                    <a:pt x="130033" y="330161"/>
                  </a:lnTo>
                  <a:lnTo>
                    <a:pt x="135226" y="331257"/>
                  </a:lnTo>
                  <a:lnTo>
                    <a:pt x="140451" y="332188"/>
                  </a:lnTo>
                  <a:lnTo>
                    <a:pt x="145703" y="332953"/>
                  </a:lnTo>
                  <a:lnTo>
                    <a:pt x="150976" y="333550"/>
                  </a:lnTo>
                  <a:lnTo>
                    <a:pt x="156266" y="333980"/>
                  </a:lnTo>
                  <a:lnTo>
                    <a:pt x="161567" y="334241"/>
                  </a:lnTo>
                  <a:lnTo>
                    <a:pt x="166874" y="334334"/>
                  </a:lnTo>
                  <a:lnTo>
                    <a:pt x="172180" y="334259"/>
                  </a:lnTo>
                  <a:lnTo>
                    <a:pt x="177482" y="334015"/>
                  </a:lnTo>
                  <a:lnTo>
                    <a:pt x="182774" y="333603"/>
                  </a:lnTo>
                  <a:lnTo>
                    <a:pt x="188049" y="333023"/>
                  </a:lnTo>
                  <a:lnTo>
                    <a:pt x="193304" y="332276"/>
                  </a:lnTo>
                  <a:lnTo>
                    <a:pt x="198532" y="331363"/>
                  </a:lnTo>
                  <a:lnTo>
                    <a:pt x="203728" y="330284"/>
                  </a:lnTo>
                  <a:lnTo>
                    <a:pt x="208888" y="329041"/>
                  </a:lnTo>
                  <a:lnTo>
                    <a:pt x="214006" y="327634"/>
                  </a:lnTo>
                  <a:lnTo>
                    <a:pt x="219076" y="326066"/>
                  </a:lnTo>
                  <a:lnTo>
                    <a:pt x="224094" y="324337"/>
                  </a:lnTo>
                  <a:lnTo>
                    <a:pt x="229055" y="322451"/>
                  </a:lnTo>
                  <a:lnTo>
                    <a:pt x="233953" y="320407"/>
                  </a:lnTo>
                  <a:lnTo>
                    <a:pt x="238784" y="318209"/>
                  </a:lnTo>
                  <a:lnTo>
                    <a:pt x="243543" y="315859"/>
                  </a:lnTo>
                  <a:lnTo>
                    <a:pt x="248224" y="313359"/>
                  </a:lnTo>
                  <a:lnTo>
                    <a:pt x="252824" y="310712"/>
                  </a:lnTo>
                  <a:lnTo>
                    <a:pt x="257338" y="307920"/>
                  </a:lnTo>
                  <a:lnTo>
                    <a:pt x="261761" y="304986"/>
                  </a:lnTo>
                  <a:lnTo>
                    <a:pt x="266088" y="301913"/>
                  </a:lnTo>
                  <a:lnTo>
                    <a:pt x="270316" y="298705"/>
                  </a:lnTo>
                  <a:lnTo>
                    <a:pt x="274439" y="295364"/>
                  </a:lnTo>
                  <a:lnTo>
                    <a:pt x="278455" y="291893"/>
                  </a:lnTo>
                  <a:lnTo>
                    <a:pt x="282358" y="288297"/>
                  </a:lnTo>
                  <a:lnTo>
                    <a:pt x="286145" y="284579"/>
                  </a:lnTo>
                  <a:lnTo>
                    <a:pt x="289812" y="280742"/>
                  </a:lnTo>
                  <a:lnTo>
                    <a:pt x="293356" y="276791"/>
                  </a:lnTo>
                  <a:lnTo>
                    <a:pt x="296772" y="272730"/>
                  </a:lnTo>
                  <a:lnTo>
                    <a:pt x="300058" y="268562"/>
                  </a:lnTo>
                  <a:lnTo>
                    <a:pt x="303210" y="264292"/>
                  </a:lnTo>
                  <a:lnTo>
                    <a:pt x="306225" y="259923"/>
                  </a:lnTo>
                  <a:lnTo>
                    <a:pt x="309099" y="255462"/>
                  </a:lnTo>
                  <a:lnTo>
                    <a:pt x="311830" y="250911"/>
                  </a:lnTo>
                  <a:lnTo>
                    <a:pt x="314416" y="246276"/>
                  </a:lnTo>
                  <a:lnTo>
                    <a:pt x="316853" y="241562"/>
                  </a:lnTo>
                  <a:lnTo>
                    <a:pt x="319139" y="236772"/>
                  </a:lnTo>
                  <a:lnTo>
                    <a:pt x="321272" y="231912"/>
                  </a:lnTo>
                  <a:lnTo>
                    <a:pt x="323250" y="226987"/>
                  </a:lnTo>
                  <a:lnTo>
                    <a:pt x="325070" y="222001"/>
                  </a:lnTo>
                  <a:lnTo>
                    <a:pt x="326731" y="216961"/>
                  </a:lnTo>
                  <a:lnTo>
                    <a:pt x="328231" y="211870"/>
                  </a:lnTo>
                  <a:lnTo>
                    <a:pt x="329569" y="206734"/>
                  </a:lnTo>
                  <a:lnTo>
                    <a:pt x="330744" y="201558"/>
                  </a:lnTo>
                  <a:lnTo>
                    <a:pt x="331753" y="196348"/>
                  </a:lnTo>
                  <a:lnTo>
                    <a:pt x="332596" y="191108"/>
                  </a:lnTo>
                  <a:lnTo>
                    <a:pt x="333273" y="185844"/>
                  </a:lnTo>
                  <a:lnTo>
                    <a:pt x="333782" y="180561"/>
                  </a:lnTo>
                  <a:lnTo>
                    <a:pt x="334123" y="175264"/>
                  </a:lnTo>
                  <a:lnTo>
                    <a:pt x="334296" y="169960"/>
                  </a:lnTo>
                  <a:lnTo>
                    <a:pt x="334301" y="164652"/>
                  </a:lnTo>
                  <a:lnTo>
                    <a:pt x="334136" y="159348"/>
                  </a:lnTo>
                  <a:lnTo>
                    <a:pt x="333804" y="154051"/>
                  </a:lnTo>
                  <a:lnTo>
                    <a:pt x="333304" y="148767"/>
                  </a:lnTo>
                  <a:lnTo>
                    <a:pt x="332636" y="143502"/>
                  </a:lnTo>
                  <a:lnTo>
                    <a:pt x="331801" y="138260"/>
                  </a:lnTo>
                  <a:lnTo>
                    <a:pt x="330801" y="133048"/>
                  </a:lnTo>
                  <a:lnTo>
                    <a:pt x="329635" y="127870"/>
                  </a:lnTo>
                  <a:lnTo>
                    <a:pt x="328306" y="122732"/>
                  </a:lnTo>
                  <a:lnTo>
                    <a:pt x="326814" y="117639"/>
                  </a:lnTo>
                  <a:lnTo>
                    <a:pt x="325161" y="112595"/>
                  </a:lnTo>
                  <a:lnTo>
                    <a:pt x="323349" y="107607"/>
                  </a:lnTo>
                  <a:lnTo>
                    <a:pt x="321380" y="102679"/>
                  </a:lnTo>
                  <a:lnTo>
                    <a:pt x="319255" y="97815"/>
                  </a:lnTo>
                  <a:lnTo>
                    <a:pt x="316977" y="93022"/>
                  </a:lnTo>
                  <a:lnTo>
                    <a:pt x="314547" y="88303"/>
                  </a:lnTo>
                  <a:lnTo>
                    <a:pt x="311970" y="83664"/>
                  </a:lnTo>
                  <a:lnTo>
                    <a:pt x="309246" y="79108"/>
                  </a:lnTo>
                  <a:lnTo>
                    <a:pt x="306379" y="74642"/>
                  </a:lnTo>
                  <a:lnTo>
                    <a:pt x="303371" y="70269"/>
                  </a:lnTo>
                  <a:lnTo>
                    <a:pt x="300227" y="65994"/>
                  </a:lnTo>
                  <a:lnTo>
                    <a:pt x="296948" y="61820"/>
                  </a:lnTo>
                  <a:lnTo>
                    <a:pt x="293538" y="57753"/>
                  </a:lnTo>
                  <a:lnTo>
                    <a:pt x="290001" y="53796"/>
                  </a:lnTo>
                  <a:lnTo>
                    <a:pt x="286341" y="49953"/>
                  </a:lnTo>
                  <a:lnTo>
                    <a:pt x="282560" y="46229"/>
                  </a:lnTo>
                  <a:lnTo>
                    <a:pt x="278662" y="42626"/>
                  </a:lnTo>
                  <a:lnTo>
                    <a:pt x="274653" y="39149"/>
                  </a:lnTo>
                  <a:lnTo>
                    <a:pt x="270534" y="35801"/>
                  </a:lnTo>
                  <a:lnTo>
                    <a:pt x="266312" y="32585"/>
                  </a:lnTo>
                  <a:lnTo>
                    <a:pt x="261990" y="29505"/>
                  </a:lnTo>
                  <a:lnTo>
                    <a:pt x="257572" y="26564"/>
                  </a:lnTo>
                  <a:lnTo>
                    <a:pt x="253063" y="23765"/>
                  </a:lnTo>
                  <a:lnTo>
                    <a:pt x="248468" y="21110"/>
                  </a:lnTo>
                  <a:lnTo>
                    <a:pt x="243790" y="18602"/>
                  </a:lnTo>
                  <a:lnTo>
                    <a:pt x="239035" y="16244"/>
                  </a:lnTo>
                  <a:lnTo>
                    <a:pt x="234208" y="14038"/>
                  </a:lnTo>
                  <a:lnTo>
                    <a:pt x="229313" y="11987"/>
                  </a:lnTo>
                  <a:lnTo>
                    <a:pt x="224356" y="10092"/>
                  </a:lnTo>
                  <a:lnTo>
                    <a:pt x="219341" y="8355"/>
                  </a:lnTo>
                  <a:lnTo>
                    <a:pt x="214273" y="6778"/>
                  </a:lnTo>
                  <a:lnTo>
                    <a:pt x="209158" y="5363"/>
                  </a:lnTo>
                  <a:lnTo>
                    <a:pt x="204000" y="4111"/>
                  </a:lnTo>
                  <a:lnTo>
                    <a:pt x="198805" y="3024"/>
                  </a:lnTo>
                  <a:lnTo>
                    <a:pt x="193579" y="2102"/>
                  </a:lnTo>
                  <a:lnTo>
                    <a:pt x="188325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815" y="5399291"/>
              <a:ext cx="4400" cy="167167"/>
            </a:xfrm>
            <a:custGeom>
              <a:avLst/>
              <a:pathLst>
                <a:path w="4400" h="167167">
                  <a:moveTo>
                    <a:pt x="4400" y="0"/>
                  </a:moveTo>
                  <a:lnTo>
                    <a:pt x="0" y="57"/>
                  </a:lnTo>
                  <a:lnTo>
                    <a:pt x="440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1815" y="5399349"/>
              <a:ext cx="4400" cy="167109"/>
            </a:xfrm>
            <a:custGeom>
              <a:avLst/>
              <a:pathLst>
                <a:path w="4400" h="167109">
                  <a:moveTo>
                    <a:pt x="0" y="0"/>
                  </a:moveTo>
                  <a:lnTo>
                    <a:pt x="4400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9" y="5399349"/>
              <a:ext cx="334324" cy="334264"/>
            </a:xfrm>
            <a:custGeom>
              <a:avLst/>
              <a:pathLst>
                <a:path w="334324" h="334264">
                  <a:moveTo>
                    <a:pt x="162766" y="0"/>
                  </a:moveTo>
                  <a:lnTo>
                    <a:pt x="157489" y="222"/>
                  </a:lnTo>
                  <a:lnTo>
                    <a:pt x="152223" y="611"/>
                  </a:lnTo>
                  <a:lnTo>
                    <a:pt x="146971" y="1166"/>
                  </a:lnTo>
                  <a:lnTo>
                    <a:pt x="141740" y="1887"/>
                  </a:lnTo>
                  <a:lnTo>
                    <a:pt x="136533" y="2772"/>
                  </a:lnTo>
                  <a:lnTo>
                    <a:pt x="131358" y="3822"/>
                  </a:lnTo>
                  <a:lnTo>
                    <a:pt x="126218" y="5034"/>
                  </a:lnTo>
                  <a:lnTo>
                    <a:pt x="121119" y="6409"/>
                  </a:lnTo>
                  <a:lnTo>
                    <a:pt x="116066" y="7943"/>
                  </a:lnTo>
                  <a:lnTo>
                    <a:pt x="111064" y="9637"/>
                  </a:lnTo>
                  <a:lnTo>
                    <a:pt x="106118" y="11487"/>
                  </a:lnTo>
                  <a:lnTo>
                    <a:pt x="101233" y="13493"/>
                  </a:lnTo>
                  <a:lnTo>
                    <a:pt x="96413" y="15653"/>
                  </a:lnTo>
                  <a:lnTo>
                    <a:pt x="91665" y="17963"/>
                  </a:lnTo>
                  <a:lnTo>
                    <a:pt x="86991" y="20422"/>
                  </a:lnTo>
                  <a:lnTo>
                    <a:pt x="82398" y="23028"/>
                  </a:lnTo>
                  <a:lnTo>
                    <a:pt x="77889" y="25777"/>
                  </a:lnTo>
                  <a:lnTo>
                    <a:pt x="73469" y="28668"/>
                  </a:lnTo>
                  <a:lnTo>
                    <a:pt x="69143" y="31697"/>
                  </a:lnTo>
                  <a:lnTo>
                    <a:pt x="64915" y="34860"/>
                  </a:lnTo>
                  <a:lnTo>
                    <a:pt x="60789" y="38156"/>
                  </a:lnTo>
                  <a:lnTo>
                    <a:pt x="56769" y="41581"/>
                  </a:lnTo>
                  <a:lnTo>
                    <a:pt x="52859" y="45130"/>
                  </a:lnTo>
                  <a:lnTo>
                    <a:pt x="49063" y="48802"/>
                  </a:lnTo>
                  <a:lnTo>
                    <a:pt x="45385" y="52591"/>
                  </a:lnTo>
                  <a:lnTo>
                    <a:pt x="41828" y="56495"/>
                  </a:lnTo>
                  <a:lnTo>
                    <a:pt x="38397" y="60509"/>
                  </a:lnTo>
                  <a:lnTo>
                    <a:pt x="35094" y="64630"/>
                  </a:lnTo>
                  <a:lnTo>
                    <a:pt x="31923" y="68853"/>
                  </a:lnTo>
                  <a:lnTo>
                    <a:pt x="28887" y="73174"/>
                  </a:lnTo>
                  <a:lnTo>
                    <a:pt x="25989" y="77589"/>
                  </a:lnTo>
                  <a:lnTo>
                    <a:pt x="23231" y="82093"/>
                  </a:lnTo>
                  <a:lnTo>
                    <a:pt x="20618" y="86681"/>
                  </a:lnTo>
                  <a:lnTo>
                    <a:pt x="18150" y="91351"/>
                  </a:lnTo>
                  <a:lnTo>
                    <a:pt x="15832" y="96095"/>
                  </a:lnTo>
                  <a:lnTo>
                    <a:pt x="13664" y="100911"/>
                  </a:lnTo>
                  <a:lnTo>
                    <a:pt x="11650" y="105793"/>
                  </a:lnTo>
                  <a:lnTo>
                    <a:pt x="9791" y="110735"/>
                  </a:lnTo>
                  <a:lnTo>
                    <a:pt x="8088" y="115735"/>
                  </a:lnTo>
                  <a:lnTo>
                    <a:pt x="6545" y="120785"/>
                  </a:lnTo>
                  <a:lnTo>
                    <a:pt x="5162" y="125882"/>
                  </a:lnTo>
                  <a:lnTo>
                    <a:pt x="3941" y="131019"/>
                  </a:lnTo>
                  <a:lnTo>
                    <a:pt x="2882" y="136193"/>
                  </a:lnTo>
                  <a:lnTo>
                    <a:pt x="1988" y="141398"/>
                  </a:lnTo>
                  <a:lnTo>
                    <a:pt x="1258" y="146628"/>
                  </a:lnTo>
                  <a:lnTo>
                    <a:pt x="694" y="151879"/>
                  </a:lnTo>
                  <a:lnTo>
                    <a:pt x="296" y="157145"/>
                  </a:lnTo>
                  <a:lnTo>
                    <a:pt x="64" y="162421"/>
                  </a:lnTo>
                  <a:lnTo>
                    <a:pt x="0" y="167701"/>
                  </a:lnTo>
                  <a:lnTo>
                    <a:pt x="102" y="172981"/>
                  </a:lnTo>
                  <a:lnTo>
                    <a:pt x="370" y="178255"/>
                  </a:lnTo>
                  <a:lnTo>
                    <a:pt x="806" y="183518"/>
                  </a:lnTo>
                  <a:lnTo>
                    <a:pt x="1407" y="188765"/>
                  </a:lnTo>
                  <a:lnTo>
                    <a:pt x="2174" y="193990"/>
                  </a:lnTo>
                  <a:lnTo>
                    <a:pt x="3105" y="199188"/>
                  </a:lnTo>
                  <a:lnTo>
                    <a:pt x="4200" y="204354"/>
                  </a:lnTo>
                  <a:lnTo>
                    <a:pt x="5458" y="209483"/>
                  </a:lnTo>
                  <a:lnTo>
                    <a:pt x="6877" y="214570"/>
                  </a:lnTo>
                  <a:lnTo>
                    <a:pt x="8456" y="219609"/>
                  </a:lnTo>
                  <a:lnTo>
                    <a:pt x="10194" y="224596"/>
                  </a:lnTo>
                  <a:lnTo>
                    <a:pt x="12088" y="229526"/>
                  </a:lnTo>
                  <a:lnTo>
                    <a:pt x="14137" y="234393"/>
                  </a:lnTo>
                  <a:lnTo>
                    <a:pt x="16339" y="239193"/>
                  </a:lnTo>
                  <a:lnTo>
                    <a:pt x="18691" y="243921"/>
                  </a:lnTo>
                  <a:lnTo>
                    <a:pt x="21191" y="248573"/>
                  </a:lnTo>
                  <a:lnTo>
                    <a:pt x="23837" y="253143"/>
                  </a:lnTo>
                  <a:lnTo>
                    <a:pt x="26626" y="257627"/>
                  </a:lnTo>
                  <a:lnTo>
                    <a:pt x="29556" y="262021"/>
                  </a:lnTo>
                  <a:lnTo>
                    <a:pt x="32622" y="266321"/>
                  </a:lnTo>
                  <a:lnTo>
                    <a:pt x="35823" y="270521"/>
                  </a:lnTo>
                  <a:lnTo>
                    <a:pt x="39155" y="274618"/>
                  </a:lnTo>
                  <a:lnTo>
                    <a:pt x="42615" y="278608"/>
                  </a:lnTo>
                  <a:lnTo>
                    <a:pt x="46199" y="282486"/>
                  </a:lnTo>
                  <a:lnTo>
                    <a:pt x="49904" y="286250"/>
                  </a:lnTo>
                  <a:lnTo>
                    <a:pt x="53726" y="289894"/>
                  </a:lnTo>
                  <a:lnTo>
                    <a:pt x="57661" y="293416"/>
                  </a:lnTo>
                  <a:lnTo>
                    <a:pt x="61705" y="296812"/>
                  </a:lnTo>
                  <a:lnTo>
                    <a:pt x="65854" y="300079"/>
                  </a:lnTo>
                  <a:lnTo>
                    <a:pt x="70105" y="303212"/>
                  </a:lnTo>
                  <a:lnTo>
                    <a:pt x="74453" y="306210"/>
                  </a:lnTo>
                  <a:lnTo>
                    <a:pt x="78893" y="309070"/>
                  </a:lnTo>
                  <a:lnTo>
                    <a:pt x="83421" y="311787"/>
                  </a:lnTo>
                  <a:lnTo>
                    <a:pt x="88032" y="314360"/>
                  </a:lnTo>
                  <a:lnTo>
                    <a:pt x="92723" y="316786"/>
                  </a:lnTo>
                  <a:lnTo>
                    <a:pt x="97488" y="319063"/>
                  </a:lnTo>
                  <a:lnTo>
                    <a:pt x="102323" y="321188"/>
                  </a:lnTo>
                  <a:lnTo>
                    <a:pt x="107222" y="323159"/>
                  </a:lnTo>
                  <a:lnTo>
                    <a:pt x="112181" y="324975"/>
                  </a:lnTo>
                  <a:lnTo>
                    <a:pt x="117195" y="326633"/>
                  </a:lnTo>
                  <a:lnTo>
                    <a:pt x="122259" y="328132"/>
                  </a:lnTo>
                  <a:lnTo>
                    <a:pt x="127367" y="329470"/>
                  </a:lnTo>
                  <a:lnTo>
                    <a:pt x="132516" y="330646"/>
                  </a:lnTo>
                  <a:lnTo>
                    <a:pt x="137698" y="331659"/>
                  </a:lnTo>
                  <a:lnTo>
                    <a:pt x="142911" y="332507"/>
                  </a:lnTo>
                  <a:lnTo>
                    <a:pt x="148147" y="333191"/>
                  </a:lnTo>
                  <a:lnTo>
                    <a:pt x="153403" y="333709"/>
                  </a:lnTo>
                  <a:lnTo>
                    <a:pt x="158672" y="334061"/>
                  </a:lnTo>
                  <a:lnTo>
                    <a:pt x="163950" y="334246"/>
                  </a:lnTo>
                  <a:lnTo>
                    <a:pt x="169231" y="334264"/>
                  </a:lnTo>
                  <a:lnTo>
                    <a:pt x="174509" y="334115"/>
                  </a:lnTo>
                  <a:lnTo>
                    <a:pt x="179781" y="333800"/>
                  </a:lnTo>
                  <a:lnTo>
                    <a:pt x="185040" y="333318"/>
                  </a:lnTo>
                  <a:lnTo>
                    <a:pt x="190281" y="332671"/>
                  </a:lnTo>
                  <a:lnTo>
                    <a:pt x="195499" y="331858"/>
                  </a:lnTo>
                  <a:lnTo>
                    <a:pt x="200689" y="330881"/>
                  </a:lnTo>
                  <a:lnTo>
                    <a:pt x="205845" y="329740"/>
                  </a:lnTo>
                  <a:lnTo>
                    <a:pt x="210963" y="328437"/>
                  </a:lnTo>
                  <a:lnTo>
                    <a:pt x="216037" y="326973"/>
                  </a:lnTo>
                  <a:lnTo>
                    <a:pt x="221062" y="325350"/>
                  </a:lnTo>
                  <a:lnTo>
                    <a:pt x="226034" y="323568"/>
                  </a:lnTo>
                  <a:lnTo>
                    <a:pt x="230946" y="321631"/>
                  </a:lnTo>
                  <a:lnTo>
                    <a:pt x="235795" y="319539"/>
                  </a:lnTo>
                  <a:lnTo>
                    <a:pt x="240576" y="317295"/>
                  </a:lnTo>
                  <a:lnTo>
                    <a:pt x="245283" y="314902"/>
                  </a:lnTo>
                  <a:lnTo>
                    <a:pt x="249912" y="312360"/>
                  </a:lnTo>
                  <a:lnTo>
                    <a:pt x="254459" y="309674"/>
                  </a:lnTo>
                  <a:lnTo>
                    <a:pt x="258919" y="306846"/>
                  </a:lnTo>
                  <a:lnTo>
                    <a:pt x="263287" y="303878"/>
                  </a:lnTo>
                  <a:lnTo>
                    <a:pt x="267559" y="300773"/>
                  </a:lnTo>
                  <a:lnTo>
                    <a:pt x="271731" y="297536"/>
                  </a:lnTo>
                  <a:lnTo>
                    <a:pt x="275799" y="294168"/>
                  </a:lnTo>
                  <a:lnTo>
                    <a:pt x="279758" y="290673"/>
                  </a:lnTo>
                  <a:lnTo>
                    <a:pt x="283605" y="287055"/>
                  </a:lnTo>
                  <a:lnTo>
                    <a:pt x="287335" y="283317"/>
                  </a:lnTo>
                  <a:lnTo>
                    <a:pt x="290946" y="279463"/>
                  </a:lnTo>
                  <a:lnTo>
                    <a:pt x="294433" y="275497"/>
                  </a:lnTo>
                  <a:lnTo>
                    <a:pt x="297793" y="271423"/>
                  </a:lnTo>
                  <a:lnTo>
                    <a:pt x="301023" y="267245"/>
                  </a:lnTo>
                  <a:lnTo>
                    <a:pt x="304119" y="262967"/>
                  </a:lnTo>
                  <a:lnTo>
                    <a:pt x="307079" y="258593"/>
                  </a:lnTo>
                  <a:lnTo>
                    <a:pt x="309898" y="254128"/>
                  </a:lnTo>
                  <a:lnTo>
                    <a:pt x="312576" y="249576"/>
                  </a:lnTo>
                  <a:lnTo>
                    <a:pt x="315108" y="244942"/>
                  </a:lnTo>
                  <a:lnTo>
                    <a:pt x="317493" y="240230"/>
                  </a:lnTo>
                  <a:lnTo>
                    <a:pt x="319728" y="235446"/>
                  </a:lnTo>
                  <a:lnTo>
                    <a:pt x="321810" y="230592"/>
                  </a:lnTo>
                  <a:lnTo>
                    <a:pt x="323738" y="225676"/>
                  </a:lnTo>
                  <a:lnTo>
                    <a:pt x="325510" y="220701"/>
                  </a:lnTo>
                  <a:lnTo>
                    <a:pt x="327124" y="215673"/>
                  </a:lnTo>
                  <a:lnTo>
                    <a:pt x="328578" y="210596"/>
                  </a:lnTo>
                  <a:lnTo>
                    <a:pt x="329871" y="205476"/>
                  </a:lnTo>
                  <a:lnTo>
                    <a:pt x="331002" y="200317"/>
                  </a:lnTo>
                  <a:lnTo>
                    <a:pt x="331969" y="195126"/>
                  </a:lnTo>
                  <a:lnTo>
                    <a:pt x="332772" y="189906"/>
                  </a:lnTo>
                  <a:lnTo>
                    <a:pt x="333409" y="184664"/>
                  </a:lnTo>
                  <a:lnTo>
                    <a:pt x="333881" y="179404"/>
                  </a:lnTo>
                  <a:lnTo>
                    <a:pt x="334186" y="174132"/>
                  </a:lnTo>
                  <a:lnTo>
                    <a:pt x="334324" y="168853"/>
                  </a:lnTo>
                  <a:lnTo>
                    <a:pt x="334296" y="163572"/>
                  </a:lnTo>
                  <a:lnTo>
                    <a:pt x="334101" y="158294"/>
                  </a:lnTo>
                  <a:lnTo>
                    <a:pt x="333739" y="153026"/>
                  </a:lnTo>
                  <a:lnTo>
                    <a:pt x="333211" y="147771"/>
                  </a:lnTo>
                  <a:lnTo>
                    <a:pt x="332517" y="142536"/>
                  </a:lnTo>
                  <a:lnTo>
                    <a:pt x="331659" y="137326"/>
                  </a:lnTo>
                  <a:lnTo>
                    <a:pt x="330636" y="132145"/>
                  </a:lnTo>
                  <a:lnTo>
                    <a:pt x="329450" y="126999"/>
                  </a:lnTo>
                  <a:lnTo>
                    <a:pt x="328102" y="121893"/>
                  </a:lnTo>
                  <a:lnTo>
                    <a:pt x="326593" y="116832"/>
                  </a:lnTo>
                  <a:lnTo>
                    <a:pt x="324926" y="111821"/>
                  </a:lnTo>
                  <a:lnTo>
                    <a:pt x="323101" y="106865"/>
                  </a:lnTo>
                  <a:lnTo>
                    <a:pt x="321120" y="101970"/>
                  </a:lnTo>
                  <a:lnTo>
                    <a:pt x="318986" y="97140"/>
                  </a:lnTo>
                  <a:lnTo>
                    <a:pt x="316700" y="92379"/>
                  </a:lnTo>
                  <a:lnTo>
                    <a:pt x="314265" y="87693"/>
                  </a:lnTo>
                  <a:lnTo>
                    <a:pt x="311683" y="83086"/>
                  </a:lnTo>
                  <a:lnTo>
                    <a:pt x="308957" y="78563"/>
                  </a:lnTo>
                  <a:lnTo>
                    <a:pt x="306089" y="74129"/>
                  </a:lnTo>
                  <a:lnTo>
                    <a:pt x="303083" y="69787"/>
                  </a:lnTo>
                  <a:lnTo>
                    <a:pt x="299941" y="65542"/>
                  </a:lnTo>
                  <a:lnTo>
                    <a:pt x="296666" y="61399"/>
                  </a:lnTo>
                  <a:lnTo>
                    <a:pt x="293263" y="57361"/>
                  </a:lnTo>
                  <a:lnTo>
                    <a:pt x="289733" y="53433"/>
                  </a:lnTo>
                  <a:lnTo>
                    <a:pt x="286081" y="49618"/>
                  </a:lnTo>
                  <a:lnTo>
                    <a:pt x="282311" y="45921"/>
                  </a:lnTo>
                  <a:lnTo>
                    <a:pt x="278425" y="42344"/>
                  </a:lnTo>
                  <a:lnTo>
                    <a:pt x="274429" y="38892"/>
                  </a:lnTo>
                  <a:lnTo>
                    <a:pt x="270325" y="35568"/>
                  </a:lnTo>
                  <a:lnTo>
                    <a:pt x="266119" y="32375"/>
                  </a:lnTo>
                  <a:lnTo>
                    <a:pt x="261814" y="29317"/>
                  </a:lnTo>
                  <a:lnTo>
                    <a:pt x="257414" y="26396"/>
                  </a:lnTo>
                  <a:lnTo>
                    <a:pt x="252924" y="23615"/>
                  </a:lnTo>
                  <a:lnTo>
                    <a:pt x="248349" y="20978"/>
                  </a:lnTo>
                  <a:lnTo>
                    <a:pt x="243693" y="18487"/>
                  </a:lnTo>
                  <a:lnTo>
                    <a:pt x="238960" y="16144"/>
                  </a:lnTo>
                  <a:lnTo>
                    <a:pt x="234156" y="13951"/>
                  </a:lnTo>
                  <a:lnTo>
                    <a:pt x="229285" y="11912"/>
                  </a:lnTo>
                  <a:lnTo>
                    <a:pt x="224351" y="10027"/>
                  </a:lnTo>
                  <a:lnTo>
                    <a:pt x="219361" y="8299"/>
                  </a:lnTo>
                  <a:lnTo>
                    <a:pt x="214319" y="6730"/>
                  </a:lnTo>
                  <a:lnTo>
                    <a:pt x="167166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7152" cy="167167"/>
            </a:xfrm>
            <a:custGeom>
              <a:avLst/>
              <a:pathLst>
                <a:path w="47152" h="167167">
                  <a:moveTo>
                    <a:pt x="47152" y="6788"/>
                  </a:moveTo>
                  <a:lnTo>
                    <a:pt x="41391" y="5205"/>
                  </a:lnTo>
                  <a:lnTo>
                    <a:pt x="35577" y="3829"/>
                  </a:lnTo>
                  <a:lnTo>
                    <a:pt x="29717" y="2662"/>
                  </a:lnTo>
                  <a:lnTo>
                    <a:pt x="23819" y="1705"/>
                  </a:lnTo>
                  <a:lnTo>
                    <a:pt x="17891" y="960"/>
                  </a:lnTo>
                  <a:lnTo>
                    <a:pt x="11940" y="426"/>
                  </a:lnTo>
                  <a:lnTo>
                    <a:pt x="597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8207" y="5399291"/>
              <a:ext cx="55337" cy="167167"/>
            </a:xfrm>
            <a:custGeom>
              <a:avLst/>
              <a:pathLst>
                <a:path w="55337" h="167167">
                  <a:moveTo>
                    <a:pt x="55337" y="0"/>
                  </a:moveTo>
                  <a:lnTo>
                    <a:pt x="49071" y="117"/>
                  </a:lnTo>
                  <a:lnTo>
                    <a:pt x="42815" y="469"/>
                  </a:lnTo>
                  <a:lnTo>
                    <a:pt x="36576" y="1056"/>
                  </a:lnTo>
                  <a:lnTo>
                    <a:pt x="30363" y="1875"/>
                  </a:lnTo>
                  <a:lnTo>
                    <a:pt x="24186" y="2928"/>
                  </a:lnTo>
                  <a:lnTo>
                    <a:pt x="18052" y="4210"/>
                  </a:lnTo>
                  <a:lnTo>
                    <a:pt x="11971" y="5722"/>
                  </a:lnTo>
                  <a:lnTo>
                    <a:pt x="5950" y="7461"/>
                  </a:lnTo>
                  <a:lnTo>
                    <a:pt x="0" y="9424"/>
                  </a:lnTo>
                  <a:lnTo>
                    <a:pt x="553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68207" y="5408716"/>
              <a:ext cx="55337" cy="157742"/>
            </a:xfrm>
            <a:custGeom>
              <a:avLst/>
              <a:pathLst>
                <a:path w="55337" h="157742">
                  <a:moveTo>
                    <a:pt x="0" y="0"/>
                  </a:moveTo>
                  <a:lnTo>
                    <a:pt x="55337" y="1577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81" y="5408716"/>
              <a:ext cx="182322" cy="324908"/>
            </a:xfrm>
            <a:custGeom>
              <a:avLst/>
              <a:pathLst>
                <a:path w="182322" h="324908">
                  <a:moveTo>
                    <a:pt x="111825" y="0"/>
                  </a:moveTo>
                  <a:lnTo>
                    <a:pt x="106836" y="1839"/>
                  </a:lnTo>
                  <a:lnTo>
                    <a:pt x="101907" y="3837"/>
                  </a:lnTo>
                  <a:lnTo>
                    <a:pt x="97045" y="5991"/>
                  </a:lnTo>
                  <a:lnTo>
                    <a:pt x="92254" y="8298"/>
                  </a:lnTo>
                  <a:lnTo>
                    <a:pt x="87538" y="10756"/>
                  </a:lnTo>
                  <a:lnTo>
                    <a:pt x="82903" y="13363"/>
                  </a:lnTo>
                  <a:lnTo>
                    <a:pt x="78353" y="16116"/>
                  </a:lnTo>
                  <a:lnTo>
                    <a:pt x="73893" y="19013"/>
                  </a:lnTo>
                  <a:lnTo>
                    <a:pt x="69528" y="22050"/>
                  </a:lnTo>
                  <a:lnTo>
                    <a:pt x="65261" y="25224"/>
                  </a:lnTo>
                  <a:lnTo>
                    <a:pt x="61098" y="28532"/>
                  </a:lnTo>
                  <a:lnTo>
                    <a:pt x="57041" y="31971"/>
                  </a:lnTo>
                  <a:lnTo>
                    <a:pt x="53097" y="35538"/>
                  </a:lnTo>
                  <a:lnTo>
                    <a:pt x="49267" y="39228"/>
                  </a:lnTo>
                  <a:lnTo>
                    <a:pt x="45557" y="43038"/>
                  </a:lnTo>
                  <a:lnTo>
                    <a:pt x="41970" y="46964"/>
                  </a:lnTo>
                  <a:lnTo>
                    <a:pt x="38510" y="51002"/>
                  </a:lnTo>
                  <a:lnTo>
                    <a:pt x="35180" y="55148"/>
                  </a:lnTo>
                  <a:lnTo>
                    <a:pt x="31983" y="59398"/>
                  </a:lnTo>
                  <a:lnTo>
                    <a:pt x="28924" y="63748"/>
                  </a:lnTo>
                  <a:lnTo>
                    <a:pt x="26004" y="68192"/>
                  </a:lnTo>
                  <a:lnTo>
                    <a:pt x="23227" y="72728"/>
                  </a:lnTo>
                  <a:lnTo>
                    <a:pt x="20596" y="77349"/>
                  </a:lnTo>
                  <a:lnTo>
                    <a:pt x="18113" y="82052"/>
                  </a:lnTo>
                  <a:lnTo>
                    <a:pt x="15780" y="86831"/>
                  </a:lnTo>
                  <a:lnTo>
                    <a:pt x="13601" y="91682"/>
                  </a:lnTo>
                  <a:lnTo>
                    <a:pt x="11578" y="96600"/>
                  </a:lnTo>
                  <a:lnTo>
                    <a:pt x="9712" y="101579"/>
                  </a:lnTo>
                  <a:lnTo>
                    <a:pt x="8005" y="106616"/>
                  </a:lnTo>
                  <a:lnTo>
                    <a:pt x="6459" y="111704"/>
                  </a:lnTo>
                  <a:lnTo>
                    <a:pt x="5076" y="116839"/>
                  </a:lnTo>
                  <a:lnTo>
                    <a:pt x="3857" y="122016"/>
                  </a:lnTo>
                  <a:lnTo>
                    <a:pt x="2804" y="127228"/>
                  </a:lnTo>
                  <a:lnTo>
                    <a:pt x="1916" y="132471"/>
                  </a:lnTo>
                  <a:lnTo>
                    <a:pt x="1196" y="137740"/>
                  </a:lnTo>
                  <a:lnTo>
                    <a:pt x="644" y="143030"/>
                  </a:lnTo>
                  <a:lnTo>
                    <a:pt x="260" y="148334"/>
                  </a:lnTo>
                  <a:lnTo>
                    <a:pt x="45" y="153647"/>
                  </a:lnTo>
                  <a:lnTo>
                    <a:pt x="0" y="158965"/>
                  </a:lnTo>
                  <a:lnTo>
                    <a:pt x="123" y="164281"/>
                  </a:lnTo>
                  <a:lnTo>
                    <a:pt x="415" y="169591"/>
                  </a:lnTo>
                  <a:lnTo>
                    <a:pt x="877" y="174889"/>
                  </a:lnTo>
                  <a:lnTo>
                    <a:pt x="1506" y="180170"/>
                  </a:lnTo>
                  <a:lnTo>
                    <a:pt x="2304" y="185428"/>
                  </a:lnTo>
                  <a:lnTo>
                    <a:pt x="3268" y="190657"/>
                  </a:lnTo>
                  <a:lnTo>
                    <a:pt x="4397" y="195854"/>
                  </a:lnTo>
                  <a:lnTo>
                    <a:pt x="5692" y="201012"/>
                  </a:lnTo>
                  <a:lnTo>
                    <a:pt x="7150" y="206126"/>
                  </a:lnTo>
                  <a:lnTo>
                    <a:pt x="8770" y="211191"/>
                  </a:lnTo>
                  <a:lnTo>
                    <a:pt x="10550" y="216202"/>
                  </a:lnTo>
                  <a:lnTo>
                    <a:pt x="12489" y="221154"/>
                  </a:lnTo>
                  <a:lnTo>
                    <a:pt x="14584" y="226042"/>
                  </a:lnTo>
                  <a:lnTo>
                    <a:pt x="16834" y="230860"/>
                  </a:lnTo>
                  <a:lnTo>
                    <a:pt x="19236" y="235605"/>
                  </a:lnTo>
                  <a:lnTo>
                    <a:pt x="21787" y="240271"/>
                  </a:lnTo>
                  <a:lnTo>
                    <a:pt x="24486" y="244853"/>
                  </a:lnTo>
                  <a:lnTo>
                    <a:pt x="27329" y="249347"/>
                  </a:lnTo>
                  <a:lnTo>
                    <a:pt x="30313" y="253749"/>
                  </a:lnTo>
                  <a:lnTo>
                    <a:pt x="33436" y="258053"/>
                  </a:lnTo>
                  <a:lnTo>
                    <a:pt x="36695" y="262256"/>
                  </a:lnTo>
                  <a:lnTo>
                    <a:pt x="40085" y="266353"/>
                  </a:lnTo>
                  <a:lnTo>
                    <a:pt x="43604" y="270340"/>
                  </a:lnTo>
                  <a:lnTo>
                    <a:pt x="47248" y="274213"/>
                  </a:lnTo>
                  <a:lnTo>
                    <a:pt x="51014" y="277969"/>
                  </a:lnTo>
                  <a:lnTo>
                    <a:pt x="54896" y="281602"/>
                  </a:lnTo>
                  <a:lnTo>
                    <a:pt x="58893" y="285110"/>
                  </a:lnTo>
                  <a:lnTo>
                    <a:pt x="62999" y="288490"/>
                  </a:lnTo>
                  <a:lnTo>
                    <a:pt x="67211" y="291737"/>
                  </a:lnTo>
                  <a:lnTo>
                    <a:pt x="71523" y="294848"/>
                  </a:lnTo>
                  <a:lnTo>
                    <a:pt x="75933" y="297821"/>
                  </a:lnTo>
                  <a:lnTo>
                    <a:pt x="80435" y="300652"/>
                  </a:lnTo>
                  <a:lnTo>
                    <a:pt x="85024" y="303338"/>
                  </a:lnTo>
                  <a:lnTo>
                    <a:pt x="89697" y="305877"/>
                  </a:lnTo>
                  <a:lnTo>
                    <a:pt x="94448" y="308266"/>
                  </a:lnTo>
                  <a:lnTo>
                    <a:pt x="99272" y="310503"/>
                  </a:lnTo>
                  <a:lnTo>
                    <a:pt x="104166" y="312585"/>
                  </a:lnTo>
                  <a:lnTo>
                    <a:pt x="109123" y="314511"/>
                  </a:lnTo>
                  <a:lnTo>
                    <a:pt x="114139" y="316278"/>
                  </a:lnTo>
                  <a:lnTo>
                    <a:pt x="119208" y="317884"/>
                  </a:lnTo>
                  <a:lnTo>
                    <a:pt x="124326" y="319328"/>
                  </a:lnTo>
                  <a:lnTo>
                    <a:pt x="129488" y="320609"/>
                  </a:lnTo>
                  <a:lnTo>
                    <a:pt x="134687" y="321725"/>
                  </a:lnTo>
                  <a:lnTo>
                    <a:pt x="139920" y="322675"/>
                  </a:lnTo>
                  <a:lnTo>
                    <a:pt x="145180" y="323458"/>
                  </a:lnTo>
                  <a:lnTo>
                    <a:pt x="150462" y="324073"/>
                  </a:lnTo>
                  <a:lnTo>
                    <a:pt x="155761" y="324520"/>
                  </a:lnTo>
                  <a:lnTo>
                    <a:pt x="161071" y="324799"/>
                  </a:lnTo>
                  <a:lnTo>
                    <a:pt x="166388" y="324908"/>
                  </a:lnTo>
                  <a:lnTo>
                    <a:pt x="171706" y="324848"/>
                  </a:lnTo>
                  <a:lnTo>
                    <a:pt x="177019" y="324619"/>
                  </a:lnTo>
                  <a:lnTo>
                    <a:pt x="182322" y="324221"/>
                  </a:lnTo>
                  <a:lnTo>
                    <a:pt x="167162" y="1577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167151" cy="333646"/>
            </a:xfrm>
            <a:custGeom>
              <a:avLst/>
              <a:pathLst>
                <a:path w="167151" h="333646">
                  <a:moveTo>
                    <a:pt x="15159" y="333646"/>
                  </a:moveTo>
                  <a:lnTo>
                    <a:pt x="20441" y="333080"/>
                  </a:lnTo>
                  <a:lnTo>
                    <a:pt x="25702" y="332347"/>
                  </a:lnTo>
                  <a:lnTo>
                    <a:pt x="30938" y="331447"/>
                  </a:lnTo>
                  <a:lnTo>
                    <a:pt x="36142" y="330381"/>
                  </a:lnTo>
                  <a:lnTo>
                    <a:pt x="41309" y="329150"/>
                  </a:lnTo>
                  <a:lnTo>
                    <a:pt x="46435" y="327755"/>
                  </a:lnTo>
                  <a:lnTo>
                    <a:pt x="51514" y="326199"/>
                  </a:lnTo>
                  <a:lnTo>
                    <a:pt x="56541" y="324482"/>
                  </a:lnTo>
                  <a:lnTo>
                    <a:pt x="61511" y="322606"/>
                  </a:lnTo>
                  <a:lnTo>
                    <a:pt x="66419" y="320573"/>
                  </a:lnTo>
                  <a:lnTo>
                    <a:pt x="71260" y="318385"/>
                  </a:lnTo>
                  <a:lnTo>
                    <a:pt x="76029" y="316045"/>
                  </a:lnTo>
                  <a:lnTo>
                    <a:pt x="80721" y="313554"/>
                  </a:lnTo>
                  <a:lnTo>
                    <a:pt x="85331" y="310915"/>
                  </a:lnTo>
                  <a:lnTo>
                    <a:pt x="89855" y="308131"/>
                  </a:lnTo>
                  <a:lnTo>
                    <a:pt x="94289" y="305205"/>
                  </a:lnTo>
                  <a:lnTo>
                    <a:pt x="98627" y="302139"/>
                  </a:lnTo>
                  <a:lnTo>
                    <a:pt x="102866" y="298937"/>
                  </a:lnTo>
                  <a:lnTo>
                    <a:pt x="107001" y="295602"/>
                  </a:lnTo>
                  <a:lnTo>
                    <a:pt x="111028" y="292138"/>
                  </a:lnTo>
                  <a:lnTo>
                    <a:pt x="114943" y="288547"/>
                  </a:lnTo>
                  <a:lnTo>
                    <a:pt x="118741" y="284833"/>
                  </a:lnTo>
                  <a:lnTo>
                    <a:pt x="122420" y="281001"/>
                  </a:lnTo>
                  <a:lnTo>
                    <a:pt x="125975" y="277054"/>
                  </a:lnTo>
                  <a:lnTo>
                    <a:pt x="129403" y="272996"/>
                  </a:lnTo>
                  <a:lnTo>
                    <a:pt x="132700" y="268831"/>
                  </a:lnTo>
                  <a:lnTo>
                    <a:pt x="135863" y="264563"/>
                  </a:lnTo>
                  <a:lnTo>
                    <a:pt x="138889" y="260197"/>
                  </a:lnTo>
                  <a:lnTo>
                    <a:pt x="141775" y="255737"/>
                  </a:lnTo>
                  <a:lnTo>
                    <a:pt x="144518" y="251187"/>
                  </a:lnTo>
                  <a:lnTo>
                    <a:pt x="147114" y="246553"/>
                  </a:lnTo>
                  <a:lnTo>
                    <a:pt x="149563" y="241839"/>
                  </a:lnTo>
                  <a:lnTo>
                    <a:pt x="151860" y="237049"/>
                  </a:lnTo>
                  <a:lnTo>
                    <a:pt x="154003" y="232188"/>
                  </a:lnTo>
                  <a:lnTo>
                    <a:pt x="155992" y="227262"/>
                  </a:lnTo>
                  <a:lnTo>
                    <a:pt x="157822" y="222275"/>
                  </a:lnTo>
                  <a:lnTo>
                    <a:pt x="159494" y="217233"/>
                  </a:lnTo>
                  <a:lnTo>
                    <a:pt x="161004" y="212140"/>
                  </a:lnTo>
                  <a:lnTo>
                    <a:pt x="162351" y="207002"/>
                  </a:lnTo>
                  <a:lnTo>
                    <a:pt x="163535" y="201823"/>
                  </a:lnTo>
                  <a:lnTo>
                    <a:pt x="164554" y="196609"/>
                  </a:lnTo>
                  <a:lnTo>
                    <a:pt x="165406" y="191366"/>
                  </a:lnTo>
                  <a:lnTo>
                    <a:pt x="166092" y="186098"/>
                  </a:lnTo>
                  <a:lnTo>
                    <a:pt x="166609" y="180811"/>
                  </a:lnTo>
                  <a:lnTo>
                    <a:pt x="166959" y="175511"/>
                  </a:lnTo>
                  <a:lnTo>
                    <a:pt x="167139" y="170201"/>
                  </a:lnTo>
                  <a:lnTo>
                    <a:pt x="167151" y="164889"/>
                  </a:lnTo>
                  <a:lnTo>
                    <a:pt x="166995" y="159579"/>
                  </a:lnTo>
                  <a:lnTo>
                    <a:pt x="166669" y="154277"/>
                  </a:lnTo>
                  <a:lnTo>
                    <a:pt x="166176" y="148988"/>
                  </a:lnTo>
                  <a:lnTo>
                    <a:pt x="165514" y="143717"/>
                  </a:lnTo>
                  <a:lnTo>
                    <a:pt x="164685" y="138470"/>
                  </a:lnTo>
                  <a:lnTo>
                    <a:pt x="163690" y="133252"/>
                  </a:lnTo>
                  <a:lnTo>
                    <a:pt x="162530" y="128068"/>
                  </a:lnTo>
                  <a:lnTo>
                    <a:pt x="161206" y="122923"/>
                  </a:lnTo>
                  <a:lnTo>
                    <a:pt x="159719" y="117824"/>
                  </a:lnTo>
                  <a:lnTo>
                    <a:pt x="158070" y="112774"/>
                  </a:lnTo>
                  <a:lnTo>
                    <a:pt x="156262" y="107779"/>
                  </a:lnTo>
                  <a:lnTo>
                    <a:pt x="154296" y="102844"/>
                  </a:lnTo>
                  <a:lnTo>
                    <a:pt x="152174" y="97974"/>
                  </a:lnTo>
                  <a:lnTo>
                    <a:pt x="149899" y="93173"/>
                  </a:lnTo>
                  <a:lnTo>
                    <a:pt x="147472" y="88448"/>
                  </a:lnTo>
                  <a:lnTo>
                    <a:pt x="144897" y="83802"/>
                  </a:lnTo>
                  <a:lnTo>
                    <a:pt x="142175" y="79240"/>
                  </a:lnTo>
                  <a:lnTo>
                    <a:pt x="139309" y="74767"/>
                  </a:lnTo>
                  <a:lnTo>
                    <a:pt x="136303" y="70387"/>
                  </a:lnTo>
                  <a:lnTo>
                    <a:pt x="133159" y="66105"/>
                  </a:lnTo>
                  <a:lnTo>
                    <a:pt x="129881" y="61925"/>
                  </a:lnTo>
                  <a:lnTo>
                    <a:pt x="126471" y="57852"/>
                  </a:lnTo>
                  <a:lnTo>
                    <a:pt x="122934" y="53888"/>
                  </a:lnTo>
                  <a:lnTo>
                    <a:pt x="119273" y="50039"/>
                  </a:lnTo>
                  <a:lnTo>
                    <a:pt x="115491" y="46309"/>
                  </a:lnTo>
                  <a:lnTo>
                    <a:pt x="111593" y="42700"/>
                  </a:lnTo>
                  <a:lnTo>
                    <a:pt x="107581" y="39217"/>
                  </a:lnTo>
                  <a:lnTo>
                    <a:pt x="103462" y="35864"/>
                  </a:lnTo>
                  <a:lnTo>
                    <a:pt x="99238" y="32643"/>
                  </a:lnTo>
                  <a:lnTo>
                    <a:pt x="94913" y="29557"/>
                  </a:lnTo>
                  <a:lnTo>
                    <a:pt x="90493" y="26611"/>
                  </a:lnTo>
                  <a:lnTo>
                    <a:pt x="85981" y="23807"/>
                  </a:lnTo>
                  <a:lnTo>
                    <a:pt x="81383" y="21147"/>
                  </a:lnTo>
                  <a:lnTo>
                    <a:pt x="76702" y="18635"/>
                  </a:lnTo>
                  <a:lnTo>
                    <a:pt x="71944" y="16273"/>
                  </a:lnTo>
                  <a:lnTo>
                    <a:pt x="67113" y="14063"/>
                  </a:lnTo>
                  <a:lnTo>
                    <a:pt x="62215" y="12008"/>
                  </a:lnTo>
                  <a:lnTo>
                    <a:pt x="57253" y="10110"/>
                  </a:lnTo>
                  <a:lnTo>
                    <a:pt x="52234" y="8370"/>
                  </a:lnTo>
                  <a:lnTo>
                    <a:pt x="47162" y="6790"/>
                  </a:lnTo>
                  <a:lnTo>
                    <a:pt x="42042" y="5373"/>
                  </a:lnTo>
                  <a:lnTo>
                    <a:pt x="36880" y="4119"/>
                  </a:lnTo>
                  <a:lnTo>
                    <a:pt x="31681" y="3029"/>
                  </a:lnTo>
                  <a:lnTo>
                    <a:pt x="26450" y="2105"/>
                  </a:lnTo>
                  <a:lnTo>
                    <a:pt x="21192" y="1348"/>
                  </a:lnTo>
                  <a:lnTo>
                    <a:pt x="15913" y="759"/>
                  </a:lnTo>
                  <a:lnTo>
                    <a:pt x="10617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407" y="5269756"/>
              <a:ext cx="17851" cy="167167"/>
            </a:xfrm>
            <a:custGeom>
              <a:avLst/>
              <a:pathLst>
                <a:path w="17851" h="167167">
                  <a:moveTo>
                    <a:pt x="17851" y="0"/>
                  </a:moveTo>
                  <a:lnTo>
                    <a:pt x="8912" y="239"/>
                  </a:lnTo>
                  <a:lnTo>
                    <a:pt x="0" y="955"/>
                  </a:lnTo>
                  <a:lnTo>
                    <a:pt x="178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407" y="5270712"/>
              <a:ext cx="17851" cy="166211"/>
            </a:xfrm>
            <a:custGeom>
              <a:avLst/>
              <a:pathLst>
                <a:path w="17851" h="166211">
                  <a:moveTo>
                    <a:pt x="0" y="0"/>
                  </a:moveTo>
                  <a:lnTo>
                    <a:pt x="17851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7407" y="5270712"/>
              <a:ext cx="17851" cy="166211"/>
            </a:xfrm>
            <a:custGeom>
              <a:avLst/>
              <a:pathLst>
                <a:path w="17851" h="166211">
                  <a:moveTo>
                    <a:pt x="0" y="0"/>
                  </a:moveTo>
                  <a:lnTo>
                    <a:pt x="17851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7407" y="5270712"/>
              <a:ext cx="17851" cy="166211"/>
            </a:xfrm>
            <a:custGeom>
              <a:avLst/>
              <a:pathLst>
                <a:path w="17851" h="166211">
                  <a:moveTo>
                    <a:pt x="0" y="0"/>
                  </a:moveTo>
                  <a:lnTo>
                    <a:pt x="17851" y="166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7407" y="5270712"/>
              <a:ext cx="17851" cy="166211"/>
            </a:xfrm>
            <a:custGeom>
              <a:avLst/>
              <a:pathLst>
                <a:path w="17851" h="166211">
                  <a:moveTo>
                    <a:pt x="0" y="0"/>
                  </a:moveTo>
                  <a:lnTo>
                    <a:pt x="17851" y="166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96528" y="5270712"/>
              <a:ext cx="148730" cy="166211"/>
            </a:xfrm>
            <a:custGeom>
              <a:avLst/>
              <a:pathLst>
                <a:path w="148730" h="166211">
                  <a:moveTo>
                    <a:pt x="130879" y="0"/>
                  </a:moveTo>
                  <a:lnTo>
                    <a:pt x="125406" y="679"/>
                  </a:lnTo>
                  <a:lnTo>
                    <a:pt x="119959" y="1538"/>
                  </a:lnTo>
                  <a:lnTo>
                    <a:pt x="114543" y="2577"/>
                  </a:lnTo>
                  <a:lnTo>
                    <a:pt x="109164" y="3793"/>
                  </a:lnTo>
                  <a:lnTo>
                    <a:pt x="103828" y="5187"/>
                  </a:lnTo>
                  <a:lnTo>
                    <a:pt x="98541" y="6756"/>
                  </a:lnTo>
                  <a:lnTo>
                    <a:pt x="93309" y="8498"/>
                  </a:lnTo>
                  <a:lnTo>
                    <a:pt x="88137" y="10412"/>
                  </a:lnTo>
                  <a:lnTo>
                    <a:pt x="83031" y="12495"/>
                  </a:lnTo>
                  <a:lnTo>
                    <a:pt x="77997" y="14746"/>
                  </a:lnTo>
                  <a:lnTo>
                    <a:pt x="73039" y="17161"/>
                  </a:lnTo>
                  <a:lnTo>
                    <a:pt x="68164" y="19739"/>
                  </a:lnTo>
                  <a:lnTo>
                    <a:pt x="63376" y="22476"/>
                  </a:lnTo>
                  <a:lnTo>
                    <a:pt x="58682" y="25370"/>
                  </a:lnTo>
                  <a:lnTo>
                    <a:pt x="54085" y="28417"/>
                  </a:lnTo>
                  <a:lnTo>
                    <a:pt x="49592" y="31613"/>
                  </a:lnTo>
                  <a:lnTo>
                    <a:pt x="45206" y="34957"/>
                  </a:lnTo>
                  <a:lnTo>
                    <a:pt x="40933" y="38443"/>
                  </a:lnTo>
                  <a:lnTo>
                    <a:pt x="36777" y="42068"/>
                  </a:lnTo>
                  <a:lnTo>
                    <a:pt x="32743" y="45828"/>
                  </a:lnTo>
                  <a:lnTo>
                    <a:pt x="28836" y="49720"/>
                  </a:lnTo>
                  <a:lnTo>
                    <a:pt x="25058" y="53738"/>
                  </a:lnTo>
                  <a:lnTo>
                    <a:pt x="21416" y="57878"/>
                  </a:lnTo>
                  <a:lnTo>
                    <a:pt x="17912" y="62136"/>
                  </a:lnTo>
                  <a:lnTo>
                    <a:pt x="14550" y="66508"/>
                  </a:lnTo>
                  <a:lnTo>
                    <a:pt x="11334" y="70988"/>
                  </a:lnTo>
                  <a:lnTo>
                    <a:pt x="8268" y="75572"/>
                  </a:lnTo>
                  <a:lnTo>
                    <a:pt x="5355" y="80254"/>
                  </a:lnTo>
                  <a:lnTo>
                    <a:pt x="2598" y="85030"/>
                  </a:lnTo>
                  <a:lnTo>
                    <a:pt x="0" y="89894"/>
                  </a:lnTo>
                  <a:lnTo>
                    <a:pt x="148730" y="166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1" y="5269756"/>
              <a:ext cx="334325" cy="334325"/>
            </a:xfrm>
            <a:custGeom>
              <a:avLst/>
              <a:pathLst>
                <a:path w="334325" h="334325">
                  <a:moveTo>
                    <a:pt x="18437" y="90850"/>
                  </a:moveTo>
                  <a:lnTo>
                    <a:pt x="16098" y="95591"/>
                  </a:lnTo>
                  <a:lnTo>
                    <a:pt x="13910" y="100404"/>
                  </a:lnTo>
                  <a:lnTo>
                    <a:pt x="11876" y="105283"/>
                  </a:lnTo>
                  <a:lnTo>
                    <a:pt x="9997" y="110224"/>
                  </a:lnTo>
                  <a:lnTo>
                    <a:pt x="8275" y="115222"/>
                  </a:lnTo>
                  <a:lnTo>
                    <a:pt x="6712" y="120273"/>
                  </a:lnTo>
                  <a:lnTo>
                    <a:pt x="5309" y="125370"/>
                  </a:lnTo>
                  <a:lnTo>
                    <a:pt x="4069" y="130508"/>
                  </a:lnTo>
                  <a:lnTo>
                    <a:pt x="2991" y="135684"/>
                  </a:lnTo>
                  <a:lnTo>
                    <a:pt x="2078" y="140891"/>
                  </a:lnTo>
                  <a:lnTo>
                    <a:pt x="1329" y="146124"/>
                  </a:lnTo>
                  <a:lnTo>
                    <a:pt x="747" y="151378"/>
                  </a:lnTo>
                  <a:lnTo>
                    <a:pt x="331" y="156648"/>
                  </a:lnTo>
                  <a:lnTo>
                    <a:pt x="82" y="161929"/>
                  </a:lnTo>
                  <a:lnTo>
                    <a:pt x="0" y="167214"/>
                  </a:lnTo>
                  <a:lnTo>
                    <a:pt x="85" y="172500"/>
                  </a:lnTo>
                  <a:lnTo>
                    <a:pt x="337" y="177781"/>
                  </a:lnTo>
                  <a:lnTo>
                    <a:pt x="756" y="183050"/>
                  </a:lnTo>
                  <a:lnTo>
                    <a:pt x="1341" y="188304"/>
                  </a:lnTo>
                  <a:lnTo>
                    <a:pt x="2092" y="193537"/>
                  </a:lnTo>
                  <a:lnTo>
                    <a:pt x="3009" y="198743"/>
                  </a:lnTo>
                  <a:lnTo>
                    <a:pt x="4089" y="203918"/>
                  </a:lnTo>
                  <a:lnTo>
                    <a:pt x="5333" y="209056"/>
                  </a:lnTo>
                  <a:lnTo>
                    <a:pt x="6738" y="214153"/>
                  </a:lnTo>
                  <a:lnTo>
                    <a:pt x="8304" y="219202"/>
                  </a:lnTo>
                  <a:lnTo>
                    <a:pt x="10029" y="224199"/>
                  </a:lnTo>
                  <a:lnTo>
                    <a:pt x="11911" y="229139"/>
                  </a:lnTo>
                  <a:lnTo>
                    <a:pt x="13948" y="234017"/>
                  </a:lnTo>
                  <a:lnTo>
                    <a:pt x="16139" y="238828"/>
                  </a:lnTo>
                  <a:lnTo>
                    <a:pt x="18480" y="243568"/>
                  </a:lnTo>
                  <a:lnTo>
                    <a:pt x="20970" y="248231"/>
                  </a:lnTo>
                  <a:lnTo>
                    <a:pt x="23606" y="252813"/>
                  </a:lnTo>
                  <a:lnTo>
                    <a:pt x="26386" y="257310"/>
                  </a:lnTo>
                  <a:lnTo>
                    <a:pt x="29307" y="261716"/>
                  </a:lnTo>
                  <a:lnTo>
                    <a:pt x="32366" y="266028"/>
                  </a:lnTo>
                  <a:lnTo>
                    <a:pt x="35559" y="270241"/>
                  </a:lnTo>
                  <a:lnTo>
                    <a:pt x="38884" y="274351"/>
                  </a:lnTo>
                  <a:lnTo>
                    <a:pt x="42337" y="278354"/>
                  </a:lnTo>
                  <a:lnTo>
                    <a:pt x="45915" y="282245"/>
                  </a:lnTo>
                  <a:lnTo>
                    <a:pt x="49615" y="286021"/>
                  </a:lnTo>
                  <a:lnTo>
                    <a:pt x="53431" y="289679"/>
                  </a:lnTo>
                  <a:lnTo>
                    <a:pt x="57362" y="293214"/>
                  </a:lnTo>
                  <a:lnTo>
                    <a:pt x="61403" y="296623"/>
                  </a:lnTo>
                  <a:lnTo>
                    <a:pt x="65549" y="299902"/>
                  </a:lnTo>
                  <a:lnTo>
                    <a:pt x="69797" y="303049"/>
                  </a:lnTo>
                  <a:lnTo>
                    <a:pt x="74142" y="306060"/>
                  </a:lnTo>
                  <a:lnTo>
                    <a:pt x="78580" y="308932"/>
                  </a:lnTo>
                  <a:lnTo>
                    <a:pt x="83107" y="311662"/>
                  </a:lnTo>
                  <a:lnTo>
                    <a:pt x="87718" y="314248"/>
                  </a:lnTo>
                  <a:lnTo>
                    <a:pt x="92408" y="316686"/>
                  </a:lnTo>
                  <a:lnTo>
                    <a:pt x="97173" y="318976"/>
                  </a:lnTo>
                  <a:lnTo>
                    <a:pt x="102008" y="321113"/>
                  </a:lnTo>
                  <a:lnTo>
                    <a:pt x="106909" y="323096"/>
                  </a:lnTo>
                  <a:lnTo>
                    <a:pt x="111869" y="324923"/>
                  </a:lnTo>
                  <a:lnTo>
                    <a:pt x="116885" y="326593"/>
                  </a:lnTo>
                  <a:lnTo>
                    <a:pt x="121951" y="328103"/>
                  </a:lnTo>
                  <a:lnTo>
                    <a:pt x="127063" y="329452"/>
                  </a:lnTo>
                  <a:lnTo>
                    <a:pt x="132214" y="330639"/>
                  </a:lnTo>
                  <a:lnTo>
                    <a:pt x="137401" y="331663"/>
                  </a:lnTo>
                  <a:lnTo>
                    <a:pt x="142617" y="332522"/>
                  </a:lnTo>
                  <a:lnTo>
                    <a:pt x="147857" y="333215"/>
                  </a:lnTo>
                  <a:lnTo>
                    <a:pt x="153117" y="333743"/>
                  </a:lnTo>
                  <a:lnTo>
                    <a:pt x="158392" y="334104"/>
                  </a:lnTo>
                  <a:lnTo>
                    <a:pt x="163674" y="334298"/>
                  </a:lnTo>
                  <a:lnTo>
                    <a:pt x="168961" y="334325"/>
                  </a:lnTo>
                  <a:lnTo>
                    <a:pt x="174245" y="334184"/>
                  </a:lnTo>
                  <a:lnTo>
                    <a:pt x="179523" y="333877"/>
                  </a:lnTo>
                  <a:lnTo>
                    <a:pt x="184788" y="333403"/>
                  </a:lnTo>
                  <a:lnTo>
                    <a:pt x="190035" y="332763"/>
                  </a:lnTo>
                  <a:lnTo>
                    <a:pt x="195260" y="331957"/>
                  </a:lnTo>
                  <a:lnTo>
                    <a:pt x="200457" y="330986"/>
                  </a:lnTo>
                  <a:lnTo>
                    <a:pt x="205620" y="329852"/>
                  </a:lnTo>
                  <a:lnTo>
                    <a:pt x="210745" y="328554"/>
                  </a:lnTo>
                  <a:lnTo>
                    <a:pt x="215826" y="327096"/>
                  </a:lnTo>
                  <a:lnTo>
                    <a:pt x="220858" y="325477"/>
                  </a:lnTo>
                  <a:lnTo>
                    <a:pt x="225837" y="323700"/>
                  </a:lnTo>
                  <a:lnTo>
                    <a:pt x="230758" y="321767"/>
                  </a:lnTo>
                  <a:lnTo>
                    <a:pt x="235614" y="319679"/>
                  </a:lnTo>
                  <a:lnTo>
                    <a:pt x="240402" y="317438"/>
                  </a:lnTo>
                  <a:lnTo>
                    <a:pt x="245117" y="315048"/>
                  </a:lnTo>
                  <a:lnTo>
                    <a:pt x="249754" y="312509"/>
                  </a:lnTo>
                  <a:lnTo>
                    <a:pt x="254308" y="309825"/>
                  </a:lnTo>
                  <a:lnTo>
                    <a:pt x="258776" y="306998"/>
                  </a:lnTo>
                  <a:lnTo>
                    <a:pt x="263151" y="304032"/>
                  </a:lnTo>
                  <a:lnTo>
                    <a:pt x="267431" y="300928"/>
                  </a:lnTo>
                  <a:lnTo>
                    <a:pt x="271610" y="297691"/>
                  </a:lnTo>
                  <a:lnTo>
                    <a:pt x="275685" y="294323"/>
                  </a:lnTo>
                  <a:lnTo>
                    <a:pt x="279652" y="290828"/>
                  </a:lnTo>
                  <a:lnTo>
                    <a:pt x="283505" y="287210"/>
                  </a:lnTo>
                  <a:lnTo>
                    <a:pt x="287243" y="283471"/>
                  </a:lnTo>
                  <a:lnTo>
                    <a:pt x="290860" y="279616"/>
                  </a:lnTo>
                  <a:lnTo>
                    <a:pt x="294354" y="275649"/>
                  </a:lnTo>
                  <a:lnTo>
                    <a:pt x="297721" y="271573"/>
                  </a:lnTo>
                  <a:lnTo>
                    <a:pt x="300957" y="267393"/>
                  </a:lnTo>
                  <a:lnTo>
                    <a:pt x="304059" y="263112"/>
                  </a:lnTo>
                  <a:lnTo>
                    <a:pt x="307024" y="258736"/>
                  </a:lnTo>
                  <a:lnTo>
                    <a:pt x="309850" y="254268"/>
                  </a:lnTo>
                  <a:lnTo>
                    <a:pt x="312532" y="249713"/>
                  </a:lnTo>
                  <a:lnTo>
                    <a:pt x="315070" y="245075"/>
                  </a:lnTo>
                  <a:lnTo>
                    <a:pt x="317459" y="240360"/>
                  </a:lnTo>
                  <a:lnTo>
                    <a:pt x="319698" y="235571"/>
                  </a:lnTo>
                  <a:lnTo>
                    <a:pt x="321785" y="230714"/>
                  </a:lnTo>
                  <a:lnTo>
                    <a:pt x="323717" y="225793"/>
                  </a:lnTo>
                  <a:lnTo>
                    <a:pt x="325493" y="220813"/>
                  </a:lnTo>
                  <a:lnTo>
                    <a:pt x="327110" y="215780"/>
                  </a:lnTo>
                  <a:lnTo>
                    <a:pt x="328567" y="210699"/>
                  </a:lnTo>
                  <a:lnTo>
                    <a:pt x="329863" y="205574"/>
                  </a:lnTo>
                  <a:lnTo>
                    <a:pt x="330996" y="200410"/>
                  </a:lnTo>
                  <a:lnTo>
                    <a:pt x="331965" y="195213"/>
                  </a:lnTo>
                  <a:lnTo>
                    <a:pt x="332769" y="189988"/>
                  </a:lnTo>
                  <a:lnTo>
                    <a:pt x="333408" y="184741"/>
                  </a:lnTo>
                  <a:lnTo>
                    <a:pt x="333881" y="179475"/>
                  </a:lnTo>
                  <a:lnTo>
                    <a:pt x="334186" y="174198"/>
                  </a:lnTo>
                  <a:lnTo>
                    <a:pt x="334325" y="168913"/>
                  </a:lnTo>
                  <a:lnTo>
                    <a:pt x="334297" y="163627"/>
                  </a:lnTo>
                  <a:lnTo>
                    <a:pt x="334101" y="158344"/>
                  </a:lnTo>
                  <a:lnTo>
                    <a:pt x="333739" y="153070"/>
                  </a:lnTo>
                  <a:lnTo>
                    <a:pt x="333210" y="147810"/>
                  </a:lnTo>
                  <a:lnTo>
                    <a:pt x="332515" y="142570"/>
                  </a:lnTo>
                  <a:lnTo>
                    <a:pt x="331654" y="137354"/>
                  </a:lnTo>
                  <a:lnTo>
                    <a:pt x="330629" y="132168"/>
                  </a:lnTo>
                  <a:lnTo>
                    <a:pt x="329441" y="127017"/>
                  </a:lnTo>
                  <a:lnTo>
                    <a:pt x="328090" y="121906"/>
                  </a:lnTo>
                  <a:lnTo>
                    <a:pt x="326579" y="116840"/>
                  </a:lnTo>
                  <a:lnTo>
                    <a:pt x="324908" y="111825"/>
                  </a:lnTo>
                  <a:lnTo>
                    <a:pt x="323079" y="106864"/>
                  </a:lnTo>
                  <a:lnTo>
                    <a:pt x="321094" y="101965"/>
                  </a:lnTo>
                  <a:lnTo>
                    <a:pt x="318956" y="97130"/>
                  </a:lnTo>
                  <a:lnTo>
                    <a:pt x="316665" y="92366"/>
                  </a:lnTo>
                  <a:lnTo>
                    <a:pt x="314225" y="87676"/>
                  </a:lnTo>
                  <a:lnTo>
                    <a:pt x="311638" y="83066"/>
                  </a:lnTo>
                  <a:lnTo>
                    <a:pt x="308907" y="78540"/>
                  </a:lnTo>
                  <a:lnTo>
                    <a:pt x="306034" y="74102"/>
                  </a:lnTo>
                  <a:lnTo>
                    <a:pt x="303021" y="69758"/>
                  </a:lnTo>
                  <a:lnTo>
                    <a:pt x="299874" y="65511"/>
                  </a:lnTo>
                  <a:lnTo>
                    <a:pt x="296593" y="61366"/>
                  </a:lnTo>
                  <a:lnTo>
                    <a:pt x="293183" y="57326"/>
                  </a:lnTo>
                  <a:lnTo>
                    <a:pt x="289647" y="53397"/>
                  </a:lnTo>
                  <a:lnTo>
                    <a:pt x="285988" y="49581"/>
                  </a:lnTo>
                  <a:lnTo>
                    <a:pt x="282211" y="45882"/>
                  </a:lnTo>
                  <a:lnTo>
                    <a:pt x="278318" y="42305"/>
                  </a:lnTo>
                  <a:lnTo>
                    <a:pt x="274314" y="38853"/>
                  </a:lnTo>
                  <a:lnTo>
                    <a:pt x="270204" y="35530"/>
                  </a:lnTo>
                  <a:lnTo>
                    <a:pt x="265990" y="32337"/>
                  </a:lnTo>
                  <a:lnTo>
                    <a:pt x="261677" y="29280"/>
                  </a:lnTo>
                  <a:lnTo>
                    <a:pt x="257270" y="26361"/>
                  </a:lnTo>
                  <a:lnTo>
                    <a:pt x="252773" y="23582"/>
                  </a:lnTo>
                  <a:lnTo>
                    <a:pt x="248190" y="20947"/>
                  </a:lnTo>
                  <a:lnTo>
                    <a:pt x="243526" y="18458"/>
                  </a:lnTo>
                  <a:lnTo>
                    <a:pt x="238786" y="16118"/>
                  </a:lnTo>
                  <a:lnTo>
                    <a:pt x="233974" y="13929"/>
                  </a:lnTo>
                  <a:lnTo>
                    <a:pt x="229095" y="11893"/>
                  </a:lnTo>
                  <a:lnTo>
                    <a:pt x="224154" y="10013"/>
                  </a:lnTo>
                  <a:lnTo>
                    <a:pt x="219157" y="8290"/>
                  </a:lnTo>
                  <a:lnTo>
                    <a:pt x="214107" y="6725"/>
                  </a:lnTo>
                  <a:lnTo>
                    <a:pt x="209010" y="5321"/>
                  </a:lnTo>
                  <a:lnTo>
                    <a:pt x="203872" y="4079"/>
                  </a:lnTo>
                  <a:lnTo>
                    <a:pt x="198697" y="3000"/>
                  </a:lnTo>
                  <a:lnTo>
                    <a:pt x="193490" y="2085"/>
                  </a:lnTo>
                  <a:lnTo>
                    <a:pt x="188257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0567" y="5018213"/>
              <a:ext cx="30471" cy="167167"/>
            </a:xfrm>
            <a:custGeom>
              <a:avLst/>
              <a:pathLst>
                <a:path w="30471" h="167167">
                  <a:moveTo>
                    <a:pt x="30471" y="0"/>
                  </a:moveTo>
                  <a:lnTo>
                    <a:pt x="22813" y="175"/>
                  </a:lnTo>
                  <a:lnTo>
                    <a:pt x="15171" y="701"/>
                  </a:lnTo>
                  <a:lnTo>
                    <a:pt x="7561" y="1577"/>
                  </a:lnTo>
                  <a:lnTo>
                    <a:pt x="0" y="2800"/>
                  </a:lnTo>
                  <a:lnTo>
                    <a:pt x="304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0567" y="5021014"/>
              <a:ext cx="30471" cy="164366"/>
            </a:xfrm>
            <a:custGeom>
              <a:avLst/>
              <a:pathLst>
                <a:path w="30471" h="164366">
                  <a:moveTo>
                    <a:pt x="0" y="0"/>
                  </a:moveTo>
                  <a:lnTo>
                    <a:pt x="30471" y="164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0567" y="5021014"/>
              <a:ext cx="30471" cy="164366"/>
            </a:xfrm>
            <a:custGeom>
              <a:avLst/>
              <a:pathLst>
                <a:path w="30471" h="164366">
                  <a:moveTo>
                    <a:pt x="0" y="0"/>
                  </a:moveTo>
                  <a:lnTo>
                    <a:pt x="30471" y="1643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90567" y="5021014"/>
              <a:ext cx="30471" cy="164366"/>
            </a:xfrm>
            <a:custGeom>
              <a:avLst/>
              <a:pathLst>
                <a:path w="30471" h="164366">
                  <a:moveTo>
                    <a:pt x="0" y="0"/>
                  </a:moveTo>
                  <a:lnTo>
                    <a:pt x="30471" y="1643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1" y="5021014"/>
              <a:ext cx="167167" cy="196424"/>
            </a:xfrm>
            <a:custGeom>
              <a:avLst/>
              <a:pathLst>
                <a:path w="167167" h="196424">
                  <a:moveTo>
                    <a:pt x="136695" y="0"/>
                  </a:moveTo>
                  <a:lnTo>
                    <a:pt x="131410" y="1068"/>
                  </a:lnTo>
                  <a:lnTo>
                    <a:pt x="126163" y="2306"/>
                  </a:lnTo>
                  <a:lnTo>
                    <a:pt x="120958" y="3712"/>
                  </a:lnTo>
                  <a:lnTo>
                    <a:pt x="115801" y="5286"/>
                  </a:lnTo>
                  <a:lnTo>
                    <a:pt x="110698" y="7025"/>
                  </a:lnTo>
                  <a:lnTo>
                    <a:pt x="105653" y="8928"/>
                  </a:lnTo>
                  <a:lnTo>
                    <a:pt x="100672" y="10993"/>
                  </a:lnTo>
                  <a:lnTo>
                    <a:pt x="95761" y="13217"/>
                  </a:lnTo>
                  <a:lnTo>
                    <a:pt x="90924" y="15598"/>
                  </a:lnTo>
                  <a:lnTo>
                    <a:pt x="86166" y="18134"/>
                  </a:lnTo>
                  <a:lnTo>
                    <a:pt x="81492" y="20823"/>
                  </a:lnTo>
                  <a:lnTo>
                    <a:pt x="76908" y="23660"/>
                  </a:lnTo>
                  <a:lnTo>
                    <a:pt x="72417" y="26644"/>
                  </a:lnTo>
                  <a:lnTo>
                    <a:pt x="68025" y="29771"/>
                  </a:lnTo>
                  <a:lnTo>
                    <a:pt x="63736" y="33038"/>
                  </a:lnTo>
                  <a:lnTo>
                    <a:pt x="59555" y="36442"/>
                  </a:lnTo>
                  <a:lnTo>
                    <a:pt x="55485" y="39979"/>
                  </a:lnTo>
                  <a:lnTo>
                    <a:pt x="51532" y="43645"/>
                  </a:lnTo>
                  <a:lnTo>
                    <a:pt x="47699" y="47437"/>
                  </a:lnTo>
                  <a:lnTo>
                    <a:pt x="43990" y="51351"/>
                  </a:lnTo>
                  <a:lnTo>
                    <a:pt x="40410" y="55382"/>
                  </a:lnTo>
                  <a:lnTo>
                    <a:pt x="36961" y="59526"/>
                  </a:lnTo>
                  <a:lnTo>
                    <a:pt x="33648" y="63780"/>
                  </a:lnTo>
                  <a:lnTo>
                    <a:pt x="30474" y="68138"/>
                  </a:lnTo>
                  <a:lnTo>
                    <a:pt x="27441" y="72596"/>
                  </a:lnTo>
                  <a:lnTo>
                    <a:pt x="24555" y="77150"/>
                  </a:lnTo>
                  <a:lnTo>
                    <a:pt x="21816" y="81794"/>
                  </a:lnTo>
                  <a:lnTo>
                    <a:pt x="19229" y="86525"/>
                  </a:lnTo>
                  <a:lnTo>
                    <a:pt x="16796" y="91336"/>
                  </a:lnTo>
                  <a:lnTo>
                    <a:pt x="14519" y="96223"/>
                  </a:lnTo>
                  <a:lnTo>
                    <a:pt x="12401" y="101181"/>
                  </a:lnTo>
                  <a:lnTo>
                    <a:pt x="10443" y="106205"/>
                  </a:lnTo>
                  <a:lnTo>
                    <a:pt x="8649" y="111289"/>
                  </a:lnTo>
                  <a:lnTo>
                    <a:pt x="7020" y="116429"/>
                  </a:lnTo>
                  <a:lnTo>
                    <a:pt x="5558" y="121618"/>
                  </a:lnTo>
                  <a:lnTo>
                    <a:pt x="4263" y="126852"/>
                  </a:lnTo>
                  <a:lnTo>
                    <a:pt x="3138" y="132125"/>
                  </a:lnTo>
                  <a:lnTo>
                    <a:pt x="2184" y="137432"/>
                  </a:lnTo>
                  <a:lnTo>
                    <a:pt x="1401" y="142766"/>
                  </a:lnTo>
                  <a:lnTo>
                    <a:pt x="790" y="148123"/>
                  </a:lnTo>
                  <a:lnTo>
                    <a:pt x="353" y="153497"/>
                  </a:lnTo>
                  <a:lnTo>
                    <a:pt x="89" y="158882"/>
                  </a:lnTo>
                  <a:lnTo>
                    <a:pt x="0" y="164273"/>
                  </a:lnTo>
                  <a:lnTo>
                    <a:pt x="83" y="169664"/>
                  </a:lnTo>
                  <a:lnTo>
                    <a:pt x="341" y="175050"/>
                  </a:lnTo>
                  <a:lnTo>
                    <a:pt x="772" y="180424"/>
                  </a:lnTo>
                  <a:lnTo>
                    <a:pt x="1377" y="185782"/>
                  </a:lnTo>
                  <a:lnTo>
                    <a:pt x="2154" y="191117"/>
                  </a:lnTo>
                  <a:lnTo>
                    <a:pt x="3102" y="196424"/>
                  </a:lnTo>
                  <a:lnTo>
                    <a:pt x="167167" y="1643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6974" y="5018213"/>
              <a:ext cx="331221" cy="334327"/>
            </a:xfrm>
            <a:custGeom>
              <a:avLst/>
              <a:pathLst>
                <a:path w="331221" h="334327">
                  <a:moveTo>
                    <a:pt x="0" y="199225"/>
                  </a:moveTo>
                  <a:lnTo>
                    <a:pt x="1103" y="204430"/>
                  </a:lnTo>
                  <a:lnTo>
                    <a:pt x="2371" y="209597"/>
                  </a:lnTo>
                  <a:lnTo>
                    <a:pt x="3803" y="214720"/>
                  </a:lnTo>
                  <a:lnTo>
                    <a:pt x="5397" y="219796"/>
                  </a:lnTo>
                  <a:lnTo>
                    <a:pt x="7153" y="224818"/>
                  </a:lnTo>
                  <a:lnTo>
                    <a:pt x="9067" y="229782"/>
                  </a:lnTo>
                  <a:lnTo>
                    <a:pt x="11138" y="234683"/>
                  </a:lnTo>
                  <a:lnTo>
                    <a:pt x="13363" y="239515"/>
                  </a:lnTo>
                  <a:lnTo>
                    <a:pt x="15742" y="244274"/>
                  </a:lnTo>
                  <a:lnTo>
                    <a:pt x="18271" y="248955"/>
                  </a:lnTo>
                  <a:lnTo>
                    <a:pt x="20947" y="253553"/>
                  </a:lnTo>
                  <a:lnTo>
                    <a:pt x="23769" y="258063"/>
                  </a:lnTo>
                  <a:lnTo>
                    <a:pt x="26732" y="262482"/>
                  </a:lnTo>
                  <a:lnTo>
                    <a:pt x="29835" y="266803"/>
                  </a:lnTo>
                  <a:lnTo>
                    <a:pt x="33073" y="271024"/>
                  </a:lnTo>
                  <a:lnTo>
                    <a:pt x="36445" y="275140"/>
                  </a:lnTo>
                  <a:lnTo>
                    <a:pt x="39945" y="279146"/>
                  </a:lnTo>
                  <a:lnTo>
                    <a:pt x="43571" y="283039"/>
                  </a:lnTo>
                  <a:lnTo>
                    <a:pt x="47320" y="286815"/>
                  </a:lnTo>
                  <a:lnTo>
                    <a:pt x="51186" y="290469"/>
                  </a:lnTo>
                  <a:lnTo>
                    <a:pt x="55167" y="293999"/>
                  </a:lnTo>
                  <a:lnTo>
                    <a:pt x="59258" y="297400"/>
                  </a:lnTo>
                  <a:lnTo>
                    <a:pt x="63455" y="300669"/>
                  </a:lnTo>
                  <a:lnTo>
                    <a:pt x="67755" y="303803"/>
                  </a:lnTo>
                  <a:lnTo>
                    <a:pt x="72151" y="306798"/>
                  </a:lnTo>
                  <a:lnTo>
                    <a:pt x="76641" y="309653"/>
                  </a:lnTo>
                  <a:lnTo>
                    <a:pt x="81219" y="312362"/>
                  </a:lnTo>
                  <a:lnTo>
                    <a:pt x="85882" y="314925"/>
                  </a:lnTo>
                  <a:lnTo>
                    <a:pt x="90623" y="317338"/>
                  </a:lnTo>
                  <a:lnTo>
                    <a:pt x="95439" y="319599"/>
                  </a:lnTo>
                  <a:lnTo>
                    <a:pt x="100325" y="321706"/>
                  </a:lnTo>
                  <a:lnTo>
                    <a:pt x="105274" y="323656"/>
                  </a:lnTo>
                  <a:lnTo>
                    <a:pt x="110284" y="325447"/>
                  </a:lnTo>
                  <a:lnTo>
                    <a:pt x="115348" y="327078"/>
                  </a:lnTo>
                  <a:lnTo>
                    <a:pt x="120461" y="328548"/>
                  </a:lnTo>
                  <a:lnTo>
                    <a:pt x="125619" y="329853"/>
                  </a:lnTo>
                  <a:lnTo>
                    <a:pt x="130815" y="330994"/>
                  </a:lnTo>
                  <a:lnTo>
                    <a:pt x="136045" y="331970"/>
                  </a:lnTo>
                  <a:lnTo>
                    <a:pt x="141304" y="332778"/>
                  </a:lnTo>
                  <a:lnTo>
                    <a:pt x="146585" y="333418"/>
                  </a:lnTo>
                  <a:lnTo>
                    <a:pt x="151884" y="333890"/>
                  </a:lnTo>
                  <a:lnTo>
                    <a:pt x="157196" y="334193"/>
                  </a:lnTo>
                  <a:lnTo>
                    <a:pt x="162514" y="334327"/>
                  </a:lnTo>
                  <a:lnTo>
                    <a:pt x="167834" y="334292"/>
                  </a:lnTo>
                  <a:lnTo>
                    <a:pt x="173151" y="334087"/>
                  </a:lnTo>
                  <a:lnTo>
                    <a:pt x="178458" y="333714"/>
                  </a:lnTo>
                  <a:lnTo>
                    <a:pt x="183750" y="333171"/>
                  </a:lnTo>
                  <a:lnTo>
                    <a:pt x="189023" y="332461"/>
                  </a:lnTo>
                  <a:lnTo>
                    <a:pt x="194270" y="331583"/>
                  </a:lnTo>
                  <a:lnTo>
                    <a:pt x="199487" y="330538"/>
                  </a:lnTo>
                  <a:lnTo>
                    <a:pt x="204668" y="329328"/>
                  </a:lnTo>
                  <a:lnTo>
                    <a:pt x="209807" y="327954"/>
                  </a:lnTo>
                  <a:lnTo>
                    <a:pt x="214901" y="326417"/>
                  </a:lnTo>
                  <a:lnTo>
                    <a:pt x="219942" y="324719"/>
                  </a:lnTo>
                  <a:lnTo>
                    <a:pt x="224928" y="322861"/>
                  </a:lnTo>
                  <a:lnTo>
                    <a:pt x="229851" y="320845"/>
                  </a:lnTo>
                  <a:lnTo>
                    <a:pt x="234708" y="318674"/>
                  </a:lnTo>
                  <a:lnTo>
                    <a:pt x="239494" y="316349"/>
                  </a:lnTo>
                  <a:lnTo>
                    <a:pt x="244203" y="313873"/>
                  </a:lnTo>
                  <a:lnTo>
                    <a:pt x="248830" y="311249"/>
                  </a:lnTo>
                  <a:lnTo>
                    <a:pt x="253372" y="308479"/>
                  </a:lnTo>
                  <a:lnTo>
                    <a:pt x="257824" y="305565"/>
                  </a:lnTo>
                  <a:lnTo>
                    <a:pt x="262181" y="302511"/>
                  </a:lnTo>
                  <a:lnTo>
                    <a:pt x="266438" y="299321"/>
                  </a:lnTo>
                  <a:lnTo>
                    <a:pt x="270591" y="295996"/>
                  </a:lnTo>
                  <a:lnTo>
                    <a:pt x="274637" y="292541"/>
                  </a:lnTo>
                  <a:lnTo>
                    <a:pt x="278570" y="288959"/>
                  </a:lnTo>
                  <a:lnTo>
                    <a:pt x="282388" y="285253"/>
                  </a:lnTo>
                  <a:lnTo>
                    <a:pt x="286086" y="281428"/>
                  </a:lnTo>
                  <a:lnTo>
                    <a:pt x="289660" y="277488"/>
                  </a:lnTo>
                  <a:lnTo>
                    <a:pt x="293107" y="273435"/>
                  </a:lnTo>
                  <a:lnTo>
                    <a:pt x="296423" y="269275"/>
                  </a:lnTo>
                  <a:lnTo>
                    <a:pt x="299605" y="265011"/>
                  </a:lnTo>
                  <a:lnTo>
                    <a:pt x="302650" y="260649"/>
                  </a:lnTo>
                  <a:lnTo>
                    <a:pt x="305555" y="256191"/>
                  </a:lnTo>
                  <a:lnTo>
                    <a:pt x="308316" y="251644"/>
                  </a:lnTo>
                  <a:lnTo>
                    <a:pt x="310931" y="247011"/>
                  </a:lnTo>
                  <a:lnTo>
                    <a:pt x="313398" y="242297"/>
                  </a:lnTo>
                  <a:lnTo>
                    <a:pt x="315713" y="237507"/>
                  </a:lnTo>
                  <a:lnTo>
                    <a:pt x="317874" y="232645"/>
                  </a:lnTo>
                  <a:lnTo>
                    <a:pt x="319880" y="227718"/>
                  </a:lnTo>
                  <a:lnTo>
                    <a:pt x="321728" y="222729"/>
                  </a:lnTo>
                  <a:lnTo>
                    <a:pt x="323416" y="217684"/>
                  </a:lnTo>
                  <a:lnTo>
                    <a:pt x="324943" y="212587"/>
                  </a:lnTo>
                  <a:lnTo>
                    <a:pt x="326307" y="207445"/>
                  </a:lnTo>
                  <a:lnTo>
                    <a:pt x="327506" y="202262"/>
                  </a:lnTo>
                  <a:lnTo>
                    <a:pt x="328540" y="197043"/>
                  </a:lnTo>
                  <a:lnTo>
                    <a:pt x="329408" y="191794"/>
                  </a:lnTo>
                  <a:lnTo>
                    <a:pt x="330108" y="186520"/>
                  </a:lnTo>
                  <a:lnTo>
                    <a:pt x="330639" y="181226"/>
                  </a:lnTo>
                  <a:lnTo>
                    <a:pt x="331002" y="175918"/>
                  </a:lnTo>
                  <a:lnTo>
                    <a:pt x="331196" y="170602"/>
                  </a:lnTo>
                  <a:lnTo>
                    <a:pt x="331221" y="165282"/>
                  </a:lnTo>
                  <a:lnTo>
                    <a:pt x="331076" y="159963"/>
                  </a:lnTo>
                  <a:lnTo>
                    <a:pt x="330763" y="154653"/>
                  </a:lnTo>
                  <a:lnTo>
                    <a:pt x="330280" y="149354"/>
                  </a:lnTo>
                  <a:lnTo>
                    <a:pt x="329629" y="144074"/>
                  </a:lnTo>
                  <a:lnTo>
                    <a:pt x="328810" y="138817"/>
                  </a:lnTo>
                  <a:lnTo>
                    <a:pt x="327825" y="133589"/>
                  </a:lnTo>
                  <a:lnTo>
                    <a:pt x="326673" y="128395"/>
                  </a:lnTo>
                  <a:lnTo>
                    <a:pt x="325357" y="123240"/>
                  </a:lnTo>
                  <a:lnTo>
                    <a:pt x="323878" y="118130"/>
                  </a:lnTo>
                  <a:lnTo>
                    <a:pt x="322236" y="113069"/>
                  </a:lnTo>
                  <a:lnTo>
                    <a:pt x="320435" y="108063"/>
                  </a:lnTo>
                  <a:lnTo>
                    <a:pt x="318475" y="103117"/>
                  </a:lnTo>
                  <a:lnTo>
                    <a:pt x="316358" y="98236"/>
                  </a:lnTo>
                  <a:lnTo>
                    <a:pt x="314088" y="93425"/>
                  </a:lnTo>
                  <a:lnTo>
                    <a:pt x="311665" y="88688"/>
                  </a:lnTo>
                  <a:lnTo>
                    <a:pt x="309093" y="84031"/>
                  </a:lnTo>
                  <a:lnTo>
                    <a:pt x="306374" y="79458"/>
                  </a:lnTo>
                  <a:lnTo>
                    <a:pt x="303511" y="74974"/>
                  </a:lnTo>
                  <a:lnTo>
                    <a:pt x="300507" y="70583"/>
                  </a:lnTo>
                  <a:lnTo>
                    <a:pt x="297364" y="66290"/>
                  </a:lnTo>
                  <a:lnTo>
                    <a:pt x="294087" y="62100"/>
                  </a:lnTo>
                  <a:lnTo>
                    <a:pt x="290677" y="58015"/>
                  </a:lnTo>
                  <a:lnTo>
                    <a:pt x="287140" y="54042"/>
                  </a:lnTo>
                  <a:lnTo>
                    <a:pt x="283478" y="50182"/>
                  </a:lnTo>
                  <a:lnTo>
                    <a:pt x="279695" y="46442"/>
                  </a:lnTo>
                  <a:lnTo>
                    <a:pt x="275794" y="42823"/>
                  </a:lnTo>
                  <a:lnTo>
                    <a:pt x="271781" y="39331"/>
                  </a:lnTo>
                  <a:lnTo>
                    <a:pt x="267658" y="35968"/>
                  </a:lnTo>
                  <a:lnTo>
                    <a:pt x="263431" y="32738"/>
                  </a:lnTo>
                  <a:lnTo>
                    <a:pt x="259103" y="29644"/>
                  </a:lnTo>
                  <a:lnTo>
                    <a:pt x="254679" y="26689"/>
                  </a:lnTo>
                  <a:lnTo>
                    <a:pt x="250163" y="23877"/>
                  </a:lnTo>
                  <a:lnTo>
                    <a:pt x="245559" y="21210"/>
                  </a:lnTo>
                  <a:lnTo>
                    <a:pt x="240873" y="18690"/>
                  </a:lnTo>
                  <a:lnTo>
                    <a:pt x="236110" y="16321"/>
                  </a:lnTo>
                  <a:lnTo>
                    <a:pt x="231273" y="14105"/>
                  </a:lnTo>
                  <a:lnTo>
                    <a:pt x="226368" y="12044"/>
                  </a:lnTo>
                  <a:lnTo>
                    <a:pt x="221401" y="10140"/>
                  </a:lnTo>
                  <a:lnTo>
                    <a:pt x="216375" y="8395"/>
                  </a:lnTo>
                  <a:lnTo>
                    <a:pt x="211296" y="6811"/>
                  </a:lnTo>
                  <a:lnTo>
                    <a:pt x="206169" y="5389"/>
                  </a:lnTo>
                  <a:lnTo>
                    <a:pt x="201000" y="4131"/>
                  </a:lnTo>
                  <a:lnTo>
                    <a:pt x="195793" y="3038"/>
                  </a:lnTo>
                  <a:lnTo>
                    <a:pt x="190554" y="2112"/>
                  </a:lnTo>
                  <a:lnTo>
                    <a:pt x="185288" y="1352"/>
                  </a:lnTo>
                  <a:lnTo>
                    <a:pt x="180001" y="761"/>
                  </a:lnTo>
                  <a:lnTo>
                    <a:pt x="174698" y="338"/>
                  </a:lnTo>
                  <a:lnTo>
                    <a:pt x="169384" y="84"/>
                  </a:lnTo>
                  <a:lnTo>
                    <a:pt x="164064" y="0"/>
                  </a:lnTo>
                  <a:lnTo>
                    <a:pt x="1640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6766" y="4659281"/>
              <a:ext cx="86468" cy="167167"/>
            </a:xfrm>
            <a:custGeom>
              <a:avLst/>
              <a:pathLst>
                <a:path w="86468" h="167167">
                  <a:moveTo>
                    <a:pt x="86468" y="0"/>
                  </a:moveTo>
                  <a:lnTo>
                    <a:pt x="80789" y="96"/>
                  </a:lnTo>
                  <a:lnTo>
                    <a:pt x="75117" y="385"/>
                  </a:lnTo>
                  <a:lnTo>
                    <a:pt x="69458" y="867"/>
                  </a:lnTo>
                  <a:lnTo>
                    <a:pt x="63818" y="1541"/>
                  </a:lnTo>
                  <a:lnTo>
                    <a:pt x="58205" y="2406"/>
                  </a:lnTo>
                  <a:lnTo>
                    <a:pt x="52624" y="3461"/>
                  </a:lnTo>
                  <a:lnTo>
                    <a:pt x="47082" y="4706"/>
                  </a:lnTo>
                  <a:lnTo>
                    <a:pt x="41586" y="6137"/>
                  </a:lnTo>
                  <a:lnTo>
                    <a:pt x="36141" y="7755"/>
                  </a:lnTo>
                  <a:lnTo>
                    <a:pt x="30755" y="9557"/>
                  </a:lnTo>
                  <a:lnTo>
                    <a:pt x="25433" y="11540"/>
                  </a:lnTo>
                  <a:lnTo>
                    <a:pt x="20181" y="13704"/>
                  </a:lnTo>
                  <a:lnTo>
                    <a:pt x="15006" y="16044"/>
                  </a:lnTo>
                  <a:lnTo>
                    <a:pt x="9914" y="18559"/>
                  </a:lnTo>
                  <a:lnTo>
                    <a:pt x="4910" y="21245"/>
                  </a:lnTo>
                  <a:lnTo>
                    <a:pt x="0" y="24100"/>
                  </a:lnTo>
                  <a:lnTo>
                    <a:pt x="864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6766" y="4683382"/>
              <a:ext cx="86468" cy="143066"/>
            </a:xfrm>
            <a:custGeom>
              <a:avLst/>
              <a:pathLst>
                <a:path w="86468" h="143066">
                  <a:moveTo>
                    <a:pt x="0" y="0"/>
                  </a:moveTo>
                  <a:lnTo>
                    <a:pt x="86468" y="143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36766" y="4683382"/>
              <a:ext cx="86468" cy="143066"/>
            </a:xfrm>
            <a:custGeom>
              <a:avLst/>
              <a:pathLst>
                <a:path w="86468" h="143066">
                  <a:moveTo>
                    <a:pt x="0" y="0"/>
                  </a:moveTo>
                  <a:lnTo>
                    <a:pt x="86468" y="143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68" y="4683382"/>
              <a:ext cx="274846" cy="310232"/>
            </a:xfrm>
            <a:custGeom>
              <a:avLst/>
              <a:pathLst>
                <a:path w="274846" h="310232">
                  <a:moveTo>
                    <a:pt x="80698" y="0"/>
                  </a:moveTo>
                  <a:lnTo>
                    <a:pt x="76162" y="2841"/>
                  </a:lnTo>
                  <a:lnTo>
                    <a:pt x="71720" y="5826"/>
                  </a:lnTo>
                  <a:lnTo>
                    <a:pt x="67375" y="8952"/>
                  </a:lnTo>
                  <a:lnTo>
                    <a:pt x="63133" y="12215"/>
                  </a:lnTo>
                  <a:lnTo>
                    <a:pt x="58997" y="15613"/>
                  </a:lnTo>
                  <a:lnTo>
                    <a:pt x="54973" y="19141"/>
                  </a:lnTo>
                  <a:lnTo>
                    <a:pt x="51063" y="22796"/>
                  </a:lnTo>
                  <a:lnTo>
                    <a:pt x="47272" y="26574"/>
                  </a:lnTo>
                  <a:lnTo>
                    <a:pt x="43605" y="30472"/>
                  </a:lnTo>
                  <a:lnTo>
                    <a:pt x="40064" y="34485"/>
                  </a:lnTo>
                  <a:lnTo>
                    <a:pt x="36653" y="38610"/>
                  </a:lnTo>
                  <a:lnTo>
                    <a:pt x="33376" y="42841"/>
                  </a:lnTo>
                  <a:lnTo>
                    <a:pt x="30236" y="47176"/>
                  </a:lnTo>
                  <a:lnTo>
                    <a:pt x="27236" y="51608"/>
                  </a:lnTo>
                  <a:lnTo>
                    <a:pt x="24380" y="56135"/>
                  </a:lnTo>
                  <a:lnTo>
                    <a:pt x="21671" y="60750"/>
                  </a:lnTo>
                  <a:lnTo>
                    <a:pt x="19110" y="65450"/>
                  </a:lnTo>
                  <a:lnTo>
                    <a:pt x="16701" y="70230"/>
                  </a:lnTo>
                  <a:lnTo>
                    <a:pt x="14447" y="75084"/>
                  </a:lnTo>
                  <a:lnTo>
                    <a:pt x="12349" y="80007"/>
                  </a:lnTo>
                  <a:lnTo>
                    <a:pt x="10409" y="84996"/>
                  </a:lnTo>
                  <a:lnTo>
                    <a:pt x="8631" y="90044"/>
                  </a:lnTo>
                  <a:lnTo>
                    <a:pt x="7015" y="95146"/>
                  </a:lnTo>
                  <a:lnTo>
                    <a:pt x="5563" y="100298"/>
                  </a:lnTo>
                  <a:lnTo>
                    <a:pt x="4276" y="105493"/>
                  </a:lnTo>
                  <a:lnTo>
                    <a:pt x="3157" y="110727"/>
                  </a:lnTo>
                  <a:lnTo>
                    <a:pt x="2206" y="115993"/>
                  </a:lnTo>
                  <a:lnTo>
                    <a:pt x="1424" y="121288"/>
                  </a:lnTo>
                  <a:lnTo>
                    <a:pt x="811" y="126605"/>
                  </a:lnTo>
                  <a:lnTo>
                    <a:pt x="370" y="131939"/>
                  </a:lnTo>
                  <a:lnTo>
                    <a:pt x="99" y="137284"/>
                  </a:lnTo>
                  <a:lnTo>
                    <a:pt x="0" y="142636"/>
                  </a:lnTo>
                  <a:lnTo>
                    <a:pt x="71" y="147987"/>
                  </a:lnTo>
                  <a:lnTo>
                    <a:pt x="315" y="153334"/>
                  </a:lnTo>
                  <a:lnTo>
                    <a:pt x="729" y="158670"/>
                  </a:lnTo>
                  <a:lnTo>
                    <a:pt x="1314" y="163990"/>
                  </a:lnTo>
                  <a:lnTo>
                    <a:pt x="2068" y="169289"/>
                  </a:lnTo>
                  <a:lnTo>
                    <a:pt x="2992" y="174560"/>
                  </a:lnTo>
                  <a:lnTo>
                    <a:pt x="4085" y="179800"/>
                  </a:lnTo>
                  <a:lnTo>
                    <a:pt x="5344" y="185002"/>
                  </a:lnTo>
                  <a:lnTo>
                    <a:pt x="6770" y="190160"/>
                  </a:lnTo>
                  <a:lnTo>
                    <a:pt x="8360" y="195271"/>
                  </a:lnTo>
                  <a:lnTo>
                    <a:pt x="10112" y="200328"/>
                  </a:lnTo>
                  <a:lnTo>
                    <a:pt x="12026" y="205326"/>
                  </a:lnTo>
                  <a:lnTo>
                    <a:pt x="14098" y="210261"/>
                  </a:lnTo>
                  <a:lnTo>
                    <a:pt x="16328" y="215127"/>
                  </a:lnTo>
                  <a:lnTo>
                    <a:pt x="18712" y="219918"/>
                  </a:lnTo>
                  <a:lnTo>
                    <a:pt x="21248" y="224631"/>
                  </a:lnTo>
                  <a:lnTo>
                    <a:pt x="23934" y="229261"/>
                  </a:lnTo>
                  <a:lnTo>
                    <a:pt x="26767" y="233802"/>
                  </a:lnTo>
                  <a:lnTo>
                    <a:pt x="29744" y="238250"/>
                  </a:lnTo>
                  <a:lnTo>
                    <a:pt x="32861" y="242600"/>
                  </a:lnTo>
                  <a:lnTo>
                    <a:pt x="36116" y="246849"/>
                  </a:lnTo>
                  <a:lnTo>
                    <a:pt x="39506" y="250991"/>
                  </a:lnTo>
                  <a:lnTo>
                    <a:pt x="43026" y="255022"/>
                  </a:lnTo>
                  <a:lnTo>
                    <a:pt x="46674" y="258939"/>
                  </a:lnTo>
                  <a:lnTo>
                    <a:pt x="50445" y="262737"/>
                  </a:lnTo>
                  <a:lnTo>
                    <a:pt x="54336" y="266412"/>
                  </a:lnTo>
                  <a:lnTo>
                    <a:pt x="58342" y="269961"/>
                  </a:lnTo>
                  <a:lnTo>
                    <a:pt x="62460" y="273380"/>
                  </a:lnTo>
                  <a:lnTo>
                    <a:pt x="66685" y="276665"/>
                  </a:lnTo>
                  <a:lnTo>
                    <a:pt x="71014" y="279813"/>
                  </a:lnTo>
                  <a:lnTo>
                    <a:pt x="75441" y="282821"/>
                  </a:lnTo>
                  <a:lnTo>
                    <a:pt x="79961" y="285686"/>
                  </a:lnTo>
                  <a:lnTo>
                    <a:pt x="84572" y="288404"/>
                  </a:lnTo>
                  <a:lnTo>
                    <a:pt x="89267" y="290974"/>
                  </a:lnTo>
                  <a:lnTo>
                    <a:pt x="94042" y="293392"/>
                  </a:lnTo>
                  <a:lnTo>
                    <a:pt x="98891" y="295655"/>
                  </a:lnTo>
                  <a:lnTo>
                    <a:pt x="103811" y="297763"/>
                  </a:lnTo>
                  <a:lnTo>
                    <a:pt x="108796" y="299712"/>
                  </a:lnTo>
                  <a:lnTo>
                    <a:pt x="113840" y="301500"/>
                  </a:lnTo>
                  <a:lnTo>
                    <a:pt x="118939" y="303126"/>
                  </a:lnTo>
                  <a:lnTo>
                    <a:pt x="124088" y="304588"/>
                  </a:lnTo>
                  <a:lnTo>
                    <a:pt x="129281" y="305884"/>
                  </a:lnTo>
                  <a:lnTo>
                    <a:pt x="134513" y="307013"/>
                  </a:lnTo>
                  <a:lnTo>
                    <a:pt x="139778" y="307975"/>
                  </a:lnTo>
                  <a:lnTo>
                    <a:pt x="145071" y="308767"/>
                  </a:lnTo>
                  <a:lnTo>
                    <a:pt x="150387" y="309389"/>
                  </a:lnTo>
                  <a:lnTo>
                    <a:pt x="155720" y="309841"/>
                  </a:lnTo>
                  <a:lnTo>
                    <a:pt x="161064" y="310122"/>
                  </a:lnTo>
                  <a:lnTo>
                    <a:pt x="166415" y="310232"/>
                  </a:lnTo>
                  <a:lnTo>
                    <a:pt x="171767" y="310170"/>
                  </a:lnTo>
                  <a:lnTo>
                    <a:pt x="177114" y="309937"/>
                  </a:lnTo>
                  <a:lnTo>
                    <a:pt x="182451" y="309534"/>
                  </a:lnTo>
                  <a:lnTo>
                    <a:pt x="187772" y="308959"/>
                  </a:lnTo>
                  <a:lnTo>
                    <a:pt x="193072" y="308214"/>
                  </a:lnTo>
                  <a:lnTo>
                    <a:pt x="198346" y="307300"/>
                  </a:lnTo>
                  <a:lnTo>
                    <a:pt x="203587" y="306218"/>
                  </a:lnTo>
                  <a:lnTo>
                    <a:pt x="208792" y="304968"/>
                  </a:lnTo>
                  <a:lnTo>
                    <a:pt x="213953" y="303553"/>
                  </a:lnTo>
                  <a:lnTo>
                    <a:pt x="219067" y="301973"/>
                  </a:lnTo>
                  <a:lnTo>
                    <a:pt x="224127" y="300230"/>
                  </a:lnTo>
                  <a:lnTo>
                    <a:pt x="229129" y="298326"/>
                  </a:lnTo>
                  <a:lnTo>
                    <a:pt x="234068" y="296263"/>
                  </a:lnTo>
                  <a:lnTo>
                    <a:pt x="238938" y="294043"/>
                  </a:lnTo>
                  <a:lnTo>
                    <a:pt x="243734" y="291668"/>
                  </a:lnTo>
                  <a:lnTo>
                    <a:pt x="248452" y="289140"/>
                  </a:lnTo>
                  <a:lnTo>
                    <a:pt x="253086" y="286463"/>
                  </a:lnTo>
                  <a:lnTo>
                    <a:pt x="257633" y="283639"/>
                  </a:lnTo>
                  <a:lnTo>
                    <a:pt x="262087" y="280671"/>
                  </a:lnTo>
                  <a:lnTo>
                    <a:pt x="266443" y="277562"/>
                  </a:lnTo>
                  <a:lnTo>
                    <a:pt x="270698" y="274315"/>
                  </a:lnTo>
                  <a:lnTo>
                    <a:pt x="274846" y="270933"/>
                  </a:lnTo>
                  <a:lnTo>
                    <a:pt x="167166" y="143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67166" cy="295034"/>
            </a:xfrm>
            <a:custGeom>
              <a:avLst/>
              <a:pathLst>
                <a:path w="167166" h="295034">
                  <a:moveTo>
                    <a:pt x="107679" y="295034"/>
                  </a:moveTo>
                  <a:lnTo>
                    <a:pt x="111731" y="291509"/>
                  </a:lnTo>
                  <a:lnTo>
                    <a:pt x="115668" y="287856"/>
                  </a:lnTo>
                  <a:lnTo>
                    <a:pt x="119485" y="284078"/>
                  </a:lnTo>
                  <a:lnTo>
                    <a:pt x="123178" y="280180"/>
                  </a:lnTo>
                  <a:lnTo>
                    <a:pt x="126745" y="276165"/>
                  </a:lnTo>
                  <a:lnTo>
                    <a:pt x="130181" y="272037"/>
                  </a:lnTo>
                  <a:lnTo>
                    <a:pt x="133482" y="267801"/>
                  </a:lnTo>
                  <a:lnTo>
                    <a:pt x="136646" y="263462"/>
                  </a:lnTo>
                  <a:lnTo>
                    <a:pt x="139669" y="259023"/>
                  </a:lnTo>
                  <a:lnTo>
                    <a:pt x="142547" y="254489"/>
                  </a:lnTo>
                  <a:lnTo>
                    <a:pt x="145279" y="249865"/>
                  </a:lnTo>
                  <a:lnTo>
                    <a:pt x="147860" y="245156"/>
                  </a:lnTo>
                  <a:lnTo>
                    <a:pt x="150289" y="240366"/>
                  </a:lnTo>
                  <a:lnTo>
                    <a:pt x="152563" y="235500"/>
                  </a:lnTo>
                  <a:lnTo>
                    <a:pt x="154679" y="230564"/>
                  </a:lnTo>
                  <a:lnTo>
                    <a:pt x="156635" y="225563"/>
                  </a:lnTo>
                  <a:lnTo>
                    <a:pt x="158430" y="220502"/>
                  </a:lnTo>
                  <a:lnTo>
                    <a:pt x="160062" y="215385"/>
                  </a:lnTo>
                  <a:lnTo>
                    <a:pt x="161528" y="210219"/>
                  </a:lnTo>
                  <a:lnTo>
                    <a:pt x="162828" y="205008"/>
                  </a:lnTo>
                  <a:lnTo>
                    <a:pt x="163959" y="199758"/>
                  </a:lnTo>
                  <a:lnTo>
                    <a:pt x="164921" y="194474"/>
                  </a:lnTo>
                  <a:lnTo>
                    <a:pt x="165714" y="189163"/>
                  </a:lnTo>
                  <a:lnTo>
                    <a:pt x="166335" y="183828"/>
                  </a:lnTo>
                  <a:lnTo>
                    <a:pt x="166784" y="178477"/>
                  </a:lnTo>
                  <a:lnTo>
                    <a:pt x="167061" y="173113"/>
                  </a:lnTo>
                  <a:lnTo>
                    <a:pt x="167166" y="167744"/>
                  </a:lnTo>
                  <a:lnTo>
                    <a:pt x="167098" y="162374"/>
                  </a:lnTo>
                  <a:lnTo>
                    <a:pt x="166858" y="157009"/>
                  </a:lnTo>
                  <a:lnTo>
                    <a:pt x="166446" y="151654"/>
                  </a:lnTo>
                  <a:lnTo>
                    <a:pt x="165861" y="146316"/>
                  </a:lnTo>
                  <a:lnTo>
                    <a:pt x="165106" y="140999"/>
                  </a:lnTo>
                  <a:lnTo>
                    <a:pt x="164180" y="135709"/>
                  </a:lnTo>
                  <a:lnTo>
                    <a:pt x="163085" y="130451"/>
                  </a:lnTo>
                  <a:lnTo>
                    <a:pt x="161821" y="125231"/>
                  </a:lnTo>
                  <a:lnTo>
                    <a:pt x="160391" y="120055"/>
                  </a:lnTo>
                  <a:lnTo>
                    <a:pt x="158795" y="114927"/>
                  </a:lnTo>
                  <a:lnTo>
                    <a:pt x="157035" y="109853"/>
                  </a:lnTo>
                  <a:lnTo>
                    <a:pt x="155113" y="104839"/>
                  </a:lnTo>
                  <a:lnTo>
                    <a:pt x="153031" y="99888"/>
                  </a:lnTo>
                  <a:lnTo>
                    <a:pt x="150790" y="95007"/>
                  </a:lnTo>
                  <a:lnTo>
                    <a:pt x="148395" y="90201"/>
                  </a:lnTo>
                  <a:lnTo>
                    <a:pt x="145846" y="85474"/>
                  </a:lnTo>
                  <a:lnTo>
                    <a:pt x="143146" y="80831"/>
                  </a:lnTo>
                  <a:lnTo>
                    <a:pt x="140299" y="76277"/>
                  </a:lnTo>
                  <a:lnTo>
                    <a:pt x="137307" y="71818"/>
                  </a:lnTo>
                  <a:lnTo>
                    <a:pt x="134174" y="67456"/>
                  </a:lnTo>
                  <a:lnTo>
                    <a:pt x="130902" y="63198"/>
                  </a:lnTo>
                  <a:lnTo>
                    <a:pt x="127494" y="59047"/>
                  </a:lnTo>
                  <a:lnTo>
                    <a:pt x="123955" y="55007"/>
                  </a:lnTo>
                  <a:lnTo>
                    <a:pt x="120289" y="51083"/>
                  </a:lnTo>
                  <a:lnTo>
                    <a:pt x="116498" y="47279"/>
                  </a:lnTo>
                  <a:lnTo>
                    <a:pt x="112587" y="43599"/>
                  </a:lnTo>
                  <a:lnTo>
                    <a:pt x="108559" y="40046"/>
                  </a:lnTo>
                  <a:lnTo>
                    <a:pt x="104420" y="36624"/>
                  </a:lnTo>
                  <a:lnTo>
                    <a:pt x="100173" y="33338"/>
                  </a:lnTo>
                  <a:lnTo>
                    <a:pt x="95822" y="30189"/>
                  </a:lnTo>
                  <a:lnTo>
                    <a:pt x="91373" y="27182"/>
                  </a:lnTo>
                  <a:lnTo>
                    <a:pt x="86829" y="24319"/>
                  </a:lnTo>
                  <a:lnTo>
                    <a:pt x="82196" y="21603"/>
                  </a:lnTo>
                  <a:lnTo>
                    <a:pt x="77477" y="19038"/>
                  </a:lnTo>
                  <a:lnTo>
                    <a:pt x="72679" y="16626"/>
                  </a:lnTo>
                  <a:lnTo>
                    <a:pt x="67806" y="14369"/>
                  </a:lnTo>
                  <a:lnTo>
                    <a:pt x="62863" y="12270"/>
                  </a:lnTo>
                  <a:lnTo>
                    <a:pt x="57855" y="10330"/>
                  </a:lnTo>
                  <a:lnTo>
                    <a:pt x="52787" y="8553"/>
                  </a:lnTo>
                  <a:lnTo>
                    <a:pt x="47665" y="6939"/>
                  </a:lnTo>
                  <a:lnTo>
                    <a:pt x="42493" y="5491"/>
                  </a:lnTo>
                  <a:lnTo>
                    <a:pt x="37278" y="4209"/>
                  </a:lnTo>
                  <a:lnTo>
                    <a:pt x="32024" y="3096"/>
                  </a:lnTo>
                  <a:lnTo>
                    <a:pt x="26738" y="2152"/>
                  </a:lnTo>
                  <a:lnTo>
                    <a:pt x="21423" y="1378"/>
                  </a:lnTo>
                  <a:lnTo>
                    <a:pt x="16087" y="775"/>
                  </a:lnTo>
                  <a:lnTo>
                    <a:pt x="10733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2126" y="4213821"/>
              <a:ext cx="106346" cy="167167"/>
            </a:xfrm>
            <a:custGeom>
              <a:avLst/>
              <a:pathLst>
                <a:path w="106346" h="167167">
                  <a:moveTo>
                    <a:pt x="106346" y="0"/>
                  </a:moveTo>
                  <a:lnTo>
                    <a:pt x="100584" y="99"/>
                  </a:lnTo>
                  <a:lnTo>
                    <a:pt x="94828" y="397"/>
                  </a:lnTo>
                  <a:lnTo>
                    <a:pt x="89087" y="893"/>
                  </a:lnTo>
                  <a:lnTo>
                    <a:pt x="83366" y="1587"/>
                  </a:lnTo>
                  <a:lnTo>
                    <a:pt x="77672" y="2477"/>
                  </a:lnTo>
                  <a:lnTo>
                    <a:pt x="72012" y="3563"/>
                  </a:lnTo>
                  <a:lnTo>
                    <a:pt x="66393" y="4844"/>
                  </a:lnTo>
                  <a:lnTo>
                    <a:pt x="60822" y="6317"/>
                  </a:lnTo>
                  <a:lnTo>
                    <a:pt x="55305" y="7982"/>
                  </a:lnTo>
                  <a:lnTo>
                    <a:pt x="49848" y="9836"/>
                  </a:lnTo>
                  <a:lnTo>
                    <a:pt x="44459" y="11877"/>
                  </a:lnTo>
                  <a:lnTo>
                    <a:pt x="39143" y="14103"/>
                  </a:lnTo>
                  <a:lnTo>
                    <a:pt x="33907" y="16510"/>
                  </a:lnTo>
                  <a:lnTo>
                    <a:pt x="28757" y="19096"/>
                  </a:lnTo>
                  <a:lnTo>
                    <a:pt x="23699" y="21859"/>
                  </a:lnTo>
                  <a:lnTo>
                    <a:pt x="18739" y="24794"/>
                  </a:lnTo>
                  <a:lnTo>
                    <a:pt x="13884" y="27898"/>
                  </a:lnTo>
                  <a:lnTo>
                    <a:pt x="9138" y="31168"/>
                  </a:lnTo>
                  <a:lnTo>
                    <a:pt x="4508" y="34599"/>
                  </a:lnTo>
                  <a:lnTo>
                    <a:pt x="0" y="38188"/>
                  </a:lnTo>
                  <a:lnTo>
                    <a:pt x="10634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2126" y="4252010"/>
              <a:ext cx="106346" cy="128978"/>
            </a:xfrm>
            <a:custGeom>
              <a:avLst/>
              <a:pathLst>
                <a:path w="106346" h="128978">
                  <a:moveTo>
                    <a:pt x="0" y="0"/>
                  </a:moveTo>
                  <a:lnTo>
                    <a:pt x="106346" y="128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15" y="4252010"/>
              <a:ext cx="334321" cy="296145"/>
            </a:xfrm>
            <a:custGeom>
              <a:avLst/>
              <a:pathLst>
                <a:path w="334321" h="296145">
                  <a:moveTo>
                    <a:pt x="60810" y="0"/>
                  </a:moveTo>
                  <a:lnTo>
                    <a:pt x="56752" y="3456"/>
                  </a:lnTo>
                  <a:lnTo>
                    <a:pt x="52806" y="7039"/>
                  </a:lnTo>
                  <a:lnTo>
                    <a:pt x="48976" y="10747"/>
                  </a:lnTo>
                  <a:lnTo>
                    <a:pt x="45267" y="14575"/>
                  </a:lnTo>
                  <a:lnTo>
                    <a:pt x="41682" y="18519"/>
                  </a:lnTo>
                  <a:lnTo>
                    <a:pt x="38224" y="22575"/>
                  </a:lnTo>
                  <a:lnTo>
                    <a:pt x="34897" y="26740"/>
                  </a:lnTo>
                  <a:lnTo>
                    <a:pt x="31705" y="31009"/>
                  </a:lnTo>
                  <a:lnTo>
                    <a:pt x="28650" y="35377"/>
                  </a:lnTo>
                  <a:lnTo>
                    <a:pt x="25737" y="39840"/>
                  </a:lnTo>
                  <a:lnTo>
                    <a:pt x="22967" y="44394"/>
                  </a:lnTo>
                  <a:lnTo>
                    <a:pt x="20343" y="49034"/>
                  </a:lnTo>
                  <a:lnTo>
                    <a:pt x="17869" y="53755"/>
                  </a:lnTo>
                  <a:lnTo>
                    <a:pt x="15547" y="58553"/>
                  </a:lnTo>
                  <a:lnTo>
                    <a:pt x="13379" y="63423"/>
                  </a:lnTo>
                  <a:lnTo>
                    <a:pt x="11367" y="68359"/>
                  </a:lnTo>
                  <a:lnTo>
                    <a:pt x="9513" y="73356"/>
                  </a:lnTo>
                  <a:lnTo>
                    <a:pt x="7820" y="78410"/>
                  </a:lnTo>
                  <a:lnTo>
                    <a:pt x="6289" y="83516"/>
                  </a:lnTo>
                  <a:lnTo>
                    <a:pt x="4921" y="88668"/>
                  </a:lnTo>
                  <a:lnTo>
                    <a:pt x="3719" y="93861"/>
                  </a:lnTo>
                  <a:lnTo>
                    <a:pt x="2682" y="99089"/>
                  </a:lnTo>
                  <a:lnTo>
                    <a:pt x="1813" y="104348"/>
                  </a:lnTo>
                  <a:lnTo>
                    <a:pt x="1112" y="109632"/>
                  </a:lnTo>
                  <a:lnTo>
                    <a:pt x="579" y="114935"/>
                  </a:lnTo>
                  <a:lnTo>
                    <a:pt x="216" y="120253"/>
                  </a:lnTo>
                  <a:lnTo>
                    <a:pt x="23" y="125580"/>
                  </a:lnTo>
                  <a:lnTo>
                    <a:pt x="0" y="130910"/>
                  </a:lnTo>
                  <a:lnTo>
                    <a:pt x="146" y="136239"/>
                  </a:lnTo>
                  <a:lnTo>
                    <a:pt x="462" y="141559"/>
                  </a:lnTo>
                  <a:lnTo>
                    <a:pt x="948" y="146867"/>
                  </a:lnTo>
                  <a:lnTo>
                    <a:pt x="1603" y="152157"/>
                  </a:lnTo>
                  <a:lnTo>
                    <a:pt x="2426" y="157424"/>
                  </a:lnTo>
                  <a:lnTo>
                    <a:pt x="3417" y="162661"/>
                  </a:lnTo>
                  <a:lnTo>
                    <a:pt x="4574" y="167864"/>
                  </a:lnTo>
                  <a:lnTo>
                    <a:pt x="5896" y="173028"/>
                  </a:lnTo>
                  <a:lnTo>
                    <a:pt x="7383" y="178147"/>
                  </a:lnTo>
                  <a:lnTo>
                    <a:pt x="9032" y="183215"/>
                  </a:lnTo>
                  <a:lnTo>
                    <a:pt x="10841" y="188229"/>
                  </a:lnTo>
                  <a:lnTo>
                    <a:pt x="12810" y="193183"/>
                  </a:lnTo>
                  <a:lnTo>
                    <a:pt x="14935" y="198071"/>
                  </a:lnTo>
                  <a:lnTo>
                    <a:pt x="17215" y="202889"/>
                  </a:lnTo>
                  <a:lnTo>
                    <a:pt x="19648" y="207631"/>
                  </a:lnTo>
                  <a:lnTo>
                    <a:pt x="22230" y="212294"/>
                  </a:lnTo>
                  <a:lnTo>
                    <a:pt x="24960" y="216872"/>
                  </a:lnTo>
                  <a:lnTo>
                    <a:pt x="27835" y="221361"/>
                  </a:lnTo>
                  <a:lnTo>
                    <a:pt x="30851" y="225756"/>
                  </a:lnTo>
                  <a:lnTo>
                    <a:pt x="34006" y="230052"/>
                  </a:lnTo>
                  <a:lnTo>
                    <a:pt x="37296" y="234246"/>
                  </a:lnTo>
                  <a:lnTo>
                    <a:pt x="40718" y="238333"/>
                  </a:lnTo>
                  <a:lnTo>
                    <a:pt x="44269" y="242308"/>
                  </a:lnTo>
                  <a:lnTo>
                    <a:pt x="47944" y="246168"/>
                  </a:lnTo>
                  <a:lnTo>
                    <a:pt x="51741" y="249909"/>
                  </a:lnTo>
                  <a:lnTo>
                    <a:pt x="55655" y="253528"/>
                  </a:lnTo>
                  <a:lnTo>
                    <a:pt x="59683" y="257019"/>
                  </a:lnTo>
                  <a:lnTo>
                    <a:pt x="63820" y="260380"/>
                  </a:lnTo>
                  <a:lnTo>
                    <a:pt x="68061" y="263608"/>
                  </a:lnTo>
                  <a:lnTo>
                    <a:pt x="72404" y="266699"/>
                  </a:lnTo>
                  <a:lnTo>
                    <a:pt x="76843" y="269650"/>
                  </a:lnTo>
                  <a:lnTo>
                    <a:pt x="81374" y="272458"/>
                  </a:lnTo>
                  <a:lnTo>
                    <a:pt x="85992" y="275120"/>
                  </a:lnTo>
                  <a:lnTo>
                    <a:pt x="90692" y="277633"/>
                  </a:lnTo>
                  <a:lnTo>
                    <a:pt x="95470" y="279995"/>
                  </a:lnTo>
                  <a:lnTo>
                    <a:pt x="100322" y="282204"/>
                  </a:lnTo>
                  <a:lnTo>
                    <a:pt x="105241" y="284257"/>
                  </a:lnTo>
                  <a:lnTo>
                    <a:pt x="110223" y="286152"/>
                  </a:lnTo>
                  <a:lnTo>
                    <a:pt x="115263" y="287887"/>
                  </a:lnTo>
                  <a:lnTo>
                    <a:pt x="120355" y="289461"/>
                  </a:lnTo>
                  <a:lnTo>
                    <a:pt x="125495" y="290871"/>
                  </a:lnTo>
                  <a:lnTo>
                    <a:pt x="130678" y="292117"/>
                  </a:lnTo>
                  <a:lnTo>
                    <a:pt x="135898" y="293197"/>
                  </a:lnTo>
                  <a:lnTo>
                    <a:pt x="141149" y="294110"/>
                  </a:lnTo>
                  <a:lnTo>
                    <a:pt x="146427" y="294855"/>
                  </a:lnTo>
                  <a:lnTo>
                    <a:pt x="151726" y="295432"/>
                  </a:lnTo>
                  <a:lnTo>
                    <a:pt x="157041" y="295839"/>
                  </a:lnTo>
                  <a:lnTo>
                    <a:pt x="162366" y="296077"/>
                  </a:lnTo>
                  <a:lnTo>
                    <a:pt x="167696" y="296145"/>
                  </a:lnTo>
                  <a:lnTo>
                    <a:pt x="173025" y="296042"/>
                  </a:lnTo>
                  <a:lnTo>
                    <a:pt x="178348" y="295770"/>
                  </a:lnTo>
                  <a:lnTo>
                    <a:pt x="183660" y="295329"/>
                  </a:lnTo>
                  <a:lnTo>
                    <a:pt x="188955" y="294718"/>
                  </a:lnTo>
                  <a:lnTo>
                    <a:pt x="194228" y="293939"/>
                  </a:lnTo>
                  <a:lnTo>
                    <a:pt x="199474" y="292992"/>
                  </a:lnTo>
                  <a:lnTo>
                    <a:pt x="204686" y="291878"/>
                  </a:lnTo>
                  <a:lnTo>
                    <a:pt x="209861" y="290599"/>
                  </a:lnTo>
                  <a:lnTo>
                    <a:pt x="214992" y="289155"/>
                  </a:lnTo>
                  <a:lnTo>
                    <a:pt x="220074" y="287549"/>
                  </a:lnTo>
                  <a:lnTo>
                    <a:pt x="225103" y="285781"/>
                  </a:lnTo>
                  <a:lnTo>
                    <a:pt x="230072" y="283854"/>
                  </a:lnTo>
                  <a:lnTo>
                    <a:pt x="234978" y="281769"/>
                  </a:lnTo>
                  <a:lnTo>
                    <a:pt x="239815" y="279529"/>
                  </a:lnTo>
                  <a:lnTo>
                    <a:pt x="244578" y="277136"/>
                  </a:lnTo>
                  <a:lnTo>
                    <a:pt x="249262" y="274592"/>
                  </a:lnTo>
                  <a:lnTo>
                    <a:pt x="253863" y="271901"/>
                  </a:lnTo>
                  <a:lnTo>
                    <a:pt x="258375" y="269064"/>
                  </a:lnTo>
                  <a:lnTo>
                    <a:pt x="262795" y="266084"/>
                  </a:lnTo>
                  <a:lnTo>
                    <a:pt x="267117" y="262965"/>
                  </a:lnTo>
                  <a:lnTo>
                    <a:pt x="271338" y="259710"/>
                  </a:lnTo>
                  <a:lnTo>
                    <a:pt x="275453" y="256322"/>
                  </a:lnTo>
                  <a:lnTo>
                    <a:pt x="279458" y="252805"/>
                  </a:lnTo>
                  <a:lnTo>
                    <a:pt x="283349" y="249162"/>
                  </a:lnTo>
                  <a:lnTo>
                    <a:pt x="287122" y="245396"/>
                  </a:lnTo>
                  <a:lnTo>
                    <a:pt x="290772" y="241512"/>
                  </a:lnTo>
                  <a:lnTo>
                    <a:pt x="294297" y="237514"/>
                  </a:lnTo>
                  <a:lnTo>
                    <a:pt x="297693" y="233405"/>
                  </a:lnTo>
                  <a:lnTo>
                    <a:pt x="300956" y="229190"/>
                  </a:lnTo>
                  <a:lnTo>
                    <a:pt x="304083" y="224874"/>
                  </a:lnTo>
                  <a:lnTo>
                    <a:pt x="307070" y="220460"/>
                  </a:lnTo>
                  <a:lnTo>
                    <a:pt x="309916" y="215952"/>
                  </a:lnTo>
                  <a:lnTo>
                    <a:pt x="312616" y="211357"/>
                  </a:lnTo>
                  <a:lnTo>
                    <a:pt x="315169" y="206677"/>
                  </a:lnTo>
                  <a:lnTo>
                    <a:pt x="317570" y="201919"/>
                  </a:lnTo>
                  <a:lnTo>
                    <a:pt x="319820" y="197086"/>
                  </a:lnTo>
                  <a:lnTo>
                    <a:pt x="321913" y="192185"/>
                  </a:lnTo>
                  <a:lnTo>
                    <a:pt x="323850" y="187218"/>
                  </a:lnTo>
                  <a:lnTo>
                    <a:pt x="325627" y="182193"/>
                  </a:lnTo>
                  <a:lnTo>
                    <a:pt x="327243" y="177114"/>
                  </a:lnTo>
                  <a:lnTo>
                    <a:pt x="328696" y="171986"/>
                  </a:lnTo>
                  <a:lnTo>
                    <a:pt x="329985" y="166813"/>
                  </a:lnTo>
                  <a:lnTo>
                    <a:pt x="331109" y="161603"/>
                  </a:lnTo>
                  <a:lnTo>
                    <a:pt x="332066" y="156359"/>
                  </a:lnTo>
                  <a:lnTo>
                    <a:pt x="332855" y="151088"/>
                  </a:lnTo>
                  <a:lnTo>
                    <a:pt x="333475" y="145794"/>
                  </a:lnTo>
                  <a:lnTo>
                    <a:pt x="333927" y="140483"/>
                  </a:lnTo>
                  <a:lnTo>
                    <a:pt x="334209" y="135160"/>
                  </a:lnTo>
                  <a:lnTo>
                    <a:pt x="334321" y="129831"/>
                  </a:lnTo>
                  <a:lnTo>
                    <a:pt x="334263" y="124501"/>
                  </a:lnTo>
                  <a:lnTo>
                    <a:pt x="334036" y="119175"/>
                  </a:lnTo>
                  <a:lnTo>
                    <a:pt x="333638" y="113860"/>
                  </a:lnTo>
                  <a:lnTo>
                    <a:pt x="333072" y="108560"/>
                  </a:lnTo>
                  <a:lnTo>
                    <a:pt x="167156" y="128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65915" cy="167167"/>
            </a:xfrm>
            <a:custGeom>
              <a:avLst/>
              <a:pathLst>
                <a:path w="165915" h="167167">
                  <a:moveTo>
                    <a:pt x="165915" y="146749"/>
                  </a:moveTo>
                  <a:lnTo>
                    <a:pt x="165172" y="141420"/>
                  </a:lnTo>
                  <a:lnTo>
                    <a:pt x="164258" y="136118"/>
                  </a:lnTo>
                  <a:lnTo>
                    <a:pt x="163174" y="130849"/>
                  </a:lnTo>
                  <a:lnTo>
                    <a:pt x="161921" y="125617"/>
                  </a:lnTo>
                  <a:lnTo>
                    <a:pt x="160500" y="120427"/>
                  </a:lnTo>
                  <a:lnTo>
                    <a:pt x="158913" y="115287"/>
                  </a:lnTo>
                  <a:lnTo>
                    <a:pt x="157161" y="110200"/>
                  </a:lnTo>
                  <a:lnTo>
                    <a:pt x="155246" y="105172"/>
                  </a:lnTo>
                  <a:lnTo>
                    <a:pt x="153171" y="100208"/>
                  </a:lnTo>
                  <a:lnTo>
                    <a:pt x="150937" y="95314"/>
                  </a:lnTo>
                  <a:lnTo>
                    <a:pt x="148546" y="90494"/>
                  </a:lnTo>
                  <a:lnTo>
                    <a:pt x="146002" y="85753"/>
                  </a:lnTo>
                  <a:lnTo>
                    <a:pt x="143307" y="81097"/>
                  </a:lnTo>
                  <a:lnTo>
                    <a:pt x="140463" y="76530"/>
                  </a:lnTo>
                  <a:lnTo>
                    <a:pt x="137473" y="72057"/>
                  </a:lnTo>
                  <a:lnTo>
                    <a:pt x="134341" y="67682"/>
                  </a:lnTo>
                  <a:lnTo>
                    <a:pt x="131070" y="63411"/>
                  </a:lnTo>
                  <a:lnTo>
                    <a:pt x="127664" y="59246"/>
                  </a:lnTo>
                  <a:lnTo>
                    <a:pt x="124125" y="55194"/>
                  </a:lnTo>
                  <a:lnTo>
                    <a:pt x="120457" y="51258"/>
                  </a:lnTo>
                  <a:lnTo>
                    <a:pt x="116665" y="47441"/>
                  </a:lnTo>
                  <a:lnTo>
                    <a:pt x="112752" y="43749"/>
                  </a:lnTo>
                  <a:lnTo>
                    <a:pt x="108722" y="40185"/>
                  </a:lnTo>
                  <a:lnTo>
                    <a:pt x="104579" y="36752"/>
                  </a:lnTo>
                  <a:lnTo>
                    <a:pt x="100328" y="33454"/>
                  </a:lnTo>
                  <a:lnTo>
                    <a:pt x="95973" y="30295"/>
                  </a:lnTo>
                  <a:lnTo>
                    <a:pt x="91519" y="27277"/>
                  </a:lnTo>
                  <a:lnTo>
                    <a:pt x="86970" y="24405"/>
                  </a:lnTo>
                  <a:lnTo>
                    <a:pt x="82331" y="21680"/>
                  </a:lnTo>
                  <a:lnTo>
                    <a:pt x="77606" y="19106"/>
                  </a:lnTo>
                  <a:lnTo>
                    <a:pt x="72802" y="16685"/>
                  </a:lnTo>
                  <a:lnTo>
                    <a:pt x="67921" y="14420"/>
                  </a:lnTo>
                  <a:lnTo>
                    <a:pt x="62971" y="12314"/>
                  </a:lnTo>
                  <a:lnTo>
                    <a:pt x="57955" y="10367"/>
                  </a:lnTo>
                  <a:lnTo>
                    <a:pt x="52879" y="8584"/>
                  </a:lnTo>
                  <a:lnTo>
                    <a:pt x="47749" y="6964"/>
                  </a:lnTo>
                  <a:lnTo>
                    <a:pt x="42568" y="5510"/>
                  </a:lnTo>
                  <a:lnTo>
                    <a:pt x="37344" y="4224"/>
                  </a:lnTo>
                  <a:lnTo>
                    <a:pt x="32081" y="3107"/>
                  </a:lnTo>
                  <a:lnTo>
                    <a:pt x="26785" y="2159"/>
                  </a:lnTo>
                  <a:lnTo>
                    <a:pt x="21462" y="1383"/>
                  </a:lnTo>
                  <a:lnTo>
                    <a:pt x="16116" y="778"/>
                  </a:lnTo>
                  <a:lnTo>
                    <a:pt x="10753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7129" y="3707720"/>
              <a:ext cx="161881" cy="167167"/>
            </a:xfrm>
            <a:custGeom>
              <a:avLst/>
              <a:pathLst>
                <a:path w="161881" h="167167">
                  <a:moveTo>
                    <a:pt x="161881" y="0"/>
                  </a:moveTo>
                  <a:lnTo>
                    <a:pt x="156371" y="90"/>
                  </a:lnTo>
                  <a:lnTo>
                    <a:pt x="150867" y="363"/>
                  </a:lnTo>
                  <a:lnTo>
                    <a:pt x="145375" y="816"/>
                  </a:lnTo>
                  <a:lnTo>
                    <a:pt x="139901" y="1451"/>
                  </a:lnTo>
                  <a:lnTo>
                    <a:pt x="134451" y="2265"/>
                  </a:lnTo>
                  <a:lnTo>
                    <a:pt x="129031" y="3259"/>
                  </a:lnTo>
                  <a:lnTo>
                    <a:pt x="123646" y="4431"/>
                  </a:lnTo>
                  <a:lnTo>
                    <a:pt x="118303" y="5779"/>
                  </a:lnTo>
                  <a:lnTo>
                    <a:pt x="113008" y="7304"/>
                  </a:lnTo>
                  <a:lnTo>
                    <a:pt x="107765" y="9001"/>
                  </a:lnTo>
                  <a:lnTo>
                    <a:pt x="102581" y="10871"/>
                  </a:lnTo>
                  <a:lnTo>
                    <a:pt x="97462" y="12910"/>
                  </a:lnTo>
                  <a:lnTo>
                    <a:pt x="92412" y="15118"/>
                  </a:lnTo>
                  <a:lnTo>
                    <a:pt x="87439" y="17490"/>
                  </a:lnTo>
                  <a:lnTo>
                    <a:pt x="82546" y="20025"/>
                  </a:lnTo>
                  <a:lnTo>
                    <a:pt x="77739" y="22720"/>
                  </a:lnTo>
                  <a:lnTo>
                    <a:pt x="73023" y="25572"/>
                  </a:lnTo>
                  <a:lnTo>
                    <a:pt x="68405" y="28577"/>
                  </a:lnTo>
                  <a:lnTo>
                    <a:pt x="63887" y="31734"/>
                  </a:lnTo>
                  <a:lnTo>
                    <a:pt x="59477" y="35037"/>
                  </a:lnTo>
                  <a:lnTo>
                    <a:pt x="55177" y="38484"/>
                  </a:lnTo>
                  <a:lnTo>
                    <a:pt x="50994" y="42071"/>
                  </a:lnTo>
                  <a:lnTo>
                    <a:pt x="46931" y="45794"/>
                  </a:lnTo>
                  <a:lnTo>
                    <a:pt x="42993" y="49649"/>
                  </a:lnTo>
                  <a:lnTo>
                    <a:pt x="39184" y="53631"/>
                  </a:lnTo>
                  <a:lnTo>
                    <a:pt x="35509" y="57737"/>
                  </a:lnTo>
                  <a:lnTo>
                    <a:pt x="31970" y="61962"/>
                  </a:lnTo>
                  <a:lnTo>
                    <a:pt x="28573" y="66301"/>
                  </a:lnTo>
                  <a:lnTo>
                    <a:pt x="25321" y="70750"/>
                  </a:lnTo>
                  <a:lnTo>
                    <a:pt x="22217" y="75303"/>
                  </a:lnTo>
                  <a:lnTo>
                    <a:pt x="19265" y="79956"/>
                  </a:lnTo>
                  <a:lnTo>
                    <a:pt x="16468" y="84705"/>
                  </a:lnTo>
                  <a:lnTo>
                    <a:pt x="13829" y="89542"/>
                  </a:lnTo>
                  <a:lnTo>
                    <a:pt x="11351" y="94464"/>
                  </a:lnTo>
                  <a:lnTo>
                    <a:pt x="9037" y="99465"/>
                  </a:lnTo>
                  <a:lnTo>
                    <a:pt x="6888" y="104540"/>
                  </a:lnTo>
                  <a:lnTo>
                    <a:pt x="4908" y="109683"/>
                  </a:lnTo>
                  <a:lnTo>
                    <a:pt x="3099" y="114888"/>
                  </a:lnTo>
                  <a:lnTo>
                    <a:pt x="1462" y="120150"/>
                  </a:lnTo>
                  <a:lnTo>
                    <a:pt x="0" y="125463"/>
                  </a:lnTo>
                  <a:lnTo>
                    <a:pt x="16188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4" y="3707728"/>
              <a:ext cx="334332" cy="334313"/>
            </a:xfrm>
            <a:custGeom>
              <a:avLst/>
              <a:pathLst>
                <a:path w="334332" h="334313">
                  <a:moveTo>
                    <a:pt x="5285" y="125455"/>
                  </a:moveTo>
                  <a:lnTo>
                    <a:pt x="4042" y="130616"/>
                  </a:lnTo>
                  <a:lnTo>
                    <a:pt x="2964" y="135815"/>
                  </a:lnTo>
                  <a:lnTo>
                    <a:pt x="2051" y="141045"/>
                  </a:lnTo>
                  <a:lnTo>
                    <a:pt x="1306" y="146301"/>
                  </a:lnTo>
                  <a:lnTo>
                    <a:pt x="727" y="151579"/>
                  </a:lnTo>
                  <a:lnTo>
                    <a:pt x="316" y="156872"/>
                  </a:lnTo>
                  <a:lnTo>
                    <a:pt x="73" y="162175"/>
                  </a:lnTo>
                  <a:lnTo>
                    <a:pt x="0" y="167484"/>
                  </a:lnTo>
                  <a:lnTo>
                    <a:pt x="94" y="172792"/>
                  </a:lnTo>
                  <a:lnTo>
                    <a:pt x="357" y="178095"/>
                  </a:lnTo>
                  <a:lnTo>
                    <a:pt x="789" y="183386"/>
                  </a:lnTo>
                  <a:lnTo>
                    <a:pt x="1388" y="188661"/>
                  </a:lnTo>
                  <a:lnTo>
                    <a:pt x="2154" y="193915"/>
                  </a:lnTo>
                  <a:lnTo>
                    <a:pt x="3087" y="199141"/>
                  </a:lnTo>
                  <a:lnTo>
                    <a:pt x="4186" y="204335"/>
                  </a:lnTo>
                  <a:lnTo>
                    <a:pt x="5448" y="209492"/>
                  </a:lnTo>
                  <a:lnTo>
                    <a:pt x="6874" y="214606"/>
                  </a:lnTo>
                  <a:lnTo>
                    <a:pt x="8462" y="219672"/>
                  </a:lnTo>
                  <a:lnTo>
                    <a:pt x="10209" y="224686"/>
                  </a:lnTo>
                  <a:lnTo>
                    <a:pt x="12115" y="229641"/>
                  </a:lnTo>
                  <a:lnTo>
                    <a:pt x="14178" y="234533"/>
                  </a:lnTo>
                  <a:lnTo>
                    <a:pt x="16394" y="239357"/>
                  </a:lnTo>
                  <a:lnTo>
                    <a:pt x="18763" y="244109"/>
                  </a:lnTo>
                  <a:lnTo>
                    <a:pt x="21281" y="248782"/>
                  </a:lnTo>
                  <a:lnTo>
                    <a:pt x="23947" y="253374"/>
                  </a:lnTo>
                  <a:lnTo>
                    <a:pt x="26757" y="257878"/>
                  </a:lnTo>
                  <a:lnTo>
                    <a:pt x="29708" y="262291"/>
                  </a:lnTo>
                  <a:lnTo>
                    <a:pt x="32799" y="266608"/>
                  </a:lnTo>
                  <a:lnTo>
                    <a:pt x="36024" y="270825"/>
                  </a:lnTo>
                  <a:lnTo>
                    <a:pt x="39383" y="274937"/>
                  </a:lnTo>
                  <a:lnTo>
                    <a:pt x="42869" y="278941"/>
                  </a:lnTo>
                  <a:lnTo>
                    <a:pt x="46482" y="282831"/>
                  </a:lnTo>
                  <a:lnTo>
                    <a:pt x="50216" y="286605"/>
                  </a:lnTo>
                  <a:lnTo>
                    <a:pt x="54068" y="290259"/>
                  </a:lnTo>
                  <a:lnTo>
                    <a:pt x="58034" y="293788"/>
                  </a:lnTo>
                  <a:lnTo>
                    <a:pt x="62110" y="297190"/>
                  </a:lnTo>
                  <a:lnTo>
                    <a:pt x="66292" y="300460"/>
                  </a:lnTo>
                  <a:lnTo>
                    <a:pt x="70576" y="303596"/>
                  </a:lnTo>
                  <a:lnTo>
                    <a:pt x="74957" y="306595"/>
                  </a:lnTo>
                  <a:lnTo>
                    <a:pt x="79432" y="309453"/>
                  </a:lnTo>
                  <a:lnTo>
                    <a:pt x="83995" y="312167"/>
                  </a:lnTo>
                  <a:lnTo>
                    <a:pt x="88641" y="314735"/>
                  </a:lnTo>
                  <a:lnTo>
                    <a:pt x="93367" y="317154"/>
                  </a:lnTo>
                  <a:lnTo>
                    <a:pt x="98167" y="319422"/>
                  </a:lnTo>
                  <a:lnTo>
                    <a:pt x="103037" y="321536"/>
                  </a:lnTo>
                  <a:lnTo>
                    <a:pt x="107972" y="323495"/>
                  </a:lnTo>
                  <a:lnTo>
                    <a:pt x="112966" y="325296"/>
                  </a:lnTo>
                  <a:lnTo>
                    <a:pt x="118015" y="326937"/>
                  </a:lnTo>
                  <a:lnTo>
                    <a:pt x="123114" y="328417"/>
                  </a:lnTo>
                  <a:lnTo>
                    <a:pt x="128257" y="329735"/>
                  </a:lnTo>
                  <a:lnTo>
                    <a:pt x="133439" y="330888"/>
                  </a:lnTo>
                  <a:lnTo>
                    <a:pt x="138655" y="331877"/>
                  </a:lnTo>
                  <a:lnTo>
                    <a:pt x="143900" y="332699"/>
                  </a:lnTo>
                  <a:lnTo>
                    <a:pt x="149169" y="333355"/>
                  </a:lnTo>
                  <a:lnTo>
                    <a:pt x="154455" y="333842"/>
                  </a:lnTo>
                  <a:lnTo>
                    <a:pt x="159755" y="334162"/>
                  </a:lnTo>
                  <a:lnTo>
                    <a:pt x="165062" y="334313"/>
                  </a:lnTo>
                  <a:lnTo>
                    <a:pt x="170371" y="334295"/>
                  </a:lnTo>
                  <a:lnTo>
                    <a:pt x="175677" y="334109"/>
                  </a:lnTo>
                  <a:lnTo>
                    <a:pt x="180974" y="333755"/>
                  </a:lnTo>
                  <a:lnTo>
                    <a:pt x="186257" y="333233"/>
                  </a:lnTo>
                  <a:lnTo>
                    <a:pt x="191521" y="332543"/>
                  </a:lnTo>
                  <a:lnTo>
                    <a:pt x="196761" y="331686"/>
                  </a:lnTo>
                  <a:lnTo>
                    <a:pt x="201970" y="330663"/>
                  </a:lnTo>
                  <a:lnTo>
                    <a:pt x="207145" y="329475"/>
                  </a:lnTo>
                  <a:lnTo>
                    <a:pt x="212279" y="328124"/>
                  </a:lnTo>
                  <a:lnTo>
                    <a:pt x="217368" y="326610"/>
                  </a:lnTo>
                  <a:lnTo>
                    <a:pt x="222406" y="324936"/>
                  </a:lnTo>
                  <a:lnTo>
                    <a:pt x="227388" y="323102"/>
                  </a:lnTo>
                  <a:lnTo>
                    <a:pt x="232310" y="321111"/>
                  </a:lnTo>
                  <a:lnTo>
                    <a:pt x="237166" y="318965"/>
                  </a:lnTo>
                  <a:lnTo>
                    <a:pt x="241951" y="316665"/>
                  </a:lnTo>
                  <a:lnTo>
                    <a:pt x="246661" y="314215"/>
                  </a:lnTo>
                  <a:lnTo>
                    <a:pt x="251291" y="311617"/>
                  </a:lnTo>
                  <a:lnTo>
                    <a:pt x="255836" y="308872"/>
                  </a:lnTo>
                  <a:lnTo>
                    <a:pt x="260291" y="305985"/>
                  </a:lnTo>
                  <a:lnTo>
                    <a:pt x="264653" y="302958"/>
                  </a:lnTo>
                  <a:lnTo>
                    <a:pt x="268916" y="299794"/>
                  </a:lnTo>
                  <a:lnTo>
                    <a:pt x="273076" y="296496"/>
                  </a:lnTo>
                  <a:lnTo>
                    <a:pt x="277130" y="293068"/>
                  </a:lnTo>
                  <a:lnTo>
                    <a:pt x="281073" y="289512"/>
                  </a:lnTo>
                  <a:lnTo>
                    <a:pt x="284901" y="285833"/>
                  </a:lnTo>
                  <a:lnTo>
                    <a:pt x="288610" y="282035"/>
                  </a:lnTo>
                  <a:lnTo>
                    <a:pt x="292196" y="278120"/>
                  </a:lnTo>
                  <a:lnTo>
                    <a:pt x="295657" y="274094"/>
                  </a:lnTo>
                  <a:lnTo>
                    <a:pt x="298988" y="269960"/>
                  </a:lnTo>
                  <a:lnTo>
                    <a:pt x="302186" y="265722"/>
                  </a:lnTo>
                  <a:lnTo>
                    <a:pt x="305248" y="261385"/>
                  </a:lnTo>
                  <a:lnTo>
                    <a:pt x="308170" y="256953"/>
                  </a:lnTo>
                  <a:lnTo>
                    <a:pt x="310951" y="252430"/>
                  </a:lnTo>
                  <a:lnTo>
                    <a:pt x="313586" y="247821"/>
                  </a:lnTo>
                  <a:lnTo>
                    <a:pt x="316073" y="243131"/>
                  </a:lnTo>
                  <a:lnTo>
                    <a:pt x="318411" y="238364"/>
                  </a:lnTo>
                  <a:lnTo>
                    <a:pt x="320596" y="233525"/>
                  </a:lnTo>
                  <a:lnTo>
                    <a:pt x="322626" y="228620"/>
                  </a:lnTo>
                  <a:lnTo>
                    <a:pt x="324499" y="223652"/>
                  </a:lnTo>
                  <a:lnTo>
                    <a:pt x="326214" y="218627"/>
                  </a:lnTo>
                  <a:lnTo>
                    <a:pt x="327768" y="213551"/>
                  </a:lnTo>
                  <a:lnTo>
                    <a:pt x="329160" y="208428"/>
                  </a:lnTo>
                  <a:lnTo>
                    <a:pt x="330389" y="203263"/>
                  </a:lnTo>
                  <a:lnTo>
                    <a:pt x="331453" y="198061"/>
                  </a:lnTo>
                  <a:lnTo>
                    <a:pt x="332351" y="192829"/>
                  </a:lnTo>
                  <a:lnTo>
                    <a:pt x="333083" y="187570"/>
                  </a:lnTo>
                  <a:lnTo>
                    <a:pt x="333648" y="182291"/>
                  </a:lnTo>
                  <a:lnTo>
                    <a:pt x="334044" y="176997"/>
                  </a:lnTo>
                  <a:lnTo>
                    <a:pt x="334273" y="171693"/>
                  </a:lnTo>
                  <a:lnTo>
                    <a:pt x="334332" y="166384"/>
                  </a:lnTo>
                  <a:lnTo>
                    <a:pt x="334223" y="161076"/>
                  </a:lnTo>
                  <a:lnTo>
                    <a:pt x="333946" y="155774"/>
                  </a:lnTo>
                  <a:lnTo>
                    <a:pt x="333500" y="150484"/>
                  </a:lnTo>
                  <a:lnTo>
                    <a:pt x="332887" y="145210"/>
                  </a:lnTo>
                  <a:lnTo>
                    <a:pt x="332106" y="139959"/>
                  </a:lnTo>
                  <a:lnTo>
                    <a:pt x="331159" y="134735"/>
                  </a:lnTo>
                  <a:lnTo>
                    <a:pt x="330047" y="129544"/>
                  </a:lnTo>
                  <a:lnTo>
                    <a:pt x="328771" y="124391"/>
                  </a:lnTo>
                  <a:lnTo>
                    <a:pt x="327331" y="119280"/>
                  </a:lnTo>
                  <a:lnTo>
                    <a:pt x="325730" y="114218"/>
                  </a:lnTo>
                  <a:lnTo>
                    <a:pt x="323969" y="109210"/>
                  </a:lnTo>
                  <a:lnTo>
                    <a:pt x="322049" y="104260"/>
                  </a:lnTo>
                  <a:lnTo>
                    <a:pt x="319974" y="99373"/>
                  </a:lnTo>
                  <a:lnTo>
                    <a:pt x="317744" y="94555"/>
                  </a:lnTo>
                  <a:lnTo>
                    <a:pt x="315363" y="89810"/>
                  </a:lnTo>
                  <a:lnTo>
                    <a:pt x="312832" y="85143"/>
                  </a:lnTo>
                  <a:lnTo>
                    <a:pt x="310154" y="80559"/>
                  </a:lnTo>
                  <a:lnTo>
                    <a:pt x="307332" y="76062"/>
                  </a:lnTo>
                  <a:lnTo>
                    <a:pt x="304369" y="71657"/>
                  </a:lnTo>
                  <a:lnTo>
                    <a:pt x="301267" y="67348"/>
                  </a:lnTo>
                  <a:lnTo>
                    <a:pt x="298030" y="63140"/>
                  </a:lnTo>
                  <a:lnTo>
                    <a:pt x="294660" y="59037"/>
                  </a:lnTo>
                  <a:lnTo>
                    <a:pt x="291163" y="55043"/>
                  </a:lnTo>
                  <a:lnTo>
                    <a:pt x="287540" y="51162"/>
                  </a:lnTo>
                  <a:lnTo>
                    <a:pt x="283796" y="47398"/>
                  </a:lnTo>
                  <a:lnTo>
                    <a:pt x="279934" y="43755"/>
                  </a:lnTo>
                  <a:lnTo>
                    <a:pt x="275958" y="40236"/>
                  </a:lnTo>
                  <a:lnTo>
                    <a:pt x="271873" y="36846"/>
                  </a:lnTo>
                  <a:lnTo>
                    <a:pt x="267682" y="33586"/>
                  </a:lnTo>
                  <a:lnTo>
                    <a:pt x="263390" y="30462"/>
                  </a:lnTo>
                  <a:lnTo>
                    <a:pt x="259001" y="27475"/>
                  </a:lnTo>
                  <a:lnTo>
                    <a:pt x="254519" y="24629"/>
                  </a:lnTo>
                  <a:lnTo>
                    <a:pt x="249948" y="21927"/>
                  </a:lnTo>
                  <a:lnTo>
                    <a:pt x="245295" y="19372"/>
                  </a:lnTo>
                  <a:lnTo>
                    <a:pt x="240563" y="16966"/>
                  </a:lnTo>
                  <a:lnTo>
                    <a:pt x="235756" y="14711"/>
                  </a:lnTo>
                  <a:lnTo>
                    <a:pt x="230881" y="12609"/>
                  </a:lnTo>
                  <a:lnTo>
                    <a:pt x="225941" y="10664"/>
                  </a:lnTo>
                  <a:lnTo>
                    <a:pt x="220942" y="8877"/>
                  </a:lnTo>
                  <a:lnTo>
                    <a:pt x="215888" y="7249"/>
                  </a:lnTo>
                  <a:lnTo>
                    <a:pt x="210786" y="5782"/>
                  </a:lnTo>
                  <a:lnTo>
                    <a:pt x="205639" y="4479"/>
                  </a:lnTo>
                  <a:lnTo>
                    <a:pt x="200454" y="3339"/>
                  </a:lnTo>
                  <a:lnTo>
                    <a:pt x="195235" y="2365"/>
                  </a:lnTo>
                  <a:lnTo>
                    <a:pt x="189988" y="1556"/>
                  </a:lnTo>
                  <a:lnTo>
                    <a:pt x="184717" y="915"/>
                  </a:lnTo>
                  <a:lnTo>
                    <a:pt x="179430" y="442"/>
                  </a:lnTo>
                  <a:lnTo>
                    <a:pt x="174129" y="136"/>
                  </a:lnTo>
                  <a:lnTo>
                    <a:pt x="168822" y="0"/>
                  </a:lnTo>
                  <a:lnTo>
                    <a:pt x="16716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1655" cy="167167"/>
            </a:xfrm>
            <a:custGeom>
              <a:avLst/>
              <a:pathLst>
                <a:path w="1655" h="167167">
                  <a:moveTo>
                    <a:pt x="1655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2025-06-06T04:10:37Z</dcterms:modified>
  <cp:category/>
</cp:coreProperties>
</file>