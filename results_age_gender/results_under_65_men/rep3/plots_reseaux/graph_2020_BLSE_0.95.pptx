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80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5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0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5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5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2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8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9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6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31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8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86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4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4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7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6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7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8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5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9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6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1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7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46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4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52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8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5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52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48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5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83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4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63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7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23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83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63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7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95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0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2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8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99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5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0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0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80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0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23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9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9097" y="3170392"/>
              <a:ext cx="54681" cy="167167"/>
            </a:xfrm>
            <a:custGeom>
              <a:avLst/>
              <a:pathLst>
                <a:path w="54681" h="167167">
                  <a:moveTo>
                    <a:pt x="54681" y="0"/>
                  </a:moveTo>
                  <a:lnTo>
                    <a:pt x="48493" y="114"/>
                  </a:lnTo>
                  <a:lnTo>
                    <a:pt x="42313" y="458"/>
                  </a:lnTo>
                  <a:lnTo>
                    <a:pt x="36150" y="1030"/>
                  </a:lnTo>
                  <a:lnTo>
                    <a:pt x="30013" y="1830"/>
                  </a:lnTo>
                  <a:lnTo>
                    <a:pt x="23909" y="2856"/>
                  </a:lnTo>
                  <a:lnTo>
                    <a:pt x="17848" y="4108"/>
                  </a:lnTo>
                  <a:lnTo>
                    <a:pt x="11837" y="5583"/>
                  </a:lnTo>
                  <a:lnTo>
                    <a:pt x="5885" y="7280"/>
                  </a:lnTo>
                  <a:lnTo>
                    <a:pt x="0" y="9196"/>
                  </a:lnTo>
                  <a:lnTo>
                    <a:pt x="546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9097" y="3179588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816613" y="3170510"/>
              <a:ext cx="334312" cy="334214"/>
            </a:xfrm>
            <a:custGeom>
              <a:avLst/>
              <a:pathLst>
                <a:path w="334312" h="334214">
                  <a:moveTo>
                    <a:pt x="112484" y="9077"/>
                  </a:moveTo>
                  <a:lnTo>
                    <a:pt x="107517" y="10885"/>
                  </a:lnTo>
                  <a:lnTo>
                    <a:pt x="102611" y="12849"/>
                  </a:lnTo>
                  <a:lnTo>
                    <a:pt x="97768" y="14966"/>
                  </a:lnTo>
                  <a:lnTo>
                    <a:pt x="92996" y="17236"/>
                  </a:lnTo>
                  <a:lnTo>
                    <a:pt x="88297" y="19656"/>
                  </a:lnTo>
                  <a:lnTo>
                    <a:pt x="83677" y="22222"/>
                  </a:lnTo>
                  <a:lnTo>
                    <a:pt x="79140" y="24934"/>
                  </a:lnTo>
                  <a:lnTo>
                    <a:pt x="74692" y="27788"/>
                  </a:lnTo>
                  <a:lnTo>
                    <a:pt x="70336" y="30780"/>
                  </a:lnTo>
                  <a:lnTo>
                    <a:pt x="66077" y="33909"/>
                  </a:lnTo>
                  <a:lnTo>
                    <a:pt x="61919" y="37171"/>
                  </a:lnTo>
                  <a:lnTo>
                    <a:pt x="57866" y="40563"/>
                  </a:lnTo>
                  <a:lnTo>
                    <a:pt x="53922" y="44082"/>
                  </a:lnTo>
                  <a:lnTo>
                    <a:pt x="50091" y="47723"/>
                  </a:lnTo>
                  <a:lnTo>
                    <a:pt x="46378" y="51483"/>
                  </a:lnTo>
                  <a:lnTo>
                    <a:pt x="42785" y="55359"/>
                  </a:lnTo>
                  <a:lnTo>
                    <a:pt x="39316" y="59347"/>
                  </a:lnTo>
                  <a:lnTo>
                    <a:pt x="35976" y="63442"/>
                  </a:lnTo>
                  <a:lnTo>
                    <a:pt x="32766" y="67641"/>
                  </a:lnTo>
                  <a:lnTo>
                    <a:pt x="29691" y="71940"/>
                  </a:lnTo>
                  <a:lnTo>
                    <a:pt x="26753" y="76333"/>
                  </a:lnTo>
                  <a:lnTo>
                    <a:pt x="23956" y="80817"/>
                  </a:lnTo>
                  <a:lnTo>
                    <a:pt x="21301" y="85387"/>
                  </a:lnTo>
                  <a:lnTo>
                    <a:pt x="18793" y="90039"/>
                  </a:lnTo>
                  <a:lnTo>
                    <a:pt x="16432" y="94768"/>
                  </a:lnTo>
                  <a:lnTo>
                    <a:pt x="14223" y="99569"/>
                  </a:lnTo>
                  <a:lnTo>
                    <a:pt x="12166" y="104437"/>
                  </a:lnTo>
                  <a:lnTo>
                    <a:pt x="10264" y="109368"/>
                  </a:lnTo>
                  <a:lnTo>
                    <a:pt x="8519" y="114357"/>
                  </a:lnTo>
                  <a:lnTo>
                    <a:pt x="6933" y="119398"/>
                  </a:lnTo>
                  <a:lnTo>
                    <a:pt x="5507" y="124487"/>
                  </a:lnTo>
                  <a:lnTo>
                    <a:pt x="4242" y="129619"/>
                  </a:lnTo>
                  <a:lnTo>
                    <a:pt x="3140" y="134787"/>
                  </a:lnTo>
                  <a:lnTo>
                    <a:pt x="2202" y="139989"/>
                  </a:lnTo>
                  <a:lnTo>
                    <a:pt x="1430" y="145217"/>
                  </a:lnTo>
                  <a:lnTo>
                    <a:pt x="822" y="150467"/>
                  </a:lnTo>
                  <a:lnTo>
                    <a:pt x="381" y="155734"/>
                  </a:lnTo>
                  <a:lnTo>
                    <a:pt x="107" y="161012"/>
                  </a:lnTo>
                  <a:lnTo>
                    <a:pt x="0" y="166295"/>
                  </a:lnTo>
                  <a:lnTo>
                    <a:pt x="59" y="171580"/>
                  </a:lnTo>
                  <a:lnTo>
                    <a:pt x="286" y="176860"/>
                  </a:lnTo>
                  <a:lnTo>
                    <a:pt x="680" y="182131"/>
                  </a:lnTo>
                  <a:lnTo>
                    <a:pt x="1240" y="187386"/>
                  </a:lnTo>
                  <a:lnTo>
                    <a:pt x="1965" y="192621"/>
                  </a:lnTo>
                  <a:lnTo>
                    <a:pt x="2856" y="197831"/>
                  </a:lnTo>
                  <a:lnTo>
                    <a:pt x="3911" y="203009"/>
                  </a:lnTo>
                  <a:lnTo>
                    <a:pt x="5130" y="208152"/>
                  </a:lnTo>
                  <a:lnTo>
                    <a:pt x="6510" y="213254"/>
                  </a:lnTo>
                  <a:lnTo>
                    <a:pt x="8051" y="218309"/>
                  </a:lnTo>
                  <a:lnTo>
                    <a:pt x="9751" y="223313"/>
                  </a:lnTo>
                  <a:lnTo>
                    <a:pt x="11608" y="228261"/>
                  </a:lnTo>
                  <a:lnTo>
                    <a:pt x="13621" y="233148"/>
                  </a:lnTo>
                  <a:lnTo>
                    <a:pt x="15787" y="237969"/>
                  </a:lnTo>
                  <a:lnTo>
                    <a:pt x="18105" y="242718"/>
                  </a:lnTo>
                  <a:lnTo>
                    <a:pt x="20571" y="247393"/>
                  </a:lnTo>
                  <a:lnTo>
                    <a:pt x="23184" y="251987"/>
                  </a:lnTo>
                  <a:lnTo>
                    <a:pt x="25941" y="256496"/>
                  </a:lnTo>
                  <a:lnTo>
                    <a:pt x="28839" y="260915"/>
                  </a:lnTo>
                  <a:lnTo>
                    <a:pt x="31876" y="265241"/>
                  </a:lnTo>
                  <a:lnTo>
                    <a:pt x="35047" y="269469"/>
                  </a:lnTo>
                  <a:lnTo>
                    <a:pt x="38351" y="273594"/>
                  </a:lnTo>
                  <a:lnTo>
                    <a:pt x="41784" y="277613"/>
                  </a:lnTo>
                  <a:lnTo>
                    <a:pt x="45341" y="281521"/>
                  </a:lnTo>
                  <a:lnTo>
                    <a:pt x="49021" y="285315"/>
                  </a:lnTo>
                  <a:lnTo>
                    <a:pt x="52818" y="288990"/>
                  </a:lnTo>
                  <a:lnTo>
                    <a:pt x="56730" y="292544"/>
                  </a:lnTo>
                  <a:lnTo>
                    <a:pt x="60753" y="295972"/>
                  </a:lnTo>
                  <a:lnTo>
                    <a:pt x="64881" y="299272"/>
                  </a:lnTo>
                  <a:lnTo>
                    <a:pt x="69112" y="302439"/>
                  </a:lnTo>
                  <a:lnTo>
                    <a:pt x="73441" y="305471"/>
                  </a:lnTo>
                  <a:lnTo>
                    <a:pt x="77863" y="308364"/>
                  </a:lnTo>
                  <a:lnTo>
                    <a:pt x="82375" y="311117"/>
                  </a:lnTo>
                  <a:lnTo>
                    <a:pt x="86972" y="313725"/>
                  </a:lnTo>
                  <a:lnTo>
                    <a:pt x="91649" y="316187"/>
                  </a:lnTo>
                  <a:lnTo>
                    <a:pt x="96401" y="318499"/>
                  </a:lnTo>
                  <a:lnTo>
                    <a:pt x="101224" y="320661"/>
                  </a:lnTo>
                  <a:lnTo>
                    <a:pt x="106113" y="322668"/>
                  </a:lnTo>
                  <a:lnTo>
                    <a:pt x="111062" y="324521"/>
                  </a:lnTo>
                  <a:lnTo>
                    <a:pt x="116068" y="326215"/>
                  </a:lnTo>
                  <a:lnTo>
                    <a:pt x="121125" y="327751"/>
                  </a:lnTo>
                  <a:lnTo>
                    <a:pt x="126229" y="329126"/>
                  </a:lnTo>
                  <a:lnTo>
                    <a:pt x="131372" y="330339"/>
                  </a:lnTo>
                  <a:lnTo>
                    <a:pt x="136552" y="331389"/>
                  </a:lnTo>
                  <a:lnTo>
                    <a:pt x="141763" y="332275"/>
                  </a:lnTo>
                  <a:lnTo>
                    <a:pt x="146998" y="332995"/>
                  </a:lnTo>
                  <a:lnTo>
                    <a:pt x="152254" y="333550"/>
                  </a:lnTo>
                  <a:lnTo>
                    <a:pt x="157525" y="333938"/>
                  </a:lnTo>
                  <a:lnTo>
                    <a:pt x="162805" y="334159"/>
                  </a:lnTo>
                  <a:lnTo>
                    <a:pt x="168090" y="334214"/>
                  </a:lnTo>
                  <a:lnTo>
                    <a:pt x="173374" y="334101"/>
                  </a:lnTo>
                  <a:lnTo>
                    <a:pt x="178652" y="333821"/>
                  </a:lnTo>
                  <a:lnTo>
                    <a:pt x="183918" y="333375"/>
                  </a:lnTo>
                  <a:lnTo>
                    <a:pt x="189167" y="332762"/>
                  </a:lnTo>
                  <a:lnTo>
                    <a:pt x="194395" y="331984"/>
                  </a:lnTo>
                  <a:lnTo>
                    <a:pt x="199595" y="331040"/>
                  </a:lnTo>
                  <a:lnTo>
                    <a:pt x="204763" y="329933"/>
                  </a:lnTo>
                  <a:lnTo>
                    <a:pt x="209893" y="328663"/>
                  </a:lnTo>
                  <a:lnTo>
                    <a:pt x="214980" y="327232"/>
                  </a:lnTo>
                  <a:lnTo>
                    <a:pt x="220020" y="325640"/>
                  </a:lnTo>
                  <a:lnTo>
                    <a:pt x="225007" y="323890"/>
                  </a:lnTo>
                  <a:lnTo>
                    <a:pt x="229936" y="321983"/>
                  </a:lnTo>
                  <a:lnTo>
                    <a:pt x="234802" y="319922"/>
                  </a:lnTo>
                  <a:lnTo>
                    <a:pt x="239601" y="317707"/>
                  </a:lnTo>
                  <a:lnTo>
                    <a:pt x="244328" y="315342"/>
                  </a:lnTo>
                  <a:lnTo>
                    <a:pt x="248977" y="312829"/>
                  </a:lnTo>
                  <a:lnTo>
                    <a:pt x="253544" y="310170"/>
                  </a:lnTo>
                  <a:lnTo>
                    <a:pt x="258025" y="307368"/>
                  </a:lnTo>
                  <a:lnTo>
                    <a:pt x="262416" y="304425"/>
                  </a:lnTo>
                  <a:lnTo>
                    <a:pt x="266711" y="301346"/>
                  </a:lnTo>
                  <a:lnTo>
                    <a:pt x="270906" y="298132"/>
                  </a:lnTo>
                  <a:lnTo>
                    <a:pt x="274998" y="294787"/>
                  </a:lnTo>
                  <a:lnTo>
                    <a:pt x="278982" y="291314"/>
                  </a:lnTo>
                  <a:lnTo>
                    <a:pt x="282854" y="287717"/>
                  </a:lnTo>
                  <a:lnTo>
                    <a:pt x="286611" y="284000"/>
                  </a:lnTo>
                  <a:lnTo>
                    <a:pt x="290248" y="280166"/>
                  </a:lnTo>
                  <a:lnTo>
                    <a:pt x="293763" y="276218"/>
                  </a:lnTo>
                  <a:lnTo>
                    <a:pt x="297151" y="272162"/>
                  </a:lnTo>
                  <a:lnTo>
                    <a:pt x="300408" y="268000"/>
                  </a:lnTo>
                  <a:lnTo>
                    <a:pt x="303533" y="263738"/>
                  </a:lnTo>
                  <a:lnTo>
                    <a:pt x="306521" y="259379"/>
                  </a:lnTo>
                  <a:lnTo>
                    <a:pt x="309370" y="254927"/>
                  </a:lnTo>
                  <a:lnTo>
                    <a:pt x="312077" y="250388"/>
                  </a:lnTo>
                  <a:lnTo>
                    <a:pt x="314639" y="245766"/>
                  </a:lnTo>
                  <a:lnTo>
                    <a:pt x="317054" y="241064"/>
                  </a:lnTo>
                  <a:lnTo>
                    <a:pt x="319319" y="236289"/>
                  </a:lnTo>
                  <a:lnTo>
                    <a:pt x="321432" y="231445"/>
                  </a:lnTo>
                  <a:lnTo>
                    <a:pt x="323390" y="226536"/>
                  </a:lnTo>
                  <a:lnTo>
                    <a:pt x="325192" y="221568"/>
                  </a:lnTo>
                  <a:lnTo>
                    <a:pt x="326837" y="216545"/>
                  </a:lnTo>
                  <a:lnTo>
                    <a:pt x="328322" y="211473"/>
                  </a:lnTo>
                  <a:lnTo>
                    <a:pt x="329646" y="206356"/>
                  </a:lnTo>
                  <a:lnTo>
                    <a:pt x="330807" y="201200"/>
                  </a:lnTo>
                  <a:lnTo>
                    <a:pt x="331805" y="196010"/>
                  </a:lnTo>
                  <a:lnTo>
                    <a:pt x="332638" y="190791"/>
                  </a:lnTo>
                  <a:lnTo>
                    <a:pt x="333306" y="185549"/>
                  </a:lnTo>
                  <a:lnTo>
                    <a:pt x="333808" y="180288"/>
                  </a:lnTo>
                  <a:lnTo>
                    <a:pt x="334143" y="175013"/>
                  </a:lnTo>
                  <a:lnTo>
                    <a:pt x="334311" y="169731"/>
                  </a:lnTo>
                  <a:lnTo>
                    <a:pt x="334312" y="164446"/>
                  </a:lnTo>
                  <a:lnTo>
                    <a:pt x="334147" y="159163"/>
                  </a:lnTo>
                  <a:lnTo>
                    <a:pt x="333814" y="153889"/>
                  </a:lnTo>
                  <a:lnTo>
                    <a:pt x="333315" y="148627"/>
                  </a:lnTo>
                  <a:lnTo>
                    <a:pt x="332649" y="143384"/>
                  </a:lnTo>
                  <a:lnTo>
                    <a:pt x="331818" y="138165"/>
                  </a:lnTo>
                  <a:lnTo>
                    <a:pt x="330823" y="132974"/>
                  </a:lnTo>
                  <a:lnTo>
                    <a:pt x="329664" y="127818"/>
                  </a:lnTo>
                  <a:lnTo>
                    <a:pt x="328343" y="122701"/>
                  </a:lnTo>
                  <a:lnTo>
                    <a:pt x="326860" y="117628"/>
                  </a:lnTo>
                  <a:lnTo>
                    <a:pt x="325218" y="112604"/>
                  </a:lnTo>
                  <a:lnTo>
                    <a:pt x="323418" y="107635"/>
                  </a:lnTo>
                  <a:lnTo>
                    <a:pt x="321462" y="102726"/>
                  </a:lnTo>
                  <a:lnTo>
                    <a:pt x="319352" y="97880"/>
                  </a:lnTo>
                  <a:lnTo>
                    <a:pt x="317089" y="93104"/>
                  </a:lnTo>
                  <a:lnTo>
                    <a:pt x="314677" y="88402"/>
                  </a:lnTo>
                  <a:lnTo>
                    <a:pt x="312117" y="83778"/>
                  </a:lnTo>
                  <a:lnTo>
                    <a:pt x="309412" y="79237"/>
                  </a:lnTo>
                  <a:lnTo>
                    <a:pt x="306565" y="74785"/>
                  </a:lnTo>
                  <a:lnTo>
                    <a:pt x="303579" y="70424"/>
                  </a:lnTo>
                  <a:lnTo>
                    <a:pt x="300456" y="66160"/>
                  </a:lnTo>
                  <a:lnTo>
                    <a:pt x="297200" y="61997"/>
                  </a:lnTo>
                  <a:lnTo>
                    <a:pt x="293815" y="57939"/>
                  </a:lnTo>
                  <a:lnTo>
                    <a:pt x="290302" y="53990"/>
                  </a:lnTo>
                  <a:lnTo>
                    <a:pt x="286667" y="50154"/>
                  </a:lnTo>
                  <a:lnTo>
                    <a:pt x="282912" y="46435"/>
                  </a:lnTo>
                  <a:lnTo>
                    <a:pt x="279041" y="42836"/>
                  </a:lnTo>
                  <a:lnTo>
                    <a:pt x="275059" y="39362"/>
                  </a:lnTo>
                  <a:lnTo>
                    <a:pt x="270968" y="36015"/>
                  </a:lnTo>
                  <a:lnTo>
                    <a:pt x="266774" y="32799"/>
                  </a:lnTo>
                  <a:lnTo>
                    <a:pt x="262481" y="29717"/>
                  </a:lnTo>
                  <a:lnTo>
                    <a:pt x="258092" y="26773"/>
                  </a:lnTo>
                  <a:lnTo>
                    <a:pt x="253612" y="23969"/>
                  </a:lnTo>
                  <a:lnTo>
                    <a:pt x="249046" y="21307"/>
                  </a:lnTo>
                  <a:lnTo>
                    <a:pt x="244398" y="18792"/>
                  </a:lnTo>
                  <a:lnTo>
                    <a:pt x="239673" y="16425"/>
                  </a:lnTo>
                  <a:lnTo>
                    <a:pt x="234875" y="14208"/>
                  </a:lnTo>
                  <a:lnTo>
                    <a:pt x="230010" y="12144"/>
                  </a:lnTo>
                  <a:lnTo>
                    <a:pt x="225081" y="10235"/>
                  </a:lnTo>
                  <a:lnTo>
                    <a:pt x="220095" y="8482"/>
                  </a:lnTo>
                  <a:lnTo>
                    <a:pt x="215056" y="6888"/>
                  </a:lnTo>
                  <a:lnTo>
                    <a:pt x="209970" y="5454"/>
                  </a:lnTo>
                  <a:lnTo>
                    <a:pt x="204840" y="4182"/>
                  </a:lnTo>
                  <a:lnTo>
                    <a:pt x="199673" y="3072"/>
                  </a:lnTo>
                  <a:lnTo>
                    <a:pt x="194473" y="2127"/>
                  </a:lnTo>
                  <a:lnTo>
                    <a:pt x="189246" y="1346"/>
                  </a:lnTo>
                  <a:lnTo>
                    <a:pt x="183997" y="731"/>
                  </a:lnTo>
                  <a:lnTo>
                    <a:pt x="178731" y="282"/>
                  </a:lnTo>
                  <a:lnTo>
                    <a:pt x="173453" y="0"/>
                  </a:lnTo>
                  <a:lnTo>
                    <a:pt x="167165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83779" y="3170392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61" y="2633064"/>
              <a:ext cx="167150" cy="196441"/>
            </a:xfrm>
            <a:custGeom>
              <a:avLst/>
              <a:pathLst>
                <a:path w="167150" h="196441">
                  <a:moveTo>
                    <a:pt x="167150" y="0"/>
                  </a:moveTo>
                  <a:lnTo>
                    <a:pt x="161743" y="87"/>
                  </a:lnTo>
                  <a:lnTo>
                    <a:pt x="156342" y="349"/>
                  </a:lnTo>
                  <a:lnTo>
                    <a:pt x="150952" y="786"/>
                  </a:lnTo>
                  <a:lnTo>
                    <a:pt x="145580" y="1397"/>
                  </a:lnTo>
                  <a:lnTo>
                    <a:pt x="140229" y="2181"/>
                  </a:lnTo>
                  <a:lnTo>
                    <a:pt x="134907" y="3138"/>
                  </a:lnTo>
                  <a:lnTo>
                    <a:pt x="129619" y="4267"/>
                  </a:lnTo>
                  <a:lnTo>
                    <a:pt x="124370" y="5566"/>
                  </a:lnTo>
                  <a:lnTo>
                    <a:pt x="119166" y="7034"/>
                  </a:lnTo>
                  <a:lnTo>
                    <a:pt x="114012" y="8670"/>
                  </a:lnTo>
                  <a:lnTo>
                    <a:pt x="108913" y="10472"/>
                  </a:lnTo>
                  <a:lnTo>
                    <a:pt x="103876" y="12437"/>
                  </a:lnTo>
                  <a:lnTo>
                    <a:pt x="98905" y="14564"/>
                  </a:lnTo>
                  <a:lnTo>
                    <a:pt x="94005" y="16852"/>
                  </a:lnTo>
                  <a:lnTo>
                    <a:pt x="89181" y="19296"/>
                  </a:lnTo>
                  <a:lnTo>
                    <a:pt x="84439" y="21895"/>
                  </a:lnTo>
                  <a:lnTo>
                    <a:pt x="79784" y="24646"/>
                  </a:lnTo>
                  <a:lnTo>
                    <a:pt x="75220" y="27546"/>
                  </a:lnTo>
                  <a:lnTo>
                    <a:pt x="70753" y="30593"/>
                  </a:lnTo>
                  <a:lnTo>
                    <a:pt x="66386" y="33782"/>
                  </a:lnTo>
                  <a:lnTo>
                    <a:pt x="62125" y="37111"/>
                  </a:lnTo>
                  <a:lnTo>
                    <a:pt x="57973" y="40575"/>
                  </a:lnTo>
                  <a:lnTo>
                    <a:pt x="53936" y="44173"/>
                  </a:lnTo>
                  <a:lnTo>
                    <a:pt x="50017" y="47899"/>
                  </a:lnTo>
                  <a:lnTo>
                    <a:pt x="46221" y="51750"/>
                  </a:lnTo>
                  <a:lnTo>
                    <a:pt x="42551" y="55721"/>
                  </a:lnTo>
                  <a:lnTo>
                    <a:pt x="39012" y="59809"/>
                  </a:lnTo>
                  <a:lnTo>
                    <a:pt x="35607" y="64010"/>
                  </a:lnTo>
                  <a:lnTo>
                    <a:pt x="32339" y="68318"/>
                  </a:lnTo>
                  <a:lnTo>
                    <a:pt x="29213" y="72730"/>
                  </a:lnTo>
                  <a:lnTo>
                    <a:pt x="26231" y="77241"/>
                  </a:lnTo>
                  <a:lnTo>
                    <a:pt x="23396" y="81846"/>
                  </a:lnTo>
                  <a:lnTo>
                    <a:pt x="20711" y="86540"/>
                  </a:lnTo>
                  <a:lnTo>
                    <a:pt x="18180" y="91318"/>
                  </a:lnTo>
                  <a:lnTo>
                    <a:pt x="15805" y="96176"/>
                  </a:lnTo>
                  <a:lnTo>
                    <a:pt x="13588" y="101108"/>
                  </a:lnTo>
                  <a:lnTo>
                    <a:pt x="11532" y="106109"/>
                  </a:lnTo>
                  <a:lnTo>
                    <a:pt x="9639" y="111174"/>
                  </a:lnTo>
                  <a:lnTo>
                    <a:pt x="7910" y="116298"/>
                  </a:lnTo>
                  <a:lnTo>
                    <a:pt x="6348" y="121475"/>
                  </a:lnTo>
                  <a:lnTo>
                    <a:pt x="4954" y="126700"/>
                  </a:lnTo>
                  <a:lnTo>
                    <a:pt x="3731" y="131967"/>
                  </a:lnTo>
                  <a:lnTo>
                    <a:pt x="2678" y="137271"/>
                  </a:lnTo>
                  <a:lnTo>
                    <a:pt x="1797" y="142606"/>
                  </a:lnTo>
                  <a:lnTo>
                    <a:pt x="1089" y="147967"/>
                  </a:lnTo>
                  <a:lnTo>
                    <a:pt x="555" y="153348"/>
                  </a:lnTo>
                  <a:lnTo>
                    <a:pt x="195" y="158743"/>
                  </a:lnTo>
                  <a:lnTo>
                    <a:pt x="10" y="164147"/>
                  </a:lnTo>
                  <a:lnTo>
                    <a:pt x="0" y="169555"/>
                  </a:lnTo>
                  <a:lnTo>
                    <a:pt x="164" y="174959"/>
                  </a:lnTo>
                  <a:lnTo>
                    <a:pt x="504" y="180356"/>
                  </a:lnTo>
                  <a:lnTo>
                    <a:pt x="1017" y="185739"/>
                  </a:lnTo>
                  <a:lnTo>
                    <a:pt x="1705" y="191103"/>
                  </a:lnTo>
                  <a:lnTo>
                    <a:pt x="2566" y="19644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4427" y="2800231"/>
              <a:ext cx="164584" cy="29274"/>
            </a:xfrm>
            <a:custGeom>
              <a:avLst/>
              <a:pathLst>
                <a:path w="164584" h="29274">
                  <a:moveTo>
                    <a:pt x="0" y="29274"/>
                  </a:moveTo>
                  <a:lnTo>
                    <a:pt x="1645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4427" y="2675771"/>
              <a:ext cx="331732" cy="291627"/>
            </a:xfrm>
            <a:custGeom>
              <a:avLst/>
              <a:pathLst>
                <a:path w="331732" h="291627">
                  <a:moveTo>
                    <a:pt x="0" y="153733"/>
                  </a:moveTo>
                  <a:lnTo>
                    <a:pt x="1010" y="158937"/>
                  </a:lnTo>
                  <a:lnTo>
                    <a:pt x="2186" y="164106"/>
                  </a:lnTo>
                  <a:lnTo>
                    <a:pt x="3525" y="169235"/>
                  </a:lnTo>
                  <a:lnTo>
                    <a:pt x="5025" y="174319"/>
                  </a:lnTo>
                  <a:lnTo>
                    <a:pt x="6686" y="179353"/>
                  </a:lnTo>
                  <a:lnTo>
                    <a:pt x="8506" y="184332"/>
                  </a:lnTo>
                  <a:lnTo>
                    <a:pt x="10483" y="189250"/>
                  </a:lnTo>
                  <a:lnTo>
                    <a:pt x="12615" y="194104"/>
                  </a:lnTo>
                  <a:lnTo>
                    <a:pt x="14899" y="198887"/>
                  </a:lnTo>
                  <a:lnTo>
                    <a:pt x="17334" y="203596"/>
                  </a:lnTo>
                  <a:lnTo>
                    <a:pt x="19917" y="208225"/>
                  </a:lnTo>
                  <a:lnTo>
                    <a:pt x="22646" y="212769"/>
                  </a:lnTo>
                  <a:lnTo>
                    <a:pt x="25517" y="217225"/>
                  </a:lnTo>
                  <a:lnTo>
                    <a:pt x="28529" y="221588"/>
                  </a:lnTo>
                  <a:lnTo>
                    <a:pt x="31677" y="225853"/>
                  </a:lnTo>
                  <a:lnTo>
                    <a:pt x="34958" y="230016"/>
                  </a:lnTo>
                  <a:lnTo>
                    <a:pt x="38370" y="234073"/>
                  </a:lnTo>
                  <a:lnTo>
                    <a:pt x="41909" y="238019"/>
                  </a:lnTo>
                  <a:lnTo>
                    <a:pt x="45571" y="241852"/>
                  </a:lnTo>
                  <a:lnTo>
                    <a:pt x="49353" y="245566"/>
                  </a:lnTo>
                  <a:lnTo>
                    <a:pt x="53251" y="249159"/>
                  </a:lnTo>
                  <a:lnTo>
                    <a:pt x="57261" y="252626"/>
                  </a:lnTo>
                  <a:lnTo>
                    <a:pt x="61378" y="255964"/>
                  </a:lnTo>
                  <a:lnTo>
                    <a:pt x="65600" y="259171"/>
                  </a:lnTo>
                  <a:lnTo>
                    <a:pt x="69921" y="262241"/>
                  </a:lnTo>
                  <a:lnTo>
                    <a:pt x="74337" y="265173"/>
                  </a:lnTo>
                  <a:lnTo>
                    <a:pt x="78844" y="267964"/>
                  </a:lnTo>
                  <a:lnTo>
                    <a:pt x="83437" y="270610"/>
                  </a:lnTo>
                  <a:lnTo>
                    <a:pt x="88112" y="273110"/>
                  </a:lnTo>
                  <a:lnTo>
                    <a:pt x="92863" y="275460"/>
                  </a:lnTo>
                  <a:lnTo>
                    <a:pt x="97687" y="277658"/>
                  </a:lnTo>
                  <a:lnTo>
                    <a:pt x="102578" y="279702"/>
                  </a:lnTo>
                  <a:lnTo>
                    <a:pt x="107531" y="281590"/>
                  </a:lnTo>
                  <a:lnTo>
                    <a:pt x="112542" y="283320"/>
                  </a:lnTo>
                  <a:lnTo>
                    <a:pt x="117605" y="284890"/>
                  </a:lnTo>
                  <a:lnTo>
                    <a:pt x="122715" y="286299"/>
                  </a:lnTo>
                  <a:lnTo>
                    <a:pt x="127867" y="287545"/>
                  </a:lnTo>
                  <a:lnTo>
                    <a:pt x="133057" y="288627"/>
                  </a:lnTo>
                  <a:lnTo>
                    <a:pt x="138278" y="289544"/>
                  </a:lnTo>
                  <a:lnTo>
                    <a:pt x="143525" y="290295"/>
                  </a:lnTo>
                  <a:lnTo>
                    <a:pt x="148794" y="290879"/>
                  </a:lnTo>
                  <a:lnTo>
                    <a:pt x="154078" y="291296"/>
                  </a:lnTo>
                  <a:lnTo>
                    <a:pt x="159373" y="291546"/>
                  </a:lnTo>
                  <a:lnTo>
                    <a:pt x="164674" y="291627"/>
                  </a:lnTo>
                  <a:lnTo>
                    <a:pt x="169974" y="291540"/>
                  </a:lnTo>
                  <a:lnTo>
                    <a:pt x="175269" y="291285"/>
                  </a:lnTo>
                  <a:lnTo>
                    <a:pt x="180553" y="290862"/>
                  </a:lnTo>
                  <a:lnTo>
                    <a:pt x="185821" y="290272"/>
                  </a:lnTo>
                  <a:lnTo>
                    <a:pt x="191067" y="289516"/>
                  </a:lnTo>
                  <a:lnTo>
                    <a:pt x="196287" y="288593"/>
                  </a:lnTo>
                  <a:lnTo>
                    <a:pt x="201475" y="287505"/>
                  </a:lnTo>
                  <a:lnTo>
                    <a:pt x="206626" y="286254"/>
                  </a:lnTo>
                  <a:lnTo>
                    <a:pt x="211735" y="284839"/>
                  </a:lnTo>
                  <a:lnTo>
                    <a:pt x="216796" y="283264"/>
                  </a:lnTo>
                  <a:lnTo>
                    <a:pt x="221805" y="281528"/>
                  </a:lnTo>
                  <a:lnTo>
                    <a:pt x="226757" y="279635"/>
                  </a:lnTo>
                  <a:lnTo>
                    <a:pt x="231645" y="277586"/>
                  </a:lnTo>
                  <a:lnTo>
                    <a:pt x="236467" y="275382"/>
                  </a:lnTo>
                  <a:lnTo>
                    <a:pt x="241216" y="273027"/>
                  </a:lnTo>
                  <a:lnTo>
                    <a:pt x="245888" y="270523"/>
                  </a:lnTo>
                  <a:lnTo>
                    <a:pt x="250478" y="267872"/>
                  </a:lnTo>
                  <a:lnTo>
                    <a:pt x="254982" y="265076"/>
                  </a:lnTo>
                  <a:lnTo>
                    <a:pt x="259395" y="262139"/>
                  </a:lnTo>
                  <a:lnTo>
                    <a:pt x="263713" y="259064"/>
                  </a:lnTo>
                  <a:lnTo>
                    <a:pt x="267931" y="255853"/>
                  </a:lnTo>
                  <a:lnTo>
                    <a:pt x="272045" y="252511"/>
                  </a:lnTo>
                  <a:lnTo>
                    <a:pt x="276051" y="249039"/>
                  </a:lnTo>
                  <a:lnTo>
                    <a:pt x="279944" y="245442"/>
                  </a:lnTo>
                  <a:lnTo>
                    <a:pt x="283722" y="241724"/>
                  </a:lnTo>
                  <a:lnTo>
                    <a:pt x="287381" y="237887"/>
                  </a:lnTo>
                  <a:lnTo>
                    <a:pt x="290915" y="233937"/>
                  </a:lnTo>
                  <a:lnTo>
                    <a:pt x="294323" y="229876"/>
                  </a:lnTo>
                  <a:lnTo>
                    <a:pt x="297600" y="225710"/>
                  </a:lnTo>
                  <a:lnTo>
                    <a:pt x="300743" y="221441"/>
                  </a:lnTo>
                  <a:lnTo>
                    <a:pt x="303750" y="217076"/>
                  </a:lnTo>
                  <a:lnTo>
                    <a:pt x="306616" y="212617"/>
                  </a:lnTo>
                  <a:lnTo>
                    <a:pt x="309340" y="208069"/>
                  </a:lnTo>
                  <a:lnTo>
                    <a:pt x="311918" y="203437"/>
                  </a:lnTo>
                  <a:lnTo>
                    <a:pt x="314348" y="198726"/>
                  </a:lnTo>
                  <a:lnTo>
                    <a:pt x="316628" y="193940"/>
                  </a:lnTo>
                  <a:lnTo>
                    <a:pt x="318754" y="189085"/>
                  </a:lnTo>
                  <a:lnTo>
                    <a:pt x="320726" y="184164"/>
                  </a:lnTo>
                  <a:lnTo>
                    <a:pt x="322540" y="179183"/>
                  </a:lnTo>
                  <a:lnTo>
                    <a:pt x="324196" y="174148"/>
                  </a:lnTo>
                  <a:lnTo>
                    <a:pt x="325691" y="169062"/>
                  </a:lnTo>
                  <a:lnTo>
                    <a:pt x="327024" y="163931"/>
                  </a:lnTo>
                  <a:lnTo>
                    <a:pt x="328194" y="158761"/>
                  </a:lnTo>
                  <a:lnTo>
                    <a:pt x="329199" y="153556"/>
                  </a:lnTo>
                  <a:lnTo>
                    <a:pt x="330039" y="148322"/>
                  </a:lnTo>
                  <a:lnTo>
                    <a:pt x="330713" y="143065"/>
                  </a:lnTo>
                  <a:lnTo>
                    <a:pt x="331219" y="137788"/>
                  </a:lnTo>
                  <a:lnTo>
                    <a:pt x="331558" y="132498"/>
                  </a:lnTo>
                  <a:lnTo>
                    <a:pt x="331729" y="127200"/>
                  </a:lnTo>
                  <a:lnTo>
                    <a:pt x="331732" y="121899"/>
                  </a:lnTo>
                  <a:lnTo>
                    <a:pt x="331566" y="116600"/>
                  </a:lnTo>
                  <a:lnTo>
                    <a:pt x="331233" y="111310"/>
                  </a:lnTo>
                  <a:lnTo>
                    <a:pt x="330733" y="106033"/>
                  </a:lnTo>
                  <a:lnTo>
                    <a:pt x="330065" y="100774"/>
                  </a:lnTo>
                  <a:lnTo>
                    <a:pt x="329231" y="95539"/>
                  </a:lnTo>
                  <a:lnTo>
                    <a:pt x="328231" y="90333"/>
                  </a:lnTo>
                  <a:lnTo>
                    <a:pt x="327067" y="85162"/>
                  </a:lnTo>
                  <a:lnTo>
                    <a:pt x="325739" y="80030"/>
                  </a:lnTo>
                  <a:lnTo>
                    <a:pt x="324249" y="74943"/>
                  </a:lnTo>
                  <a:lnTo>
                    <a:pt x="322599" y="69905"/>
                  </a:lnTo>
                  <a:lnTo>
                    <a:pt x="320790" y="64923"/>
                  </a:lnTo>
                  <a:lnTo>
                    <a:pt x="318824" y="60000"/>
                  </a:lnTo>
                  <a:lnTo>
                    <a:pt x="316702" y="55142"/>
                  </a:lnTo>
                  <a:lnTo>
                    <a:pt x="314428" y="50354"/>
                  </a:lnTo>
                  <a:lnTo>
                    <a:pt x="312003" y="45640"/>
                  </a:lnTo>
                  <a:lnTo>
                    <a:pt x="309430" y="41005"/>
                  </a:lnTo>
                  <a:lnTo>
                    <a:pt x="306711" y="36455"/>
                  </a:lnTo>
                  <a:lnTo>
                    <a:pt x="303849" y="31993"/>
                  </a:lnTo>
                  <a:lnTo>
                    <a:pt x="300847" y="27624"/>
                  </a:lnTo>
                  <a:lnTo>
                    <a:pt x="297709" y="23352"/>
                  </a:lnTo>
                  <a:lnTo>
                    <a:pt x="294436" y="19182"/>
                  </a:lnTo>
                  <a:lnTo>
                    <a:pt x="291033" y="15118"/>
                  </a:lnTo>
                  <a:lnTo>
                    <a:pt x="287502" y="11163"/>
                  </a:lnTo>
                  <a:lnTo>
                    <a:pt x="283848" y="7323"/>
                  </a:lnTo>
                  <a:lnTo>
                    <a:pt x="280074" y="3601"/>
                  </a:lnTo>
                  <a:lnTo>
                    <a:pt x="276184" y="0"/>
                  </a:lnTo>
                  <a:lnTo>
                    <a:pt x="164584" y="1244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919011" y="2633064"/>
              <a:ext cx="111600" cy="167167"/>
            </a:xfrm>
            <a:custGeom>
              <a:avLst/>
              <a:pathLst>
                <a:path w="111600" h="167167">
                  <a:moveTo>
                    <a:pt x="111600" y="42707"/>
                  </a:moveTo>
                  <a:lnTo>
                    <a:pt x="107404" y="39068"/>
                  </a:lnTo>
                  <a:lnTo>
                    <a:pt x="103089" y="35571"/>
                  </a:lnTo>
                  <a:lnTo>
                    <a:pt x="98661" y="32219"/>
                  </a:lnTo>
                  <a:lnTo>
                    <a:pt x="94123" y="29016"/>
                  </a:lnTo>
                  <a:lnTo>
                    <a:pt x="89482" y="25965"/>
                  </a:lnTo>
                  <a:lnTo>
                    <a:pt x="84742" y="23071"/>
                  </a:lnTo>
                  <a:lnTo>
                    <a:pt x="79908" y="20335"/>
                  </a:lnTo>
                  <a:lnTo>
                    <a:pt x="74986" y="17762"/>
                  </a:lnTo>
                  <a:lnTo>
                    <a:pt x="69982" y="15353"/>
                  </a:lnTo>
                  <a:lnTo>
                    <a:pt x="64900" y="13112"/>
                  </a:lnTo>
                  <a:lnTo>
                    <a:pt x="59746" y="11041"/>
                  </a:lnTo>
                  <a:lnTo>
                    <a:pt x="54527" y="9142"/>
                  </a:lnTo>
                  <a:lnTo>
                    <a:pt x="49247" y="7418"/>
                  </a:lnTo>
                  <a:lnTo>
                    <a:pt x="43913" y="5870"/>
                  </a:lnTo>
                  <a:lnTo>
                    <a:pt x="38530" y="4501"/>
                  </a:lnTo>
                  <a:lnTo>
                    <a:pt x="33105" y="3310"/>
                  </a:lnTo>
                  <a:lnTo>
                    <a:pt x="27644" y="2301"/>
                  </a:lnTo>
                  <a:lnTo>
                    <a:pt x="22152" y="1474"/>
                  </a:lnTo>
                  <a:lnTo>
                    <a:pt x="16635" y="829"/>
                  </a:lnTo>
                  <a:lnTo>
                    <a:pt x="11100" y="368"/>
                  </a:lnTo>
                  <a:lnTo>
                    <a:pt x="555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18892" y="2126963"/>
              <a:ext cx="109579" cy="167167"/>
            </a:xfrm>
            <a:custGeom>
              <a:avLst/>
              <a:pathLst>
                <a:path w="109579" h="167167">
                  <a:moveTo>
                    <a:pt x="109579" y="0"/>
                  </a:moveTo>
                  <a:lnTo>
                    <a:pt x="103889" y="96"/>
                  </a:lnTo>
                  <a:lnTo>
                    <a:pt x="98207" y="387"/>
                  </a:lnTo>
                  <a:lnTo>
                    <a:pt x="92537" y="870"/>
                  </a:lnTo>
                  <a:lnTo>
                    <a:pt x="86887" y="1547"/>
                  </a:lnTo>
                  <a:lnTo>
                    <a:pt x="81264" y="2415"/>
                  </a:lnTo>
                  <a:lnTo>
                    <a:pt x="75673" y="3474"/>
                  </a:lnTo>
                  <a:lnTo>
                    <a:pt x="70121" y="4723"/>
                  </a:lnTo>
                  <a:lnTo>
                    <a:pt x="64616" y="6160"/>
                  </a:lnTo>
                  <a:lnTo>
                    <a:pt x="59162" y="7783"/>
                  </a:lnTo>
                  <a:lnTo>
                    <a:pt x="53767" y="9592"/>
                  </a:lnTo>
                  <a:lnTo>
                    <a:pt x="48436" y="11583"/>
                  </a:lnTo>
                  <a:lnTo>
                    <a:pt x="43176" y="13754"/>
                  </a:lnTo>
                  <a:lnTo>
                    <a:pt x="37994" y="16102"/>
                  </a:lnTo>
                  <a:lnTo>
                    <a:pt x="32894" y="18626"/>
                  </a:lnTo>
                  <a:lnTo>
                    <a:pt x="27883" y="21322"/>
                  </a:lnTo>
                  <a:lnTo>
                    <a:pt x="22966" y="24187"/>
                  </a:lnTo>
                  <a:lnTo>
                    <a:pt x="18150" y="27218"/>
                  </a:lnTo>
                  <a:lnTo>
                    <a:pt x="13440" y="30411"/>
                  </a:lnTo>
                  <a:lnTo>
                    <a:pt x="8842" y="33762"/>
                  </a:lnTo>
                  <a:lnTo>
                    <a:pt x="4360" y="37268"/>
                  </a:lnTo>
                  <a:lnTo>
                    <a:pt x="0" y="40924"/>
                  </a:lnTo>
                  <a:lnTo>
                    <a:pt x="1095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18892" y="2167888"/>
              <a:ext cx="109579" cy="126243"/>
            </a:xfrm>
            <a:custGeom>
              <a:avLst/>
              <a:pathLst>
                <a:path w="109579" h="126243">
                  <a:moveTo>
                    <a:pt x="0" y="0"/>
                  </a:moveTo>
                  <a:lnTo>
                    <a:pt x="109579" y="1262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561305" y="2167888"/>
              <a:ext cx="246896" cy="293399"/>
            </a:xfrm>
            <a:custGeom>
              <a:avLst/>
              <a:pathLst>
                <a:path w="246896" h="293399">
                  <a:moveTo>
                    <a:pt x="57587" y="0"/>
                  </a:moveTo>
                  <a:lnTo>
                    <a:pt x="53631" y="3545"/>
                  </a:lnTo>
                  <a:lnTo>
                    <a:pt x="49789" y="7215"/>
                  </a:lnTo>
                  <a:lnTo>
                    <a:pt x="46066" y="11005"/>
                  </a:lnTo>
                  <a:lnTo>
                    <a:pt x="42466" y="14911"/>
                  </a:lnTo>
                  <a:lnTo>
                    <a:pt x="38991" y="18930"/>
                  </a:lnTo>
                  <a:lnTo>
                    <a:pt x="35646" y="23057"/>
                  </a:lnTo>
                  <a:lnTo>
                    <a:pt x="32433" y="27288"/>
                  </a:lnTo>
                  <a:lnTo>
                    <a:pt x="29357" y="31620"/>
                  </a:lnTo>
                  <a:lnTo>
                    <a:pt x="26420" y="36047"/>
                  </a:lnTo>
                  <a:lnTo>
                    <a:pt x="23625" y="40565"/>
                  </a:lnTo>
                  <a:lnTo>
                    <a:pt x="20975" y="45169"/>
                  </a:lnTo>
                  <a:lnTo>
                    <a:pt x="18472" y="49855"/>
                  </a:lnTo>
                  <a:lnTo>
                    <a:pt x="16120" y="54619"/>
                  </a:lnTo>
                  <a:lnTo>
                    <a:pt x="13921" y="59455"/>
                  </a:lnTo>
                  <a:lnTo>
                    <a:pt x="11876" y="64358"/>
                  </a:lnTo>
                  <a:lnTo>
                    <a:pt x="9988" y="69324"/>
                  </a:lnTo>
                  <a:lnTo>
                    <a:pt x="8258" y="74347"/>
                  </a:lnTo>
                  <a:lnTo>
                    <a:pt x="6690" y="79423"/>
                  </a:lnTo>
                  <a:lnTo>
                    <a:pt x="5283" y="84546"/>
                  </a:lnTo>
                  <a:lnTo>
                    <a:pt x="4040" y="89711"/>
                  </a:lnTo>
                  <a:lnTo>
                    <a:pt x="2961" y="94913"/>
                  </a:lnTo>
                  <a:lnTo>
                    <a:pt x="2049" y="100147"/>
                  </a:lnTo>
                  <a:lnTo>
                    <a:pt x="1303" y="105407"/>
                  </a:lnTo>
                  <a:lnTo>
                    <a:pt x="724" y="110688"/>
                  </a:lnTo>
                  <a:lnTo>
                    <a:pt x="314" y="115985"/>
                  </a:lnTo>
                  <a:lnTo>
                    <a:pt x="72" y="121292"/>
                  </a:lnTo>
                  <a:lnTo>
                    <a:pt x="0" y="126604"/>
                  </a:lnTo>
                  <a:lnTo>
                    <a:pt x="95" y="131916"/>
                  </a:lnTo>
                  <a:lnTo>
                    <a:pt x="360" y="137222"/>
                  </a:lnTo>
                  <a:lnTo>
                    <a:pt x="793" y="142517"/>
                  </a:lnTo>
                  <a:lnTo>
                    <a:pt x="1394" y="147795"/>
                  </a:lnTo>
                  <a:lnTo>
                    <a:pt x="2163" y="153052"/>
                  </a:lnTo>
                  <a:lnTo>
                    <a:pt x="3098" y="158282"/>
                  </a:lnTo>
                  <a:lnTo>
                    <a:pt x="4199" y="163479"/>
                  </a:lnTo>
                  <a:lnTo>
                    <a:pt x="5465" y="168639"/>
                  </a:lnTo>
                  <a:lnTo>
                    <a:pt x="6893" y="173755"/>
                  </a:lnTo>
                  <a:lnTo>
                    <a:pt x="8484" y="178824"/>
                  </a:lnTo>
                  <a:lnTo>
                    <a:pt x="10235" y="183840"/>
                  </a:lnTo>
                  <a:lnTo>
                    <a:pt x="12145" y="188798"/>
                  </a:lnTo>
                  <a:lnTo>
                    <a:pt x="14211" y="193692"/>
                  </a:lnTo>
                  <a:lnTo>
                    <a:pt x="16431" y="198519"/>
                  </a:lnTo>
                  <a:lnTo>
                    <a:pt x="18804" y="203272"/>
                  </a:lnTo>
                  <a:lnTo>
                    <a:pt x="21327" y="207947"/>
                  </a:lnTo>
                  <a:lnTo>
                    <a:pt x="23997" y="212540"/>
                  </a:lnTo>
                  <a:lnTo>
                    <a:pt x="26811" y="217046"/>
                  </a:lnTo>
                  <a:lnTo>
                    <a:pt x="29767" y="221460"/>
                  </a:lnTo>
                  <a:lnTo>
                    <a:pt x="32862" y="225778"/>
                  </a:lnTo>
                  <a:lnTo>
                    <a:pt x="36093" y="229996"/>
                  </a:lnTo>
                  <a:lnTo>
                    <a:pt x="39456" y="234108"/>
                  </a:lnTo>
                  <a:lnTo>
                    <a:pt x="42948" y="238112"/>
                  </a:lnTo>
                  <a:lnTo>
                    <a:pt x="46566" y="242003"/>
                  </a:lnTo>
                  <a:lnTo>
                    <a:pt x="50305" y="245776"/>
                  </a:lnTo>
                  <a:lnTo>
                    <a:pt x="54162" y="249430"/>
                  </a:lnTo>
                  <a:lnTo>
                    <a:pt x="58134" y="252958"/>
                  </a:lnTo>
                  <a:lnTo>
                    <a:pt x="62216" y="256359"/>
                  </a:lnTo>
                  <a:lnTo>
                    <a:pt x="66403" y="259628"/>
                  </a:lnTo>
                  <a:lnTo>
                    <a:pt x="70693" y="262763"/>
                  </a:lnTo>
                  <a:lnTo>
                    <a:pt x="75079" y="265759"/>
                  </a:lnTo>
                  <a:lnTo>
                    <a:pt x="79559" y="268615"/>
                  </a:lnTo>
                  <a:lnTo>
                    <a:pt x="84128" y="271327"/>
                  </a:lnTo>
                  <a:lnTo>
                    <a:pt x="88780" y="273892"/>
                  </a:lnTo>
                  <a:lnTo>
                    <a:pt x="93511" y="276309"/>
                  </a:lnTo>
                  <a:lnTo>
                    <a:pt x="98317" y="278573"/>
                  </a:lnTo>
                  <a:lnTo>
                    <a:pt x="103192" y="280684"/>
                  </a:lnTo>
                  <a:lnTo>
                    <a:pt x="108132" y="282639"/>
                  </a:lnTo>
                  <a:lnTo>
                    <a:pt x="113131" y="284436"/>
                  </a:lnTo>
                  <a:lnTo>
                    <a:pt x="118186" y="286073"/>
                  </a:lnTo>
                  <a:lnTo>
                    <a:pt x="123289" y="287549"/>
                  </a:lnTo>
                  <a:lnTo>
                    <a:pt x="128437" y="288862"/>
                  </a:lnTo>
                  <a:lnTo>
                    <a:pt x="133624" y="290010"/>
                  </a:lnTo>
                  <a:lnTo>
                    <a:pt x="138845" y="290993"/>
                  </a:lnTo>
                  <a:lnTo>
                    <a:pt x="144094" y="291810"/>
                  </a:lnTo>
                  <a:lnTo>
                    <a:pt x="149367" y="292460"/>
                  </a:lnTo>
                  <a:lnTo>
                    <a:pt x="154658" y="292941"/>
                  </a:lnTo>
                  <a:lnTo>
                    <a:pt x="159961" y="293255"/>
                  </a:lnTo>
                  <a:lnTo>
                    <a:pt x="165272" y="293399"/>
                  </a:lnTo>
                  <a:lnTo>
                    <a:pt x="170585" y="293375"/>
                  </a:lnTo>
                  <a:lnTo>
                    <a:pt x="175894" y="293182"/>
                  </a:lnTo>
                  <a:lnTo>
                    <a:pt x="181194" y="292820"/>
                  </a:lnTo>
                  <a:lnTo>
                    <a:pt x="186480" y="292291"/>
                  </a:lnTo>
                  <a:lnTo>
                    <a:pt x="191747" y="291593"/>
                  </a:lnTo>
                  <a:lnTo>
                    <a:pt x="196989" y="290728"/>
                  </a:lnTo>
                  <a:lnTo>
                    <a:pt x="202200" y="289698"/>
                  </a:lnTo>
                  <a:lnTo>
                    <a:pt x="207377" y="288502"/>
                  </a:lnTo>
                  <a:lnTo>
                    <a:pt x="212512" y="287142"/>
                  </a:lnTo>
                  <a:lnTo>
                    <a:pt x="217602" y="285620"/>
                  </a:lnTo>
                  <a:lnTo>
                    <a:pt x="222641" y="283937"/>
                  </a:lnTo>
                  <a:lnTo>
                    <a:pt x="227624" y="282095"/>
                  </a:lnTo>
                  <a:lnTo>
                    <a:pt x="232546" y="280095"/>
                  </a:lnTo>
                  <a:lnTo>
                    <a:pt x="237402" y="277940"/>
                  </a:lnTo>
                  <a:lnTo>
                    <a:pt x="242187" y="275631"/>
                  </a:lnTo>
                  <a:lnTo>
                    <a:pt x="246896" y="273172"/>
                  </a:lnTo>
                  <a:lnTo>
                    <a:pt x="167167" y="1262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167159" cy="314096"/>
            </a:xfrm>
            <a:custGeom>
              <a:avLst/>
              <a:pathLst>
                <a:path w="167159" h="314096">
                  <a:moveTo>
                    <a:pt x="79729" y="314096"/>
                  </a:moveTo>
                  <a:lnTo>
                    <a:pt x="84369" y="311482"/>
                  </a:lnTo>
                  <a:lnTo>
                    <a:pt x="88923" y="308721"/>
                  </a:lnTo>
                  <a:lnTo>
                    <a:pt x="93387" y="305817"/>
                  </a:lnTo>
                  <a:lnTo>
                    <a:pt x="97756" y="302771"/>
                  </a:lnTo>
                  <a:lnTo>
                    <a:pt x="102027" y="299588"/>
                  </a:lnTo>
                  <a:lnTo>
                    <a:pt x="106193" y="296271"/>
                  </a:lnTo>
                  <a:lnTo>
                    <a:pt x="110252" y="292823"/>
                  </a:lnTo>
                  <a:lnTo>
                    <a:pt x="114199" y="289247"/>
                  </a:lnTo>
                  <a:lnTo>
                    <a:pt x="118030" y="285547"/>
                  </a:lnTo>
                  <a:lnTo>
                    <a:pt x="121741" y="281727"/>
                  </a:lnTo>
                  <a:lnTo>
                    <a:pt x="125328" y="277791"/>
                  </a:lnTo>
                  <a:lnTo>
                    <a:pt x="128788" y="273742"/>
                  </a:lnTo>
                  <a:lnTo>
                    <a:pt x="132118" y="269586"/>
                  </a:lnTo>
                  <a:lnTo>
                    <a:pt x="135314" y="265325"/>
                  </a:lnTo>
                  <a:lnTo>
                    <a:pt x="138372" y="260965"/>
                  </a:lnTo>
                  <a:lnTo>
                    <a:pt x="141290" y="256509"/>
                  </a:lnTo>
                  <a:lnTo>
                    <a:pt x="144064" y="251963"/>
                  </a:lnTo>
                  <a:lnTo>
                    <a:pt x="146692" y="247331"/>
                  </a:lnTo>
                  <a:lnTo>
                    <a:pt x="149171" y="242618"/>
                  </a:lnTo>
                  <a:lnTo>
                    <a:pt x="151499" y="237827"/>
                  </a:lnTo>
                  <a:lnTo>
                    <a:pt x="153673" y="232965"/>
                  </a:lnTo>
                  <a:lnTo>
                    <a:pt x="155691" y="228037"/>
                  </a:lnTo>
                  <a:lnTo>
                    <a:pt x="157551" y="223046"/>
                  </a:lnTo>
                  <a:lnTo>
                    <a:pt x="159251" y="217999"/>
                  </a:lnTo>
                  <a:lnTo>
                    <a:pt x="160789" y="212900"/>
                  </a:lnTo>
                  <a:lnTo>
                    <a:pt x="162165" y="207755"/>
                  </a:lnTo>
                  <a:lnTo>
                    <a:pt x="163375" y="202569"/>
                  </a:lnTo>
                  <a:lnTo>
                    <a:pt x="164420" y="197347"/>
                  </a:lnTo>
                  <a:lnTo>
                    <a:pt x="165298" y="192094"/>
                  </a:lnTo>
                  <a:lnTo>
                    <a:pt x="166008" y="186815"/>
                  </a:lnTo>
                  <a:lnTo>
                    <a:pt x="166550" y="181517"/>
                  </a:lnTo>
                  <a:lnTo>
                    <a:pt x="166922" y="176204"/>
                  </a:lnTo>
                  <a:lnTo>
                    <a:pt x="167126" y="170882"/>
                  </a:lnTo>
                  <a:lnTo>
                    <a:pt x="167159" y="165557"/>
                  </a:lnTo>
                  <a:lnTo>
                    <a:pt x="167023" y="160233"/>
                  </a:lnTo>
                  <a:lnTo>
                    <a:pt x="166717" y="154916"/>
                  </a:lnTo>
                  <a:lnTo>
                    <a:pt x="166243" y="149611"/>
                  </a:lnTo>
                  <a:lnTo>
                    <a:pt x="165599" y="144324"/>
                  </a:lnTo>
                  <a:lnTo>
                    <a:pt x="164787" y="139061"/>
                  </a:lnTo>
                  <a:lnTo>
                    <a:pt x="163808" y="133826"/>
                  </a:lnTo>
                  <a:lnTo>
                    <a:pt x="162663" y="128624"/>
                  </a:lnTo>
                  <a:lnTo>
                    <a:pt x="161353" y="123462"/>
                  </a:lnTo>
                  <a:lnTo>
                    <a:pt x="159879" y="118345"/>
                  </a:lnTo>
                  <a:lnTo>
                    <a:pt x="158242" y="113276"/>
                  </a:lnTo>
                  <a:lnTo>
                    <a:pt x="156445" y="108263"/>
                  </a:lnTo>
                  <a:lnTo>
                    <a:pt x="154489" y="103309"/>
                  </a:lnTo>
                  <a:lnTo>
                    <a:pt x="152377" y="98420"/>
                  </a:lnTo>
                  <a:lnTo>
                    <a:pt x="150110" y="93601"/>
                  </a:lnTo>
                  <a:lnTo>
                    <a:pt x="147690" y="88857"/>
                  </a:lnTo>
                  <a:lnTo>
                    <a:pt x="145120" y="84192"/>
                  </a:lnTo>
                  <a:lnTo>
                    <a:pt x="142404" y="79611"/>
                  </a:lnTo>
                  <a:lnTo>
                    <a:pt x="139542" y="75119"/>
                  </a:lnTo>
                  <a:lnTo>
                    <a:pt x="136539" y="70721"/>
                  </a:lnTo>
                  <a:lnTo>
                    <a:pt x="133398" y="66420"/>
                  </a:lnTo>
                  <a:lnTo>
                    <a:pt x="130121" y="62222"/>
                  </a:lnTo>
                  <a:lnTo>
                    <a:pt x="126712" y="58130"/>
                  </a:lnTo>
                  <a:lnTo>
                    <a:pt x="123174" y="54149"/>
                  </a:lnTo>
                  <a:lnTo>
                    <a:pt x="119511" y="50283"/>
                  </a:lnTo>
                  <a:lnTo>
                    <a:pt x="115727" y="46535"/>
                  </a:lnTo>
                  <a:lnTo>
                    <a:pt x="111826" y="42910"/>
                  </a:lnTo>
                  <a:lnTo>
                    <a:pt x="107811" y="39411"/>
                  </a:lnTo>
                  <a:lnTo>
                    <a:pt x="103686" y="36041"/>
                  </a:lnTo>
                  <a:lnTo>
                    <a:pt x="99457" y="32805"/>
                  </a:lnTo>
                  <a:lnTo>
                    <a:pt x="95126" y="29705"/>
                  </a:lnTo>
                  <a:lnTo>
                    <a:pt x="90699" y="26744"/>
                  </a:lnTo>
                  <a:lnTo>
                    <a:pt x="86180" y="23926"/>
                  </a:lnTo>
                  <a:lnTo>
                    <a:pt x="81573" y="21254"/>
                  </a:lnTo>
                  <a:lnTo>
                    <a:pt x="76883" y="18729"/>
                  </a:lnTo>
                  <a:lnTo>
                    <a:pt x="72116" y="16355"/>
                  </a:lnTo>
                  <a:lnTo>
                    <a:pt x="67275" y="14134"/>
                  </a:lnTo>
                  <a:lnTo>
                    <a:pt x="62366" y="12069"/>
                  </a:lnTo>
                  <a:lnTo>
                    <a:pt x="57394" y="10161"/>
                  </a:lnTo>
                  <a:lnTo>
                    <a:pt x="52363" y="8412"/>
                  </a:lnTo>
                  <a:lnTo>
                    <a:pt x="47280" y="6825"/>
                  </a:lnTo>
                  <a:lnTo>
                    <a:pt x="42148" y="5400"/>
                  </a:lnTo>
                  <a:lnTo>
                    <a:pt x="36973" y="4140"/>
                  </a:lnTo>
                  <a:lnTo>
                    <a:pt x="31761" y="3045"/>
                  </a:lnTo>
                  <a:lnTo>
                    <a:pt x="26517" y="2116"/>
                  </a:lnTo>
                  <a:lnTo>
                    <a:pt x="21246" y="1355"/>
                  </a:lnTo>
                  <a:lnTo>
                    <a:pt x="15953" y="763"/>
                  </a:lnTo>
                  <a:lnTo>
                    <a:pt x="10644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2855" y="1681503"/>
              <a:ext cx="30379" cy="167167"/>
            </a:xfrm>
            <a:custGeom>
              <a:avLst/>
              <a:pathLst>
                <a:path w="30379" h="167167">
                  <a:moveTo>
                    <a:pt x="30379" y="0"/>
                  </a:moveTo>
                  <a:lnTo>
                    <a:pt x="22744" y="174"/>
                  </a:lnTo>
                  <a:lnTo>
                    <a:pt x="15125" y="697"/>
                  </a:lnTo>
                  <a:lnTo>
                    <a:pt x="7539" y="1567"/>
                  </a:lnTo>
                  <a:lnTo>
                    <a:pt x="0" y="2783"/>
                  </a:lnTo>
                  <a:lnTo>
                    <a:pt x="3037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2855" y="1684286"/>
              <a:ext cx="30379" cy="164383"/>
            </a:xfrm>
            <a:custGeom>
              <a:avLst/>
              <a:pathLst>
                <a:path w="30379" h="164383">
                  <a:moveTo>
                    <a:pt x="0" y="0"/>
                  </a:moveTo>
                  <a:lnTo>
                    <a:pt x="30379" y="1643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256072" y="1684286"/>
              <a:ext cx="334325" cy="331545"/>
            </a:xfrm>
            <a:custGeom>
              <a:avLst/>
              <a:pathLst>
                <a:path w="334325" h="331545">
                  <a:moveTo>
                    <a:pt x="136783" y="0"/>
                  </a:moveTo>
                  <a:lnTo>
                    <a:pt x="131583" y="1046"/>
                  </a:lnTo>
                  <a:lnTo>
                    <a:pt x="126420" y="2257"/>
                  </a:lnTo>
                  <a:lnTo>
                    <a:pt x="121297" y="3631"/>
                  </a:lnTo>
                  <a:lnTo>
                    <a:pt x="116221" y="5166"/>
                  </a:lnTo>
                  <a:lnTo>
                    <a:pt x="111196" y="6863"/>
                  </a:lnTo>
                  <a:lnTo>
                    <a:pt x="106228" y="8717"/>
                  </a:lnTo>
                  <a:lnTo>
                    <a:pt x="101320" y="10728"/>
                  </a:lnTo>
                  <a:lnTo>
                    <a:pt x="96479" y="12894"/>
                  </a:lnTo>
                  <a:lnTo>
                    <a:pt x="91709" y="15213"/>
                  </a:lnTo>
                  <a:lnTo>
                    <a:pt x="87015" y="17681"/>
                  </a:lnTo>
                  <a:lnTo>
                    <a:pt x="82402" y="20297"/>
                  </a:lnTo>
                  <a:lnTo>
                    <a:pt x="77874" y="23059"/>
                  </a:lnTo>
                  <a:lnTo>
                    <a:pt x="73436" y="25962"/>
                  </a:lnTo>
                  <a:lnTo>
                    <a:pt x="69092" y="29005"/>
                  </a:lnTo>
                  <a:lnTo>
                    <a:pt x="64847" y="32184"/>
                  </a:lnTo>
                  <a:lnTo>
                    <a:pt x="60705" y="35496"/>
                  </a:lnTo>
                  <a:lnTo>
                    <a:pt x="56670" y="38938"/>
                  </a:lnTo>
                  <a:lnTo>
                    <a:pt x="52746" y="42506"/>
                  </a:lnTo>
                  <a:lnTo>
                    <a:pt x="48938" y="46197"/>
                  </a:lnTo>
                  <a:lnTo>
                    <a:pt x="45248" y="50006"/>
                  </a:lnTo>
                  <a:lnTo>
                    <a:pt x="41681" y="53931"/>
                  </a:lnTo>
                  <a:lnTo>
                    <a:pt x="38241" y="57967"/>
                  </a:lnTo>
                  <a:lnTo>
                    <a:pt x="34930" y="62110"/>
                  </a:lnTo>
                  <a:lnTo>
                    <a:pt x="31752" y="66357"/>
                  </a:lnTo>
                  <a:lnTo>
                    <a:pt x="28711" y="70701"/>
                  </a:lnTo>
                  <a:lnTo>
                    <a:pt x="25809" y="75140"/>
                  </a:lnTo>
                  <a:lnTo>
                    <a:pt x="23049" y="79669"/>
                  </a:lnTo>
                  <a:lnTo>
                    <a:pt x="20434" y="84283"/>
                  </a:lnTo>
                  <a:lnTo>
                    <a:pt x="17967" y="88978"/>
                  </a:lnTo>
                  <a:lnTo>
                    <a:pt x="15650" y="93749"/>
                  </a:lnTo>
                  <a:lnTo>
                    <a:pt x="13486" y="98590"/>
                  </a:lnTo>
                  <a:lnTo>
                    <a:pt x="11476" y="103498"/>
                  </a:lnTo>
                  <a:lnTo>
                    <a:pt x="9623" y="108468"/>
                  </a:lnTo>
                  <a:lnTo>
                    <a:pt x="7929" y="113493"/>
                  </a:lnTo>
                  <a:lnTo>
                    <a:pt x="6395" y="118570"/>
                  </a:lnTo>
                  <a:lnTo>
                    <a:pt x="5022" y="123693"/>
                  </a:lnTo>
                  <a:lnTo>
                    <a:pt x="3813" y="128856"/>
                  </a:lnTo>
                  <a:lnTo>
                    <a:pt x="2768" y="134056"/>
                  </a:lnTo>
                  <a:lnTo>
                    <a:pt x="1889" y="139286"/>
                  </a:lnTo>
                  <a:lnTo>
                    <a:pt x="1176" y="144541"/>
                  </a:lnTo>
                  <a:lnTo>
                    <a:pt x="630" y="149817"/>
                  </a:lnTo>
                  <a:lnTo>
                    <a:pt x="252" y="155107"/>
                  </a:lnTo>
                  <a:lnTo>
                    <a:pt x="42" y="160406"/>
                  </a:lnTo>
                  <a:lnTo>
                    <a:pt x="0" y="165709"/>
                  </a:lnTo>
                  <a:lnTo>
                    <a:pt x="126" y="171011"/>
                  </a:lnTo>
                  <a:lnTo>
                    <a:pt x="420" y="176307"/>
                  </a:lnTo>
                  <a:lnTo>
                    <a:pt x="882" y="181590"/>
                  </a:lnTo>
                  <a:lnTo>
                    <a:pt x="1512" y="186856"/>
                  </a:lnTo>
                  <a:lnTo>
                    <a:pt x="2308" y="192099"/>
                  </a:lnTo>
                  <a:lnTo>
                    <a:pt x="3270" y="197315"/>
                  </a:lnTo>
                  <a:lnTo>
                    <a:pt x="4397" y="202497"/>
                  </a:lnTo>
                  <a:lnTo>
                    <a:pt x="5688" y="207641"/>
                  </a:lnTo>
                  <a:lnTo>
                    <a:pt x="7142" y="212741"/>
                  </a:lnTo>
                  <a:lnTo>
                    <a:pt x="8756" y="217793"/>
                  </a:lnTo>
                  <a:lnTo>
                    <a:pt x="10530" y="222791"/>
                  </a:lnTo>
                  <a:lnTo>
                    <a:pt x="12462" y="227730"/>
                  </a:lnTo>
                  <a:lnTo>
                    <a:pt x="14549" y="232606"/>
                  </a:lnTo>
                  <a:lnTo>
                    <a:pt x="16790" y="237413"/>
                  </a:lnTo>
                  <a:lnTo>
                    <a:pt x="19182" y="242146"/>
                  </a:lnTo>
                  <a:lnTo>
                    <a:pt x="21723" y="246801"/>
                  </a:lnTo>
                  <a:lnTo>
                    <a:pt x="24411" y="251373"/>
                  </a:lnTo>
                  <a:lnTo>
                    <a:pt x="27242" y="255857"/>
                  </a:lnTo>
                  <a:lnTo>
                    <a:pt x="30214" y="260250"/>
                  </a:lnTo>
                  <a:lnTo>
                    <a:pt x="33324" y="264546"/>
                  </a:lnTo>
                  <a:lnTo>
                    <a:pt x="36569" y="268741"/>
                  </a:lnTo>
                  <a:lnTo>
                    <a:pt x="39945" y="272831"/>
                  </a:lnTo>
                  <a:lnTo>
                    <a:pt x="43449" y="276812"/>
                  </a:lnTo>
                  <a:lnTo>
                    <a:pt x="47078" y="280680"/>
                  </a:lnTo>
                  <a:lnTo>
                    <a:pt x="50827" y="284430"/>
                  </a:lnTo>
                  <a:lnTo>
                    <a:pt x="54694" y="288060"/>
                  </a:lnTo>
                  <a:lnTo>
                    <a:pt x="58674" y="291566"/>
                  </a:lnTo>
                  <a:lnTo>
                    <a:pt x="62763" y="294943"/>
                  </a:lnTo>
                  <a:lnTo>
                    <a:pt x="66957" y="298189"/>
                  </a:lnTo>
                  <a:lnTo>
                    <a:pt x="71252" y="301300"/>
                  </a:lnTo>
                  <a:lnTo>
                    <a:pt x="75644" y="304274"/>
                  </a:lnTo>
                  <a:lnTo>
                    <a:pt x="80127" y="307107"/>
                  </a:lnTo>
                  <a:lnTo>
                    <a:pt x="84698" y="309796"/>
                  </a:lnTo>
                  <a:lnTo>
                    <a:pt x="89353" y="312338"/>
                  </a:lnTo>
                  <a:lnTo>
                    <a:pt x="94085" y="314732"/>
                  </a:lnTo>
                  <a:lnTo>
                    <a:pt x="98891" y="316975"/>
                  </a:lnTo>
                  <a:lnTo>
                    <a:pt x="103766" y="319063"/>
                  </a:lnTo>
                  <a:lnTo>
                    <a:pt x="108705" y="320997"/>
                  </a:lnTo>
                  <a:lnTo>
                    <a:pt x="113702" y="322772"/>
                  </a:lnTo>
                  <a:lnTo>
                    <a:pt x="118753" y="324388"/>
                  </a:lnTo>
                  <a:lnTo>
                    <a:pt x="123853" y="325843"/>
                  </a:lnTo>
                  <a:lnTo>
                    <a:pt x="128997" y="327136"/>
                  </a:lnTo>
                  <a:lnTo>
                    <a:pt x="134179" y="328265"/>
                  </a:lnTo>
                  <a:lnTo>
                    <a:pt x="139394" y="329228"/>
                  </a:lnTo>
                  <a:lnTo>
                    <a:pt x="144637" y="330026"/>
                  </a:lnTo>
                  <a:lnTo>
                    <a:pt x="149903" y="330658"/>
                  </a:lnTo>
                  <a:lnTo>
                    <a:pt x="155186" y="331121"/>
                  </a:lnTo>
                  <a:lnTo>
                    <a:pt x="160481" y="331417"/>
                  </a:lnTo>
                  <a:lnTo>
                    <a:pt x="165783" y="331545"/>
                  </a:lnTo>
                  <a:lnTo>
                    <a:pt x="171086" y="331505"/>
                  </a:lnTo>
                  <a:lnTo>
                    <a:pt x="176386" y="331296"/>
                  </a:lnTo>
                  <a:lnTo>
                    <a:pt x="181676" y="330920"/>
                  </a:lnTo>
                  <a:lnTo>
                    <a:pt x="186951" y="330375"/>
                  </a:lnTo>
                  <a:lnTo>
                    <a:pt x="192207" y="329664"/>
                  </a:lnTo>
                  <a:lnTo>
                    <a:pt x="197437" y="328786"/>
                  </a:lnTo>
                  <a:lnTo>
                    <a:pt x="202637" y="327743"/>
                  </a:lnTo>
                  <a:lnTo>
                    <a:pt x="207801" y="326536"/>
                  </a:lnTo>
                  <a:lnTo>
                    <a:pt x="212925" y="325165"/>
                  </a:lnTo>
                  <a:lnTo>
                    <a:pt x="218002" y="323632"/>
                  </a:lnTo>
                  <a:lnTo>
                    <a:pt x="223028" y="321939"/>
                  </a:lnTo>
                  <a:lnTo>
                    <a:pt x="227998" y="320088"/>
                  </a:lnTo>
                  <a:lnTo>
                    <a:pt x="232906" y="318080"/>
                  </a:lnTo>
                  <a:lnTo>
                    <a:pt x="237749" y="315917"/>
                  </a:lnTo>
                  <a:lnTo>
                    <a:pt x="242520" y="313602"/>
                  </a:lnTo>
                  <a:lnTo>
                    <a:pt x="247216" y="311136"/>
                  </a:lnTo>
                  <a:lnTo>
                    <a:pt x="251831" y="308523"/>
                  </a:lnTo>
                  <a:lnTo>
                    <a:pt x="256360" y="305764"/>
                  </a:lnTo>
                  <a:lnTo>
                    <a:pt x="260800" y="302864"/>
                  </a:lnTo>
                  <a:lnTo>
                    <a:pt x="265146" y="299824"/>
                  </a:lnTo>
                  <a:lnTo>
                    <a:pt x="269393" y="296647"/>
                  </a:lnTo>
                  <a:lnTo>
                    <a:pt x="273537" y="293338"/>
                  </a:lnTo>
                  <a:lnTo>
                    <a:pt x="277574" y="289898"/>
                  </a:lnTo>
                  <a:lnTo>
                    <a:pt x="281500" y="286333"/>
                  </a:lnTo>
                  <a:lnTo>
                    <a:pt x="285311" y="282644"/>
                  </a:lnTo>
                  <a:lnTo>
                    <a:pt x="289003" y="278837"/>
                  </a:lnTo>
                  <a:lnTo>
                    <a:pt x="292572" y="274914"/>
                  </a:lnTo>
                  <a:lnTo>
                    <a:pt x="296015" y="270881"/>
                  </a:lnTo>
                  <a:lnTo>
                    <a:pt x="299329" y="266740"/>
                  </a:lnTo>
                  <a:lnTo>
                    <a:pt x="302509" y="262495"/>
                  </a:lnTo>
                  <a:lnTo>
                    <a:pt x="305553" y="258153"/>
                  </a:lnTo>
                  <a:lnTo>
                    <a:pt x="308458" y="253715"/>
                  </a:lnTo>
                  <a:lnTo>
                    <a:pt x="311221" y="249188"/>
                  </a:lnTo>
                  <a:lnTo>
                    <a:pt x="313839" y="244576"/>
                  </a:lnTo>
                  <a:lnTo>
                    <a:pt x="316309" y="239883"/>
                  </a:lnTo>
                  <a:lnTo>
                    <a:pt x="318629" y="235114"/>
                  </a:lnTo>
                  <a:lnTo>
                    <a:pt x="320796" y="230273"/>
                  </a:lnTo>
                  <a:lnTo>
                    <a:pt x="322809" y="225366"/>
                  </a:lnTo>
                  <a:lnTo>
                    <a:pt x="324665" y="220398"/>
                  </a:lnTo>
                  <a:lnTo>
                    <a:pt x="326363" y="215374"/>
                  </a:lnTo>
                  <a:lnTo>
                    <a:pt x="327900" y="210298"/>
                  </a:lnTo>
                  <a:lnTo>
                    <a:pt x="329276" y="205176"/>
                  </a:lnTo>
                  <a:lnTo>
                    <a:pt x="330488" y="200013"/>
                  </a:lnTo>
                  <a:lnTo>
                    <a:pt x="331536" y="194814"/>
                  </a:lnTo>
                  <a:lnTo>
                    <a:pt x="332419" y="189585"/>
                  </a:lnTo>
                  <a:lnTo>
                    <a:pt x="333135" y="184330"/>
                  </a:lnTo>
                  <a:lnTo>
                    <a:pt x="333684" y="179055"/>
                  </a:lnTo>
                  <a:lnTo>
                    <a:pt x="334066" y="173765"/>
                  </a:lnTo>
                  <a:lnTo>
                    <a:pt x="334279" y="168466"/>
                  </a:lnTo>
                  <a:lnTo>
                    <a:pt x="334325" y="163163"/>
                  </a:lnTo>
                  <a:lnTo>
                    <a:pt x="334202" y="157861"/>
                  </a:lnTo>
                  <a:lnTo>
                    <a:pt x="333911" y="152565"/>
                  </a:lnTo>
                  <a:lnTo>
                    <a:pt x="333452" y="147282"/>
                  </a:lnTo>
                  <a:lnTo>
                    <a:pt x="332826" y="142015"/>
                  </a:lnTo>
                  <a:lnTo>
                    <a:pt x="332033" y="136771"/>
                  </a:lnTo>
                  <a:lnTo>
                    <a:pt x="331074" y="131555"/>
                  </a:lnTo>
                  <a:lnTo>
                    <a:pt x="329950" y="126372"/>
                  </a:lnTo>
                  <a:lnTo>
                    <a:pt x="328663" y="121227"/>
                  </a:lnTo>
                  <a:lnTo>
                    <a:pt x="327212" y="116126"/>
                  </a:lnTo>
                  <a:lnTo>
                    <a:pt x="325601" y="111073"/>
                  </a:lnTo>
                  <a:lnTo>
                    <a:pt x="323830" y="106074"/>
                  </a:lnTo>
                  <a:lnTo>
                    <a:pt x="321902" y="101134"/>
                  </a:lnTo>
                  <a:lnTo>
                    <a:pt x="319817" y="96257"/>
                  </a:lnTo>
                  <a:lnTo>
                    <a:pt x="317579" y="91449"/>
                  </a:lnTo>
                  <a:lnTo>
                    <a:pt x="315190" y="86714"/>
                  </a:lnTo>
                  <a:lnTo>
                    <a:pt x="312652" y="82057"/>
                  </a:lnTo>
                  <a:lnTo>
                    <a:pt x="309967" y="77484"/>
                  </a:lnTo>
                  <a:lnTo>
                    <a:pt x="307139" y="72997"/>
                  </a:lnTo>
                  <a:lnTo>
                    <a:pt x="304169" y="68603"/>
                  </a:lnTo>
                  <a:lnTo>
                    <a:pt x="301062" y="64305"/>
                  </a:lnTo>
                  <a:lnTo>
                    <a:pt x="297820" y="60108"/>
                  </a:lnTo>
                  <a:lnTo>
                    <a:pt x="294446" y="56016"/>
                  </a:lnTo>
                  <a:lnTo>
                    <a:pt x="290945" y="52033"/>
                  </a:lnTo>
                  <a:lnTo>
                    <a:pt x="287319" y="48163"/>
                  </a:lnTo>
                  <a:lnTo>
                    <a:pt x="283571" y="44410"/>
                  </a:lnTo>
                  <a:lnTo>
                    <a:pt x="279707" y="40777"/>
                  </a:lnTo>
                  <a:lnTo>
                    <a:pt x="275729" y="37269"/>
                  </a:lnTo>
                  <a:lnTo>
                    <a:pt x="271643" y="33889"/>
                  </a:lnTo>
                  <a:lnTo>
                    <a:pt x="267451" y="30641"/>
                  </a:lnTo>
                  <a:lnTo>
                    <a:pt x="263158" y="27527"/>
                  </a:lnTo>
                  <a:lnTo>
                    <a:pt x="258768" y="24550"/>
                  </a:lnTo>
                  <a:lnTo>
                    <a:pt x="254286" y="21715"/>
                  </a:lnTo>
                  <a:lnTo>
                    <a:pt x="167162" y="1643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87124" cy="167167"/>
            </a:xfrm>
            <a:custGeom>
              <a:avLst/>
              <a:pathLst>
                <a:path w="87124" h="167167">
                  <a:moveTo>
                    <a:pt x="87124" y="24498"/>
                  </a:moveTo>
                  <a:lnTo>
                    <a:pt x="82185" y="21598"/>
                  </a:lnTo>
                  <a:lnTo>
                    <a:pt x="77150" y="18867"/>
                  </a:lnTo>
                  <a:lnTo>
                    <a:pt x="72024" y="16311"/>
                  </a:lnTo>
                  <a:lnTo>
                    <a:pt x="66814" y="13933"/>
                  </a:lnTo>
                  <a:lnTo>
                    <a:pt x="61525" y="11734"/>
                  </a:lnTo>
                  <a:lnTo>
                    <a:pt x="56164" y="9717"/>
                  </a:lnTo>
                  <a:lnTo>
                    <a:pt x="50738" y="7885"/>
                  </a:lnTo>
                  <a:lnTo>
                    <a:pt x="45251" y="6241"/>
                  </a:lnTo>
                  <a:lnTo>
                    <a:pt x="39712" y="4785"/>
                  </a:lnTo>
                  <a:lnTo>
                    <a:pt x="34125" y="3520"/>
                  </a:lnTo>
                  <a:lnTo>
                    <a:pt x="28499" y="2447"/>
                  </a:lnTo>
                  <a:lnTo>
                    <a:pt x="22840" y="1567"/>
                  </a:lnTo>
                  <a:lnTo>
                    <a:pt x="17153" y="882"/>
                  </a:lnTo>
                  <a:lnTo>
                    <a:pt x="11446" y="392"/>
                  </a:lnTo>
                  <a:lnTo>
                    <a:pt x="5726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853891" y="1322571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2" y="757"/>
                  </a:lnTo>
                  <a:lnTo>
                    <a:pt x="145978" y="1345"/>
                  </a:lnTo>
                  <a:lnTo>
                    <a:pt x="140726" y="2101"/>
                  </a:lnTo>
                  <a:lnTo>
                    <a:pt x="135500" y="3023"/>
                  </a:lnTo>
                  <a:lnTo>
                    <a:pt x="130306" y="4110"/>
                  </a:lnTo>
                  <a:lnTo>
                    <a:pt x="125149" y="5361"/>
                  </a:lnTo>
                  <a:lnTo>
                    <a:pt x="120035" y="6776"/>
                  </a:lnTo>
                  <a:lnTo>
                    <a:pt x="114968" y="8352"/>
                  </a:lnTo>
                  <a:lnTo>
                    <a:pt x="109954" y="10088"/>
                  </a:lnTo>
                  <a:lnTo>
                    <a:pt x="104997" y="11982"/>
                  </a:lnTo>
                  <a:lnTo>
                    <a:pt x="100103" y="14033"/>
                  </a:lnTo>
                  <a:lnTo>
                    <a:pt x="95276" y="16238"/>
                  </a:lnTo>
                  <a:lnTo>
                    <a:pt x="90522" y="18595"/>
                  </a:lnTo>
                  <a:lnTo>
                    <a:pt x="85845" y="21102"/>
                  </a:lnTo>
                  <a:lnTo>
                    <a:pt x="81250" y="23756"/>
                  </a:lnTo>
                  <a:lnTo>
                    <a:pt x="76742" y="26555"/>
                  </a:lnTo>
                  <a:lnTo>
                    <a:pt x="72325" y="29495"/>
                  </a:lnTo>
                  <a:lnTo>
                    <a:pt x="68003" y="32574"/>
                  </a:lnTo>
                  <a:lnTo>
                    <a:pt x="63781" y="35788"/>
                  </a:lnTo>
                  <a:lnTo>
                    <a:pt x="59663" y="39135"/>
                  </a:lnTo>
                  <a:lnTo>
                    <a:pt x="55654" y="42611"/>
                  </a:lnTo>
                  <a:lnTo>
                    <a:pt x="51757" y="46212"/>
                  </a:lnTo>
                  <a:lnTo>
                    <a:pt x="47976" y="49936"/>
                  </a:lnTo>
                  <a:lnTo>
                    <a:pt x="44315" y="53777"/>
                  </a:lnTo>
                  <a:lnTo>
                    <a:pt x="40778" y="57733"/>
                  </a:lnTo>
                  <a:lnTo>
                    <a:pt x="37369" y="61799"/>
                  </a:lnTo>
                  <a:lnTo>
                    <a:pt x="34090" y="65971"/>
                  </a:lnTo>
                  <a:lnTo>
                    <a:pt x="30945" y="70245"/>
                  </a:lnTo>
                  <a:lnTo>
                    <a:pt x="27937" y="74617"/>
                  </a:lnTo>
                  <a:lnTo>
                    <a:pt x="25070" y="79082"/>
                  </a:lnTo>
                  <a:lnTo>
                    <a:pt x="22346" y="83636"/>
                  </a:lnTo>
                  <a:lnTo>
                    <a:pt x="19768" y="88273"/>
                  </a:lnTo>
                  <a:lnTo>
                    <a:pt x="17338" y="92991"/>
                  </a:lnTo>
                  <a:lnTo>
                    <a:pt x="15059" y="97783"/>
                  </a:lnTo>
                  <a:lnTo>
                    <a:pt x="12934" y="102645"/>
                  </a:lnTo>
                  <a:lnTo>
                    <a:pt x="10963" y="107572"/>
                  </a:lnTo>
                  <a:lnTo>
                    <a:pt x="9151" y="112559"/>
                  </a:lnTo>
                  <a:lnTo>
                    <a:pt x="7497" y="117601"/>
                  </a:lnTo>
                  <a:lnTo>
                    <a:pt x="6004" y="122694"/>
                  </a:lnTo>
                  <a:lnTo>
                    <a:pt x="4674" y="127830"/>
                  </a:lnTo>
                  <a:lnTo>
                    <a:pt x="3507" y="133007"/>
                  </a:lnTo>
                  <a:lnTo>
                    <a:pt x="2506" y="138218"/>
                  </a:lnTo>
                  <a:lnTo>
                    <a:pt x="1670" y="143458"/>
                  </a:lnTo>
                  <a:lnTo>
                    <a:pt x="1001" y="148722"/>
                  </a:lnTo>
                  <a:lnTo>
                    <a:pt x="499" y="154005"/>
                  </a:lnTo>
                  <a:lnTo>
                    <a:pt x="165" y="159301"/>
                  </a:lnTo>
                  <a:lnTo>
                    <a:pt x="0" y="164604"/>
                  </a:lnTo>
                  <a:lnTo>
                    <a:pt x="2" y="169911"/>
                  </a:lnTo>
                  <a:lnTo>
                    <a:pt x="174" y="175214"/>
                  </a:lnTo>
                  <a:lnTo>
                    <a:pt x="513" y="180510"/>
                  </a:lnTo>
                  <a:lnTo>
                    <a:pt x="1021" y="185792"/>
                  </a:lnTo>
                  <a:lnTo>
                    <a:pt x="1695" y="191055"/>
                  </a:lnTo>
                  <a:lnTo>
                    <a:pt x="2537" y="196294"/>
                  </a:lnTo>
                  <a:lnTo>
                    <a:pt x="3544" y="201504"/>
                  </a:lnTo>
                  <a:lnTo>
                    <a:pt x="4717" y="206680"/>
                  </a:lnTo>
                  <a:lnTo>
                    <a:pt x="6053" y="211815"/>
                  </a:lnTo>
                  <a:lnTo>
                    <a:pt x="7551" y="216905"/>
                  </a:lnTo>
                  <a:lnTo>
                    <a:pt x="9210" y="221946"/>
                  </a:lnTo>
                  <a:lnTo>
                    <a:pt x="11028" y="226931"/>
                  </a:lnTo>
                  <a:lnTo>
                    <a:pt x="13004" y="231856"/>
                  </a:lnTo>
                  <a:lnTo>
                    <a:pt x="15134" y="236716"/>
                  </a:lnTo>
                  <a:lnTo>
                    <a:pt x="17418" y="241505"/>
                  </a:lnTo>
                  <a:lnTo>
                    <a:pt x="19853" y="246220"/>
                  </a:lnTo>
                  <a:lnTo>
                    <a:pt x="22436" y="250855"/>
                  </a:lnTo>
                  <a:lnTo>
                    <a:pt x="25166" y="255406"/>
                  </a:lnTo>
                  <a:lnTo>
                    <a:pt x="28038" y="259868"/>
                  </a:lnTo>
                  <a:lnTo>
                    <a:pt x="31050" y="264236"/>
                  </a:lnTo>
                  <a:lnTo>
                    <a:pt x="34199" y="268507"/>
                  </a:lnTo>
                  <a:lnTo>
                    <a:pt x="37483" y="272676"/>
                  </a:lnTo>
                  <a:lnTo>
                    <a:pt x="40897" y="276738"/>
                  </a:lnTo>
                  <a:lnTo>
                    <a:pt x="44438" y="280690"/>
                  </a:lnTo>
                  <a:lnTo>
                    <a:pt x="48103" y="284527"/>
                  </a:lnTo>
                  <a:lnTo>
                    <a:pt x="51888" y="288246"/>
                  </a:lnTo>
                  <a:lnTo>
                    <a:pt x="55789" y="291844"/>
                  </a:lnTo>
                  <a:lnTo>
                    <a:pt x="59802" y="295315"/>
                  </a:lnTo>
                  <a:lnTo>
                    <a:pt x="63923" y="298658"/>
                  </a:lnTo>
                  <a:lnTo>
                    <a:pt x="68149" y="301868"/>
                  </a:lnTo>
                  <a:lnTo>
                    <a:pt x="72474" y="304942"/>
                  </a:lnTo>
                  <a:lnTo>
                    <a:pt x="76895" y="307877"/>
                  </a:lnTo>
                  <a:lnTo>
                    <a:pt x="81406" y="310671"/>
                  </a:lnTo>
                  <a:lnTo>
                    <a:pt x="86004" y="313320"/>
                  </a:lnTo>
                  <a:lnTo>
                    <a:pt x="90683" y="315822"/>
                  </a:lnTo>
                  <a:lnTo>
                    <a:pt x="95440" y="318174"/>
                  </a:lnTo>
                  <a:lnTo>
                    <a:pt x="100269" y="320373"/>
                  </a:lnTo>
                  <a:lnTo>
                    <a:pt x="105165" y="322419"/>
                  </a:lnTo>
                  <a:lnTo>
                    <a:pt x="110124" y="324308"/>
                  </a:lnTo>
                  <a:lnTo>
                    <a:pt x="115140" y="326039"/>
                  </a:lnTo>
                  <a:lnTo>
                    <a:pt x="120209" y="327609"/>
                  </a:lnTo>
                  <a:lnTo>
                    <a:pt x="125325" y="329018"/>
                  </a:lnTo>
                  <a:lnTo>
                    <a:pt x="130483" y="330264"/>
                  </a:lnTo>
                  <a:lnTo>
                    <a:pt x="135678" y="331346"/>
                  </a:lnTo>
                  <a:lnTo>
                    <a:pt x="140905" y="332262"/>
                  </a:lnTo>
                  <a:lnTo>
                    <a:pt x="146158" y="333011"/>
                  </a:lnTo>
                  <a:lnTo>
                    <a:pt x="151432" y="333594"/>
                  </a:lnTo>
                  <a:lnTo>
                    <a:pt x="156722" y="334009"/>
                  </a:lnTo>
                  <a:lnTo>
                    <a:pt x="162023" y="334256"/>
                  </a:lnTo>
                  <a:lnTo>
                    <a:pt x="167328" y="334334"/>
                  </a:lnTo>
                  <a:lnTo>
                    <a:pt x="172634" y="334244"/>
                  </a:lnTo>
                  <a:lnTo>
                    <a:pt x="177934" y="333986"/>
                  </a:lnTo>
                  <a:lnTo>
                    <a:pt x="183223" y="333560"/>
                  </a:lnTo>
                  <a:lnTo>
                    <a:pt x="188496" y="332966"/>
                  </a:lnTo>
                  <a:lnTo>
                    <a:pt x="193748" y="332204"/>
                  </a:lnTo>
                  <a:lnTo>
                    <a:pt x="198973" y="331277"/>
                  </a:lnTo>
                  <a:lnTo>
                    <a:pt x="204165" y="330184"/>
                  </a:lnTo>
                  <a:lnTo>
                    <a:pt x="209321" y="328927"/>
                  </a:lnTo>
                  <a:lnTo>
                    <a:pt x="214433" y="327507"/>
                  </a:lnTo>
                  <a:lnTo>
                    <a:pt x="219499" y="325926"/>
                  </a:lnTo>
                  <a:lnTo>
                    <a:pt x="224511" y="324184"/>
                  </a:lnTo>
                  <a:lnTo>
                    <a:pt x="229466" y="322284"/>
                  </a:lnTo>
                  <a:lnTo>
                    <a:pt x="234358" y="320228"/>
                  </a:lnTo>
                  <a:lnTo>
                    <a:pt x="239182" y="318018"/>
                  </a:lnTo>
                  <a:lnTo>
                    <a:pt x="243933" y="315656"/>
                  </a:lnTo>
                  <a:lnTo>
                    <a:pt x="248607" y="313144"/>
                  </a:lnTo>
                  <a:lnTo>
                    <a:pt x="253200" y="310485"/>
                  </a:lnTo>
                  <a:lnTo>
                    <a:pt x="257705" y="307681"/>
                  </a:lnTo>
                  <a:lnTo>
                    <a:pt x="262119" y="304736"/>
                  </a:lnTo>
                  <a:lnTo>
                    <a:pt x="266437" y="301653"/>
                  </a:lnTo>
                  <a:lnTo>
                    <a:pt x="270656" y="298434"/>
                  </a:lnTo>
                  <a:lnTo>
                    <a:pt x="274770" y="295082"/>
                  </a:lnTo>
                  <a:lnTo>
                    <a:pt x="278776" y="291602"/>
                  </a:lnTo>
                  <a:lnTo>
                    <a:pt x="282669" y="287996"/>
                  </a:lnTo>
                  <a:lnTo>
                    <a:pt x="286446" y="284269"/>
                  </a:lnTo>
                  <a:lnTo>
                    <a:pt x="290102" y="280423"/>
                  </a:lnTo>
                  <a:lnTo>
                    <a:pt x="293635" y="276464"/>
                  </a:lnTo>
                  <a:lnTo>
                    <a:pt x="297040" y="272394"/>
                  </a:lnTo>
                  <a:lnTo>
                    <a:pt x="300315" y="268219"/>
                  </a:lnTo>
                  <a:lnTo>
                    <a:pt x="303455" y="263941"/>
                  </a:lnTo>
                  <a:lnTo>
                    <a:pt x="306458" y="259566"/>
                  </a:lnTo>
                  <a:lnTo>
                    <a:pt x="309320" y="255098"/>
                  </a:lnTo>
                  <a:lnTo>
                    <a:pt x="312039" y="250541"/>
                  </a:lnTo>
                  <a:lnTo>
                    <a:pt x="314612" y="245901"/>
                  </a:lnTo>
                  <a:lnTo>
                    <a:pt x="317037" y="241181"/>
                  </a:lnTo>
                  <a:lnTo>
                    <a:pt x="319311" y="236386"/>
                  </a:lnTo>
                  <a:lnTo>
                    <a:pt x="321431" y="231522"/>
                  </a:lnTo>
                  <a:lnTo>
                    <a:pt x="323396" y="226592"/>
                  </a:lnTo>
                  <a:lnTo>
                    <a:pt x="325203" y="221603"/>
                  </a:lnTo>
                  <a:lnTo>
                    <a:pt x="326851" y="216559"/>
                  </a:lnTo>
                  <a:lnTo>
                    <a:pt x="328338" y="211466"/>
                  </a:lnTo>
                  <a:lnTo>
                    <a:pt x="329663" y="206327"/>
                  </a:lnTo>
                  <a:lnTo>
                    <a:pt x="330824" y="201150"/>
                  </a:lnTo>
                  <a:lnTo>
                    <a:pt x="331820" y="195937"/>
                  </a:lnTo>
                  <a:lnTo>
                    <a:pt x="332651" y="190696"/>
                  </a:lnTo>
                  <a:lnTo>
                    <a:pt x="333314" y="185432"/>
                  </a:lnTo>
                  <a:lnTo>
                    <a:pt x="333810" y="180149"/>
                  </a:lnTo>
                  <a:lnTo>
                    <a:pt x="334138" y="174852"/>
                  </a:lnTo>
                  <a:lnTo>
                    <a:pt x="334298" y="169548"/>
                  </a:lnTo>
                  <a:lnTo>
                    <a:pt x="334289" y="164242"/>
                  </a:lnTo>
                  <a:lnTo>
                    <a:pt x="334112" y="158939"/>
                  </a:lnTo>
                  <a:lnTo>
                    <a:pt x="333767" y="153643"/>
                  </a:lnTo>
                  <a:lnTo>
                    <a:pt x="333254" y="148362"/>
                  </a:lnTo>
                  <a:lnTo>
                    <a:pt x="332573" y="143099"/>
                  </a:lnTo>
                  <a:lnTo>
                    <a:pt x="331726" y="137861"/>
                  </a:lnTo>
                  <a:lnTo>
                    <a:pt x="330713" y="132652"/>
                  </a:lnTo>
                  <a:lnTo>
                    <a:pt x="329535" y="127478"/>
                  </a:lnTo>
                  <a:lnTo>
                    <a:pt x="328194" y="122344"/>
                  </a:lnTo>
                  <a:lnTo>
                    <a:pt x="326690" y="117255"/>
                  </a:lnTo>
                  <a:lnTo>
                    <a:pt x="325025" y="112217"/>
                  </a:lnTo>
                  <a:lnTo>
                    <a:pt x="323202" y="107234"/>
                  </a:lnTo>
                  <a:lnTo>
                    <a:pt x="321221" y="102311"/>
                  </a:lnTo>
                  <a:lnTo>
                    <a:pt x="319085" y="97453"/>
                  </a:lnTo>
                  <a:lnTo>
                    <a:pt x="316796" y="92666"/>
                  </a:lnTo>
                  <a:lnTo>
                    <a:pt x="314356" y="87954"/>
                  </a:lnTo>
                  <a:lnTo>
                    <a:pt x="311767" y="83322"/>
                  </a:lnTo>
                  <a:lnTo>
                    <a:pt x="309033" y="78774"/>
                  </a:lnTo>
                  <a:lnTo>
                    <a:pt x="306156" y="74315"/>
                  </a:lnTo>
                  <a:lnTo>
                    <a:pt x="303139" y="69950"/>
                  </a:lnTo>
                  <a:lnTo>
                    <a:pt x="299985" y="65683"/>
                  </a:lnTo>
                  <a:lnTo>
                    <a:pt x="296697" y="61518"/>
                  </a:lnTo>
                  <a:lnTo>
                    <a:pt x="293279" y="57459"/>
                  </a:lnTo>
                  <a:lnTo>
                    <a:pt x="289733" y="53511"/>
                  </a:lnTo>
                  <a:lnTo>
                    <a:pt x="286064" y="49678"/>
                  </a:lnTo>
                  <a:lnTo>
                    <a:pt x="282275" y="45963"/>
                  </a:lnTo>
                  <a:lnTo>
                    <a:pt x="278370" y="42370"/>
                  </a:lnTo>
                  <a:lnTo>
                    <a:pt x="274354" y="38902"/>
                  </a:lnTo>
                  <a:lnTo>
                    <a:pt x="270229" y="35564"/>
                  </a:lnTo>
                  <a:lnTo>
                    <a:pt x="266000" y="32359"/>
                  </a:lnTo>
                  <a:lnTo>
                    <a:pt x="261671" y="29290"/>
                  </a:lnTo>
                  <a:lnTo>
                    <a:pt x="257248" y="26359"/>
                  </a:lnTo>
                  <a:lnTo>
                    <a:pt x="252733" y="2357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5230"/>
              <a:ext cx="85585" cy="144508"/>
            </a:xfrm>
            <a:custGeom>
              <a:avLst/>
              <a:pathLst>
                <a:path w="85585" h="144508">
                  <a:moveTo>
                    <a:pt x="85585" y="911"/>
                  </a:moveTo>
                  <a:lnTo>
                    <a:pt x="84037" y="0"/>
                  </a:lnTo>
                  <a:lnTo>
                    <a:pt x="0" y="1445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84037" cy="167167"/>
            </a:xfrm>
            <a:custGeom>
              <a:avLst/>
              <a:pathLst>
                <a:path w="84037" h="167167">
                  <a:moveTo>
                    <a:pt x="84037" y="22658"/>
                  </a:moveTo>
                  <a:lnTo>
                    <a:pt x="78911" y="19797"/>
                  </a:lnTo>
                  <a:lnTo>
                    <a:pt x="73689" y="17118"/>
                  </a:lnTo>
                  <a:lnTo>
                    <a:pt x="68375" y="14623"/>
                  </a:lnTo>
                  <a:lnTo>
                    <a:pt x="62978" y="12316"/>
                  </a:lnTo>
                  <a:lnTo>
                    <a:pt x="57502" y="10201"/>
                  </a:lnTo>
                  <a:lnTo>
                    <a:pt x="51956" y="8279"/>
                  </a:lnTo>
                  <a:lnTo>
                    <a:pt x="46346" y="6553"/>
                  </a:lnTo>
                  <a:lnTo>
                    <a:pt x="40678" y="5024"/>
                  </a:lnTo>
                  <a:lnTo>
                    <a:pt x="34961" y="3696"/>
                  </a:lnTo>
                  <a:lnTo>
                    <a:pt x="29200" y="2570"/>
                  </a:lnTo>
                  <a:lnTo>
                    <a:pt x="23403" y="1646"/>
                  </a:lnTo>
                  <a:lnTo>
                    <a:pt x="17578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378111" y="1071028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1" y="756"/>
                  </a:lnTo>
                  <a:lnTo>
                    <a:pt x="145990" y="1344"/>
                  </a:lnTo>
                  <a:lnTo>
                    <a:pt x="140741" y="2098"/>
                  </a:lnTo>
                  <a:lnTo>
                    <a:pt x="135518" y="3019"/>
                  </a:lnTo>
                  <a:lnTo>
                    <a:pt x="130327" y="4105"/>
                  </a:lnTo>
                  <a:lnTo>
                    <a:pt x="125173" y="5355"/>
                  </a:lnTo>
                  <a:lnTo>
                    <a:pt x="120062" y="6768"/>
                  </a:lnTo>
                  <a:lnTo>
                    <a:pt x="114997" y="8342"/>
                  </a:lnTo>
                  <a:lnTo>
                    <a:pt x="109986" y="10076"/>
                  </a:lnTo>
                  <a:lnTo>
                    <a:pt x="105031" y="11968"/>
                  </a:lnTo>
                  <a:lnTo>
                    <a:pt x="100140" y="14017"/>
                  </a:lnTo>
                  <a:lnTo>
                    <a:pt x="95316" y="16219"/>
                  </a:lnTo>
                  <a:lnTo>
                    <a:pt x="90564" y="18574"/>
                  </a:lnTo>
                  <a:lnTo>
                    <a:pt x="85889" y="21078"/>
                  </a:lnTo>
                  <a:lnTo>
                    <a:pt x="81296" y="23729"/>
                  </a:lnTo>
                  <a:lnTo>
                    <a:pt x="76789" y="26524"/>
                  </a:lnTo>
                  <a:lnTo>
                    <a:pt x="72373" y="29461"/>
                  </a:lnTo>
                  <a:lnTo>
                    <a:pt x="68053" y="32537"/>
                  </a:lnTo>
                  <a:lnTo>
                    <a:pt x="63832" y="35748"/>
                  </a:lnTo>
                  <a:lnTo>
                    <a:pt x="59716" y="39091"/>
                  </a:lnTo>
                  <a:lnTo>
                    <a:pt x="55707" y="42563"/>
                  </a:lnTo>
                  <a:lnTo>
                    <a:pt x="51811" y="46161"/>
                  </a:lnTo>
                  <a:lnTo>
                    <a:pt x="48030" y="49880"/>
                  </a:lnTo>
                  <a:lnTo>
                    <a:pt x="44370" y="53717"/>
                  </a:lnTo>
                  <a:lnTo>
                    <a:pt x="40833" y="57669"/>
                  </a:lnTo>
                  <a:lnTo>
                    <a:pt x="37423" y="61731"/>
                  </a:lnTo>
                  <a:lnTo>
                    <a:pt x="34144" y="65899"/>
                  </a:lnTo>
                  <a:lnTo>
                    <a:pt x="30999" y="70169"/>
                  </a:lnTo>
                  <a:lnTo>
                    <a:pt x="27991" y="74536"/>
                  </a:lnTo>
                  <a:lnTo>
                    <a:pt x="25122" y="78997"/>
                  </a:lnTo>
                  <a:lnTo>
                    <a:pt x="22397" y="83546"/>
                  </a:lnTo>
                  <a:lnTo>
                    <a:pt x="19817" y="88180"/>
                  </a:lnTo>
                  <a:lnTo>
                    <a:pt x="17386" y="92893"/>
                  </a:lnTo>
                  <a:lnTo>
                    <a:pt x="15105" y="97681"/>
                  </a:lnTo>
                  <a:lnTo>
                    <a:pt x="12978" y="102538"/>
                  </a:lnTo>
                  <a:lnTo>
                    <a:pt x="11005" y="107461"/>
                  </a:lnTo>
                  <a:lnTo>
                    <a:pt x="9190" y="112444"/>
                  </a:lnTo>
                  <a:lnTo>
                    <a:pt x="7534" y="117482"/>
                  </a:lnTo>
                  <a:lnTo>
                    <a:pt x="6038" y="122570"/>
                  </a:lnTo>
                  <a:lnTo>
                    <a:pt x="4705" y="127703"/>
                  </a:lnTo>
                  <a:lnTo>
                    <a:pt x="3534" y="132875"/>
                  </a:lnTo>
                  <a:lnTo>
                    <a:pt x="2529" y="138082"/>
                  </a:lnTo>
                  <a:lnTo>
                    <a:pt x="1689" y="143319"/>
                  </a:lnTo>
                  <a:lnTo>
                    <a:pt x="1016" y="148579"/>
                  </a:lnTo>
                  <a:lnTo>
                    <a:pt x="510" y="153858"/>
                  </a:lnTo>
                  <a:lnTo>
                    <a:pt x="172" y="159151"/>
                  </a:lnTo>
                  <a:lnTo>
                    <a:pt x="2" y="164451"/>
                  </a:lnTo>
                  <a:lnTo>
                    <a:pt x="0" y="169754"/>
                  </a:lnTo>
                  <a:lnTo>
                    <a:pt x="166" y="175055"/>
                  </a:lnTo>
                  <a:lnTo>
                    <a:pt x="500" y="180348"/>
                  </a:lnTo>
                  <a:lnTo>
                    <a:pt x="1002" y="185627"/>
                  </a:lnTo>
                  <a:lnTo>
                    <a:pt x="1671" y="190888"/>
                  </a:lnTo>
                  <a:lnTo>
                    <a:pt x="2507" y="196125"/>
                  </a:lnTo>
                  <a:lnTo>
                    <a:pt x="3508" y="201333"/>
                  </a:lnTo>
                  <a:lnTo>
                    <a:pt x="4674" y="206506"/>
                  </a:lnTo>
                  <a:lnTo>
                    <a:pt x="6004" y="211640"/>
                  </a:lnTo>
                  <a:lnTo>
                    <a:pt x="7496" y="216729"/>
                  </a:lnTo>
                  <a:lnTo>
                    <a:pt x="9148" y="221769"/>
                  </a:lnTo>
                  <a:lnTo>
                    <a:pt x="10960" y="226753"/>
                  </a:lnTo>
                  <a:lnTo>
                    <a:pt x="12928" y="231677"/>
                  </a:lnTo>
                  <a:lnTo>
                    <a:pt x="15052" y="236536"/>
                  </a:lnTo>
                  <a:lnTo>
                    <a:pt x="17329" y="241326"/>
                  </a:lnTo>
                  <a:lnTo>
                    <a:pt x="19757" y="246041"/>
                  </a:lnTo>
                  <a:lnTo>
                    <a:pt x="22333" y="250677"/>
                  </a:lnTo>
                  <a:lnTo>
                    <a:pt x="25055" y="255228"/>
                  </a:lnTo>
                  <a:lnTo>
                    <a:pt x="27920" y="259691"/>
                  </a:lnTo>
                  <a:lnTo>
                    <a:pt x="30924" y="264061"/>
                  </a:lnTo>
                  <a:lnTo>
                    <a:pt x="34067" y="268333"/>
                  </a:lnTo>
                  <a:lnTo>
                    <a:pt x="37342" y="272503"/>
                  </a:lnTo>
                  <a:lnTo>
                    <a:pt x="40749" y="276568"/>
                  </a:lnTo>
                  <a:lnTo>
                    <a:pt x="44283" y="280522"/>
                  </a:lnTo>
                  <a:lnTo>
                    <a:pt x="47940" y="284362"/>
                  </a:lnTo>
                  <a:lnTo>
                    <a:pt x="51718" y="288085"/>
                  </a:lnTo>
                  <a:lnTo>
                    <a:pt x="55611" y="291685"/>
                  </a:lnTo>
                  <a:lnTo>
                    <a:pt x="59617" y="295160"/>
                  </a:lnTo>
                  <a:lnTo>
                    <a:pt x="63731" y="298507"/>
                  </a:lnTo>
                  <a:lnTo>
                    <a:pt x="67950" y="301721"/>
                  </a:lnTo>
                  <a:lnTo>
                    <a:pt x="72268" y="304800"/>
                  </a:lnTo>
                  <a:lnTo>
                    <a:pt x="76681" y="307740"/>
                  </a:lnTo>
                  <a:lnTo>
                    <a:pt x="81186" y="310539"/>
                  </a:lnTo>
                  <a:lnTo>
                    <a:pt x="85777" y="313194"/>
                  </a:lnTo>
                  <a:lnTo>
                    <a:pt x="90450" y="315701"/>
                  </a:lnTo>
                  <a:lnTo>
                    <a:pt x="95200" y="318059"/>
                  </a:lnTo>
                  <a:lnTo>
                    <a:pt x="100022" y="320266"/>
                  </a:lnTo>
                  <a:lnTo>
                    <a:pt x="104912" y="322318"/>
                  </a:lnTo>
                  <a:lnTo>
                    <a:pt x="109865" y="324214"/>
                  </a:lnTo>
                  <a:lnTo>
                    <a:pt x="114875" y="325952"/>
                  </a:lnTo>
                  <a:lnTo>
                    <a:pt x="119938" y="327530"/>
                  </a:lnTo>
                  <a:lnTo>
                    <a:pt x="125049" y="328947"/>
                  </a:lnTo>
                  <a:lnTo>
                    <a:pt x="130202" y="330201"/>
                  </a:lnTo>
                  <a:lnTo>
                    <a:pt x="135392" y="331291"/>
                  </a:lnTo>
                  <a:lnTo>
                    <a:pt x="140614" y="332215"/>
                  </a:lnTo>
                  <a:lnTo>
                    <a:pt x="145863" y="332974"/>
                  </a:lnTo>
                  <a:lnTo>
                    <a:pt x="151133" y="333566"/>
                  </a:lnTo>
                  <a:lnTo>
                    <a:pt x="156419" y="333990"/>
                  </a:lnTo>
                  <a:lnTo>
                    <a:pt x="161716" y="334246"/>
                  </a:lnTo>
                  <a:lnTo>
                    <a:pt x="167019" y="334334"/>
                  </a:lnTo>
                  <a:lnTo>
                    <a:pt x="172321" y="334254"/>
                  </a:lnTo>
                  <a:lnTo>
                    <a:pt x="177619" y="334006"/>
                  </a:lnTo>
                  <a:lnTo>
                    <a:pt x="182906" y="333590"/>
                  </a:lnTo>
                  <a:lnTo>
                    <a:pt x="188177" y="333006"/>
                  </a:lnTo>
                  <a:lnTo>
                    <a:pt x="193426" y="332256"/>
                  </a:lnTo>
                  <a:lnTo>
                    <a:pt x="198650" y="331339"/>
                  </a:lnTo>
                  <a:lnTo>
                    <a:pt x="203842" y="330257"/>
                  </a:lnTo>
                  <a:lnTo>
                    <a:pt x="208996" y="329011"/>
                  </a:lnTo>
                  <a:lnTo>
                    <a:pt x="214109" y="327602"/>
                  </a:lnTo>
                  <a:lnTo>
                    <a:pt x="219174" y="326032"/>
                  </a:lnTo>
                  <a:lnTo>
                    <a:pt x="224188" y="324302"/>
                  </a:lnTo>
                  <a:lnTo>
                    <a:pt x="229143" y="322413"/>
                  </a:lnTo>
                  <a:lnTo>
                    <a:pt x="234036" y="320369"/>
                  </a:lnTo>
                  <a:lnTo>
                    <a:pt x="238862" y="318170"/>
                  </a:lnTo>
                  <a:lnTo>
                    <a:pt x="243616" y="315819"/>
                  </a:lnTo>
                  <a:lnTo>
                    <a:pt x="248293" y="313319"/>
                  </a:lnTo>
                  <a:lnTo>
                    <a:pt x="252888" y="310671"/>
                  </a:lnTo>
                  <a:lnTo>
                    <a:pt x="257397" y="307879"/>
                  </a:lnTo>
                  <a:lnTo>
                    <a:pt x="261815" y="304946"/>
                  </a:lnTo>
                  <a:lnTo>
                    <a:pt x="266138" y="301873"/>
                  </a:lnTo>
                  <a:lnTo>
                    <a:pt x="270361" y="298666"/>
                  </a:lnTo>
                  <a:lnTo>
                    <a:pt x="274480" y="295325"/>
                  </a:lnTo>
                  <a:lnTo>
                    <a:pt x="278491" y="291856"/>
                  </a:lnTo>
                  <a:lnTo>
                    <a:pt x="282390" y="288262"/>
                  </a:lnTo>
                  <a:lnTo>
                    <a:pt x="286173" y="284545"/>
                  </a:lnTo>
                  <a:lnTo>
                    <a:pt x="289837" y="280711"/>
                  </a:lnTo>
                  <a:lnTo>
                    <a:pt x="293377" y="276762"/>
                  </a:lnTo>
                  <a:lnTo>
                    <a:pt x="296789" y="272703"/>
                  </a:lnTo>
                  <a:lnTo>
                    <a:pt x="300072" y="268537"/>
                  </a:lnTo>
                  <a:lnTo>
                    <a:pt x="303220" y="264270"/>
                  </a:lnTo>
                  <a:lnTo>
                    <a:pt x="306232" y="259905"/>
                  </a:lnTo>
                  <a:lnTo>
                    <a:pt x="309104" y="255446"/>
                  </a:lnTo>
                  <a:lnTo>
                    <a:pt x="311833" y="250899"/>
                  </a:lnTo>
                  <a:lnTo>
                    <a:pt x="314416" y="246267"/>
                  </a:lnTo>
                  <a:lnTo>
                    <a:pt x="316851" y="241556"/>
                  </a:lnTo>
                  <a:lnTo>
                    <a:pt x="319135" y="236770"/>
                  </a:lnTo>
                  <a:lnTo>
                    <a:pt x="321266" y="231914"/>
                  </a:lnTo>
                  <a:lnTo>
                    <a:pt x="323243" y="226993"/>
                  </a:lnTo>
                  <a:lnTo>
                    <a:pt x="325062" y="222011"/>
                  </a:lnTo>
                  <a:lnTo>
                    <a:pt x="326722" y="216974"/>
                  </a:lnTo>
                  <a:lnTo>
                    <a:pt x="328221" y="211888"/>
                  </a:lnTo>
                  <a:lnTo>
                    <a:pt x="329559" y="206756"/>
                  </a:lnTo>
                  <a:lnTo>
                    <a:pt x="330733" y="201584"/>
                  </a:lnTo>
                  <a:lnTo>
                    <a:pt x="331742" y="196378"/>
                  </a:lnTo>
                  <a:lnTo>
                    <a:pt x="332586" y="191142"/>
                  </a:lnTo>
                  <a:lnTo>
                    <a:pt x="333263" y="185882"/>
                  </a:lnTo>
                  <a:lnTo>
                    <a:pt x="333773" y="180604"/>
                  </a:lnTo>
                  <a:lnTo>
                    <a:pt x="334116" y="175311"/>
                  </a:lnTo>
                  <a:lnTo>
                    <a:pt x="334290" y="170011"/>
                  </a:lnTo>
                  <a:lnTo>
                    <a:pt x="334296" y="164708"/>
                  </a:lnTo>
                  <a:lnTo>
                    <a:pt x="334134" y="159407"/>
                  </a:lnTo>
                  <a:lnTo>
                    <a:pt x="333804" y="154114"/>
                  </a:lnTo>
                  <a:lnTo>
                    <a:pt x="333306" y="148834"/>
                  </a:lnTo>
                  <a:lnTo>
                    <a:pt x="332641" y="143573"/>
                  </a:lnTo>
                  <a:lnTo>
                    <a:pt x="331809" y="13833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9364"/>
              <a:ext cx="164662" cy="28831"/>
            </a:xfrm>
            <a:custGeom>
              <a:avLst/>
              <a:pathLst>
                <a:path w="164662" h="28831">
                  <a:moveTo>
                    <a:pt x="164662" y="0"/>
                  </a:moveTo>
                  <a:lnTo>
                    <a:pt x="0" y="288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6713"/>
              <a:ext cx="164662" cy="31482"/>
            </a:xfrm>
            <a:custGeom>
              <a:avLst/>
              <a:pathLst>
                <a:path w="164662" h="31482">
                  <a:moveTo>
                    <a:pt x="164662" y="2651"/>
                  </a:moveTo>
                  <a:lnTo>
                    <a:pt x="164176" y="0"/>
                  </a:lnTo>
                  <a:lnTo>
                    <a:pt x="0" y="31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164176" cy="167167"/>
            </a:xfrm>
            <a:custGeom>
              <a:avLst/>
              <a:pathLst>
                <a:path w="164176" h="167167">
                  <a:moveTo>
                    <a:pt x="164176" y="135684"/>
                  </a:moveTo>
                  <a:lnTo>
                    <a:pt x="163052" y="130302"/>
                  </a:lnTo>
                  <a:lnTo>
                    <a:pt x="161751" y="124961"/>
                  </a:lnTo>
                  <a:lnTo>
                    <a:pt x="160276" y="119665"/>
                  </a:lnTo>
                  <a:lnTo>
                    <a:pt x="158627" y="114420"/>
                  </a:lnTo>
                  <a:lnTo>
                    <a:pt x="156807" y="109232"/>
                  </a:lnTo>
                  <a:lnTo>
                    <a:pt x="154817" y="104107"/>
                  </a:lnTo>
                  <a:lnTo>
                    <a:pt x="152660" y="99051"/>
                  </a:lnTo>
                  <a:lnTo>
                    <a:pt x="150337" y="94068"/>
                  </a:lnTo>
                  <a:lnTo>
                    <a:pt x="147852" y="89164"/>
                  </a:lnTo>
                  <a:lnTo>
                    <a:pt x="145207" y="84344"/>
                  </a:lnTo>
                  <a:lnTo>
                    <a:pt x="142405" y="79614"/>
                  </a:lnTo>
                  <a:lnTo>
                    <a:pt x="139449" y="74979"/>
                  </a:lnTo>
                  <a:lnTo>
                    <a:pt x="136342" y="70443"/>
                  </a:lnTo>
                  <a:lnTo>
                    <a:pt x="133088" y="66012"/>
                  </a:lnTo>
                  <a:lnTo>
                    <a:pt x="129690" y="61690"/>
                  </a:lnTo>
                  <a:lnTo>
                    <a:pt x="126151" y="57483"/>
                  </a:lnTo>
                  <a:lnTo>
                    <a:pt x="122476" y="53394"/>
                  </a:lnTo>
                  <a:lnTo>
                    <a:pt x="118669" y="49428"/>
                  </a:lnTo>
                  <a:lnTo>
                    <a:pt x="114733" y="45589"/>
                  </a:lnTo>
                  <a:lnTo>
                    <a:pt x="110673" y="41882"/>
                  </a:lnTo>
                  <a:lnTo>
                    <a:pt x="106494" y="38311"/>
                  </a:lnTo>
                  <a:lnTo>
                    <a:pt x="102199" y="34879"/>
                  </a:lnTo>
                  <a:lnTo>
                    <a:pt x="97794" y="31589"/>
                  </a:lnTo>
                  <a:lnTo>
                    <a:pt x="93283" y="28447"/>
                  </a:lnTo>
                  <a:lnTo>
                    <a:pt x="88671" y="25455"/>
                  </a:lnTo>
                  <a:lnTo>
                    <a:pt x="83963" y="22615"/>
                  </a:lnTo>
                  <a:lnTo>
                    <a:pt x="79164" y="19933"/>
                  </a:lnTo>
                  <a:lnTo>
                    <a:pt x="74280" y="17409"/>
                  </a:lnTo>
                  <a:lnTo>
                    <a:pt x="69315" y="15048"/>
                  </a:lnTo>
                  <a:lnTo>
                    <a:pt x="64275" y="12851"/>
                  </a:lnTo>
                  <a:lnTo>
                    <a:pt x="59166" y="10820"/>
                  </a:lnTo>
                  <a:lnTo>
                    <a:pt x="53993" y="8959"/>
                  </a:lnTo>
                  <a:lnTo>
                    <a:pt x="48762" y="7269"/>
                  </a:lnTo>
                  <a:lnTo>
                    <a:pt x="43477" y="5752"/>
                  </a:lnTo>
                  <a:lnTo>
                    <a:pt x="38146" y="4410"/>
                  </a:lnTo>
                  <a:lnTo>
                    <a:pt x="32774" y="3244"/>
                  </a:lnTo>
                  <a:lnTo>
                    <a:pt x="27366" y="2255"/>
                  </a:lnTo>
                  <a:lnTo>
                    <a:pt x="21928" y="1444"/>
                  </a:lnTo>
                  <a:lnTo>
                    <a:pt x="16467" y="813"/>
                  </a:lnTo>
                  <a:lnTo>
                    <a:pt x="10987" y="361"/>
                  </a:lnTo>
                  <a:lnTo>
                    <a:pt x="549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1052" y="941493"/>
              <a:ext cx="122491" cy="167167"/>
            </a:xfrm>
            <a:custGeom>
              <a:avLst/>
              <a:pathLst>
                <a:path w="122491" h="167167">
                  <a:moveTo>
                    <a:pt x="122491" y="0"/>
                  </a:moveTo>
                  <a:lnTo>
                    <a:pt x="116993" y="90"/>
                  </a:lnTo>
                  <a:lnTo>
                    <a:pt x="111501" y="361"/>
                  </a:lnTo>
                  <a:lnTo>
                    <a:pt x="106021" y="813"/>
                  </a:lnTo>
                  <a:lnTo>
                    <a:pt x="100559" y="1444"/>
                  </a:lnTo>
                  <a:lnTo>
                    <a:pt x="95121" y="2255"/>
                  </a:lnTo>
                  <a:lnTo>
                    <a:pt x="89712" y="3245"/>
                  </a:lnTo>
                  <a:lnTo>
                    <a:pt x="84339" y="4411"/>
                  </a:lnTo>
                  <a:lnTo>
                    <a:pt x="79006" y="5754"/>
                  </a:lnTo>
                  <a:lnTo>
                    <a:pt x="73721" y="7272"/>
                  </a:lnTo>
                  <a:lnTo>
                    <a:pt x="68489" y="8962"/>
                  </a:lnTo>
                  <a:lnTo>
                    <a:pt x="63315" y="10824"/>
                  </a:lnTo>
                  <a:lnTo>
                    <a:pt x="58206" y="12854"/>
                  </a:lnTo>
                  <a:lnTo>
                    <a:pt x="53165" y="15052"/>
                  </a:lnTo>
                  <a:lnTo>
                    <a:pt x="48200" y="17414"/>
                  </a:lnTo>
                  <a:lnTo>
                    <a:pt x="43315" y="19939"/>
                  </a:lnTo>
                  <a:lnTo>
                    <a:pt x="38516" y="22622"/>
                  </a:lnTo>
                  <a:lnTo>
                    <a:pt x="33808" y="25462"/>
                  </a:lnTo>
                  <a:lnTo>
                    <a:pt x="29195" y="28456"/>
                  </a:lnTo>
                  <a:lnTo>
                    <a:pt x="24684" y="31599"/>
                  </a:lnTo>
                  <a:lnTo>
                    <a:pt x="20278" y="34889"/>
                  </a:lnTo>
                  <a:lnTo>
                    <a:pt x="15983" y="38322"/>
                  </a:lnTo>
                  <a:lnTo>
                    <a:pt x="11803" y="41895"/>
                  </a:lnTo>
                  <a:lnTo>
                    <a:pt x="7743" y="45603"/>
                  </a:lnTo>
                  <a:lnTo>
                    <a:pt x="3807" y="49442"/>
                  </a:lnTo>
                  <a:lnTo>
                    <a:pt x="0" y="53409"/>
                  </a:lnTo>
                  <a:lnTo>
                    <a:pt x="12249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1052" y="994903"/>
              <a:ext cx="122491" cy="113757"/>
            </a:xfrm>
            <a:custGeom>
              <a:avLst/>
              <a:pathLst>
                <a:path w="122491" h="113757">
                  <a:moveTo>
                    <a:pt x="0" y="0"/>
                  </a:moveTo>
                  <a:lnTo>
                    <a:pt x="122491" y="1137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56391" y="984200"/>
              <a:ext cx="334302" cy="291626"/>
            </a:xfrm>
            <a:custGeom>
              <a:avLst/>
              <a:pathLst>
                <a:path w="334302" h="291626">
                  <a:moveTo>
                    <a:pt x="44660" y="10702"/>
                  </a:moveTo>
                  <a:lnTo>
                    <a:pt x="41112" y="14647"/>
                  </a:lnTo>
                  <a:lnTo>
                    <a:pt x="37690" y="18702"/>
                  </a:lnTo>
                  <a:lnTo>
                    <a:pt x="34398" y="22865"/>
                  </a:lnTo>
                  <a:lnTo>
                    <a:pt x="31241" y="27129"/>
                  </a:lnTo>
                  <a:lnTo>
                    <a:pt x="28220" y="31492"/>
                  </a:lnTo>
                  <a:lnTo>
                    <a:pt x="25340" y="35948"/>
                  </a:lnTo>
                  <a:lnTo>
                    <a:pt x="22602" y="40494"/>
                  </a:lnTo>
                  <a:lnTo>
                    <a:pt x="20010" y="45124"/>
                  </a:lnTo>
                  <a:lnTo>
                    <a:pt x="17566" y="49834"/>
                  </a:lnTo>
                  <a:lnTo>
                    <a:pt x="15273" y="54619"/>
                  </a:lnTo>
                  <a:lnTo>
                    <a:pt x="13133" y="59475"/>
                  </a:lnTo>
                  <a:lnTo>
                    <a:pt x="11148" y="64396"/>
                  </a:lnTo>
                  <a:lnTo>
                    <a:pt x="9320" y="69378"/>
                  </a:lnTo>
                  <a:lnTo>
                    <a:pt x="7651" y="74415"/>
                  </a:lnTo>
                  <a:lnTo>
                    <a:pt x="6143" y="79502"/>
                  </a:lnTo>
                  <a:lnTo>
                    <a:pt x="4797" y="84635"/>
                  </a:lnTo>
                  <a:lnTo>
                    <a:pt x="3615" y="89808"/>
                  </a:lnTo>
                  <a:lnTo>
                    <a:pt x="2598" y="95016"/>
                  </a:lnTo>
                  <a:lnTo>
                    <a:pt x="1746" y="100254"/>
                  </a:lnTo>
                  <a:lnTo>
                    <a:pt x="1061" y="105516"/>
                  </a:lnTo>
                  <a:lnTo>
                    <a:pt x="544" y="110797"/>
                  </a:lnTo>
                  <a:lnTo>
                    <a:pt x="194" y="116091"/>
                  </a:lnTo>
                  <a:lnTo>
                    <a:pt x="13" y="121395"/>
                  </a:lnTo>
                  <a:lnTo>
                    <a:pt x="0" y="126701"/>
                  </a:lnTo>
                  <a:lnTo>
                    <a:pt x="155" y="132005"/>
                  </a:lnTo>
                  <a:lnTo>
                    <a:pt x="478" y="137302"/>
                  </a:lnTo>
                  <a:lnTo>
                    <a:pt x="970" y="142585"/>
                  </a:lnTo>
                  <a:lnTo>
                    <a:pt x="1629" y="147850"/>
                  </a:lnTo>
                  <a:lnTo>
                    <a:pt x="2455" y="153092"/>
                  </a:lnTo>
                  <a:lnTo>
                    <a:pt x="3447" y="158305"/>
                  </a:lnTo>
                  <a:lnTo>
                    <a:pt x="4603" y="163484"/>
                  </a:lnTo>
                  <a:lnTo>
                    <a:pt x="5924" y="168623"/>
                  </a:lnTo>
                  <a:lnTo>
                    <a:pt x="7407" y="173718"/>
                  </a:lnTo>
                  <a:lnTo>
                    <a:pt x="9051" y="178763"/>
                  </a:lnTo>
                  <a:lnTo>
                    <a:pt x="10854" y="183754"/>
                  </a:lnTo>
                  <a:lnTo>
                    <a:pt x="12814" y="188685"/>
                  </a:lnTo>
                  <a:lnTo>
                    <a:pt x="14931" y="193551"/>
                  </a:lnTo>
                  <a:lnTo>
                    <a:pt x="17200" y="198347"/>
                  </a:lnTo>
                  <a:lnTo>
                    <a:pt x="19621" y="203069"/>
                  </a:lnTo>
                  <a:lnTo>
                    <a:pt x="22190" y="207712"/>
                  </a:lnTo>
                  <a:lnTo>
                    <a:pt x="24905" y="212271"/>
                  </a:lnTo>
                  <a:lnTo>
                    <a:pt x="27764" y="216742"/>
                  </a:lnTo>
                  <a:lnTo>
                    <a:pt x="30763" y="221119"/>
                  </a:lnTo>
                  <a:lnTo>
                    <a:pt x="33900" y="225399"/>
                  </a:lnTo>
                  <a:lnTo>
                    <a:pt x="37171" y="229577"/>
                  </a:lnTo>
                  <a:lnTo>
                    <a:pt x="40572" y="233650"/>
                  </a:lnTo>
                  <a:lnTo>
                    <a:pt x="44102" y="237612"/>
                  </a:lnTo>
                  <a:lnTo>
                    <a:pt x="47755" y="241461"/>
                  </a:lnTo>
                  <a:lnTo>
                    <a:pt x="51529" y="245191"/>
                  </a:lnTo>
                  <a:lnTo>
                    <a:pt x="55419" y="248800"/>
                  </a:lnTo>
                  <a:lnTo>
                    <a:pt x="59422" y="252284"/>
                  </a:lnTo>
                  <a:lnTo>
                    <a:pt x="63533" y="255639"/>
                  </a:lnTo>
                  <a:lnTo>
                    <a:pt x="67749" y="258861"/>
                  </a:lnTo>
                  <a:lnTo>
                    <a:pt x="72064" y="261949"/>
                  </a:lnTo>
                  <a:lnTo>
                    <a:pt x="76476" y="264897"/>
                  </a:lnTo>
                  <a:lnTo>
                    <a:pt x="80979" y="267704"/>
                  </a:lnTo>
                  <a:lnTo>
                    <a:pt x="85569" y="270367"/>
                  </a:lnTo>
                  <a:lnTo>
                    <a:pt x="90241" y="272883"/>
                  </a:lnTo>
                  <a:lnTo>
                    <a:pt x="94990" y="275249"/>
                  </a:lnTo>
                  <a:lnTo>
                    <a:pt x="99813" y="277464"/>
                  </a:lnTo>
                  <a:lnTo>
                    <a:pt x="104703" y="279524"/>
                  </a:lnTo>
                  <a:lnTo>
                    <a:pt x="109656" y="281428"/>
                  </a:lnTo>
                  <a:lnTo>
                    <a:pt x="114667" y="283174"/>
                  </a:lnTo>
                  <a:lnTo>
                    <a:pt x="119730" y="284760"/>
                  </a:lnTo>
                  <a:lnTo>
                    <a:pt x="124842" y="286184"/>
                  </a:lnTo>
                  <a:lnTo>
                    <a:pt x="129996" y="287445"/>
                  </a:lnTo>
                  <a:lnTo>
                    <a:pt x="135188" y="288542"/>
                  </a:lnTo>
                  <a:lnTo>
                    <a:pt x="140412" y="289474"/>
                  </a:lnTo>
                  <a:lnTo>
                    <a:pt x="145663" y="290240"/>
                  </a:lnTo>
                  <a:lnTo>
                    <a:pt x="150935" y="290838"/>
                  </a:lnTo>
                  <a:lnTo>
                    <a:pt x="156224" y="291269"/>
                  </a:lnTo>
                  <a:lnTo>
                    <a:pt x="161524" y="291532"/>
                  </a:lnTo>
                  <a:lnTo>
                    <a:pt x="166829" y="291626"/>
                  </a:lnTo>
                  <a:lnTo>
                    <a:pt x="172135" y="291552"/>
                  </a:lnTo>
                  <a:lnTo>
                    <a:pt x="177436" y="291310"/>
                  </a:lnTo>
                  <a:lnTo>
                    <a:pt x="182726" y="290900"/>
                  </a:lnTo>
                  <a:lnTo>
                    <a:pt x="188001" y="290322"/>
                  </a:lnTo>
                  <a:lnTo>
                    <a:pt x="193255" y="289576"/>
                  </a:lnTo>
                  <a:lnTo>
                    <a:pt x="198482" y="288665"/>
                  </a:lnTo>
                  <a:lnTo>
                    <a:pt x="203678" y="287587"/>
                  </a:lnTo>
                  <a:lnTo>
                    <a:pt x="208837" y="286346"/>
                  </a:lnTo>
                  <a:lnTo>
                    <a:pt x="213954" y="284941"/>
                  </a:lnTo>
                  <a:lnTo>
                    <a:pt x="219024" y="283375"/>
                  </a:lnTo>
                  <a:lnTo>
                    <a:pt x="224042" y="281649"/>
                  </a:lnTo>
                  <a:lnTo>
                    <a:pt x="229002" y="279764"/>
                  </a:lnTo>
                  <a:lnTo>
                    <a:pt x="233900" y="277723"/>
                  </a:lnTo>
                  <a:lnTo>
                    <a:pt x="238731" y="275527"/>
                  </a:lnTo>
                  <a:lnTo>
                    <a:pt x="243490" y="273179"/>
                  </a:lnTo>
                  <a:lnTo>
                    <a:pt x="248171" y="270681"/>
                  </a:lnTo>
                  <a:lnTo>
                    <a:pt x="252771" y="268036"/>
                  </a:lnTo>
                  <a:lnTo>
                    <a:pt x="257285" y="265246"/>
                  </a:lnTo>
                  <a:lnTo>
                    <a:pt x="261708" y="262315"/>
                  </a:lnTo>
                  <a:lnTo>
                    <a:pt x="266036" y="259244"/>
                  </a:lnTo>
                  <a:lnTo>
                    <a:pt x="270264" y="256038"/>
                  </a:lnTo>
                  <a:lnTo>
                    <a:pt x="274388" y="252699"/>
                  </a:lnTo>
                  <a:lnTo>
                    <a:pt x="278404" y="249231"/>
                  </a:lnTo>
                  <a:lnTo>
                    <a:pt x="282308" y="245637"/>
                  </a:lnTo>
                  <a:lnTo>
                    <a:pt x="286096" y="241921"/>
                  </a:lnTo>
                  <a:lnTo>
                    <a:pt x="289764" y="238087"/>
                  </a:lnTo>
                  <a:lnTo>
                    <a:pt x="293309" y="234138"/>
                  </a:lnTo>
                  <a:lnTo>
                    <a:pt x="296726" y="230078"/>
                  </a:lnTo>
                  <a:lnTo>
                    <a:pt x="300013" y="225913"/>
                  </a:lnTo>
                  <a:lnTo>
                    <a:pt x="303166" y="221645"/>
                  </a:lnTo>
                  <a:lnTo>
                    <a:pt x="306182" y="217279"/>
                  </a:lnTo>
                  <a:lnTo>
                    <a:pt x="309058" y="212819"/>
                  </a:lnTo>
                  <a:lnTo>
                    <a:pt x="311791" y="208271"/>
                  </a:lnTo>
                  <a:lnTo>
                    <a:pt x="314379" y="203638"/>
                  </a:lnTo>
                  <a:lnTo>
                    <a:pt x="316817" y="198925"/>
                  </a:lnTo>
                  <a:lnTo>
                    <a:pt x="319105" y="194138"/>
                  </a:lnTo>
                  <a:lnTo>
                    <a:pt x="321240" y="189280"/>
                  </a:lnTo>
                  <a:lnTo>
                    <a:pt x="323220" y="184357"/>
                  </a:lnTo>
                  <a:lnTo>
                    <a:pt x="325043" y="179373"/>
                  </a:lnTo>
                  <a:lnTo>
                    <a:pt x="326706" y="174334"/>
                  </a:lnTo>
                  <a:lnTo>
                    <a:pt x="328208" y="169245"/>
                  </a:lnTo>
                  <a:lnTo>
                    <a:pt x="329549" y="164111"/>
                  </a:lnTo>
                  <a:lnTo>
                    <a:pt x="330725" y="158936"/>
                  </a:lnTo>
                  <a:lnTo>
                    <a:pt x="331737" y="153727"/>
                  </a:lnTo>
                  <a:lnTo>
                    <a:pt x="332583" y="148489"/>
                  </a:lnTo>
                  <a:lnTo>
                    <a:pt x="333263" y="143226"/>
                  </a:lnTo>
                  <a:lnTo>
                    <a:pt x="333775" y="137945"/>
                  </a:lnTo>
                  <a:lnTo>
                    <a:pt x="334119" y="132650"/>
                  </a:lnTo>
                  <a:lnTo>
                    <a:pt x="334294" y="127346"/>
                  </a:lnTo>
                  <a:lnTo>
                    <a:pt x="334302" y="122040"/>
                  </a:lnTo>
                  <a:lnTo>
                    <a:pt x="334141" y="116736"/>
                  </a:lnTo>
                  <a:lnTo>
                    <a:pt x="333812" y="111440"/>
                  </a:lnTo>
                  <a:lnTo>
                    <a:pt x="333314" y="106157"/>
                  </a:lnTo>
                  <a:lnTo>
                    <a:pt x="332650" y="100892"/>
                  </a:lnTo>
                  <a:lnTo>
                    <a:pt x="331818" y="95651"/>
                  </a:lnTo>
                  <a:lnTo>
                    <a:pt x="330821" y="90440"/>
                  </a:lnTo>
                  <a:lnTo>
                    <a:pt x="329659" y="85262"/>
                  </a:lnTo>
                  <a:lnTo>
                    <a:pt x="328333" y="80124"/>
                  </a:lnTo>
                  <a:lnTo>
                    <a:pt x="326845" y="75031"/>
                  </a:lnTo>
                  <a:lnTo>
                    <a:pt x="325195" y="69987"/>
                  </a:lnTo>
                  <a:lnTo>
                    <a:pt x="323387" y="64999"/>
                  </a:lnTo>
                  <a:lnTo>
                    <a:pt x="321421" y="60070"/>
                  </a:lnTo>
                  <a:lnTo>
                    <a:pt x="319300" y="55206"/>
                  </a:lnTo>
                  <a:lnTo>
                    <a:pt x="317025" y="50412"/>
                  </a:lnTo>
                  <a:lnTo>
                    <a:pt x="314599" y="45692"/>
                  </a:lnTo>
                  <a:lnTo>
                    <a:pt x="312025" y="41052"/>
                  </a:lnTo>
                  <a:lnTo>
                    <a:pt x="309305" y="36496"/>
                  </a:lnTo>
                  <a:lnTo>
                    <a:pt x="306441" y="32029"/>
                  </a:lnTo>
                  <a:lnTo>
                    <a:pt x="303438" y="27655"/>
                  </a:lnTo>
                  <a:lnTo>
                    <a:pt x="300296" y="23378"/>
                  </a:lnTo>
                  <a:lnTo>
                    <a:pt x="297021" y="19203"/>
                  </a:lnTo>
                  <a:lnTo>
                    <a:pt x="293615" y="15134"/>
                  </a:lnTo>
                  <a:lnTo>
                    <a:pt x="290082" y="11175"/>
                  </a:lnTo>
                  <a:lnTo>
                    <a:pt x="286424" y="7331"/>
                  </a:lnTo>
                  <a:lnTo>
                    <a:pt x="282647" y="3604"/>
                  </a:lnTo>
                  <a:lnTo>
                    <a:pt x="278753" y="0"/>
                  </a:lnTo>
                  <a:lnTo>
                    <a:pt x="167152" y="1244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111600" cy="167167"/>
            </a:xfrm>
            <a:custGeom>
              <a:avLst/>
              <a:pathLst>
                <a:path w="111600" h="167167">
                  <a:moveTo>
                    <a:pt x="111600" y="42707"/>
                  </a:moveTo>
                  <a:lnTo>
                    <a:pt x="107404" y="39068"/>
                  </a:lnTo>
                  <a:lnTo>
                    <a:pt x="103089" y="35571"/>
                  </a:lnTo>
                  <a:lnTo>
                    <a:pt x="98661" y="32219"/>
                  </a:lnTo>
                  <a:lnTo>
                    <a:pt x="94123" y="29016"/>
                  </a:lnTo>
                  <a:lnTo>
                    <a:pt x="89482" y="25965"/>
                  </a:lnTo>
                  <a:lnTo>
                    <a:pt x="84742" y="23071"/>
                  </a:lnTo>
                  <a:lnTo>
                    <a:pt x="79908" y="20335"/>
                  </a:lnTo>
                  <a:lnTo>
                    <a:pt x="74986" y="17762"/>
                  </a:lnTo>
                  <a:lnTo>
                    <a:pt x="69982" y="15353"/>
                  </a:lnTo>
                  <a:lnTo>
                    <a:pt x="64900" y="13112"/>
                  </a:lnTo>
                  <a:lnTo>
                    <a:pt x="59746" y="11041"/>
                  </a:lnTo>
                  <a:lnTo>
                    <a:pt x="54527" y="9142"/>
                  </a:lnTo>
                  <a:lnTo>
                    <a:pt x="49247" y="7418"/>
                  </a:lnTo>
                  <a:lnTo>
                    <a:pt x="43913" y="5870"/>
                  </a:lnTo>
                  <a:lnTo>
                    <a:pt x="38530" y="4501"/>
                  </a:lnTo>
                  <a:lnTo>
                    <a:pt x="33105" y="3310"/>
                  </a:lnTo>
                  <a:lnTo>
                    <a:pt x="27644" y="2301"/>
                  </a:lnTo>
                  <a:lnTo>
                    <a:pt x="22152" y="1474"/>
                  </a:lnTo>
                  <a:lnTo>
                    <a:pt x="16635" y="829"/>
                  </a:lnTo>
                  <a:lnTo>
                    <a:pt x="11100" y="368"/>
                  </a:lnTo>
                  <a:lnTo>
                    <a:pt x="555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2294" y="941493"/>
              <a:ext cx="93921" cy="167167"/>
            </a:xfrm>
            <a:custGeom>
              <a:avLst/>
              <a:pathLst>
                <a:path w="93921" h="167167">
                  <a:moveTo>
                    <a:pt x="93921" y="0"/>
                  </a:moveTo>
                  <a:lnTo>
                    <a:pt x="88055" y="102"/>
                  </a:lnTo>
                  <a:lnTo>
                    <a:pt x="82197" y="411"/>
                  </a:lnTo>
                  <a:lnTo>
                    <a:pt x="76353" y="925"/>
                  </a:lnTo>
                  <a:lnTo>
                    <a:pt x="70531" y="1644"/>
                  </a:lnTo>
                  <a:lnTo>
                    <a:pt x="64738" y="2567"/>
                  </a:lnTo>
                  <a:lnTo>
                    <a:pt x="58980" y="3692"/>
                  </a:lnTo>
                  <a:lnTo>
                    <a:pt x="53266" y="5018"/>
                  </a:lnTo>
                  <a:lnTo>
                    <a:pt x="47602" y="6545"/>
                  </a:lnTo>
                  <a:lnTo>
                    <a:pt x="41994" y="8269"/>
                  </a:lnTo>
                  <a:lnTo>
                    <a:pt x="36451" y="10189"/>
                  </a:lnTo>
                  <a:lnTo>
                    <a:pt x="30978" y="12302"/>
                  </a:lnTo>
                  <a:lnTo>
                    <a:pt x="25583" y="14606"/>
                  </a:lnTo>
                  <a:lnTo>
                    <a:pt x="20272" y="17097"/>
                  </a:lnTo>
                  <a:lnTo>
                    <a:pt x="15052" y="19774"/>
                  </a:lnTo>
                  <a:lnTo>
                    <a:pt x="9929" y="22632"/>
                  </a:lnTo>
                  <a:lnTo>
                    <a:pt x="4910" y="25668"/>
                  </a:lnTo>
                  <a:lnTo>
                    <a:pt x="0" y="28878"/>
                  </a:lnTo>
                  <a:lnTo>
                    <a:pt x="9392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2294" y="97037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19049" y="970372"/>
              <a:ext cx="167166" cy="262448"/>
            </a:xfrm>
            <a:custGeom>
              <a:avLst/>
              <a:pathLst>
                <a:path w="167166" h="262448">
                  <a:moveTo>
                    <a:pt x="73245" y="0"/>
                  </a:moveTo>
                  <a:lnTo>
                    <a:pt x="68822" y="3109"/>
                  </a:lnTo>
                  <a:lnTo>
                    <a:pt x="64501" y="6360"/>
                  </a:lnTo>
                  <a:lnTo>
                    <a:pt x="60289" y="9749"/>
                  </a:lnTo>
                  <a:lnTo>
                    <a:pt x="56188" y="13273"/>
                  </a:lnTo>
                  <a:lnTo>
                    <a:pt x="52203" y="16927"/>
                  </a:lnTo>
                  <a:lnTo>
                    <a:pt x="48338" y="20709"/>
                  </a:lnTo>
                  <a:lnTo>
                    <a:pt x="44598" y="24613"/>
                  </a:lnTo>
                  <a:lnTo>
                    <a:pt x="40986" y="28636"/>
                  </a:lnTo>
                  <a:lnTo>
                    <a:pt x="37506" y="32774"/>
                  </a:lnTo>
                  <a:lnTo>
                    <a:pt x="34161" y="37022"/>
                  </a:lnTo>
                  <a:lnTo>
                    <a:pt x="30956" y="41377"/>
                  </a:lnTo>
                  <a:lnTo>
                    <a:pt x="27893" y="45832"/>
                  </a:lnTo>
                  <a:lnTo>
                    <a:pt x="24976" y="50385"/>
                  </a:lnTo>
                  <a:lnTo>
                    <a:pt x="22208" y="55029"/>
                  </a:lnTo>
                  <a:lnTo>
                    <a:pt x="19591" y="59760"/>
                  </a:lnTo>
                  <a:lnTo>
                    <a:pt x="17129" y="64574"/>
                  </a:lnTo>
                  <a:lnTo>
                    <a:pt x="14823" y="69465"/>
                  </a:lnTo>
                  <a:lnTo>
                    <a:pt x="12677" y="74427"/>
                  </a:lnTo>
                  <a:lnTo>
                    <a:pt x="10693" y="79457"/>
                  </a:lnTo>
                  <a:lnTo>
                    <a:pt x="8872" y="84548"/>
                  </a:lnTo>
                  <a:lnTo>
                    <a:pt x="7217" y="89695"/>
                  </a:lnTo>
                  <a:lnTo>
                    <a:pt x="5729" y="94893"/>
                  </a:lnTo>
                  <a:lnTo>
                    <a:pt x="4410" y="100136"/>
                  </a:lnTo>
                  <a:lnTo>
                    <a:pt x="3261" y="105420"/>
                  </a:lnTo>
                  <a:lnTo>
                    <a:pt x="2284" y="110738"/>
                  </a:lnTo>
                  <a:lnTo>
                    <a:pt x="1479" y="116084"/>
                  </a:lnTo>
                  <a:lnTo>
                    <a:pt x="848" y="121454"/>
                  </a:lnTo>
                  <a:lnTo>
                    <a:pt x="391" y="126841"/>
                  </a:lnTo>
                  <a:lnTo>
                    <a:pt x="108" y="132241"/>
                  </a:lnTo>
                  <a:lnTo>
                    <a:pt x="0" y="137646"/>
                  </a:lnTo>
                  <a:lnTo>
                    <a:pt x="66" y="143053"/>
                  </a:lnTo>
                  <a:lnTo>
                    <a:pt x="308" y="148454"/>
                  </a:lnTo>
                  <a:lnTo>
                    <a:pt x="724" y="153845"/>
                  </a:lnTo>
                  <a:lnTo>
                    <a:pt x="1314" y="159219"/>
                  </a:lnTo>
                  <a:lnTo>
                    <a:pt x="2078" y="164572"/>
                  </a:lnTo>
                  <a:lnTo>
                    <a:pt x="3014" y="169897"/>
                  </a:lnTo>
                  <a:lnTo>
                    <a:pt x="4122" y="175189"/>
                  </a:lnTo>
                  <a:lnTo>
                    <a:pt x="5401" y="180443"/>
                  </a:lnTo>
                  <a:lnTo>
                    <a:pt x="6848" y="185652"/>
                  </a:lnTo>
                  <a:lnTo>
                    <a:pt x="8464" y="190812"/>
                  </a:lnTo>
                  <a:lnTo>
                    <a:pt x="10246" y="195917"/>
                  </a:lnTo>
                  <a:lnTo>
                    <a:pt x="12191" y="200961"/>
                  </a:lnTo>
                  <a:lnTo>
                    <a:pt x="14299" y="205940"/>
                  </a:lnTo>
                  <a:lnTo>
                    <a:pt x="16567" y="210848"/>
                  </a:lnTo>
                  <a:lnTo>
                    <a:pt x="18992" y="215681"/>
                  </a:lnTo>
                  <a:lnTo>
                    <a:pt x="21573" y="220432"/>
                  </a:lnTo>
                  <a:lnTo>
                    <a:pt x="24305" y="225097"/>
                  </a:lnTo>
                  <a:lnTo>
                    <a:pt x="27187" y="229672"/>
                  </a:lnTo>
                  <a:lnTo>
                    <a:pt x="30216" y="234151"/>
                  </a:lnTo>
                  <a:lnTo>
                    <a:pt x="33388" y="238530"/>
                  </a:lnTo>
                  <a:lnTo>
                    <a:pt x="36699" y="242804"/>
                  </a:lnTo>
                  <a:lnTo>
                    <a:pt x="40148" y="246968"/>
                  </a:lnTo>
                  <a:lnTo>
                    <a:pt x="43729" y="251019"/>
                  </a:lnTo>
                  <a:lnTo>
                    <a:pt x="47439" y="254952"/>
                  </a:lnTo>
                  <a:lnTo>
                    <a:pt x="51274" y="258763"/>
                  </a:lnTo>
                  <a:lnTo>
                    <a:pt x="55231" y="262448"/>
                  </a:lnTo>
                  <a:lnTo>
                    <a:pt x="167166" y="1382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4281" y="941493"/>
              <a:ext cx="279084" cy="334334"/>
            </a:xfrm>
            <a:custGeom>
              <a:avLst/>
              <a:pathLst>
                <a:path w="279084" h="334334">
                  <a:moveTo>
                    <a:pt x="0" y="291326"/>
                  </a:moveTo>
                  <a:lnTo>
                    <a:pt x="3999" y="294819"/>
                  </a:lnTo>
                  <a:lnTo>
                    <a:pt x="8108" y="298182"/>
                  </a:lnTo>
                  <a:lnTo>
                    <a:pt x="12321" y="301414"/>
                  </a:lnTo>
                  <a:lnTo>
                    <a:pt x="16635" y="304509"/>
                  </a:lnTo>
                  <a:lnTo>
                    <a:pt x="21045" y="307467"/>
                  </a:lnTo>
                  <a:lnTo>
                    <a:pt x="25546" y="310283"/>
                  </a:lnTo>
                  <a:lnTo>
                    <a:pt x="30135" y="312954"/>
                  </a:lnTo>
                  <a:lnTo>
                    <a:pt x="34807" y="315478"/>
                  </a:lnTo>
                  <a:lnTo>
                    <a:pt x="39556" y="317853"/>
                  </a:lnTo>
                  <a:lnTo>
                    <a:pt x="44378" y="320076"/>
                  </a:lnTo>
                  <a:lnTo>
                    <a:pt x="49268" y="322144"/>
                  </a:lnTo>
                  <a:lnTo>
                    <a:pt x="54222" y="324056"/>
                  </a:lnTo>
                  <a:lnTo>
                    <a:pt x="59233" y="325810"/>
                  </a:lnTo>
                  <a:lnTo>
                    <a:pt x="64298" y="327404"/>
                  </a:lnTo>
                  <a:lnTo>
                    <a:pt x="69411" y="328836"/>
                  </a:lnTo>
                  <a:lnTo>
                    <a:pt x="74567" y="330105"/>
                  </a:lnTo>
                  <a:lnTo>
                    <a:pt x="79761" y="331209"/>
                  </a:lnTo>
                  <a:lnTo>
                    <a:pt x="84987" y="332148"/>
                  </a:lnTo>
                  <a:lnTo>
                    <a:pt x="90240" y="332921"/>
                  </a:lnTo>
                  <a:lnTo>
                    <a:pt x="95515" y="333526"/>
                  </a:lnTo>
                  <a:lnTo>
                    <a:pt x="100807" y="333964"/>
                  </a:lnTo>
                  <a:lnTo>
                    <a:pt x="106110" y="334233"/>
                  </a:lnTo>
                  <a:lnTo>
                    <a:pt x="111419" y="334334"/>
                  </a:lnTo>
                  <a:lnTo>
                    <a:pt x="116728" y="334266"/>
                  </a:lnTo>
                  <a:lnTo>
                    <a:pt x="122032" y="334029"/>
                  </a:lnTo>
                  <a:lnTo>
                    <a:pt x="127327" y="333624"/>
                  </a:lnTo>
                  <a:lnTo>
                    <a:pt x="132606" y="333051"/>
                  </a:lnTo>
                  <a:lnTo>
                    <a:pt x="137863" y="332311"/>
                  </a:lnTo>
                  <a:lnTo>
                    <a:pt x="143095" y="331404"/>
                  </a:lnTo>
                  <a:lnTo>
                    <a:pt x="148296" y="330332"/>
                  </a:lnTo>
                  <a:lnTo>
                    <a:pt x="153459" y="329095"/>
                  </a:lnTo>
                  <a:lnTo>
                    <a:pt x="158581" y="327694"/>
                  </a:lnTo>
                  <a:lnTo>
                    <a:pt x="163656" y="326132"/>
                  </a:lnTo>
                  <a:lnTo>
                    <a:pt x="168678" y="324409"/>
                  </a:lnTo>
                  <a:lnTo>
                    <a:pt x="173643" y="322528"/>
                  </a:lnTo>
                  <a:lnTo>
                    <a:pt x="178546" y="320489"/>
                  </a:lnTo>
                  <a:lnTo>
                    <a:pt x="183382" y="318297"/>
                  </a:lnTo>
                  <a:lnTo>
                    <a:pt x="188146" y="315951"/>
                  </a:lnTo>
                  <a:lnTo>
                    <a:pt x="192833" y="313456"/>
                  </a:lnTo>
                  <a:lnTo>
                    <a:pt x="197438" y="310813"/>
                  </a:lnTo>
                  <a:lnTo>
                    <a:pt x="201957" y="308025"/>
                  </a:lnTo>
                  <a:lnTo>
                    <a:pt x="206385" y="305095"/>
                  </a:lnTo>
                  <a:lnTo>
                    <a:pt x="210718" y="302025"/>
                  </a:lnTo>
                  <a:lnTo>
                    <a:pt x="214951" y="298820"/>
                  </a:lnTo>
                  <a:lnTo>
                    <a:pt x="219080" y="295482"/>
                  </a:lnTo>
                  <a:lnTo>
                    <a:pt x="223101" y="292014"/>
                  </a:lnTo>
                  <a:lnTo>
                    <a:pt x="227010" y="288421"/>
                  </a:lnTo>
                  <a:lnTo>
                    <a:pt x="230803" y="284705"/>
                  </a:lnTo>
                  <a:lnTo>
                    <a:pt x="234476" y="280871"/>
                  </a:lnTo>
                  <a:lnTo>
                    <a:pt x="238025" y="276921"/>
                  </a:lnTo>
                  <a:lnTo>
                    <a:pt x="241447" y="272862"/>
                  </a:lnTo>
                  <a:lnTo>
                    <a:pt x="244739" y="268695"/>
                  </a:lnTo>
                  <a:lnTo>
                    <a:pt x="247896" y="264426"/>
                  </a:lnTo>
                  <a:lnTo>
                    <a:pt x="250916" y="260059"/>
                  </a:lnTo>
                  <a:lnTo>
                    <a:pt x="253796" y="255598"/>
                  </a:lnTo>
                  <a:lnTo>
                    <a:pt x="256533" y="251048"/>
                  </a:lnTo>
                  <a:lnTo>
                    <a:pt x="259124" y="246413"/>
                  </a:lnTo>
                  <a:lnTo>
                    <a:pt x="261567" y="241699"/>
                  </a:lnTo>
                  <a:lnTo>
                    <a:pt x="263859" y="236909"/>
                  </a:lnTo>
                  <a:lnTo>
                    <a:pt x="265997" y="232049"/>
                  </a:lnTo>
                  <a:lnTo>
                    <a:pt x="267980" y="227123"/>
                  </a:lnTo>
                  <a:lnTo>
                    <a:pt x="269805" y="222137"/>
                  </a:lnTo>
                  <a:lnTo>
                    <a:pt x="271471" y="217096"/>
                  </a:lnTo>
                  <a:lnTo>
                    <a:pt x="272977" y="212004"/>
                  </a:lnTo>
                  <a:lnTo>
                    <a:pt x="274319" y="206867"/>
                  </a:lnTo>
                  <a:lnTo>
                    <a:pt x="275498" y="201689"/>
                  </a:lnTo>
                  <a:lnTo>
                    <a:pt x="276512" y="196477"/>
                  </a:lnTo>
                  <a:lnTo>
                    <a:pt x="277360" y="191236"/>
                  </a:lnTo>
                  <a:lnTo>
                    <a:pt x="278041" y="185970"/>
                  </a:lnTo>
                  <a:lnTo>
                    <a:pt x="278554" y="180685"/>
                  </a:lnTo>
                  <a:lnTo>
                    <a:pt x="278899" y="175386"/>
                  </a:lnTo>
                  <a:lnTo>
                    <a:pt x="279076" y="170080"/>
                  </a:lnTo>
                  <a:lnTo>
                    <a:pt x="279084" y="164770"/>
                  </a:lnTo>
                  <a:lnTo>
                    <a:pt x="278924" y="159462"/>
                  </a:lnTo>
                  <a:lnTo>
                    <a:pt x="278595" y="154163"/>
                  </a:lnTo>
                  <a:lnTo>
                    <a:pt x="278098" y="148876"/>
                  </a:lnTo>
                  <a:lnTo>
                    <a:pt x="277433" y="143609"/>
                  </a:lnTo>
                  <a:lnTo>
                    <a:pt x="276602" y="138364"/>
                  </a:lnTo>
                  <a:lnTo>
                    <a:pt x="275604" y="133149"/>
                  </a:lnTo>
                  <a:lnTo>
                    <a:pt x="274441" y="127968"/>
                  </a:lnTo>
                  <a:lnTo>
                    <a:pt x="273114" y="122827"/>
                  </a:lnTo>
                  <a:lnTo>
                    <a:pt x="271625" y="117730"/>
                  </a:lnTo>
                  <a:lnTo>
                    <a:pt x="269974" y="112684"/>
                  </a:lnTo>
                  <a:lnTo>
                    <a:pt x="268164" y="107692"/>
                  </a:lnTo>
                  <a:lnTo>
                    <a:pt x="266196" y="102760"/>
                  </a:lnTo>
                  <a:lnTo>
                    <a:pt x="264073" y="97894"/>
                  </a:lnTo>
                  <a:lnTo>
                    <a:pt x="261796" y="93097"/>
                  </a:lnTo>
                  <a:lnTo>
                    <a:pt x="259368" y="88375"/>
                  </a:lnTo>
                  <a:lnTo>
                    <a:pt x="256791" y="83732"/>
                  </a:lnTo>
                  <a:lnTo>
                    <a:pt x="254068" y="79174"/>
                  </a:lnTo>
                  <a:lnTo>
                    <a:pt x="251202" y="74704"/>
                  </a:lnTo>
                  <a:lnTo>
                    <a:pt x="248195" y="70328"/>
                  </a:lnTo>
                  <a:lnTo>
                    <a:pt x="245051" y="66049"/>
                  </a:lnTo>
                  <a:lnTo>
                    <a:pt x="241773" y="61872"/>
                  </a:lnTo>
                  <a:lnTo>
                    <a:pt x="238363" y="57802"/>
                  </a:lnTo>
                  <a:lnTo>
                    <a:pt x="234826" y="53842"/>
                  </a:lnTo>
                  <a:lnTo>
                    <a:pt x="231165" y="49996"/>
                  </a:lnTo>
                  <a:lnTo>
                    <a:pt x="227383" y="46268"/>
                  </a:lnTo>
                  <a:lnTo>
                    <a:pt x="223486" y="42663"/>
                  </a:lnTo>
                  <a:lnTo>
                    <a:pt x="219475" y="39183"/>
                  </a:lnTo>
                  <a:lnTo>
                    <a:pt x="215356" y="35832"/>
                  </a:lnTo>
                  <a:lnTo>
                    <a:pt x="211133" y="32614"/>
                  </a:lnTo>
                  <a:lnTo>
                    <a:pt x="206810" y="29531"/>
                  </a:lnTo>
                  <a:lnTo>
                    <a:pt x="202391" y="26587"/>
                  </a:lnTo>
                  <a:lnTo>
                    <a:pt x="197880" y="23786"/>
                  </a:lnTo>
                  <a:lnTo>
                    <a:pt x="193283" y="21128"/>
                  </a:lnTo>
                  <a:lnTo>
                    <a:pt x="188604" y="18618"/>
                  </a:lnTo>
                  <a:lnTo>
                    <a:pt x="183848" y="16258"/>
                  </a:lnTo>
                  <a:lnTo>
                    <a:pt x="179019" y="14051"/>
                  </a:lnTo>
                  <a:lnTo>
                    <a:pt x="174122" y="11997"/>
                  </a:lnTo>
                  <a:lnTo>
                    <a:pt x="169163" y="10101"/>
                  </a:lnTo>
                  <a:lnTo>
                    <a:pt x="164146" y="8362"/>
                  </a:lnTo>
                  <a:lnTo>
                    <a:pt x="159076" y="6784"/>
                  </a:lnTo>
                  <a:lnTo>
                    <a:pt x="153958" y="5368"/>
                  </a:lnTo>
                  <a:lnTo>
                    <a:pt x="148799" y="4115"/>
                  </a:lnTo>
                  <a:lnTo>
                    <a:pt x="143602" y="3026"/>
                  </a:lnTo>
                  <a:lnTo>
                    <a:pt x="138373" y="2103"/>
                  </a:lnTo>
                  <a:lnTo>
                    <a:pt x="133117" y="1347"/>
                  </a:lnTo>
                  <a:lnTo>
                    <a:pt x="127840" y="758"/>
                  </a:lnTo>
                  <a:lnTo>
                    <a:pt x="122547" y="337"/>
                  </a:lnTo>
                  <a:lnTo>
                    <a:pt x="117243" y="84"/>
                  </a:lnTo>
                  <a:lnTo>
                    <a:pt x="111934" y="0"/>
                  </a:lnTo>
                  <a:lnTo>
                    <a:pt x="1119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797338" y="1071028"/>
              <a:ext cx="167163" cy="333827"/>
            </a:xfrm>
            <a:custGeom>
              <a:avLst/>
              <a:pathLst>
                <a:path w="167163" h="333827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3" y="765"/>
                  </a:lnTo>
                  <a:lnTo>
                    <a:pt x="145881" y="1360"/>
                  </a:lnTo>
                  <a:lnTo>
                    <a:pt x="140602" y="2123"/>
                  </a:lnTo>
                  <a:lnTo>
                    <a:pt x="135349" y="3055"/>
                  </a:lnTo>
                  <a:lnTo>
                    <a:pt x="130129" y="4153"/>
                  </a:lnTo>
                  <a:lnTo>
                    <a:pt x="124946" y="5418"/>
                  </a:lnTo>
                  <a:lnTo>
                    <a:pt x="119807" y="6847"/>
                  </a:lnTo>
                  <a:lnTo>
                    <a:pt x="114715" y="8440"/>
                  </a:lnTo>
                  <a:lnTo>
                    <a:pt x="109678" y="10194"/>
                  </a:lnTo>
                  <a:lnTo>
                    <a:pt x="104698" y="12108"/>
                  </a:lnTo>
                  <a:lnTo>
                    <a:pt x="99782" y="14181"/>
                  </a:lnTo>
                  <a:lnTo>
                    <a:pt x="94935" y="16408"/>
                  </a:lnTo>
                  <a:lnTo>
                    <a:pt x="90162" y="18790"/>
                  </a:lnTo>
                  <a:lnTo>
                    <a:pt x="85467" y="21322"/>
                  </a:lnTo>
                  <a:lnTo>
                    <a:pt x="80855" y="24003"/>
                  </a:lnTo>
                  <a:lnTo>
                    <a:pt x="76330" y="26830"/>
                  </a:lnTo>
                  <a:lnTo>
                    <a:pt x="71899" y="29800"/>
                  </a:lnTo>
                  <a:lnTo>
                    <a:pt x="67564" y="32909"/>
                  </a:lnTo>
                  <a:lnTo>
                    <a:pt x="63331" y="36156"/>
                  </a:lnTo>
                  <a:lnTo>
                    <a:pt x="59204" y="39535"/>
                  </a:lnTo>
                  <a:lnTo>
                    <a:pt x="55186" y="43045"/>
                  </a:lnTo>
                  <a:lnTo>
                    <a:pt x="51283" y="46681"/>
                  </a:lnTo>
                  <a:lnTo>
                    <a:pt x="47498" y="50440"/>
                  </a:lnTo>
                  <a:lnTo>
                    <a:pt x="43834" y="54318"/>
                  </a:lnTo>
                  <a:lnTo>
                    <a:pt x="40296" y="58310"/>
                  </a:lnTo>
                  <a:lnTo>
                    <a:pt x="36887" y="62414"/>
                  </a:lnTo>
                  <a:lnTo>
                    <a:pt x="33611" y="66624"/>
                  </a:lnTo>
                  <a:lnTo>
                    <a:pt x="30471" y="70936"/>
                  </a:lnTo>
                  <a:lnTo>
                    <a:pt x="27470" y="75347"/>
                  </a:lnTo>
                  <a:lnTo>
                    <a:pt x="24612" y="79851"/>
                  </a:lnTo>
                  <a:lnTo>
                    <a:pt x="21898" y="84444"/>
                  </a:lnTo>
                  <a:lnTo>
                    <a:pt x="19333" y="89121"/>
                  </a:lnTo>
                  <a:lnTo>
                    <a:pt x="16918" y="93878"/>
                  </a:lnTo>
                  <a:lnTo>
                    <a:pt x="14656" y="98709"/>
                  </a:lnTo>
                  <a:lnTo>
                    <a:pt x="12549" y="103610"/>
                  </a:lnTo>
                  <a:lnTo>
                    <a:pt x="10600" y="108576"/>
                  </a:lnTo>
                  <a:lnTo>
                    <a:pt x="8810" y="113601"/>
                  </a:lnTo>
                  <a:lnTo>
                    <a:pt x="7181" y="118681"/>
                  </a:lnTo>
                  <a:lnTo>
                    <a:pt x="5716" y="123810"/>
                  </a:lnTo>
                  <a:lnTo>
                    <a:pt x="4414" y="128984"/>
                  </a:lnTo>
                  <a:lnTo>
                    <a:pt x="3279" y="134196"/>
                  </a:lnTo>
                  <a:lnTo>
                    <a:pt x="2310" y="139442"/>
                  </a:lnTo>
                  <a:lnTo>
                    <a:pt x="1510" y="144716"/>
                  </a:lnTo>
                  <a:lnTo>
                    <a:pt x="878" y="150013"/>
                  </a:lnTo>
                  <a:lnTo>
                    <a:pt x="415" y="155328"/>
                  </a:lnTo>
                  <a:lnTo>
                    <a:pt x="122" y="160654"/>
                  </a:lnTo>
                  <a:lnTo>
                    <a:pt x="0" y="165988"/>
                  </a:lnTo>
                  <a:lnTo>
                    <a:pt x="47" y="171322"/>
                  </a:lnTo>
                  <a:lnTo>
                    <a:pt x="265" y="176652"/>
                  </a:lnTo>
                  <a:lnTo>
                    <a:pt x="652" y="181973"/>
                  </a:lnTo>
                  <a:lnTo>
                    <a:pt x="1209" y="187278"/>
                  </a:lnTo>
                  <a:lnTo>
                    <a:pt x="1936" y="192563"/>
                  </a:lnTo>
                  <a:lnTo>
                    <a:pt x="2830" y="197822"/>
                  </a:lnTo>
                  <a:lnTo>
                    <a:pt x="3892" y="203050"/>
                  </a:lnTo>
                  <a:lnTo>
                    <a:pt x="5120" y="208241"/>
                  </a:lnTo>
                  <a:lnTo>
                    <a:pt x="6513" y="213391"/>
                  </a:lnTo>
                  <a:lnTo>
                    <a:pt x="8070" y="218493"/>
                  </a:lnTo>
                  <a:lnTo>
                    <a:pt x="9789" y="223543"/>
                  </a:lnTo>
                  <a:lnTo>
                    <a:pt x="11668" y="228536"/>
                  </a:lnTo>
                  <a:lnTo>
                    <a:pt x="13705" y="233466"/>
                  </a:lnTo>
                  <a:lnTo>
                    <a:pt x="15898" y="238329"/>
                  </a:lnTo>
                  <a:lnTo>
                    <a:pt x="18246" y="243119"/>
                  </a:lnTo>
                  <a:lnTo>
                    <a:pt x="20745" y="247832"/>
                  </a:lnTo>
                  <a:lnTo>
                    <a:pt x="23394" y="252463"/>
                  </a:lnTo>
                  <a:lnTo>
                    <a:pt x="26189" y="257007"/>
                  </a:lnTo>
                  <a:lnTo>
                    <a:pt x="29127" y="261459"/>
                  </a:lnTo>
                  <a:lnTo>
                    <a:pt x="32206" y="265816"/>
                  </a:lnTo>
                  <a:lnTo>
                    <a:pt x="35422" y="270072"/>
                  </a:lnTo>
                  <a:lnTo>
                    <a:pt x="38773" y="274223"/>
                  </a:lnTo>
                  <a:lnTo>
                    <a:pt x="42254" y="278265"/>
                  </a:lnTo>
                  <a:lnTo>
                    <a:pt x="45863" y="282194"/>
                  </a:lnTo>
                  <a:lnTo>
                    <a:pt x="49595" y="286006"/>
                  </a:lnTo>
                  <a:lnTo>
                    <a:pt x="53446" y="289697"/>
                  </a:lnTo>
                  <a:lnTo>
                    <a:pt x="57414" y="293263"/>
                  </a:lnTo>
                  <a:lnTo>
                    <a:pt x="61493" y="296700"/>
                  </a:lnTo>
                  <a:lnTo>
                    <a:pt x="65680" y="300006"/>
                  </a:lnTo>
                  <a:lnTo>
                    <a:pt x="69970" y="303176"/>
                  </a:lnTo>
                  <a:lnTo>
                    <a:pt x="74360" y="306208"/>
                  </a:lnTo>
                  <a:lnTo>
                    <a:pt x="78843" y="309099"/>
                  </a:lnTo>
                  <a:lnTo>
                    <a:pt x="83417" y="311845"/>
                  </a:lnTo>
                  <a:lnTo>
                    <a:pt x="88076" y="314443"/>
                  </a:lnTo>
                  <a:lnTo>
                    <a:pt x="92815" y="316891"/>
                  </a:lnTo>
                  <a:lnTo>
                    <a:pt x="97631" y="319187"/>
                  </a:lnTo>
                  <a:lnTo>
                    <a:pt x="102517" y="321329"/>
                  </a:lnTo>
                  <a:lnTo>
                    <a:pt x="107469" y="323313"/>
                  </a:lnTo>
                  <a:lnTo>
                    <a:pt x="112481" y="325138"/>
                  </a:lnTo>
                  <a:lnTo>
                    <a:pt x="117550" y="326802"/>
                  </a:lnTo>
                  <a:lnTo>
                    <a:pt x="122668" y="328304"/>
                  </a:lnTo>
                  <a:lnTo>
                    <a:pt x="127833" y="329642"/>
                  </a:lnTo>
                  <a:lnTo>
                    <a:pt x="133037" y="330814"/>
                  </a:lnTo>
                  <a:lnTo>
                    <a:pt x="138276" y="331820"/>
                  </a:lnTo>
                  <a:lnTo>
                    <a:pt x="143544" y="332657"/>
                  </a:lnTo>
                  <a:lnTo>
                    <a:pt x="148837" y="333327"/>
                  </a:lnTo>
                  <a:lnTo>
                    <a:pt x="154148" y="33382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1486" y="1083054"/>
              <a:ext cx="180175" cy="322292"/>
            </a:xfrm>
            <a:custGeom>
              <a:avLst/>
              <a:pathLst>
                <a:path w="180175" h="322292">
                  <a:moveTo>
                    <a:pt x="0" y="321802"/>
                  </a:moveTo>
                  <a:lnTo>
                    <a:pt x="5319" y="322132"/>
                  </a:lnTo>
                  <a:lnTo>
                    <a:pt x="10647" y="322292"/>
                  </a:lnTo>
                  <a:lnTo>
                    <a:pt x="15977" y="322283"/>
                  </a:lnTo>
                  <a:lnTo>
                    <a:pt x="21305" y="322104"/>
                  </a:lnTo>
                  <a:lnTo>
                    <a:pt x="26623" y="321754"/>
                  </a:lnTo>
                  <a:lnTo>
                    <a:pt x="31928" y="321236"/>
                  </a:lnTo>
                  <a:lnTo>
                    <a:pt x="37214" y="320548"/>
                  </a:lnTo>
                  <a:lnTo>
                    <a:pt x="42475" y="319693"/>
                  </a:lnTo>
                  <a:lnTo>
                    <a:pt x="47706" y="318670"/>
                  </a:lnTo>
                  <a:lnTo>
                    <a:pt x="52902" y="317481"/>
                  </a:lnTo>
                  <a:lnTo>
                    <a:pt x="58057" y="316127"/>
                  </a:lnTo>
                  <a:lnTo>
                    <a:pt x="63167" y="314609"/>
                  </a:lnTo>
                  <a:lnTo>
                    <a:pt x="68225" y="312929"/>
                  </a:lnTo>
                  <a:lnTo>
                    <a:pt x="73228" y="311088"/>
                  </a:lnTo>
                  <a:lnTo>
                    <a:pt x="78169" y="309089"/>
                  </a:lnTo>
                  <a:lnTo>
                    <a:pt x="83044" y="306934"/>
                  </a:lnTo>
                  <a:lnTo>
                    <a:pt x="87847" y="304624"/>
                  </a:lnTo>
                  <a:lnTo>
                    <a:pt x="92575" y="302162"/>
                  </a:lnTo>
                  <a:lnTo>
                    <a:pt x="97222" y="299551"/>
                  </a:lnTo>
                  <a:lnTo>
                    <a:pt x="101783" y="296793"/>
                  </a:lnTo>
                  <a:lnTo>
                    <a:pt x="106254" y="293891"/>
                  </a:lnTo>
                  <a:lnTo>
                    <a:pt x="110630" y="290848"/>
                  </a:lnTo>
                  <a:lnTo>
                    <a:pt x="114907" y="287667"/>
                  </a:lnTo>
                  <a:lnTo>
                    <a:pt x="119080" y="284351"/>
                  </a:lnTo>
                  <a:lnTo>
                    <a:pt x="123146" y="280904"/>
                  </a:lnTo>
                  <a:lnTo>
                    <a:pt x="127099" y="277329"/>
                  </a:lnTo>
                  <a:lnTo>
                    <a:pt x="130937" y="273630"/>
                  </a:lnTo>
                  <a:lnTo>
                    <a:pt x="134654" y="269810"/>
                  </a:lnTo>
                  <a:lnTo>
                    <a:pt x="138248" y="265873"/>
                  </a:lnTo>
                  <a:lnTo>
                    <a:pt x="141715" y="261825"/>
                  </a:lnTo>
                  <a:lnTo>
                    <a:pt x="145050" y="257667"/>
                  </a:lnTo>
                  <a:lnTo>
                    <a:pt x="148252" y="253406"/>
                  </a:lnTo>
                  <a:lnTo>
                    <a:pt x="151316" y="249044"/>
                  </a:lnTo>
                  <a:lnTo>
                    <a:pt x="154239" y="244587"/>
                  </a:lnTo>
                  <a:lnTo>
                    <a:pt x="157019" y="240039"/>
                  </a:lnTo>
                  <a:lnTo>
                    <a:pt x="159653" y="235405"/>
                  </a:lnTo>
                  <a:lnTo>
                    <a:pt x="162137" y="230689"/>
                  </a:lnTo>
                  <a:lnTo>
                    <a:pt x="164470" y="225897"/>
                  </a:lnTo>
                  <a:lnTo>
                    <a:pt x="166649" y="221032"/>
                  </a:lnTo>
                  <a:lnTo>
                    <a:pt x="168671" y="216101"/>
                  </a:lnTo>
                  <a:lnTo>
                    <a:pt x="170535" y="211107"/>
                  </a:lnTo>
                  <a:lnTo>
                    <a:pt x="172240" y="206057"/>
                  </a:lnTo>
                  <a:lnTo>
                    <a:pt x="173782" y="200954"/>
                  </a:lnTo>
                  <a:lnTo>
                    <a:pt x="175161" y="195806"/>
                  </a:lnTo>
                  <a:lnTo>
                    <a:pt x="176375" y="190616"/>
                  </a:lnTo>
                  <a:lnTo>
                    <a:pt x="177423" y="185389"/>
                  </a:lnTo>
                  <a:lnTo>
                    <a:pt x="178303" y="180132"/>
                  </a:lnTo>
                  <a:lnTo>
                    <a:pt x="179016" y="174850"/>
                  </a:lnTo>
                  <a:lnTo>
                    <a:pt x="179560" y="169548"/>
                  </a:lnTo>
                  <a:lnTo>
                    <a:pt x="179935" y="164231"/>
                  </a:lnTo>
                  <a:lnTo>
                    <a:pt x="180140" y="158905"/>
                  </a:lnTo>
                  <a:lnTo>
                    <a:pt x="180175" y="153574"/>
                  </a:lnTo>
                  <a:lnTo>
                    <a:pt x="180040" y="148246"/>
                  </a:lnTo>
                  <a:lnTo>
                    <a:pt x="179735" y="142924"/>
                  </a:lnTo>
                  <a:lnTo>
                    <a:pt x="179261" y="137615"/>
                  </a:lnTo>
                  <a:lnTo>
                    <a:pt x="178617" y="132324"/>
                  </a:lnTo>
                  <a:lnTo>
                    <a:pt x="177806" y="127056"/>
                  </a:lnTo>
                  <a:lnTo>
                    <a:pt x="176827" y="121817"/>
                  </a:lnTo>
                  <a:lnTo>
                    <a:pt x="175681" y="116611"/>
                  </a:lnTo>
                  <a:lnTo>
                    <a:pt x="174370" y="111445"/>
                  </a:lnTo>
                  <a:lnTo>
                    <a:pt x="172895" y="106323"/>
                  </a:lnTo>
                  <a:lnTo>
                    <a:pt x="171257" y="101250"/>
                  </a:lnTo>
                  <a:lnTo>
                    <a:pt x="169458" y="96233"/>
                  </a:lnTo>
                  <a:lnTo>
                    <a:pt x="167501" y="91275"/>
                  </a:lnTo>
                  <a:lnTo>
                    <a:pt x="165386" y="86382"/>
                  </a:lnTo>
                  <a:lnTo>
                    <a:pt x="163117" y="81559"/>
                  </a:lnTo>
                  <a:lnTo>
                    <a:pt x="160694" y="76811"/>
                  </a:lnTo>
                  <a:lnTo>
                    <a:pt x="158122" y="72143"/>
                  </a:lnTo>
                  <a:lnTo>
                    <a:pt x="155402" y="67559"/>
                  </a:lnTo>
                  <a:lnTo>
                    <a:pt x="152537" y="63064"/>
                  </a:lnTo>
                  <a:lnTo>
                    <a:pt x="149531" y="58663"/>
                  </a:lnTo>
                  <a:lnTo>
                    <a:pt x="146386" y="54359"/>
                  </a:lnTo>
                  <a:lnTo>
                    <a:pt x="143105" y="50159"/>
                  </a:lnTo>
                  <a:lnTo>
                    <a:pt x="139692" y="46065"/>
                  </a:lnTo>
                  <a:lnTo>
                    <a:pt x="136150" y="42081"/>
                  </a:lnTo>
                  <a:lnTo>
                    <a:pt x="132483" y="38213"/>
                  </a:lnTo>
                  <a:lnTo>
                    <a:pt x="128694" y="34464"/>
                  </a:lnTo>
                  <a:lnTo>
                    <a:pt x="124788" y="30837"/>
                  </a:lnTo>
                  <a:lnTo>
                    <a:pt x="120768" y="27337"/>
                  </a:lnTo>
                  <a:lnTo>
                    <a:pt x="116639" y="23966"/>
                  </a:lnTo>
                  <a:lnTo>
                    <a:pt x="112404" y="20729"/>
                  </a:lnTo>
                  <a:lnTo>
                    <a:pt x="108068" y="17629"/>
                  </a:lnTo>
                  <a:lnTo>
                    <a:pt x="103636" y="14669"/>
                  </a:lnTo>
                  <a:lnTo>
                    <a:pt x="99111" y="11851"/>
                  </a:lnTo>
                  <a:lnTo>
                    <a:pt x="94499" y="9179"/>
                  </a:lnTo>
                  <a:lnTo>
                    <a:pt x="89804" y="6655"/>
                  </a:lnTo>
                  <a:lnTo>
                    <a:pt x="85031" y="4282"/>
                  </a:lnTo>
                  <a:lnTo>
                    <a:pt x="80185" y="2063"/>
                  </a:lnTo>
                  <a:lnTo>
                    <a:pt x="75271" y="0"/>
                  </a:lnTo>
                  <a:lnTo>
                    <a:pt x="13015" y="155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62256" cy="167167"/>
            </a:xfrm>
            <a:custGeom>
              <a:avLst/>
              <a:pathLst>
                <a:path w="62256" h="167167">
                  <a:moveTo>
                    <a:pt x="62256" y="12025"/>
                  </a:moveTo>
                  <a:lnTo>
                    <a:pt x="56837" y="9959"/>
                  </a:lnTo>
                  <a:lnTo>
                    <a:pt x="51350" y="8082"/>
                  </a:lnTo>
                  <a:lnTo>
                    <a:pt x="45801" y="6396"/>
                  </a:lnTo>
                  <a:lnTo>
                    <a:pt x="40197" y="4905"/>
                  </a:lnTo>
                  <a:lnTo>
                    <a:pt x="34545" y="3608"/>
                  </a:lnTo>
                  <a:lnTo>
                    <a:pt x="28851" y="2508"/>
                  </a:lnTo>
                  <a:lnTo>
                    <a:pt x="23123" y="1606"/>
                  </a:lnTo>
                  <a:lnTo>
                    <a:pt x="17366" y="904"/>
                  </a:lnTo>
                  <a:lnTo>
                    <a:pt x="11589" y="402"/>
                  </a:lnTo>
                  <a:lnTo>
                    <a:pt x="579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5619" y="1322571"/>
              <a:ext cx="123101" cy="167167"/>
            </a:xfrm>
            <a:custGeom>
              <a:avLst/>
              <a:pathLst>
                <a:path w="123101" h="167167">
                  <a:moveTo>
                    <a:pt x="123101" y="0"/>
                  </a:moveTo>
                  <a:lnTo>
                    <a:pt x="117567" y="91"/>
                  </a:lnTo>
                  <a:lnTo>
                    <a:pt x="112039" y="366"/>
                  </a:lnTo>
                  <a:lnTo>
                    <a:pt x="106524" y="823"/>
                  </a:lnTo>
                  <a:lnTo>
                    <a:pt x="101026" y="1463"/>
                  </a:lnTo>
                  <a:lnTo>
                    <a:pt x="95553" y="2285"/>
                  </a:lnTo>
                  <a:lnTo>
                    <a:pt x="90110" y="3287"/>
                  </a:lnTo>
                  <a:lnTo>
                    <a:pt x="84703" y="4469"/>
                  </a:lnTo>
                  <a:lnTo>
                    <a:pt x="79339" y="5829"/>
                  </a:lnTo>
                  <a:lnTo>
                    <a:pt x="74022" y="7366"/>
                  </a:lnTo>
                  <a:lnTo>
                    <a:pt x="68759" y="9079"/>
                  </a:lnTo>
                  <a:lnTo>
                    <a:pt x="63555" y="10964"/>
                  </a:lnTo>
                  <a:lnTo>
                    <a:pt x="58417" y="13021"/>
                  </a:lnTo>
                  <a:lnTo>
                    <a:pt x="53350" y="15247"/>
                  </a:lnTo>
                  <a:lnTo>
                    <a:pt x="48359" y="17639"/>
                  </a:lnTo>
                  <a:lnTo>
                    <a:pt x="43450" y="20195"/>
                  </a:lnTo>
                  <a:lnTo>
                    <a:pt x="38629" y="22912"/>
                  </a:lnTo>
                  <a:lnTo>
                    <a:pt x="33900" y="25787"/>
                  </a:lnTo>
                  <a:lnTo>
                    <a:pt x="29269" y="28818"/>
                  </a:lnTo>
                  <a:lnTo>
                    <a:pt x="24740" y="32000"/>
                  </a:lnTo>
                  <a:lnTo>
                    <a:pt x="20320" y="35330"/>
                  </a:lnTo>
                  <a:lnTo>
                    <a:pt x="16012" y="38804"/>
                  </a:lnTo>
                  <a:lnTo>
                    <a:pt x="11821" y="42420"/>
                  </a:lnTo>
                  <a:lnTo>
                    <a:pt x="7753" y="46172"/>
                  </a:lnTo>
                  <a:lnTo>
                    <a:pt x="3811" y="50056"/>
                  </a:lnTo>
                  <a:lnTo>
                    <a:pt x="0" y="54069"/>
                  </a:lnTo>
                  <a:lnTo>
                    <a:pt x="12310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5619" y="1376641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21574" y="1350448"/>
              <a:ext cx="334312" cy="306455"/>
            </a:xfrm>
            <a:custGeom>
              <a:avLst/>
              <a:pathLst>
                <a:path w="334312" h="306455">
                  <a:moveTo>
                    <a:pt x="44045" y="26192"/>
                  </a:moveTo>
                  <a:lnTo>
                    <a:pt x="40531" y="30141"/>
                  </a:lnTo>
                  <a:lnTo>
                    <a:pt x="37143" y="34198"/>
                  </a:lnTo>
                  <a:lnTo>
                    <a:pt x="33886" y="38361"/>
                  </a:lnTo>
                  <a:lnTo>
                    <a:pt x="30762" y="42624"/>
                  </a:lnTo>
                  <a:lnTo>
                    <a:pt x="27774" y="46985"/>
                  </a:lnTo>
                  <a:lnTo>
                    <a:pt x="24925" y="51437"/>
                  </a:lnTo>
                  <a:lnTo>
                    <a:pt x="22219" y="55977"/>
                  </a:lnTo>
                  <a:lnTo>
                    <a:pt x="19657" y="60601"/>
                  </a:lnTo>
                  <a:lnTo>
                    <a:pt x="17243" y="65303"/>
                  </a:lnTo>
                  <a:lnTo>
                    <a:pt x="14979" y="70080"/>
                  </a:lnTo>
                  <a:lnTo>
                    <a:pt x="12867" y="74925"/>
                  </a:lnTo>
                  <a:lnTo>
                    <a:pt x="10909" y="79835"/>
                  </a:lnTo>
                  <a:lnTo>
                    <a:pt x="9107" y="84804"/>
                  </a:lnTo>
                  <a:lnTo>
                    <a:pt x="7464" y="89828"/>
                  </a:lnTo>
                  <a:lnTo>
                    <a:pt x="5980" y="94901"/>
                  </a:lnTo>
                  <a:lnTo>
                    <a:pt x="4657" y="100018"/>
                  </a:lnTo>
                  <a:lnTo>
                    <a:pt x="3497" y="105175"/>
                  </a:lnTo>
                  <a:lnTo>
                    <a:pt x="2500" y="110366"/>
                  </a:lnTo>
                  <a:lnTo>
                    <a:pt x="1668" y="115586"/>
                  </a:lnTo>
                  <a:lnTo>
                    <a:pt x="1001" y="120830"/>
                  </a:lnTo>
                  <a:lnTo>
                    <a:pt x="500" y="126092"/>
                  </a:lnTo>
                  <a:lnTo>
                    <a:pt x="167" y="131367"/>
                  </a:lnTo>
                  <a:lnTo>
                    <a:pt x="0" y="136650"/>
                  </a:lnTo>
                  <a:lnTo>
                    <a:pt x="0" y="141936"/>
                  </a:lnTo>
                  <a:lnTo>
                    <a:pt x="167" y="147219"/>
                  </a:lnTo>
                  <a:lnTo>
                    <a:pt x="501" y="152494"/>
                  </a:lnTo>
                  <a:lnTo>
                    <a:pt x="1002" y="157756"/>
                  </a:lnTo>
                  <a:lnTo>
                    <a:pt x="1669" y="162999"/>
                  </a:lnTo>
                  <a:lnTo>
                    <a:pt x="2501" y="168219"/>
                  </a:lnTo>
                  <a:lnTo>
                    <a:pt x="3498" y="173410"/>
                  </a:lnTo>
                  <a:lnTo>
                    <a:pt x="4658" y="178567"/>
                  </a:lnTo>
                  <a:lnTo>
                    <a:pt x="5981" y="183684"/>
                  </a:lnTo>
                  <a:lnTo>
                    <a:pt x="7465" y="188757"/>
                  </a:lnTo>
                  <a:lnTo>
                    <a:pt x="9109" y="193781"/>
                  </a:lnTo>
                  <a:lnTo>
                    <a:pt x="10911" y="198750"/>
                  </a:lnTo>
                  <a:lnTo>
                    <a:pt x="12869" y="203660"/>
                  </a:lnTo>
                  <a:lnTo>
                    <a:pt x="14981" y="208505"/>
                  </a:lnTo>
                  <a:lnTo>
                    <a:pt x="17246" y="213282"/>
                  </a:lnTo>
                  <a:lnTo>
                    <a:pt x="19660" y="217984"/>
                  </a:lnTo>
                  <a:lnTo>
                    <a:pt x="22221" y="222607"/>
                  </a:lnTo>
                  <a:lnTo>
                    <a:pt x="24928" y="227148"/>
                  </a:lnTo>
                  <a:lnTo>
                    <a:pt x="27777" y="231600"/>
                  </a:lnTo>
                  <a:lnTo>
                    <a:pt x="30765" y="235960"/>
                  </a:lnTo>
                  <a:lnTo>
                    <a:pt x="33889" y="240223"/>
                  </a:lnTo>
                  <a:lnTo>
                    <a:pt x="37147" y="244386"/>
                  </a:lnTo>
                  <a:lnTo>
                    <a:pt x="40535" y="248443"/>
                  </a:lnTo>
                  <a:lnTo>
                    <a:pt x="44049" y="252392"/>
                  </a:lnTo>
                  <a:lnTo>
                    <a:pt x="47686" y="256227"/>
                  </a:lnTo>
                  <a:lnTo>
                    <a:pt x="51443" y="259945"/>
                  </a:lnTo>
                  <a:lnTo>
                    <a:pt x="55315" y="263543"/>
                  </a:lnTo>
                  <a:lnTo>
                    <a:pt x="59300" y="267016"/>
                  </a:lnTo>
                  <a:lnTo>
                    <a:pt x="63392" y="270362"/>
                  </a:lnTo>
                  <a:lnTo>
                    <a:pt x="67587" y="273577"/>
                  </a:lnTo>
                  <a:lnTo>
                    <a:pt x="71883" y="276657"/>
                  </a:lnTo>
                  <a:lnTo>
                    <a:pt x="76273" y="279601"/>
                  </a:lnTo>
                  <a:lnTo>
                    <a:pt x="80755" y="282403"/>
                  </a:lnTo>
                  <a:lnTo>
                    <a:pt x="85323" y="285063"/>
                  </a:lnTo>
                  <a:lnTo>
                    <a:pt x="89972" y="287577"/>
                  </a:lnTo>
                  <a:lnTo>
                    <a:pt x="94699" y="289943"/>
                  </a:lnTo>
                  <a:lnTo>
                    <a:pt x="99498" y="292158"/>
                  </a:lnTo>
                  <a:lnTo>
                    <a:pt x="104365" y="294220"/>
                  </a:lnTo>
                  <a:lnTo>
                    <a:pt x="109295" y="296128"/>
                  </a:lnTo>
                  <a:lnTo>
                    <a:pt x="114282" y="297878"/>
                  </a:lnTo>
                  <a:lnTo>
                    <a:pt x="119322" y="299470"/>
                  </a:lnTo>
                  <a:lnTo>
                    <a:pt x="124410" y="300902"/>
                  </a:lnTo>
                  <a:lnTo>
                    <a:pt x="129541" y="302173"/>
                  </a:lnTo>
                  <a:lnTo>
                    <a:pt x="134710" y="303280"/>
                  </a:lnTo>
                  <a:lnTo>
                    <a:pt x="139911" y="304224"/>
                  </a:lnTo>
                  <a:lnTo>
                    <a:pt x="145139" y="305002"/>
                  </a:lnTo>
                  <a:lnTo>
                    <a:pt x="150389" y="305615"/>
                  </a:lnTo>
                  <a:lnTo>
                    <a:pt x="155656" y="306062"/>
                  </a:lnTo>
                  <a:lnTo>
                    <a:pt x="160934" y="306342"/>
                  </a:lnTo>
                  <a:lnTo>
                    <a:pt x="166218" y="306455"/>
                  </a:lnTo>
                  <a:lnTo>
                    <a:pt x="171504" y="306400"/>
                  </a:lnTo>
                  <a:lnTo>
                    <a:pt x="176785" y="306179"/>
                  </a:lnTo>
                  <a:lnTo>
                    <a:pt x="182056" y="305791"/>
                  </a:lnTo>
                  <a:lnTo>
                    <a:pt x="187313" y="305236"/>
                  </a:lnTo>
                  <a:lnTo>
                    <a:pt x="192549" y="304516"/>
                  </a:lnTo>
                  <a:lnTo>
                    <a:pt x="197760" y="303630"/>
                  </a:lnTo>
                  <a:lnTo>
                    <a:pt x="202941" y="302580"/>
                  </a:lnTo>
                  <a:lnTo>
                    <a:pt x="208085" y="301367"/>
                  </a:lnTo>
                  <a:lnTo>
                    <a:pt x="213189" y="299991"/>
                  </a:lnTo>
                  <a:lnTo>
                    <a:pt x="218247" y="298455"/>
                  </a:lnTo>
                  <a:lnTo>
                    <a:pt x="223253" y="296760"/>
                  </a:lnTo>
                  <a:lnTo>
                    <a:pt x="228204" y="294908"/>
                  </a:lnTo>
                  <a:lnTo>
                    <a:pt x="233093" y="292899"/>
                  </a:lnTo>
                  <a:lnTo>
                    <a:pt x="237917" y="290738"/>
                  </a:lnTo>
                  <a:lnTo>
                    <a:pt x="242669" y="288425"/>
                  </a:lnTo>
                  <a:lnTo>
                    <a:pt x="247347" y="285962"/>
                  </a:lnTo>
                  <a:lnTo>
                    <a:pt x="251944" y="283353"/>
                  </a:lnTo>
                  <a:lnTo>
                    <a:pt x="256456" y="280600"/>
                  </a:lnTo>
                  <a:lnTo>
                    <a:pt x="260879" y="277706"/>
                  </a:lnTo>
                  <a:lnTo>
                    <a:pt x="265208" y="274674"/>
                  </a:lnTo>
                  <a:lnTo>
                    <a:pt x="269439" y="271506"/>
                  </a:lnTo>
                  <a:lnTo>
                    <a:pt x="273568" y="268206"/>
                  </a:lnTo>
                  <a:lnTo>
                    <a:pt x="277591" y="264776"/>
                  </a:lnTo>
                  <a:lnTo>
                    <a:pt x="281503" y="261222"/>
                  </a:lnTo>
                  <a:lnTo>
                    <a:pt x="285301" y="257546"/>
                  </a:lnTo>
                  <a:lnTo>
                    <a:pt x="288980" y="253751"/>
                  </a:lnTo>
                  <a:lnTo>
                    <a:pt x="292538" y="249842"/>
                  </a:lnTo>
                  <a:lnTo>
                    <a:pt x="295971" y="245822"/>
                  </a:lnTo>
                  <a:lnTo>
                    <a:pt x="299274" y="241696"/>
                  </a:lnTo>
                  <a:lnTo>
                    <a:pt x="302446" y="237468"/>
                  </a:lnTo>
                  <a:lnTo>
                    <a:pt x="305482" y="233141"/>
                  </a:lnTo>
                  <a:lnTo>
                    <a:pt x="308380" y="228721"/>
                  </a:lnTo>
                  <a:lnTo>
                    <a:pt x="311137" y="224211"/>
                  </a:lnTo>
                  <a:lnTo>
                    <a:pt x="313750" y="219616"/>
                  </a:lnTo>
                  <a:lnTo>
                    <a:pt x="316216" y="214941"/>
                  </a:lnTo>
                  <a:lnTo>
                    <a:pt x="318533" y="210190"/>
                  </a:lnTo>
                  <a:lnTo>
                    <a:pt x="320699" y="205368"/>
                  </a:lnTo>
                  <a:lnTo>
                    <a:pt x="322712" y="200481"/>
                  </a:lnTo>
                  <a:lnTo>
                    <a:pt x="324568" y="195532"/>
                  </a:lnTo>
                  <a:lnTo>
                    <a:pt x="326268" y="190527"/>
                  </a:lnTo>
                  <a:lnTo>
                    <a:pt x="327808" y="185470"/>
                  </a:lnTo>
                  <a:lnTo>
                    <a:pt x="329188" y="180368"/>
                  </a:lnTo>
                  <a:lnTo>
                    <a:pt x="330406" y="175224"/>
                  </a:lnTo>
                  <a:lnTo>
                    <a:pt x="331460" y="170045"/>
                  </a:lnTo>
                  <a:lnTo>
                    <a:pt x="332350" y="164834"/>
                  </a:lnTo>
                  <a:lnTo>
                    <a:pt x="333075" y="159599"/>
                  </a:lnTo>
                  <a:lnTo>
                    <a:pt x="333634" y="154343"/>
                  </a:lnTo>
                  <a:lnTo>
                    <a:pt x="334027" y="149071"/>
                  </a:lnTo>
                  <a:lnTo>
                    <a:pt x="334253" y="143791"/>
                  </a:lnTo>
                  <a:lnTo>
                    <a:pt x="334312" y="138505"/>
                  </a:lnTo>
                  <a:lnTo>
                    <a:pt x="334203" y="133220"/>
                  </a:lnTo>
                  <a:lnTo>
                    <a:pt x="333928" y="127942"/>
                  </a:lnTo>
                  <a:lnTo>
                    <a:pt x="333486" y="122675"/>
                  </a:lnTo>
                  <a:lnTo>
                    <a:pt x="332877" y="117424"/>
                  </a:lnTo>
                  <a:lnTo>
                    <a:pt x="332103" y="112195"/>
                  </a:lnTo>
                  <a:lnTo>
                    <a:pt x="331164" y="106994"/>
                  </a:lnTo>
                  <a:lnTo>
                    <a:pt x="330061" y="101824"/>
                  </a:lnTo>
                  <a:lnTo>
                    <a:pt x="328795" y="96692"/>
                  </a:lnTo>
                  <a:lnTo>
                    <a:pt x="327368" y="91603"/>
                  </a:lnTo>
                  <a:lnTo>
                    <a:pt x="325780" y="86561"/>
                  </a:lnTo>
                  <a:lnTo>
                    <a:pt x="324034" y="81572"/>
                  </a:lnTo>
                  <a:lnTo>
                    <a:pt x="322130" y="76641"/>
                  </a:lnTo>
                  <a:lnTo>
                    <a:pt x="320072" y="71773"/>
                  </a:lnTo>
                  <a:lnTo>
                    <a:pt x="317861" y="66972"/>
                  </a:lnTo>
                  <a:lnTo>
                    <a:pt x="315499" y="62243"/>
                  </a:lnTo>
                  <a:lnTo>
                    <a:pt x="312989" y="57591"/>
                  </a:lnTo>
                  <a:lnTo>
                    <a:pt x="310334" y="53021"/>
                  </a:lnTo>
                  <a:lnTo>
                    <a:pt x="307534" y="48537"/>
                  </a:lnTo>
                  <a:lnTo>
                    <a:pt x="304595" y="44144"/>
                  </a:lnTo>
                  <a:lnTo>
                    <a:pt x="301518" y="39846"/>
                  </a:lnTo>
                  <a:lnTo>
                    <a:pt x="298307" y="35648"/>
                  </a:lnTo>
                  <a:lnTo>
                    <a:pt x="294965" y="31553"/>
                  </a:lnTo>
                  <a:lnTo>
                    <a:pt x="291495" y="27565"/>
                  </a:lnTo>
                  <a:lnTo>
                    <a:pt x="287900" y="23690"/>
                  </a:lnTo>
                  <a:lnTo>
                    <a:pt x="284185" y="19930"/>
                  </a:lnTo>
                  <a:lnTo>
                    <a:pt x="280353" y="16289"/>
                  </a:lnTo>
                  <a:lnTo>
                    <a:pt x="276408" y="12772"/>
                  </a:lnTo>
                  <a:lnTo>
                    <a:pt x="272353" y="9381"/>
                  </a:lnTo>
                  <a:lnTo>
                    <a:pt x="268194" y="6119"/>
                  </a:lnTo>
                  <a:lnTo>
                    <a:pt x="263933" y="2991"/>
                  </a:lnTo>
                  <a:lnTo>
                    <a:pt x="259575" y="0"/>
                  </a:lnTo>
                  <a:lnTo>
                    <a:pt x="167146" y="1392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92429" cy="167167"/>
            </a:xfrm>
            <a:custGeom>
              <a:avLst/>
              <a:pathLst>
                <a:path w="92429" h="167167">
                  <a:moveTo>
                    <a:pt x="92429" y="27877"/>
                  </a:moveTo>
                  <a:lnTo>
                    <a:pt x="87575" y="24775"/>
                  </a:lnTo>
                  <a:lnTo>
                    <a:pt x="82616" y="21842"/>
                  </a:lnTo>
                  <a:lnTo>
                    <a:pt x="77560" y="19081"/>
                  </a:lnTo>
                  <a:lnTo>
                    <a:pt x="72412" y="16497"/>
                  </a:lnTo>
                  <a:lnTo>
                    <a:pt x="67177" y="14091"/>
                  </a:lnTo>
                  <a:lnTo>
                    <a:pt x="61863" y="11868"/>
                  </a:lnTo>
                  <a:lnTo>
                    <a:pt x="56475" y="9828"/>
                  </a:lnTo>
                  <a:lnTo>
                    <a:pt x="51021" y="7976"/>
                  </a:lnTo>
                  <a:lnTo>
                    <a:pt x="45506" y="6312"/>
                  </a:lnTo>
                  <a:lnTo>
                    <a:pt x="39936" y="4840"/>
                  </a:lnTo>
                  <a:lnTo>
                    <a:pt x="34319" y="3560"/>
                  </a:lnTo>
                  <a:lnTo>
                    <a:pt x="28662" y="2475"/>
                  </a:lnTo>
                  <a:lnTo>
                    <a:pt x="22970" y="1585"/>
                  </a:lnTo>
                  <a:lnTo>
                    <a:pt x="17252" y="892"/>
                  </a:lnTo>
                  <a:lnTo>
                    <a:pt x="11512" y="396"/>
                  </a:lnTo>
                  <a:lnTo>
                    <a:pt x="575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0377" y="1681503"/>
              <a:ext cx="106147" cy="167167"/>
            </a:xfrm>
            <a:custGeom>
              <a:avLst/>
              <a:pathLst>
                <a:path w="106147" h="167167">
                  <a:moveTo>
                    <a:pt x="106147" y="0"/>
                  </a:moveTo>
                  <a:lnTo>
                    <a:pt x="100398" y="98"/>
                  </a:lnTo>
                  <a:lnTo>
                    <a:pt x="94655" y="395"/>
                  </a:lnTo>
                  <a:lnTo>
                    <a:pt x="88926" y="889"/>
                  </a:lnTo>
                  <a:lnTo>
                    <a:pt x="83218" y="1579"/>
                  </a:lnTo>
                  <a:lnTo>
                    <a:pt x="77537" y="2466"/>
                  </a:lnTo>
                  <a:lnTo>
                    <a:pt x="71889" y="3547"/>
                  </a:lnTo>
                  <a:lnTo>
                    <a:pt x="66282" y="4822"/>
                  </a:lnTo>
                  <a:lnTo>
                    <a:pt x="60722" y="6289"/>
                  </a:lnTo>
                  <a:lnTo>
                    <a:pt x="55216" y="7947"/>
                  </a:lnTo>
                  <a:lnTo>
                    <a:pt x="49771" y="9793"/>
                  </a:lnTo>
                  <a:lnTo>
                    <a:pt x="44391" y="11825"/>
                  </a:lnTo>
                  <a:lnTo>
                    <a:pt x="39085" y="14041"/>
                  </a:lnTo>
                  <a:lnTo>
                    <a:pt x="33859" y="16438"/>
                  </a:lnTo>
                  <a:lnTo>
                    <a:pt x="28718" y="19013"/>
                  </a:lnTo>
                  <a:lnTo>
                    <a:pt x="23668" y="21763"/>
                  </a:lnTo>
                  <a:lnTo>
                    <a:pt x="18716" y="24686"/>
                  </a:lnTo>
                  <a:lnTo>
                    <a:pt x="13868" y="27777"/>
                  </a:lnTo>
                  <a:lnTo>
                    <a:pt x="9128" y="31033"/>
                  </a:lnTo>
                  <a:lnTo>
                    <a:pt x="4504" y="34451"/>
                  </a:lnTo>
                  <a:lnTo>
                    <a:pt x="0" y="38025"/>
                  </a:lnTo>
                  <a:lnTo>
                    <a:pt x="1061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0377" y="1719528"/>
              <a:ext cx="106147" cy="129141"/>
            </a:xfrm>
            <a:custGeom>
              <a:avLst/>
              <a:pathLst>
                <a:path w="106147" h="129141">
                  <a:moveTo>
                    <a:pt x="0" y="0"/>
                  </a:moveTo>
                  <a:lnTo>
                    <a:pt x="106147" y="129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19357" y="1681503"/>
              <a:ext cx="334326" cy="334322"/>
            </a:xfrm>
            <a:custGeom>
              <a:avLst/>
              <a:pathLst>
                <a:path w="334326" h="334322">
                  <a:moveTo>
                    <a:pt x="61019" y="38025"/>
                  </a:moveTo>
                  <a:lnTo>
                    <a:pt x="56990" y="41444"/>
                  </a:lnTo>
                  <a:lnTo>
                    <a:pt x="53072" y="44989"/>
                  </a:lnTo>
                  <a:lnTo>
                    <a:pt x="49267" y="48657"/>
                  </a:lnTo>
                  <a:lnTo>
                    <a:pt x="45580" y="52442"/>
                  </a:lnTo>
                  <a:lnTo>
                    <a:pt x="42015" y="56342"/>
                  </a:lnTo>
                  <a:lnTo>
                    <a:pt x="38575" y="60353"/>
                  </a:lnTo>
                  <a:lnTo>
                    <a:pt x="35263" y="64471"/>
                  </a:lnTo>
                  <a:lnTo>
                    <a:pt x="32083" y="68691"/>
                  </a:lnTo>
                  <a:lnTo>
                    <a:pt x="29038" y="73010"/>
                  </a:lnTo>
                  <a:lnTo>
                    <a:pt x="26131" y="77422"/>
                  </a:lnTo>
                  <a:lnTo>
                    <a:pt x="23365" y="81925"/>
                  </a:lnTo>
                  <a:lnTo>
                    <a:pt x="20743" y="86512"/>
                  </a:lnTo>
                  <a:lnTo>
                    <a:pt x="18267" y="91181"/>
                  </a:lnTo>
                  <a:lnTo>
                    <a:pt x="15940" y="95925"/>
                  </a:lnTo>
                  <a:lnTo>
                    <a:pt x="13764" y="100740"/>
                  </a:lnTo>
                  <a:lnTo>
                    <a:pt x="11741" y="105622"/>
                  </a:lnTo>
                  <a:lnTo>
                    <a:pt x="9873" y="110565"/>
                  </a:lnTo>
                  <a:lnTo>
                    <a:pt x="8163" y="115564"/>
                  </a:lnTo>
                  <a:lnTo>
                    <a:pt x="6611" y="120616"/>
                  </a:lnTo>
                  <a:lnTo>
                    <a:pt x="5220" y="125713"/>
                  </a:lnTo>
                  <a:lnTo>
                    <a:pt x="3991" y="130853"/>
                  </a:lnTo>
                  <a:lnTo>
                    <a:pt x="2925" y="136028"/>
                  </a:lnTo>
                  <a:lnTo>
                    <a:pt x="2023" y="141235"/>
                  </a:lnTo>
                  <a:lnTo>
                    <a:pt x="1286" y="146467"/>
                  </a:lnTo>
                  <a:lnTo>
                    <a:pt x="714" y="151720"/>
                  </a:lnTo>
                  <a:lnTo>
                    <a:pt x="309" y="156989"/>
                  </a:lnTo>
                  <a:lnTo>
                    <a:pt x="71" y="162268"/>
                  </a:lnTo>
                  <a:lnTo>
                    <a:pt x="0" y="167551"/>
                  </a:lnTo>
                  <a:lnTo>
                    <a:pt x="95" y="172835"/>
                  </a:lnTo>
                  <a:lnTo>
                    <a:pt x="358" y="178112"/>
                  </a:lnTo>
                  <a:lnTo>
                    <a:pt x="787" y="183379"/>
                  </a:lnTo>
                  <a:lnTo>
                    <a:pt x="1383" y="188630"/>
                  </a:lnTo>
                  <a:lnTo>
                    <a:pt x="2144" y="193859"/>
                  </a:lnTo>
                  <a:lnTo>
                    <a:pt x="3070" y="199061"/>
                  </a:lnTo>
                  <a:lnTo>
                    <a:pt x="4160" y="204232"/>
                  </a:lnTo>
                  <a:lnTo>
                    <a:pt x="5413" y="209365"/>
                  </a:lnTo>
                  <a:lnTo>
                    <a:pt x="6827" y="214456"/>
                  </a:lnTo>
                  <a:lnTo>
                    <a:pt x="8402" y="219500"/>
                  </a:lnTo>
                  <a:lnTo>
                    <a:pt x="10135" y="224492"/>
                  </a:lnTo>
                  <a:lnTo>
                    <a:pt x="12026" y="229427"/>
                  </a:lnTo>
                  <a:lnTo>
                    <a:pt x="14071" y="234299"/>
                  </a:lnTo>
                  <a:lnTo>
                    <a:pt x="16269" y="239104"/>
                  </a:lnTo>
                  <a:lnTo>
                    <a:pt x="18618" y="243838"/>
                  </a:lnTo>
                  <a:lnTo>
                    <a:pt x="21116" y="248494"/>
                  </a:lnTo>
                  <a:lnTo>
                    <a:pt x="23759" y="253070"/>
                  </a:lnTo>
                  <a:lnTo>
                    <a:pt x="26546" y="257559"/>
                  </a:lnTo>
                  <a:lnTo>
                    <a:pt x="29473" y="261959"/>
                  </a:lnTo>
                  <a:lnTo>
                    <a:pt x="32538" y="266263"/>
                  </a:lnTo>
                  <a:lnTo>
                    <a:pt x="35737" y="270469"/>
                  </a:lnTo>
                  <a:lnTo>
                    <a:pt x="39068" y="274571"/>
                  </a:lnTo>
                  <a:lnTo>
                    <a:pt x="42526" y="278566"/>
                  </a:lnTo>
                  <a:lnTo>
                    <a:pt x="46110" y="282450"/>
                  </a:lnTo>
                  <a:lnTo>
                    <a:pt x="49814" y="286218"/>
                  </a:lnTo>
                  <a:lnTo>
                    <a:pt x="53635" y="289868"/>
                  </a:lnTo>
                  <a:lnTo>
                    <a:pt x="57570" y="293395"/>
                  </a:lnTo>
                  <a:lnTo>
                    <a:pt x="61614" y="296796"/>
                  </a:lnTo>
                  <a:lnTo>
                    <a:pt x="65764" y="300067"/>
                  </a:lnTo>
                  <a:lnTo>
                    <a:pt x="70015" y="303206"/>
                  </a:lnTo>
                  <a:lnTo>
                    <a:pt x="74363" y="306208"/>
                  </a:lnTo>
                  <a:lnTo>
                    <a:pt x="78804" y="309072"/>
                  </a:lnTo>
                  <a:lnTo>
                    <a:pt x="83333" y="311794"/>
                  </a:lnTo>
                  <a:lnTo>
                    <a:pt x="87946" y="314371"/>
                  </a:lnTo>
                  <a:lnTo>
                    <a:pt x="92639" y="316802"/>
                  </a:lnTo>
                  <a:lnTo>
                    <a:pt x="97405" y="319082"/>
                  </a:lnTo>
                  <a:lnTo>
                    <a:pt x="102241" y="321211"/>
                  </a:lnTo>
                  <a:lnTo>
                    <a:pt x="107143" y="323186"/>
                  </a:lnTo>
                  <a:lnTo>
                    <a:pt x="112104" y="325006"/>
                  </a:lnTo>
                  <a:lnTo>
                    <a:pt x="117120" y="326667"/>
                  </a:lnTo>
                  <a:lnTo>
                    <a:pt x="122186" y="328169"/>
                  </a:lnTo>
                  <a:lnTo>
                    <a:pt x="127297" y="329510"/>
                  </a:lnTo>
                  <a:lnTo>
                    <a:pt x="132448" y="330689"/>
                  </a:lnTo>
                  <a:lnTo>
                    <a:pt x="137634" y="331705"/>
                  </a:lnTo>
                  <a:lnTo>
                    <a:pt x="142849" y="332556"/>
                  </a:lnTo>
                  <a:lnTo>
                    <a:pt x="148088" y="333242"/>
                  </a:lnTo>
                  <a:lnTo>
                    <a:pt x="153347" y="333762"/>
                  </a:lnTo>
                  <a:lnTo>
                    <a:pt x="158619" y="334116"/>
                  </a:lnTo>
                  <a:lnTo>
                    <a:pt x="163900" y="334302"/>
                  </a:lnTo>
                  <a:lnTo>
                    <a:pt x="169184" y="334322"/>
                  </a:lnTo>
                  <a:lnTo>
                    <a:pt x="174466" y="334175"/>
                  </a:lnTo>
                  <a:lnTo>
                    <a:pt x="179741" y="333861"/>
                  </a:lnTo>
                  <a:lnTo>
                    <a:pt x="185003" y="333380"/>
                  </a:lnTo>
                  <a:lnTo>
                    <a:pt x="190248" y="332733"/>
                  </a:lnTo>
                  <a:lnTo>
                    <a:pt x="195469" y="331921"/>
                  </a:lnTo>
                  <a:lnTo>
                    <a:pt x="200662" y="330944"/>
                  </a:lnTo>
                  <a:lnTo>
                    <a:pt x="205822" y="329804"/>
                  </a:lnTo>
                  <a:lnTo>
                    <a:pt x="210943" y="328501"/>
                  </a:lnTo>
                  <a:lnTo>
                    <a:pt x="216020" y="327036"/>
                  </a:lnTo>
                  <a:lnTo>
                    <a:pt x="221049" y="325413"/>
                  </a:lnTo>
                  <a:lnTo>
                    <a:pt x="226023" y="323630"/>
                  </a:lnTo>
                  <a:lnTo>
                    <a:pt x="230939" y="321692"/>
                  </a:lnTo>
                  <a:lnTo>
                    <a:pt x="235791" y="319599"/>
                  </a:lnTo>
                  <a:lnTo>
                    <a:pt x="240575" y="317354"/>
                  </a:lnTo>
                  <a:lnTo>
                    <a:pt x="245285" y="314959"/>
                  </a:lnTo>
                  <a:lnTo>
                    <a:pt x="249917" y="312416"/>
                  </a:lnTo>
                  <a:lnTo>
                    <a:pt x="254466" y="309728"/>
                  </a:lnTo>
                  <a:lnTo>
                    <a:pt x="258928" y="306898"/>
                  </a:lnTo>
                  <a:lnTo>
                    <a:pt x="263299" y="303928"/>
                  </a:lnTo>
                  <a:lnTo>
                    <a:pt x="267573" y="300821"/>
                  </a:lnTo>
                  <a:lnTo>
                    <a:pt x="271748" y="297581"/>
                  </a:lnTo>
                  <a:lnTo>
                    <a:pt x="275817" y="294210"/>
                  </a:lnTo>
                  <a:lnTo>
                    <a:pt x="279778" y="290713"/>
                  </a:lnTo>
                  <a:lnTo>
                    <a:pt x="283627" y="287092"/>
                  </a:lnTo>
                  <a:lnTo>
                    <a:pt x="287359" y="283351"/>
                  </a:lnTo>
                  <a:lnTo>
                    <a:pt x="290971" y="279494"/>
                  </a:lnTo>
                  <a:lnTo>
                    <a:pt x="294459" y="275525"/>
                  </a:lnTo>
                  <a:lnTo>
                    <a:pt x="297821" y="271448"/>
                  </a:lnTo>
                  <a:lnTo>
                    <a:pt x="301051" y="267266"/>
                  </a:lnTo>
                  <a:lnTo>
                    <a:pt x="304148" y="262985"/>
                  </a:lnTo>
                  <a:lnTo>
                    <a:pt x="307108" y="258607"/>
                  </a:lnTo>
                  <a:lnTo>
                    <a:pt x="309928" y="254139"/>
                  </a:lnTo>
                  <a:lnTo>
                    <a:pt x="312606" y="249583"/>
                  </a:lnTo>
                  <a:lnTo>
                    <a:pt x="315138" y="244945"/>
                  </a:lnTo>
                  <a:lnTo>
                    <a:pt x="317522" y="240229"/>
                  </a:lnTo>
                  <a:lnTo>
                    <a:pt x="319756" y="235441"/>
                  </a:lnTo>
                  <a:lnTo>
                    <a:pt x="321838" y="230584"/>
                  </a:lnTo>
                  <a:lnTo>
                    <a:pt x="323765" y="225664"/>
                  </a:lnTo>
                  <a:lnTo>
                    <a:pt x="325536" y="220685"/>
                  </a:lnTo>
                  <a:lnTo>
                    <a:pt x="327148" y="215653"/>
                  </a:lnTo>
                  <a:lnTo>
                    <a:pt x="328601" y="210572"/>
                  </a:lnTo>
                  <a:lnTo>
                    <a:pt x="329892" y="205448"/>
                  </a:lnTo>
                  <a:lnTo>
                    <a:pt x="331020" y="200286"/>
                  </a:lnTo>
                  <a:lnTo>
                    <a:pt x="331985" y="195091"/>
                  </a:lnTo>
                  <a:lnTo>
                    <a:pt x="332785" y="189867"/>
                  </a:lnTo>
                  <a:lnTo>
                    <a:pt x="333420" y="184622"/>
                  </a:lnTo>
                  <a:lnTo>
                    <a:pt x="333889" y="179358"/>
                  </a:lnTo>
                  <a:lnTo>
                    <a:pt x="334191" y="174083"/>
                  </a:lnTo>
                  <a:lnTo>
                    <a:pt x="334326" y="168800"/>
                  </a:lnTo>
                  <a:lnTo>
                    <a:pt x="334294" y="163516"/>
                  </a:lnTo>
                  <a:lnTo>
                    <a:pt x="334095" y="158236"/>
                  </a:lnTo>
                  <a:lnTo>
                    <a:pt x="333730" y="152964"/>
                  </a:lnTo>
                  <a:lnTo>
                    <a:pt x="333197" y="147707"/>
                  </a:lnTo>
                  <a:lnTo>
                    <a:pt x="332499" y="142469"/>
                  </a:lnTo>
                  <a:lnTo>
                    <a:pt x="331636" y="137256"/>
                  </a:lnTo>
                  <a:lnTo>
                    <a:pt x="330609" y="132073"/>
                  </a:lnTo>
                  <a:lnTo>
                    <a:pt x="329418" y="126924"/>
                  </a:lnTo>
                  <a:lnTo>
                    <a:pt x="328065" y="121816"/>
                  </a:lnTo>
                  <a:lnTo>
                    <a:pt x="326551" y="116754"/>
                  </a:lnTo>
                  <a:lnTo>
                    <a:pt x="324878" y="111741"/>
                  </a:lnTo>
                  <a:lnTo>
                    <a:pt x="323048" y="106784"/>
                  </a:lnTo>
                  <a:lnTo>
                    <a:pt x="321061" y="101888"/>
                  </a:lnTo>
                  <a:lnTo>
                    <a:pt x="318921" y="97056"/>
                  </a:lnTo>
                  <a:lnTo>
                    <a:pt x="316629" y="92295"/>
                  </a:lnTo>
                  <a:lnTo>
                    <a:pt x="314188" y="87608"/>
                  </a:lnTo>
                  <a:lnTo>
                    <a:pt x="311600" y="83001"/>
                  </a:lnTo>
                  <a:lnTo>
                    <a:pt x="308868" y="78478"/>
                  </a:lnTo>
                  <a:lnTo>
                    <a:pt x="305994" y="74044"/>
                  </a:lnTo>
                  <a:lnTo>
                    <a:pt x="302981" y="69703"/>
                  </a:lnTo>
                  <a:lnTo>
                    <a:pt x="299833" y="65459"/>
                  </a:lnTo>
                  <a:lnTo>
                    <a:pt x="296552" y="61317"/>
                  </a:lnTo>
                  <a:lnTo>
                    <a:pt x="293142" y="57280"/>
                  </a:lnTo>
                  <a:lnTo>
                    <a:pt x="289606" y="53354"/>
                  </a:lnTo>
                  <a:lnTo>
                    <a:pt x="285948" y="49541"/>
                  </a:lnTo>
                  <a:lnTo>
                    <a:pt x="282171" y="45845"/>
                  </a:lnTo>
                  <a:lnTo>
                    <a:pt x="278279" y="42271"/>
                  </a:lnTo>
                  <a:lnTo>
                    <a:pt x="274276" y="38821"/>
                  </a:lnTo>
                  <a:lnTo>
                    <a:pt x="270166" y="35500"/>
                  </a:lnTo>
                  <a:lnTo>
                    <a:pt x="265953" y="32311"/>
                  </a:lnTo>
                  <a:lnTo>
                    <a:pt x="261641" y="29256"/>
                  </a:lnTo>
                  <a:lnTo>
                    <a:pt x="257235" y="26339"/>
                  </a:lnTo>
                  <a:lnTo>
                    <a:pt x="252739" y="23562"/>
                  </a:lnTo>
                  <a:lnTo>
                    <a:pt x="248158" y="20930"/>
                  </a:lnTo>
                  <a:lnTo>
                    <a:pt x="243495" y="18443"/>
                  </a:lnTo>
                  <a:lnTo>
                    <a:pt x="238756" y="16105"/>
                  </a:lnTo>
                  <a:lnTo>
                    <a:pt x="233946" y="13917"/>
                  </a:lnTo>
                  <a:lnTo>
                    <a:pt x="229069" y="11883"/>
                  </a:lnTo>
                  <a:lnTo>
                    <a:pt x="224130" y="10004"/>
                  </a:lnTo>
                  <a:lnTo>
                    <a:pt x="219135" y="8283"/>
                  </a:lnTo>
                  <a:lnTo>
                    <a:pt x="214087" y="6719"/>
                  </a:lnTo>
                  <a:lnTo>
                    <a:pt x="208992" y="5317"/>
                  </a:lnTo>
                  <a:lnTo>
                    <a:pt x="203856" y="4075"/>
                  </a:lnTo>
                  <a:lnTo>
                    <a:pt x="198683" y="2997"/>
                  </a:lnTo>
                  <a:lnTo>
                    <a:pt x="193479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0357" y="2126963"/>
              <a:ext cx="110930" cy="167167"/>
            </a:xfrm>
            <a:custGeom>
              <a:avLst/>
              <a:pathLst>
                <a:path w="110930" h="167167">
                  <a:moveTo>
                    <a:pt x="110930" y="0"/>
                  </a:moveTo>
                  <a:lnTo>
                    <a:pt x="105417" y="90"/>
                  </a:lnTo>
                  <a:lnTo>
                    <a:pt x="99911" y="363"/>
                  </a:lnTo>
                  <a:lnTo>
                    <a:pt x="94416" y="817"/>
                  </a:lnTo>
                  <a:lnTo>
                    <a:pt x="88939" y="1452"/>
                  </a:lnTo>
                  <a:lnTo>
                    <a:pt x="83487" y="2267"/>
                  </a:lnTo>
                  <a:lnTo>
                    <a:pt x="78064" y="3262"/>
                  </a:lnTo>
                  <a:lnTo>
                    <a:pt x="72677" y="4435"/>
                  </a:lnTo>
                  <a:lnTo>
                    <a:pt x="67332" y="5785"/>
                  </a:lnTo>
                  <a:lnTo>
                    <a:pt x="62034" y="7310"/>
                  </a:lnTo>
                  <a:lnTo>
                    <a:pt x="56789" y="9010"/>
                  </a:lnTo>
                  <a:lnTo>
                    <a:pt x="51603" y="10881"/>
                  </a:lnTo>
                  <a:lnTo>
                    <a:pt x="46481" y="12922"/>
                  </a:lnTo>
                  <a:lnTo>
                    <a:pt x="41430" y="15132"/>
                  </a:lnTo>
                  <a:lnTo>
                    <a:pt x="36454" y="17506"/>
                  </a:lnTo>
                  <a:lnTo>
                    <a:pt x="31560" y="20043"/>
                  </a:lnTo>
                  <a:lnTo>
                    <a:pt x="26751" y="22741"/>
                  </a:lnTo>
                  <a:lnTo>
                    <a:pt x="22034" y="25595"/>
                  </a:lnTo>
                  <a:lnTo>
                    <a:pt x="17414" y="28603"/>
                  </a:lnTo>
                  <a:lnTo>
                    <a:pt x="12896" y="31763"/>
                  </a:lnTo>
                  <a:lnTo>
                    <a:pt x="8484" y="35069"/>
                  </a:lnTo>
                  <a:lnTo>
                    <a:pt x="4184" y="38519"/>
                  </a:lnTo>
                  <a:lnTo>
                    <a:pt x="0" y="42109"/>
                  </a:lnTo>
                  <a:lnTo>
                    <a:pt x="11093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0357" y="2169073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14128" y="2127159"/>
              <a:ext cx="334326" cy="334131"/>
            </a:xfrm>
            <a:custGeom>
              <a:avLst/>
              <a:pathLst>
                <a:path w="334326" h="334131">
                  <a:moveTo>
                    <a:pt x="56229" y="41914"/>
                  </a:moveTo>
                  <a:lnTo>
                    <a:pt x="52326" y="45488"/>
                  </a:lnTo>
                  <a:lnTo>
                    <a:pt x="48537" y="49184"/>
                  </a:lnTo>
                  <a:lnTo>
                    <a:pt x="44868" y="52998"/>
                  </a:lnTo>
                  <a:lnTo>
                    <a:pt x="41321" y="56927"/>
                  </a:lnTo>
                  <a:lnTo>
                    <a:pt x="37901" y="60966"/>
                  </a:lnTo>
                  <a:lnTo>
                    <a:pt x="34610" y="65111"/>
                  </a:lnTo>
                  <a:lnTo>
                    <a:pt x="31452" y="69358"/>
                  </a:lnTo>
                  <a:lnTo>
                    <a:pt x="28429" y="73703"/>
                  </a:lnTo>
                  <a:lnTo>
                    <a:pt x="25546" y="78141"/>
                  </a:lnTo>
                  <a:lnTo>
                    <a:pt x="22805" y="82669"/>
                  </a:lnTo>
                  <a:lnTo>
                    <a:pt x="20209" y="87281"/>
                  </a:lnTo>
                  <a:lnTo>
                    <a:pt x="17760" y="91973"/>
                  </a:lnTo>
                  <a:lnTo>
                    <a:pt x="15460" y="96740"/>
                  </a:lnTo>
                  <a:lnTo>
                    <a:pt x="13313" y="101577"/>
                  </a:lnTo>
                  <a:lnTo>
                    <a:pt x="11320" y="106480"/>
                  </a:lnTo>
                  <a:lnTo>
                    <a:pt x="9483" y="111444"/>
                  </a:lnTo>
                  <a:lnTo>
                    <a:pt x="7804" y="116463"/>
                  </a:lnTo>
                  <a:lnTo>
                    <a:pt x="6285" y="121533"/>
                  </a:lnTo>
                  <a:lnTo>
                    <a:pt x="4928" y="126649"/>
                  </a:lnTo>
                  <a:lnTo>
                    <a:pt x="3732" y="131805"/>
                  </a:lnTo>
                  <a:lnTo>
                    <a:pt x="2701" y="136996"/>
                  </a:lnTo>
                  <a:lnTo>
                    <a:pt x="1835" y="142217"/>
                  </a:lnTo>
                  <a:lnTo>
                    <a:pt x="1134" y="147463"/>
                  </a:lnTo>
                  <a:lnTo>
                    <a:pt x="599" y="152729"/>
                  </a:lnTo>
                  <a:lnTo>
                    <a:pt x="232" y="158009"/>
                  </a:lnTo>
                  <a:lnTo>
                    <a:pt x="32" y="163298"/>
                  </a:lnTo>
                  <a:lnTo>
                    <a:pt x="0" y="168590"/>
                  </a:lnTo>
                  <a:lnTo>
                    <a:pt x="135" y="173881"/>
                  </a:lnTo>
                  <a:lnTo>
                    <a:pt x="437" y="179165"/>
                  </a:lnTo>
                  <a:lnTo>
                    <a:pt x="907" y="184437"/>
                  </a:lnTo>
                  <a:lnTo>
                    <a:pt x="1543" y="189691"/>
                  </a:lnTo>
                  <a:lnTo>
                    <a:pt x="2345" y="194923"/>
                  </a:lnTo>
                  <a:lnTo>
                    <a:pt x="3312" y="200126"/>
                  </a:lnTo>
                  <a:lnTo>
                    <a:pt x="4444" y="205296"/>
                  </a:lnTo>
                  <a:lnTo>
                    <a:pt x="5739" y="210428"/>
                  </a:lnTo>
                  <a:lnTo>
                    <a:pt x="7196" y="215517"/>
                  </a:lnTo>
                  <a:lnTo>
                    <a:pt x="8813" y="220556"/>
                  </a:lnTo>
                  <a:lnTo>
                    <a:pt x="10588" y="225542"/>
                  </a:lnTo>
                  <a:lnTo>
                    <a:pt x="12521" y="230469"/>
                  </a:lnTo>
                  <a:lnTo>
                    <a:pt x="14609" y="235333"/>
                  </a:lnTo>
                  <a:lnTo>
                    <a:pt x="16849" y="240128"/>
                  </a:lnTo>
                  <a:lnTo>
                    <a:pt x="19240" y="244849"/>
                  </a:lnTo>
                  <a:lnTo>
                    <a:pt x="21780" y="249493"/>
                  </a:lnTo>
                  <a:lnTo>
                    <a:pt x="24465" y="254054"/>
                  </a:lnTo>
                  <a:lnTo>
                    <a:pt x="27293" y="258528"/>
                  </a:lnTo>
                  <a:lnTo>
                    <a:pt x="30262" y="262909"/>
                  </a:lnTo>
                  <a:lnTo>
                    <a:pt x="33368" y="267195"/>
                  </a:lnTo>
                  <a:lnTo>
                    <a:pt x="36607" y="271380"/>
                  </a:lnTo>
                  <a:lnTo>
                    <a:pt x="39978" y="275461"/>
                  </a:lnTo>
                  <a:lnTo>
                    <a:pt x="43476" y="279432"/>
                  </a:lnTo>
                  <a:lnTo>
                    <a:pt x="47098" y="283292"/>
                  </a:lnTo>
                  <a:lnTo>
                    <a:pt x="50841" y="287034"/>
                  </a:lnTo>
                  <a:lnTo>
                    <a:pt x="54700" y="290656"/>
                  </a:lnTo>
                  <a:lnTo>
                    <a:pt x="58672" y="294154"/>
                  </a:lnTo>
                  <a:lnTo>
                    <a:pt x="62752" y="297525"/>
                  </a:lnTo>
                  <a:lnTo>
                    <a:pt x="66938" y="300765"/>
                  </a:lnTo>
                  <a:lnTo>
                    <a:pt x="71223" y="303870"/>
                  </a:lnTo>
                  <a:lnTo>
                    <a:pt x="75605" y="306839"/>
                  </a:lnTo>
                  <a:lnTo>
                    <a:pt x="80079" y="309667"/>
                  </a:lnTo>
                  <a:lnTo>
                    <a:pt x="84640" y="312352"/>
                  </a:lnTo>
                  <a:lnTo>
                    <a:pt x="89283" y="314891"/>
                  </a:lnTo>
                  <a:lnTo>
                    <a:pt x="94005" y="317283"/>
                  </a:lnTo>
                  <a:lnTo>
                    <a:pt x="98800" y="319523"/>
                  </a:lnTo>
                  <a:lnTo>
                    <a:pt x="103664" y="321611"/>
                  </a:lnTo>
                  <a:lnTo>
                    <a:pt x="108591" y="323543"/>
                  </a:lnTo>
                  <a:lnTo>
                    <a:pt x="113577" y="325319"/>
                  </a:lnTo>
                  <a:lnTo>
                    <a:pt x="118616" y="326936"/>
                  </a:lnTo>
                  <a:lnTo>
                    <a:pt x="123705" y="328392"/>
                  </a:lnTo>
                  <a:lnTo>
                    <a:pt x="128837" y="329687"/>
                  </a:lnTo>
                  <a:lnTo>
                    <a:pt x="134007" y="330819"/>
                  </a:lnTo>
                  <a:lnTo>
                    <a:pt x="139210" y="331786"/>
                  </a:lnTo>
                  <a:lnTo>
                    <a:pt x="144442" y="332588"/>
                  </a:lnTo>
                  <a:lnTo>
                    <a:pt x="149696" y="333224"/>
                  </a:lnTo>
                  <a:lnTo>
                    <a:pt x="154968" y="333694"/>
                  </a:lnTo>
                  <a:lnTo>
                    <a:pt x="160252" y="333996"/>
                  </a:lnTo>
                  <a:lnTo>
                    <a:pt x="165543" y="334131"/>
                  </a:lnTo>
                  <a:lnTo>
                    <a:pt x="170835" y="334098"/>
                  </a:lnTo>
                  <a:lnTo>
                    <a:pt x="176124" y="333898"/>
                  </a:lnTo>
                  <a:lnTo>
                    <a:pt x="181404" y="333531"/>
                  </a:lnTo>
                  <a:lnTo>
                    <a:pt x="186670" y="332996"/>
                  </a:lnTo>
                  <a:lnTo>
                    <a:pt x="191916" y="332295"/>
                  </a:lnTo>
                  <a:lnTo>
                    <a:pt x="197137" y="331429"/>
                  </a:lnTo>
                  <a:lnTo>
                    <a:pt x="202328" y="330397"/>
                  </a:lnTo>
                  <a:lnTo>
                    <a:pt x="207484" y="329202"/>
                  </a:lnTo>
                  <a:lnTo>
                    <a:pt x="212600" y="327844"/>
                  </a:lnTo>
                  <a:lnTo>
                    <a:pt x="217670" y="326325"/>
                  </a:lnTo>
                  <a:lnTo>
                    <a:pt x="222689" y="324646"/>
                  </a:lnTo>
                  <a:lnTo>
                    <a:pt x="227653" y="322809"/>
                  </a:lnTo>
                  <a:lnTo>
                    <a:pt x="232556" y="320816"/>
                  </a:lnTo>
                  <a:lnTo>
                    <a:pt x="237393" y="318669"/>
                  </a:lnTo>
                  <a:lnTo>
                    <a:pt x="242160" y="316370"/>
                  </a:lnTo>
                  <a:lnTo>
                    <a:pt x="246852" y="313920"/>
                  </a:lnTo>
                  <a:lnTo>
                    <a:pt x="251464" y="311324"/>
                  </a:lnTo>
                  <a:lnTo>
                    <a:pt x="255991" y="308583"/>
                  </a:lnTo>
                  <a:lnTo>
                    <a:pt x="260430" y="305700"/>
                  </a:lnTo>
                  <a:lnTo>
                    <a:pt x="264775" y="302677"/>
                  </a:lnTo>
                  <a:lnTo>
                    <a:pt x="269022" y="299519"/>
                  </a:lnTo>
                  <a:lnTo>
                    <a:pt x="273167" y="296228"/>
                  </a:lnTo>
                  <a:lnTo>
                    <a:pt x="277206" y="292807"/>
                  </a:lnTo>
                  <a:lnTo>
                    <a:pt x="281134" y="289261"/>
                  </a:lnTo>
                  <a:lnTo>
                    <a:pt x="284948" y="285591"/>
                  </a:lnTo>
                  <a:lnTo>
                    <a:pt x="288644" y="281803"/>
                  </a:lnTo>
                  <a:lnTo>
                    <a:pt x="292219" y="277900"/>
                  </a:lnTo>
                  <a:lnTo>
                    <a:pt x="295668" y="273885"/>
                  </a:lnTo>
                  <a:lnTo>
                    <a:pt x="298988" y="269763"/>
                  </a:lnTo>
                  <a:lnTo>
                    <a:pt x="302176" y="265538"/>
                  </a:lnTo>
                  <a:lnTo>
                    <a:pt x="305228" y="261215"/>
                  </a:lnTo>
                  <a:lnTo>
                    <a:pt x="308143" y="256797"/>
                  </a:lnTo>
                  <a:lnTo>
                    <a:pt x="310916" y="252289"/>
                  </a:lnTo>
                  <a:lnTo>
                    <a:pt x="313544" y="247695"/>
                  </a:lnTo>
                  <a:lnTo>
                    <a:pt x="316026" y="243020"/>
                  </a:lnTo>
                  <a:lnTo>
                    <a:pt x="318359" y="238270"/>
                  </a:lnTo>
                  <a:lnTo>
                    <a:pt x="320541" y="233447"/>
                  </a:lnTo>
                  <a:lnTo>
                    <a:pt x="322568" y="228559"/>
                  </a:lnTo>
                  <a:lnTo>
                    <a:pt x="324440" y="223608"/>
                  </a:lnTo>
                  <a:lnTo>
                    <a:pt x="326154" y="218600"/>
                  </a:lnTo>
                  <a:lnTo>
                    <a:pt x="327709" y="213541"/>
                  </a:lnTo>
                  <a:lnTo>
                    <a:pt x="329103" y="208436"/>
                  </a:lnTo>
                  <a:lnTo>
                    <a:pt x="330334" y="203288"/>
                  </a:lnTo>
                  <a:lnTo>
                    <a:pt x="331402" y="198104"/>
                  </a:lnTo>
                  <a:lnTo>
                    <a:pt x="332305" y="192889"/>
                  </a:lnTo>
                  <a:lnTo>
                    <a:pt x="333043" y="187648"/>
                  </a:lnTo>
                  <a:lnTo>
                    <a:pt x="333614" y="182387"/>
                  </a:lnTo>
                  <a:lnTo>
                    <a:pt x="334019" y="177109"/>
                  </a:lnTo>
                  <a:lnTo>
                    <a:pt x="334256" y="171822"/>
                  </a:lnTo>
                  <a:lnTo>
                    <a:pt x="334326" y="166530"/>
                  </a:lnTo>
                  <a:lnTo>
                    <a:pt x="334228" y="161238"/>
                  </a:lnTo>
                  <a:lnTo>
                    <a:pt x="333963" y="155952"/>
                  </a:lnTo>
                  <a:lnTo>
                    <a:pt x="333531" y="150677"/>
                  </a:lnTo>
                  <a:lnTo>
                    <a:pt x="332931" y="145419"/>
                  </a:lnTo>
                  <a:lnTo>
                    <a:pt x="332166" y="140182"/>
                  </a:lnTo>
                  <a:lnTo>
                    <a:pt x="331235" y="134971"/>
                  </a:lnTo>
                  <a:lnTo>
                    <a:pt x="330140" y="129793"/>
                  </a:lnTo>
                  <a:lnTo>
                    <a:pt x="328881" y="124652"/>
                  </a:lnTo>
                  <a:lnTo>
                    <a:pt x="327461" y="119554"/>
                  </a:lnTo>
                  <a:lnTo>
                    <a:pt x="325879" y="114503"/>
                  </a:lnTo>
                  <a:lnTo>
                    <a:pt x="324139" y="109505"/>
                  </a:lnTo>
                  <a:lnTo>
                    <a:pt x="322241" y="104564"/>
                  </a:lnTo>
                  <a:lnTo>
                    <a:pt x="320187" y="99686"/>
                  </a:lnTo>
                  <a:lnTo>
                    <a:pt x="317981" y="94875"/>
                  </a:lnTo>
                  <a:lnTo>
                    <a:pt x="315623" y="90137"/>
                  </a:lnTo>
                  <a:lnTo>
                    <a:pt x="313116" y="85476"/>
                  </a:lnTo>
                  <a:lnTo>
                    <a:pt x="310463" y="80896"/>
                  </a:lnTo>
                  <a:lnTo>
                    <a:pt x="307666" y="76403"/>
                  </a:lnTo>
                  <a:lnTo>
                    <a:pt x="304729" y="72000"/>
                  </a:lnTo>
                  <a:lnTo>
                    <a:pt x="301653" y="67693"/>
                  </a:lnTo>
                  <a:lnTo>
                    <a:pt x="298443" y="63485"/>
                  </a:lnTo>
                  <a:lnTo>
                    <a:pt x="295101" y="59381"/>
                  </a:lnTo>
                  <a:lnTo>
                    <a:pt x="291631" y="55384"/>
                  </a:lnTo>
                  <a:lnTo>
                    <a:pt x="288036" y="51500"/>
                  </a:lnTo>
                  <a:lnTo>
                    <a:pt x="284320" y="47731"/>
                  </a:lnTo>
                  <a:lnTo>
                    <a:pt x="280487" y="44082"/>
                  </a:lnTo>
                  <a:lnTo>
                    <a:pt x="276539" y="40556"/>
                  </a:lnTo>
                  <a:lnTo>
                    <a:pt x="272483" y="37157"/>
                  </a:lnTo>
                  <a:lnTo>
                    <a:pt x="268320" y="33887"/>
                  </a:lnTo>
                  <a:lnTo>
                    <a:pt x="264057" y="30752"/>
                  </a:lnTo>
                  <a:lnTo>
                    <a:pt x="259696" y="27752"/>
                  </a:lnTo>
                  <a:lnTo>
                    <a:pt x="255242" y="24893"/>
                  </a:lnTo>
                  <a:lnTo>
                    <a:pt x="250700" y="22176"/>
                  </a:lnTo>
                  <a:lnTo>
                    <a:pt x="246075" y="19604"/>
                  </a:lnTo>
                  <a:lnTo>
                    <a:pt x="241370" y="17179"/>
                  </a:lnTo>
                  <a:lnTo>
                    <a:pt x="236591" y="14905"/>
                  </a:lnTo>
                  <a:lnTo>
                    <a:pt x="231742" y="12783"/>
                  </a:lnTo>
                  <a:lnTo>
                    <a:pt x="226829" y="10816"/>
                  </a:lnTo>
                  <a:lnTo>
                    <a:pt x="221855" y="9005"/>
                  </a:lnTo>
                  <a:lnTo>
                    <a:pt x="216827" y="7353"/>
                  </a:lnTo>
                  <a:lnTo>
                    <a:pt x="211749" y="5861"/>
                  </a:lnTo>
                  <a:lnTo>
                    <a:pt x="206627" y="4530"/>
                  </a:lnTo>
                  <a:lnTo>
                    <a:pt x="201464" y="3362"/>
                  </a:lnTo>
                  <a:lnTo>
                    <a:pt x="196268" y="2358"/>
                  </a:lnTo>
                  <a:lnTo>
                    <a:pt x="191042" y="1519"/>
                  </a:lnTo>
                  <a:lnTo>
                    <a:pt x="185793" y="846"/>
                  </a:lnTo>
                  <a:lnTo>
                    <a:pt x="180524" y="339"/>
                  </a:lnTo>
                  <a:lnTo>
                    <a:pt x="175242" y="0"/>
                  </a:lnTo>
                  <a:lnTo>
                    <a:pt x="167159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3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6" y="4091"/>
                  </a:lnTo>
                  <a:lnTo>
                    <a:pt x="125251" y="5336"/>
                  </a:lnTo>
                  <a:lnTo>
                    <a:pt x="120147" y="6744"/>
                  </a:lnTo>
                  <a:lnTo>
                    <a:pt x="115091" y="8313"/>
                  </a:lnTo>
                  <a:lnTo>
                    <a:pt x="110087" y="10042"/>
                  </a:lnTo>
                  <a:lnTo>
                    <a:pt x="105140" y="11927"/>
                  </a:lnTo>
                  <a:lnTo>
                    <a:pt x="100255" y="13969"/>
                  </a:lnTo>
                  <a:lnTo>
                    <a:pt x="95438" y="16164"/>
                  </a:lnTo>
                  <a:lnTo>
                    <a:pt x="90692" y="18511"/>
                  </a:lnTo>
                  <a:lnTo>
                    <a:pt x="86023" y="21007"/>
                  </a:lnTo>
                  <a:lnTo>
                    <a:pt x="81436" y="23649"/>
                  </a:lnTo>
                  <a:lnTo>
                    <a:pt x="76934" y="26435"/>
                  </a:lnTo>
                  <a:lnTo>
                    <a:pt x="72523" y="29362"/>
                  </a:lnTo>
                  <a:lnTo>
                    <a:pt x="68207" y="32428"/>
                  </a:lnTo>
                  <a:lnTo>
                    <a:pt x="63990" y="35629"/>
                  </a:lnTo>
                  <a:lnTo>
                    <a:pt x="59877" y="38962"/>
                  </a:lnTo>
                  <a:lnTo>
                    <a:pt x="55871" y="42423"/>
                  </a:lnTo>
                  <a:lnTo>
                    <a:pt x="51976" y="46009"/>
                  </a:lnTo>
                  <a:lnTo>
                    <a:pt x="48198" y="49717"/>
                  </a:lnTo>
                  <a:lnTo>
                    <a:pt x="44538" y="53543"/>
                  </a:lnTo>
                  <a:lnTo>
                    <a:pt x="41002" y="57482"/>
                  </a:lnTo>
                  <a:lnTo>
                    <a:pt x="37592" y="61532"/>
                  </a:lnTo>
                  <a:lnTo>
                    <a:pt x="34312" y="65688"/>
                  </a:lnTo>
                  <a:lnTo>
                    <a:pt x="31165" y="69945"/>
                  </a:lnTo>
                  <a:lnTo>
                    <a:pt x="28155" y="74300"/>
                  </a:lnTo>
                  <a:lnTo>
                    <a:pt x="25284" y="78748"/>
                  </a:lnTo>
                  <a:lnTo>
                    <a:pt x="22555" y="83285"/>
                  </a:lnTo>
                  <a:lnTo>
                    <a:pt x="19971" y="87905"/>
                  </a:lnTo>
                  <a:lnTo>
                    <a:pt x="17535" y="92606"/>
                  </a:lnTo>
                  <a:lnTo>
                    <a:pt x="15249" y="97381"/>
                  </a:lnTo>
                  <a:lnTo>
                    <a:pt x="13116" y="102226"/>
                  </a:lnTo>
                  <a:lnTo>
                    <a:pt x="11136" y="107136"/>
                  </a:lnTo>
                  <a:lnTo>
                    <a:pt x="9314" y="112107"/>
                  </a:lnTo>
                  <a:lnTo>
                    <a:pt x="7649" y="117132"/>
                  </a:lnTo>
                  <a:lnTo>
                    <a:pt x="6145" y="122208"/>
                  </a:lnTo>
                  <a:lnTo>
                    <a:pt x="4802" y="127329"/>
                  </a:lnTo>
                  <a:lnTo>
                    <a:pt x="3622" y="132490"/>
                  </a:lnTo>
                  <a:lnTo>
                    <a:pt x="2606" y="137686"/>
                  </a:lnTo>
                  <a:lnTo>
                    <a:pt x="1755" y="142911"/>
                  </a:lnTo>
                  <a:lnTo>
                    <a:pt x="1070" y="148161"/>
                  </a:lnTo>
                  <a:lnTo>
                    <a:pt x="551" y="153429"/>
                  </a:lnTo>
                  <a:lnTo>
                    <a:pt x="200" y="158712"/>
                  </a:lnTo>
                  <a:lnTo>
                    <a:pt x="16" y="164002"/>
                  </a:lnTo>
                  <a:lnTo>
                    <a:pt x="0" y="169297"/>
                  </a:lnTo>
                  <a:lnTo>
                    <a:pt x="151" y="174588"/>
                  </a:lnTo>
                  <a:lnTo>
                    <a:pt x="470" y="179873"/>
                  </a:lnTo>
                  <a:lnTo>
                    <a:pt x="955" y="185145"/>
                  </a:lnTo>
                  <a:lnTo>
                    <a:pt x="1608" y="190398"/>
                  </a:lnTo>
                  <a:lnTo>
                    <a:pt x="2427" y="195629"/>
                  </a:lnTo>
                  <a:lnTo>
                    <a:pt x="3411" y="200831"/>
                  </a:lnTo>
                  <a:lnTo>
                    <a:pt x="4559" y="205999"/>
                  </a:lnTo>
                  <a:lnTo>
                    <a:pt x="5870" y="211128"/>
                  </a:lnTo>
                  <a:lnTo>
                    <a:pt x="7343" y="216213"/>
                  </a:lnTo>
                  <a:lnTo>
                    <a:pt x="8976" y="221249"/>
                  </a:lnTo>
                  <a:lnTo>
                    <a:pt x="10768" y="226231"/>
                  </a:lnTo>
                  <a:lnTo>
                    <a:pt x="12717" y="231153"/>
                  </a:lnTo>
                  <a:lnTo>
                    <a:pt x="14820" y="236011"/>
                  </a:lnTo>
                  <a:lnTo>
                    <a:pt x="17076" y="240800"/>
                  </a:lnTo>
                  <a:lnTo>
                    <a:pt x="19483" y="245516"/>
                  </a:lnTo>
                  <a:lnTo>
                    <a:pt x="22038" y="250152"/>
                  </a:lnTo>
                  <a:lnTo>
                    <a:pt x="24739" y="254706"/>
                  </a:lnTo>
                  <a:lnTo>
                    <a:pt x="27582" y="259172"/>
                  </a:lnTo>
                  <a:lnTo>
                    <a:pt x="30566" y="263545"/>
                  </a:lnTo>
                  <a:lnTo>
                    <a:pt x="33686" y="267822"/>
                  </a:lnTo>
                  <a:lnTo>
                    <a:pt x="36940" y="271998"/>
                  </a:lnTo>
                  <a:lnTo>
                    <a:pt x="40325" y="276068"/>
                  </a:lnTo>
                  <a:lnTo>
                    <a:pt x="43837" y="280030"/>
                  </a:lnTo>
                  <a:lnTo>
                    <a:pt x="47473" y="283878"/>
                  </a:lnTo>
                  <a:lnTo>
                    <a:pt x="51228" y="287609"/>
                  </a:lnTo>
                  <a:lnTo>
                    <a:pt x="55100" y="291220"/>
                  </a:lnTo>
                  <a:lnTo>
                    <a:pt x="59085" y="294706"/>
                  </a:lnTo>
                  <a:lnTo>
                    <a:pt x="63178" y="298064"/>
                  </a:lnTo>
                  <a:lnTo>
                    <a:pt x="67375" y="301291"/>
                  </a:lnTo>
                  <a:lnTo>
                    <a:pt x="71672" y="304383"/>
                  </a:lnTo>
                  <a:lnTo>
                    <a:pt x="76065" y="307338"/>
                  </a:lnTo>
                  <a:lnTo>
                    <a:pt x="80549" y="310152"/>
                  </a:lnTo>
                  <a:lnTo>
                    <a:pt x="85120" y="312822"/>
                  </a:lnTo>
                  <a:lnTo>
                    <a:pt x="89773" y="315347"/>
                  </a:lnTo>
                  <a:lnTo>
                    <a:pt x="94504" y="317723"/>
                  </a:lnTo>
                  <a:lnTo>
                    <a:pt x="99308" y="319948"/>
                  </a:lnTo>
                  <a:lnTo>
                    <a:pt x="104180" y="322020"/>
                  </a:lnTo>
                  <a:lnTo>
                    <a:pt x="109115" y="323936"/>
                  </a:lnTo>
                  <a:lnTo>
                    <a:pt x="114108" y="325695"/>
                  </a:lnTo>
                  <a:lnTo>
                    <a:pt x="119155" y="327295"/>
                  </a:lnTo>
                  <a:lnTo>
                    <a:pt x="124249" y="328735"/>
                  </a:lnTo>
                  <a:lnTo>
                    <a:pt x="129387" y="330012"/>
                  </a:lnTo>
                  <a:lnTo>
                    <a:pt x="134563" y="331127"/>
                  </a:lnTo>
                  <a:lnTo>
                    <a:pt x="139771" y="332076"/>
                  </a:lnTo>
                  <a:lnTo>
                    <a:pt x="145006" y="332861"/>
                  </a:lnTo>
                  <a:lnTo>
                    <a:pt x="150264" y="333479"/>
                  </a:lnTo>
                  <a:lnTo>
                    <a:pt x="155539" y="333930"/>
                  </a:lnTo>
                  <a:lnTo>
                    <a:pt x="160826" y="334215"/>
                  </a:lnTo>
                  <a:lnTo>
                    <a:pt x="166118" y="334331"/>
                  </a:lnTo>
                  <a:lnTo>
                    <a:pt x="171412" y="334280"/>
                  </a:lnTo>
                  <a:lnTo>
                    <a:pt x="176702" y="334061"/>
                  </a:lnTo>
                  <a:lnTo>
                    <a:pt x="181982" y="333675"/>
                  </a:lnTo>
                  <a:lnTo>
                    <a:pt x="187247" y="333122"/>
                  </a:lnTo>
                  <a:lnTo>
                    <a:pt x="192492" y="332403"/>
                  </a:lnTo>
                  <a:lnTo>
                    <a:pt x="197711" y="331518"/>
                  </a:lnTo>
                  <a:lnTo>
                    <a:pt x="202900" y="330468"/>
                  </a:lnTo>
                  <a:lnTo>
                    <a:pt x="208053" y="329254"/>
                  </a:lnTo>
                  <a:lnTo>
                    <a:pt x="213165" y="327877"/>
                  </a:lnTo>
                  <a:lnTo>
                    <a:pt x="218231" y="326340"/>
                  </a:lnTo>
                  <a:lnTo>
                    <a:pt x="223246" y="324643"/>
                  </a:lnTo>
                  <a:lnTo>
                    <a:pt x="228204" y="322787"/>
                  </a:lnTo>
                  <a:lnTo>
                    <a:pt x="233102" y="320776"/>
                  </a:lnTo>
                  <a:lnTo>
                    <a:pt x="237933" y="318611"/>
                  </a:lnTo>
                  <a:lnTo>
                    <a:pt x="242693" y="316294"/>
                  </a:lnTo>
                  <a:lnTo>
                    <a:pt x="247377" y="313827"/>
                  </a:lnTo>
                  <a:lnTo>
                    <a:pt x="251981" y="311213"/>
                  </a:lnTo>
                  <a:lnTo>
                    <a:pt x="256500" y="308455"/>
                  </a:lnTo>
                  <a:lnTo>
                    <a:pt x="260929" y="305555"/>
                  </a:lnTo>
                  <a:lnTo>
                    <a:pt x="265264" y="302516"/>
                  </a:lnTo>
                  <a:lnTo>
                    <a:pt x="269500" y="299341"/>
                  </a:lnTo>
                  <a:lnTo>
                    <a:pt x="273634" y="296034"/>
                  </a:lnTo>
                  <a:lnTo>
                    <a:pt x="277662" y="292598"/>
                  </a:lnTo>
                  <a:lnTo>
                    <a:pt x="281578" y="289035"/>
                  </a:lnTo>
                  <a:lnTo>
                    <a:pt x="285380" y="285351"/>
                  </a:lnTo>
                  <a:lnTo>
                    <a:pt x="289063" y="281548"/>
                  </a:lnTo>
                  <a:lnTo>
                    <a:pt x="292624" y="277630"/>
                  </a:lnTo>
                  <a:lnTo>
                    <a:pt x="296059" y="273602"/>
                  </a:lnTo>
                  <a:lnTo>
                    <a:pt x="299364" y="269467"/>
                  </a:lnTo>
                  <a:lnTo>
                    <a:pt x="302537" y="265229"/>
                  </a:lnTo>
                  <a:lnTo>
                    <a:pt x="305575" y="260893"/>
                  </a:lnTo>
                  <a:lnTo>
                    <a:pt x="308473" y="256463"/>
                  </a:lnTo>
                  <a:lnTo>
                    <a:pt x="311230" y="251943"/>
                  </a:lnTo>
                  <a:lnTo>
                    <a:pt x="313842" y="247338"/>
                  </a:lnTo>
                  <a:lnTo>
                    <a:pt x="316307" y="242653"/>
                  </a:lnTo>
                  <a:lnTo>
                    <a:pt x="318623" y="237892"/>
                  </a:lnTo>
                  <a:lnTo>
                    <a:pt x="320786" y="233060"/>
                  </a:lnTo>
                  <a:lnTo>
                    <a:pt x="322796" y="228162"/>
                  </a:lnTo>
                  <a:lnTo>
                    <a:pt x="324649" y="223203"/>
                  </a:lnTo>
                  <a:lnTo>
                    <a:pt x="326344" y="218188"/>
                  </a:lnTo>
                  <a:lnTo>
                    <a:pt x="327880" y="213122"/>
                  </a:lnTo>
                  <a:lnTo>
                    <a:pt x="329255" y="208009"/>
                  </a:lnTo>
                  <a:lnTo>
                    <a:pt x="330467" y="202856"/>
                  </a:lnTo>
                  <a:lnTo>
                    <a:pt x="331515" y="197666"/>
                  </a:lnTo>
                  <a:lnTo>
                    <a:pt x="332398" y="192446"/>
                  </a:lnTo>
                  <a:lnTo>
                    <a:pt x="333116" y="187201"/>
                  </a:lnTo>
                  <a:lnTo>
                    <a:pt x="333667" y="181936"/>
                  </a:lnTo>
                  <a:lnTo>
                    <a:pt x="334051" y="176656"/>
                  </a:lnTo>
                  <a:lnTo>
                    <a:pt x="334268" y="171366"/>
                  </a:lnTo>
                  <a:lnTo>
                    <a:pt x="334317" y="166072"/>
                  </a:lnTo>
                  <a:lnTo>
                    <a:pt x="334199" y="160779"/>
                  </a:lnTo>
                  <a:lnTo>
                    <a:pt x="333913" y="155493"/>
                  </a:lnTo>
                  <a:lnTo>
                    <a:pt x="333459" y="150218"/>
                  </a:lnTo>
                  <a:lnTo>
                    <a:pt x="332839" y="144961"/>
                  </a:lnTo>
                  <a:lnTo>
                    <a:pt x="332053" y="139725"/>
                  </a:lnTo>
                  <a:lnTo>
                    <a:pt x="331101" y="134518"/>
                  </a:lnTo>
                  <a:lnTo>
                    <a:pt x="329985" y="129342"/>
                  </a:lnTo>
                  <a:lnTo>
                    <a:pt x="328706" y="124205"/>
                  </a:lnTo>
                  <a:lnTo>
                    <a:pt x="327265" y="11911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2176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53517"/>
              <a:ext cx="160111" cy="146714"/>
            </a:xfrm>
            <a:custGeom>
              <a:avLst/>
              <a:pathLst>
                <a:path w="160111" h="146714">
                  <a:moveTo>
                    <a:pt x="160111" y="98658"/>
                  </a:moveTo>
                  <a:lnTo>
                    <a:pt x="158391" y="93262"/>
                  </a:lnTo>
                  <a:lnTo>
                    <a:pt x="156489" y="87926"/>
                  </a:lnTo>
                  <a:lnTo>
                    <a:pt x="154407" y="82658"/>
                  </a:lnTo>
                  <a:lnTo>
                    <a:pt x="152149" y="77464"/>
                  </a:lnTo>
                  <a:lnTo>
                    <a:pt x="149715" y="72349"/>
                  </a:lnTo>
                  <a:lnTo>
                    <a:pt x="147110" y="67320"/>
                  </a:lnTo>
                  <a:lnTo>
                    <a:pt x="144336" y="62381"/>
                  </a:lnTo>
                  <a:lnTo>
                    <a:pt x="141396" y="57540"/>
                  </a:lnTo>
                  <a:lnTo>
                    <a:pt x="138294" y="52801"/>
                  </a:lnTo>
                  <a:lnTo>
                    <a:pt x="135033" y="48170"/>
                  </a:lnTo>
                  <a:lnTo>
                    <a:pt x="131617" y="43651"/>
                  </a:lnTo>
                  <a:lnTo>
                    <a:pt x="128050" y="39252"/>
                  </a:lnTo>
                  <a:lnTo>
                    <a:pt x="124335" y="34975"/>
                  </a:lnTo>
                  <a:lnTo>
                    <a:pt x="120478" y="30827"/>
                  </a:lnTo>
                  <a:lnTo>
                    <a:pt x="116483" y="26812"/>
                  </a:lnTo>
                  <a:lnTo>
                    <a:pt x="112354" y="22935"/>
                  </a:lnTo>
                  <a:lnTo>
                    <a:pt x="108096" y="19199"/>
                  </a:lnTo>
                  <a:lnTo>
                    <a:pt x="103714" y="15610"/>
                  </a:lnTo>
                  <a:lnTo>
                    <a:pt x="99213" y="12172"/>
                  </a:lnTo>
                  <a:lnTo>
                    <a:pt x="94598" y="8888"/>
                  </a:lnTo>
                  <a:lnTo>
                    <a:pt x="89875" y="5762"/>
                  </a:lnTo>
                  <a:lnTo>
                    <a:pt x="85048" y="2798"/>
                  </a:lnTo>
                  <a:lnTo>
                    <a:pt x="80123" y="0"/>
                  </a:lnTo>
                  <a:lnTo>
                    <a:pt x="0" y="146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80123" cy="167167"/>
            </a:xfrm>
            <a:custGeom>
              <a:avLst/>
              <a:pathLst>
                <a:path w="80123" h="167167">
                  <a:moveTo>
                    <a:pt x="80123" y="20452"/>
                  </a:moveTo>
                  <a:lnTo>
                    <a:pt x="74835" y="17686"/>
                  </a:lnTo>
                  <a:lnTo>
                    <a:pt x="69451" y="15110"/>
                  </a:lnTo>
                  <a:lnTo>
                    <a:pt x="63979" y="12727"/>
                  </a:lnTo>
                  <a:lnTo>
                    <a:pt x="58425" y="10542"/>
                  </a:lnTo>
                  <a:lnTo>
                    <a:pt x="52797" y="8556"/>
                  </a:lnTo>
                  <a:lnTo>
                    <a:pt x="47102" y="6773"/>
                  </a:lnTo>
                  <a:lnTo>
                    <a:pt x="41346" y="5193"/>
                  </a:lnTo>
                  <a:lnTo>
                    <a:pt x="35538" y="3821"/>
                  </a:lnTo>
                  <a:lnTo>
                    <a:pt x="29684" y="2656"/>
                  </a:lnTo>
                  <a:lnTo>
                    <a:pt x="23793" y="1701"/>
                  </a:lnTo>
                  <a:lnTo>
                    <a:pt x="17871" y="958"/>
                  </a:lnTo>
                  <a:lnTo>
                    <a:pt x="11927" y="426"/>
                  </a:lnTo>
                  <a:lnTo>
                    <a:pt x="596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358831" y="3170392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7" y="758"/>
                  </a:lnTo>
                  <a:lnTo>
                    <a:pt x="145971" y="1346"/>
                  </a:lnTo>
                  <a:lnTo>
                    <a:pt x="140716" y="2103"/>
                  </a:lnTo>
                  <a:lnTo>
                    <a:pt x="135488" y="3025"/>
                  </a:lnTo>
                  <a:lnTo>
                    <a:pt x="130292" y="4113"/>
                  </a:lnTo>
                  <a:lnTo>
                    <a:pt x="125134" y="5366"/>
                  </a:lnTo>
                  <a:lnTo>
                    <a:pt x="120017" y="6781"/>
                  </a:lnTo>
                  <a:lnTo>
                    <a:pt x="114948" y="8359"/>
                  </a:lnTo>
                  <a:lnTo>
                    <a:pt x="109932" y="10096"/>
                  </a:lnTo>
                  <a:lnTo>
                    <a:pt x="104974" y="11992"/>
                  </a:lnTo>
                  <a:lnTo>
                    <a:pt x="100078" y="14045"/>
                  </a:lnTo>
                  <a:lnTo>
                    <a:pt x="95250" y="16252"/>
                  </a:lnTo>
                  <a:lnTo>
                    <a:pt x="90494" y="18611"/>
                  </a:lnTo>
                  <a:lnTo>
                    <a:pt x="85816" y="21119"/>
                  </a:lnTo>
                  <a:lnTo>
                    <a:pt x="81219" y="23776"/>
                  </a:lnTo>
                  <a:lnTo>
                    <a:pt x="76710" y="26576"/>
                  </a:lnTo>
                  <a:lnTo>
                    <a:pt x="72291" y="29519"/>
                  </a:lnTo>
                  <a:lnTo>
                    <a:pt x="67968" y="32600"/>
                  </a:lnTo>
                  <a:lnTo>
                    <a:pt x="63746" y="35817"/>
                  </a:lnTo>
                  <a:lnTo>
                    <a:pt x="59627" y="39167"/>
                  </a:lnTo>
                  <a:lnTo>
                    <a:pt x="55617" y="42645"/>
                  </a:lnTo>
                  <a:lnTo>
                    <a:pt x="51720" y="46250"/>
                  </a:lnTo>
                  <a:lnTo>
                    <a:pt x="47938" y="49976"/>
                  </a:lnTo>
                  <a:lnTo>
                    <a:pt x="44277" y="53820"/>
                  </a:lnTo>
                  <a:lnTo>
                    <a:pt x="40740" y="57779"/>
                  </a:lnTo>
                  <a:lnTo>
                    <a:pt x="37331" y="61848"/>
                  </a:lnTo>
                  <a:lnTo>
                    <a:pt x="34052" y="66023"/>
                  </a:lnTo>
                  <a:lnTo>
                    <a:pt x="30908" y="70300"/>
                  </a:lnTo>
                  <a:lnTo>
                    <a:pt x="27901" y="74675"/>
                  </a:lnTo>
                  <a:lnTo>
                    <a:pt x="25034" y="79143"/>
                  </a:lnTo>
                  <a:lnTo>
                    <a:pt x="22311" y="83700"/>
                  </a:lnTo>
                  <a:lnTo>
                    <a:pt x="19733" y="88341"/>
                  </a:lnTo>
                  <a:lnTo>
                    <a:pt x="17305" y="93061"/>
                  </a:lnTo>
                  <a:lnTo>
                    <a:pt x="15027" y="97856"/>
                  </a:lnTo>
                  <a:lnTo>
                    <a:pt x="12903" y="102722"/>
                  </a:lnTo>
                  <a:lnTo>
                    <a:pt x="10935" y="107652"/>
                  </a:lnTo>
                  <a:lnTo>
                    <a:pt x="9124" y="112642"/>
                  </a:lnTo>
                  <a:lnTo>
                    <a:pt x="7472" y="117687"/>
                  </a:lnTo>
                  <a:lnTo>
                    <a:pt x="5982" y="122782"/>
                  </a:lnTo>
                  <a:lnTo>
                    <a:pt x="4653" y="127922"/>
                  </a:lnTo>
                  <a:lnTo>
                    <a:pt x="3489" y="133101"/>
                  </a:lnTo>
                  <a:lnTo>
                    <a:pt x="2490" y="138315"/>
                  </a:lnTo>
                  <a:lnTo>
                    <a:pt x="1657" y="143558"/>
                  </a:lnTo>
                  <a:lnTo>
                    <a:pt x="991" y="148825"/>
                  </a:lnTo>
                  <a:lnTo>
                    <a:pt x="492" y="154110"/>
                  </a:lnTo>
                  <a:lnTo>
                    <a:pt x="162" y="159408"/>
                  </a:lnTo>
                  <a:lnTo>
                    <a:pt x="0" y="164714"/>
                  </a:lnTo>
                  <a:lnTo>
                    <a:pt x="6" y="170023"/>
                  </a:lnTo>
                  <a:lnTo>
                    <a:pt x="181" y="175328"/>
                  </a:lnTo>
                  <a:lnTo>
                    <a:pt x="524" y="180626"/>
                  </a:lnTo>
                  <a:lnTo>
                    <a:pt x="1036" y="185910"/>
                  </a:lnTo>
                  <a:lnTo>
                    <a:pt x="1714" y="191175"/>
                  </a:lnTo>
                  <a:lnTo>
                    <a:pt x="2560" y="196416"/>
                  </a:lnTo>
                  <a:lnTo>
                    <a:pt x="3572" y="201627"/>
                  </a:lnTo>
                  <a:lnTo>
                    <a:pt x="4749" y="206804"/>
                  </a:lnTo>
                  <a:lnTo>
                    <a:pt x="6089" y="211940"/>
                  </a:lnTo>
                  <a:lnTo>
                    <a:pt x="7592" y="217032"/>
                  </a:lnTo>
                  <a:lnTo>
                    <a:pt x="9256" y="222073"/>
                  </a:lnTo>
                  <a:lnTo>
                    <a:pt x="11079" y="227059"/>
                  </a:lnTo>
                  <a:lnTo>
                    <a:pt x="13059" y="231984"/>
                  </a:lnTo>
                  <a:lnTo>
                    <a:pt x="15195" y="236844"/>
                  </a:lnTo>
                  <a:lnTo>
                    <a:pt x="17484" y="241634"/>
                  </a:lnTo>
                  <a:lnTo>
                    <a:pt x="19924" y="246348"/>
                  </a:lnTo>
                  <a:lnTo>
                    <a:pt x="22512" y="250983"/>
                  </a:lnTo>
                  <a:lnTo>
                    <a:pt x="25247" y="255534"/>
                  </a:lnTo>
                  <a:lnTo>
                    <a:pt x="28124" y="259995"/>
                  </a:lnTo>
                  <a:lnTo>
                    <a:pt x="31142" y="264362"/>
                  </a:lnTo>
                  <a:lnTo>
                    <a:pt x="34296" y="268632"/>
                  </a:lnTo>
                  <a:lnTo>
                    <a:pt x="37585" y="272799"/>
                  </a:lnTo>
                  <a:lnTo>
                    <a:pt x="41004" y="276860"/>
                  </a:lnTo>
                  <a:lnTo>
                    <a:pt x="44551" y="280810"/>
                  </a:lnTo>
                  <a:lnTo>
                    <a:pt x="48221" y="284645"/>
                  </a:lnTo>
                  <a:lnTo>
                    <a:pt x="52011" y="288362"/>
                  </a:lnTo>
                  <a:lnTo>
                    <a:pt x="55918" y="291957"/>
                  </a:lnTo>
                  <a:lnTo>
                    <a:pt x="59936" y="295426"/>
                  </a:lnTo>
                  <a:lnTo>
                    <a:pt x="64063" y="298765"/>
                  </a:lnTo>
                  <a:lnTo>
                    <a:pt x="68293" y="301972"/>
                  </a:lnTo>
                  <a:lnTo>
                    <a:pt x="72623" y="305043"/>
                  </a:lnTo>
                  <a:lnTo>
                    <a:pt x="77049" y="307975"/>
                  </a:lnTo>
                  <a:lnTo>
                    <a:pt x="81565" y="310765"/>
                  </a:lnTo>
                  <a:lnTo>
                    <a:pt x="86168" y="313410"/>
                  </a:lnTo>
                  <a:lnTo>
                    <a:pt x="90853" y="315908"/>
                  </a:lnTo>
                  <a:lnTo>
                    <a:pt x="95614" y="318255"/>
                  </a:lnTo>
                  <a:lnTo>
                    <a:pt x="100447" y="320450"/>
                  </a:lnTo>
                  <a:lnTo>
                    <a:pt x="105348" y="322491"/>
                  </a:lnTo>
                  <a:lnTo>
                    <a:pt x="110311" y="324375"/>
                  </a:lnTo>
                  <a:lnTo>
                    <a:pt x="115331" y="326101"/>
                  </a:lnTo>
                  <a:lnTo>
                    <a:pt x="120404" y="327666"/>
                  </a:lnTo>
                  <a:lnTo>
                    <a:pt x="125524" y="329069"/>
                  </a:lnTo>
                  <a:lnTo>
                    <a:pt x="130686" y="330309"/>
                  </a:lnTo>
                  <a:lnTo>
                    <a:pt x="135884" y="331385"/>
                  </a:lnTo>
                  <a:lnTo>
                    <a:pt x="141114" y="332295"/>
                  </a:lnTo>
                  <a:lnTo>
                    <a:pt x="146371" y="333038"/>
                  </a:lnTo>
                  <a:lnTo>
                    <a:pt x="151648" y="333614"/>
                  </a:lnTo>
                  <a:lnTo>
                    <a:pt x="156941" y="334022"/>
                  </a:lnTo>
                  <a:lnTo>
                    <a:pt x="162244" y="334262"/>
                  </a:lnTo>
                  <a:lnTo>
                    <a:pt x="167552" y="334334"/>
                  </a:lnTo>
                  <a:lnTo>
                    <a:pt x="172860" y="334237"/>
                  </a:lnTo>
                  <a:lnTo>
                    <a:pt x="178162" y="333971"/>
                  </a:lnTo>
                  <a:lnTo>
                    <a:pt x="183453" y="333537"/>
                  </a:lnTo>
                  <a:lnTo>
                    <a:pt x="188727" y="332936"/>
                  </a:lnTo>
                  <a:lnTo>
                    <a:pt x="193980" y="332167"/>
                  </a:lnTo>
                  <a:lnTo>
                    <a:pt x="199205" y="331232"/>
                  </a:lnTo>
                  <a:lnTo>
                    <a:pt x="204399" y="330131"/>
                  </a:lnTo>
                  <a:lnTo>
                    <a:pt x="209554" y="328866"/>
                  </a:lnTo>
                  <a:lnTo>
                    <a:pt x="214667" y="327439"/>
                  </a:lnTo>
                  <a:lnTo>
                    <a:pt x="219732" y="325849"/>
                  </a:lnTo>
                  <a:lnTo>
                    <a:pt x="224744" y="324099"/>
                  </a:lnTo>
                  <a:lnTo>
                    <a:pt x="229698" y="322191"/>
                  </a:lnTo>
                  <a:lnTo>
                    <a:pt x="234589" y="320127"/>
                  </a:lnTo>
                  <a:lnTo>
                    <a:pt x="239412" y="317909"/>
                  </a:lnTo>
                  <a:lnTo>
                    <a:pt x="244162" y="315538"/>
                  </a:lnTo>
                  <a:lnTo>
                    <a:pt x="248834" y="313018"/>
                  </a:lnTo>
                  <a:lnTo>
                    <a:pt x="253424" y="310351"/>
                  </a:lnTo>
                  <a:lnTo>
                    <a:pt x="257927" y="307539"/>
                  </a:lnTo>
                  <a:lnTo>
                    <a:pt x="262338" y="304586"/>
                  </a:lnTo>
                  <a:lnTo>
                    <a:pt x="266654" y="301494"/>
                  </a:lnTo>
                  <a:lnTo>
                    <a:pt x="270869" y="298267"/>
                  </a:lnTo>
                  <a:lnTo>
                    <a:pt x="274979" y="294907"/>
                  </a:lnTo>
                  <a:lnTo>
                    <a:pt x="278981" y="291419"/>
                  </a:lnTo>
                  <a:lnTo>
                    <a:pt x="282870" y="287806"/>
                  </a:lnTo>
                  <a:lnTo>
                    <a:pt x="286642" y="284070"/>
                  </a:lnTo>
                  <a:lnTo>
                    <a:pt x="290293" y="280217"/>
                  </a:lnTo>
                  <a:lnTo>
                    <a:pt x="293821" y="276250"/>
                  </a:lnTo>
                  <a:lnTo>
                    <a:pt x="297221" y="272173"/>
                  </a:lnTo>
                  <a:lnTo>
                    <a:pt x="300489" y="267990"/>
                  </a:lnTo>
                  <a:lnTo>
                    <a:pt x="303623" y="263705"/>
                  </a:lnTo>
                  <a:lnTo>
                    <a:pt x="306620" y="259323"/>
                  </a:lnTo>
                  <a:lnTo>
                    <a:pt x="309476" y="254848"/>
                  </a:lnTo>
                  <a:lnTo>
                    <a:pt x="312188" y="250285"/>
                  </a:lnTo>
                  <a:lnTo>
                    <a:pt x="314754" y="245638"/>
                  </a:lnTo>
                  <a:lnTo>
                    <a:pt x="317171" y="240911"/>
                  </a:lnTo>
                  <a:lnTo>
                    <a:pt x="319437" y="236110"/>
                  </a:lnTo>
                  <a:lnTo>
                    <a:pt x="321550" y="231240"/>
                  </a:lnTo>
                  <a:lnTo>
                    <a:pt x="323506" y="226305"/>
                  </a:lnTo>
                  <a:lnTo>
                    <a:pt x="325305" y="221311"/>
                  </a:lnTo>
                  <a:lnTo>
                    <a:pt x="326945" y="216262"/>
                  </a:lnTo>
                  <a:lnTo>
                    <a:pt x="328423" y="211163"/>
                  </a:lnTo>
                  <a:lnTo>
                    <a:pt x="329739" y="206020"/>
                  </a:lnTo>
                  <a:lnTo>
                    <a:pt x="330890" y="200838"/>
                  </a:lnTo>
                  <a:lnTo>
                    <a:pt x="331877" y="195622"/>
                  </a:lnTo>
                  <a:lnTo>
                    <a:pt x="332697" y="190377"/>
                  </a:lnTo>
                  <a:lnTo>
                    <a:pt x="333351" y="185109"/>
                  </a:lnTo>
                  <a:lnTo>
                    <a:pt x="333837" y="179822"/>
                  </a:lnTo>
                  <a:lnTo>
                    <a:pt x="334154" y="174523"/>
                  </a:lnTo>
                  <a:lnTo>
                    <a:pt x="334304" y="169217"/>
                  </a:lnTo>
                  <a:lnTo>
                    <a:pt x="334285" y="163908"/>
                  </a:lnTo>
                  <a:lnTo>
                    <a:pt x="334097" y="158603"/>
                  </a:lnTo>
                  <a:lnTo>
                    <a:pt x="333741" y="153306"/>
                  </a:lnTo>
                  <a:lnTo>
                    <a:pt x="333217" y="148024"/>
                  </a:lnTo>
                  <a:lnTo>
                    <a:pt x="332525" y="142760"/>
                  </a:lnTo>
                  <a:lnTo>
                    <a:pt x="331667" y="137521"/>
                  </a:lnTo>
                  <a:lnTo>
                    <a:pt x="330642" y="132313"/>
                  </a:lnTo>
                  <a:lnTo>
                    <a:pt x="329453" y="127139"/>
                  </a:lnTo>
                  <a:lnTo>
                    <a:pt x="328100" y="122005"/>
                  </a:lnTo>
                  <a:lnTo>
                    <a:pt x="326585" y="116918"/>
                  </a:lnTo>
                  <a:lnTo>
                    <a:pt x="324909" y="111881"/>
                  </a:lnTo>
                  <a:lnTo>
                    <a:pt x="323074" y="106899"/>
                  </a:lnTo>
                  <a:lnTo>
                    <a:pt x="321082" y="101979"/>
                  </a:lnTo>
                  <a:lnTo>
                    <a:pt x="318935" y="97124"/>
                  </a:lnTo>
                  <a:lnTo>
                    <a:pt x="316634" y="92339"/>
                  </a:lnTo>
                  <a:lnTo>
                    <a:pt x="314183" y="87631"/>
                  </a:lnTo>
                  <a:lnTo>
                    <a:pt x="311583" y="83002"/>
                  </a:lnTo>
                  <a:lnTo>
                    <a:pt x="308838" y="78458"/>
                  </a:lnTo>
                  <a:lnTo>
                    <a:pt x="305950" y="74004"/>
                  </a:lnTo>
                  <a:lnTo>
                    <a:pt x="302922" y="69644"/>
                  </a:lnTo>
                  <a:lnTo>
                    <a:pt x="299757" y="65382"/>
                  </a:lnTo>
                  <a:lnTo>
                    <a:pt x="296458" y="61223"/>
                  </a:lnTo>
                  <a:lnTo>
                    <a:pt x="293029" y="57170"/>
                  </a:lnTo>
                  <a:lnTo>
                    <a:pt x="289473" y="53229"/>
                  </a:lnTo>
                  <a:lnTo>
                    <a:pt x="285793" y="49402"/>
                  </a:lnTo>
                  <a:lnTo>
                    <a:pt x="281994" y="45694"/>
                  </a:lnTo>
                  <a:lnTo>
                    <a:pt x="278079" y="42109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2502"/>
              <a:ext cx="110930" cy="125057"/>
            </a:xfrm>
            <a:custGeom>
              <a:avLst/>
              <a:pathLst>
                <a:path w="110930" h="125057">
                  <a:moveTo>
                    <a:pt x="110930" y="0"/>
                  </a:moveTo>
                  <a:lnTo>
                    <a:pt x="0" y="125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6723"/>
              <a:ext cx="110930" cy="130836"/>
            </a:xfrm>
            <a:custGeom>
              <a:avLst/>
              <a:pathLst>
                <a:path w="110930" h="130836">
                  <a:moveTo>
                    <a:pt x="110930" y="5778"/>
                  </a:moveTo>
                  <a:lnTo>
                    <a:pt x="104051" y="0"/>
                  </a:lnTo>
                  <a:lnTo>
                    <a:pt x="0" y="130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104051" cy="167167"/>
            </a:xfrm>
            <a:custGeom>
              <a:avLst/>
              <a:pathLst>
                <a:path w="104051" h="167167">
                  <a:moveTo>
                    <a:pt x="104051" y="36330"/>
                  </a:moveTo>
                  <a:lnTo>
                    <a:pt x="99598" y="32909"/>
                  </a:lnTo>
                  <a:lnTo>
                    <a:pt x="95033" y="29640"/>
                  </a:lnTo>
                  <a:lnTo>
                    <a:pt x="90360" y="26526"/>
                  </a:lnTo>
                  <a:lnTo>
                    <a:pt x="85585" y="23570"/>
                  </a:lnTo>
                  <a:lnTo>
                    <a:pt x="80714" y="20777"/>
                  </a:lnTo>
                  <a:lnTo>
                    <a:pt x="75752" y="18148"/>
                  </a:lnTo>
                  <a:lnTo>
                    <a:pt x="70704" y="15688"/>
                  </a:lnTo>
                  <a:lnTo>
                    <a:pt x="65577" y="13399"/>
                  </a:lnTo>
                  <a:lnTo>
                    <a:pt x="60375" y="11283"/>
                  </a:lnTo>
                  <a:lnTo>
                    <a:pt x="55105" y="9343"/>
                  </a:lnTo>
                  <a:lnTo>
                    <a:pt x="49774" y="7582"/>
                  </a:lnTo>
                  <a:lnTo>
                    <a:pt x="44386" y="6000"/>
                  </a:lnTo>
                  <a:lnTo>
                    <a:pt x="38948" y="4600"/>
                  </a:lnTo>
                  <a:lnTo>
                    <a:pt x="33465" y="3384"/>
                  </a:lnTo>
                  <a:lnTo>
                    <a:pt x="27946" y="2352"/>
                  </a:lnTo>
                  <a:lnTo>
                    <a:pt x="22394" y="1506"/>
                  </a:lnTo>
                  <a:lnTo>
                    <a:pt x="16818" y="848"/>
                  </a:lnTo>
                  <a:lnTo>
                    <a:pt x="11222" y="377"/>
                  </a:lnTo>
                  <a:lnTo>
                    <a:pt x="561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64" y="4659281"/>
              <a:ext cx="167160" cy="255629"/>
            </a:xfrm>
            <a:custGeom>
              <a:avLst/>
              <a:pathLst>
                <a:path w="167160" h="255629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37" y="174128"/>
                  </a:lnTo>
                  <a:lnTo>
                    <a:pt x="448" y="179510"/>
                  </a:lnTo>
                  <a:lnTo>
                    <a:pt x="933" y="184879"/>
                  </a:lnTo>
                  <a:lnTo>
                    <a:pt x="1591" y="190229"/>
                  </a:lnTo>
                  <a:lnTo>
                    <a:pt x="2420" y="195556"/>
                  </a:lnTo>
                  <a:lnTo>
                    <a:pt x="3421" y="200853"/>
                  </a:lnTo>
                  <a:lnTo>
                    <a:pt x="4593" y="206115"/>
                  </a:lnTo>
                  <a:lnTo>
                    <a:pt x="5933" y="211336"/>
                  </a:lnTo>
                  <a:lnTo>
                    <a:pt x="7441" y="216512"/>
                  </a:lnTo>
                  <a:lnTo>
                    <a:pt x="9115" y="221636"/>
                  </a:lnTo>
                  <a:lnTo>
                    <a:pt x="10954" y="226704"/>
                  </a:lnTo>
                  <a:lnTo>
                    <a:pt x="12954" y="231709"/>
                  </a:lnTo>
                  <a:lnTo>
                    <a:pt x="15116" y="236648"/>
                  </a:lnTo>
                  <a:lnTo>
                    <a:pt x="17435" y="241514"/>
                  </a:lnTo>
                  <a:lnTo>
                    <a:pt x="19910" y="246303"/>
                  </a:lnTo>
                  <a:lnTo>
                    <a:pt x="22538" y="251010"/>
                  </a:lnTo>
                  <a:lnTo>
                    <a:pt x="25317" y="25562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44682" y="4826449"/>
              <a:ext cx="141842" cy="88462"/>
            </a:xfrm>
            <a:custGeom>
              <a:avLst/>
              <a:pathLst>
                <a:path w="141842" h="88462">
                  <a:moveTo>
                    <a:pt x="0" y="88462"/>
                  </a:moveTo>
                  <a:lnTo>
                    <a:pt x="1418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44682" y="4826449"/>
              <a:ext cx="141842" cy="108728"/>
            </a:xfrm>
            <a:custGeom>
              <a:avLst/>
              <a:pathLst>
                <a:path w="141842" h="108728">
                  <a:moveTo>
                    <a:pt x="0" y="88462"/>
                  </a:moveTo>
                  <a:lnTo>
                    <a:pt x="4614" y="95463"/>
                  </a:lnTo>
                  <a:lnTo>
                    <a:pt x="9573" y="102224"/>
                  </a:lnTo>
                  <a:lnTo>
                    <a:pt x="14866" y="108728"/>
                  </a:lnTo>
                  <a:lnTo>
                    <a:pt x="14184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9548" y="4659281"/>
              <a:ext cx="294128" cy="334333"/>
            </a:xfrm>
            <a:custGeom>
              <a:avLst/>
              <a:pathLst>
                <a:path w="294128" h="334333">
                  <a:moveTo>
                    <a:pt x="0" y="275896"/>
                  </a:moveTo>
                  <a:lnTo>
                    <a:pt x="3518" y="279875"/>
                  </a:lnTo>
                  <a:lnTo>
                    <a:pt x="7162" y="283741"/>
                  </a:lnTo>
                  <a:lnTo>
                    <a:pt x="10927" y="287489"/>
                  </a:lnTo>
                  <a:lnTo>
                    <a:pt x="14808" y="291116"/>
                  </a:lnTo>
                  <a:lnTo>
                    <a:pt x="18803" y="294618"/>
                  </a:lnTo>
                  <a:lnTo>
                    <a:pt x="22908" y="297990"/>
                  </a:lnTo>
                  <a:lnTo>
                    <a:pt x="27117" y="301231"/>
                  </a:lnTo>
                  <a:lnTo>
                    <a:pt x="31427" y="304336"/>
                  </a:lnTo>
                  <a:lnTo>
                    <a:pt x="35834" y="307303"/>
                  </a:lnTo>
                  <a:lnTo>
                    <a:pt x="40333" y="310128"/>
                  </a:lnTo>
                  <a:lnTo>
                    <a:pt x="44919" y="312809"/>
                  </a:lnTo>
                  <a:lnTo>
                    <a:pt x="49588" y="315343"/>
                  </a:lnTo>
                  <a:lnTo>
                    <a:pt x="54335" y="317727"/>
                  </a:lnTo>
                  <a:lnTo>
                    <a:pt x="59156" y="319959"/>
                  </a:lnTo>
                  <a:lnTo>
                    <a:pt x="64045" y="322037"/>
                  </a:lnTo>
                  <a:lnTo>
                    <a:pt x="68998" y="323958"/>
                  </a:lnTo>
                  <a:lnTo>
                    <a:pt x="74009" y="325721"/>
                  </a:lnTo>
                  <a:lnTo>
                    <a:pt x="79074" y="327324"/>
                  </a:lnTo>
                  <a:lnTo>
                    <a:pt x="84187" y="328765"/>
                  </a:lnTo>
                  <a:lnTo>
                    <a:pt x="89343" y="330043"/>
                  </a:lnTo>
                  <a:lnTo>
                    <a:pt x="94538" y="331157"/>
                  </a:lnTo>
                  <a:lnTo>
                    <a:pt x="99765" y="332105"/>
                  </a:lnTo>
                  <a:lnTo>
                    <a:pt x="105019" y="332886"/>
                  </a:lnTo>
                  <a:lnTo>
                    <a:pt x="110296" y="333500"/>
                  </a:lnTo>
                  <a:lnTo>
                    <a:pt x="115590" y="333946"/>
                  </a:lnTo>
                  <a:lnTo>
                    <a:pt x="120895" y="334224"/>
                  </a:lnTo>
                  <a:lnTo>
                    <a:pt x="126206" y="334333"/>
                  </a:lnTo>
                  <a:lnTo>
                    <a:pt x="131518" y="334273"/>
                  </a:lnTo>
                  <a:lnTo>
                    <a:pt x="136825" y="334044"/>
                  </a:lnTo>
                  <a:lnTo>
                    <a:pt x="142123" y="333647"/>
                  </a:lnTo>
                  <a:lnTo>
                    <a:pt x="147405" y="333081"/>
                  </a:lnTo>
                  <a:lnTo>
                    <a:pt x="152666" y="332349"/>
                  </a:lnTo>
                  <a:lnTo>
                    <a:pt x="157902" y="331449"/>
                  </a:lnTo>
                  <a:lnTo>
                    <a:pt x="163106" y="330383"/>
                  </a:lnTo>
                  <a:lnTo>
                    <a:pt x="168274" y="329153"/>
                  </a:lnTo>
                  <a:lnTo>
                    <a:pt x="173400" y="327759"/>
                  </a:lnTo>
                  <a:lnTo>
                    <a:pt x="178480" y="326203"/>
                  </a:lnTo>
                  <a:lnTo>
                    <a:pt x="183507" y="324486"/>
                  </a:lnTo>
                  <a:lnTo>
                    <a:pt x="188477" y="322610"/>
                  </a:lnTo>
                  <a:lnTo>
                    <a:pt x="193385" y="320577"/>
                  </a:lnTo>
                  <a:lnTo>
                    <a:pt x="198226" y="318390"/>
                  </a:lnTo>
                  <a:lnTo>
                    <a:pt x="202995" y="316050"/>
                  </a:lnTo>
                  <a:lnTo>
                    <a:pt x="207687" y="313559"/>
                  </a:lnTo>
                  <a:lnTo>
                    <a:pt x="212298" y="310920"/>
                  </a:lnTo>
                  <a:lnTo>
                    <a:pt x="216823" y="308137"/>
                  </a:lnTo>
                  <a:lnTo>
                    <a:pt x="221257" y="305211"/>
                  </a:lnTo>
                  <a:lnTo>
                    <a:pt x="225595" y="302145"/>
                  </a:lnTo>
                  <a:lnTo>
                    <a:pt x="229834" y="298944"/>
                  </a:lnTo>
                  <a:lnTo>
                    <a:pt x="233970" y="295609"/>
                  </a:lnTo>
                  <a:lnTo>
                    <a:pt x="237997" y="292144"/>
                  </a:lnTo>
                  <a:lnTo>
                    <a:pt x="241912" y="288554"/>
                  </a:lnTo>
                  <a:lnTo>
                    <a:pt x="245711" y="284840"/>
                  </a:lnTo>
                  <a:lnTo>
                    <a:pt x="249390" y="281008"/>
                  </a:lnTo>
                  <a:lnTo>
                    <a:pt x="252945" y="277061"/>
                  </a:lnTo>
                  <a:lnTo>
                    <a:pt x="256373" y="273003"/>
                  </a:lnTo>
                  <a:lnTo>
                    <a:pt x="259671" y="268838"/>
                  </a:lnTo>
                  <a:lnTo>
                    <a:pt x="262834" y="264570"/>
                  </a:lnTo>
                  <a:lnTo>
                    <a:pt x="265861" y="260204"/>
                  </a:lnTo>
                  <a:lnTo>
                    <a:pt x="268747" y="255744"/>
                  </a:lnTo>
                  <a:lnTo>
                    <a:pt x="271490" y="251195"/>
                  </a:lnTo>
                  <a:lnTo>
                    <a:pt x="274087" y="246561"/>
                  </a:lnTo>
                  <a:lnTo>
                    <a:pt x="276535" y="241846"/>
                  </a:lnTo>
                  <a:lnTo>
                    <a:pt x="278833" y="237056"/>
                  </a:lnTo>
                  <a:lnTo>
                    <a:pt x="280977" y="232196"/>
                  </a:lnTo>
                  <a:lnTo>
                    <a:pt x="282965" y="227270"/>
                  </a:lnTo>
                  <a:lnTo>
                    <a:pt x="284796" y="222283"/>
                  </a:lnTo>
                  <a:lnTo>
                    <a:pt x="286468" y="217240"/>
                  </a:lnTo>
                  <a:lnTo>
                    <a:pt x="287978" y="212147"/>
                  </a:lnTo>
                  <a:lnTo>
                    <a:pt x="289326" y="207009"/>
                  </a:lnTo>
                  <a:lnTo>
                    <a:pt x="290510" y="201830"/>
                  </a:lnTo>
                  <a:lnTo>
                    <a:pt x="291529" y="196617"/>
                  </a:lnTo>
                  <a:lnTo>
                    <a:pt x="292382" y="191373"/>
                  </a:lnTo>
                  <a:lnTo>
                    <a:pt x="293067" y="186105"/>
                  </a:lnTo>
                  <a:lnTo>
                    <a:pt x="293585" y="180818"/>
                  </a:lnTo>
                  <a:lnTo>
                    <a:pt x="293935" y="175517"/>
                  </a:lnTo>
                  <a:lnTo>
                    <a:pt x="294116" y="170208"/>
                  </a:lnTo>
                  <a:lnTo>
                    <a:pt x="294128" y="164896"/>
                  </a:lnTo>
                  <a:lnTo>
                    <a:pt x="293971" y="159586"/>
                  </a:lnTo>
                  <a:lnTo>
                    <a:pt x="293646" y="154283"/>
                  </a:lnTo>
                  <a:lnTo>
                    <a:pt x="293153" y="148994"/>
                  </a:lnTo>
                  <a:lnTo>
                    <a:pt x="292491" y="143723"/>
                  </a:lnTo>
                  <a:lnTo>
                    <a:pt x="291663" y="138476"/>
                  </a:lnTo>
                  <a:lnTo>
                    <a:pt x="290668" y="133257"/>
                  </a:lnTo>
                  <a:lnTo>
                    <a:pt x="289508" y="128073"/>
                  </a:lnTo>
                  <a:lnTo>
                    <a:pt x="288184" y="122929"/>
                  </a:lnTo>
                  <a:lnTo>
                    <a:pt x="286697" y="117829"/>
                  </a:lnTo>
                  <a:lnTo>
                    <a:pt x="285048" y="112779"/>
                  </a:lnTo>
                  <a:lnTo>
                    <a:pt x="283240" y="107783"/>
                  </a:lnTo>
                  <a:lnTo>
                    <a:pt x="281275" y="102848"/>
                  </a:lnTo>
                  <a:lnTo>
                    <a:pt x="279153" y="97978"/>
                  </a:lnTo>
                  <a:lnTo>
                    <a:pt x="276878" y="93178"/>
                  </a:lnTo>
                  <a:lnTo>
                    <a:pt x="274451" y="88452"/>
                  </a:lnTo>
                  <a:lnTo>
                    <a:pt x="271875" y="83806"/>
                  </a:lnTo>
                  <a:lnTo>
                    <a:pt x="269153" y="79244"/>
                  </a:lnTo>
                  <a:lnTo>
                    <a:pt x="266288" y="74770"/>
                  </a:lnTo>
                  <a:lnTo>
                    <a:pt x="263282" y="70391"/>
                  </a:lnTo>
                  <a:lnTo>
                    <a:pt x="260138" y="66108"/>
                  </a:lnTo>
                  <a:lnTo>
                    <a:pt x="256860" y="61928"/>
                  </a:lnTo>
                  <a:lnTo>
                    <a:pt x="253450" y="57854"/>
                  </a:lnTo>
                  <a:lnTo>
                    <a:pt x="249913" y="53891"/>
                  </a:lnTo>
                  <a:lnTo>
                    <a:pt x="246252" y="50042"/>
                  </a:lnTo>
                  <a:lnTo>
                    <a:pt x="242470" y="46311"/>
                  </a:lnTo>
                  <a:lnTo>
                    <a:pt x="238571" y="42702"/>
                  </a:lnTo>
                  <a:lnTo>
                    <a:pt x="234560" y="39219"/>
                  </a:lnTo>
                  <a:lnTo>
                    <a:pt x="230440" y="35866"/>
                  </a:lnTo>
                  <a:lnTo>
                    <a:pt x="226216" y="32644"/>
                  </a:lnTo>
                  <a:lnTo>
                    <a:pt x="221892" y="29559"/>
                  </a:lnTo>
                  <a:lnTo>
                    <a:pt x="217471" y="26612"/>
                  </a:lnTo>
                  <a:lnTo>
                    <a:pt x="212960" y="23808"/>
                  </a:lnTo>
                  <a:lnTo>
                    <a:pt x="208361" y="21148"/>
                  </a:lnTo>
                  <a:lnTo>
                    <a:pt x="203680" y="18636"/>
                  </a:lnTo>
                  <a:lnTo>
                    <a:pt x="198922" y="16274"/>
                  </a:lnTo>
                  <a:lnTo>
                    <a:pt x="194091" y="14064"/>
                  </a:lnTo>
                  <a:lnTo>
                    <a:pt x="189192" y="12009"/>
                  </a:lnTo>
                  <a:lnTo>
                    <a:pt x="184231" y="10110"/>
                  </a:lnTo>
                  <a:lnTo>
                    <a:pt x="179212" y="8370"/>
                  </a:lnTo>
                  <a:lnTo>
                    <a:pt x="174140" y="6791"/>
                  </a:lnTo>
                  <a:lnTo>
                    <a:pt x="169020" y="5373"/>
                  </a:lnTo>
                  <a:lnTo>
                    <a:pt x="163858" y="4119"/>
                  </a:lnTo>
                  <a:lnTo>
                    <a:pt x="158658" y="3029"/>
                  </a:lnTo>
                  <a:lnTo>
                    <a:pt x="153427" y="2105"/>
                  </a:lnTo>
                  <a:lnTo>
                    <a:pt x="148169" y="1348"/>
                  </a:lnTo>
                  <a:lnTo>
                    <a:pt x="142889" y="759"/>
                  </a:lnTo>
                  <a:lnTo>
                    <a:pt x="137594" y="337"/>
                  </a:lnTo>
                  <a:lnTo>
                    <a:pt x="132288" y="84"/>
                  </a:lnTo>
                  <a:lnTo>
                    <a:pt x="126976" y="0"/>
                  </a:lnTo>
                  <a:lnTo>
                    <a:pt x="1269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6025" y="5018213"/>
              <a:ext cx="2695" cy="167167"/>
            </a:xfrm>
            <a:custGeom>
              <a:avLst/>
              <a:pathLst>
                <a:path w="2695" h="167167">
                  <a:moveTo>
                    <a:pt x="2695" y="0"/>
                  </a:moveTo>
                  <a:lnTo>
                    <a:pt x="0" y="21"/>
                  </a:lnTo>
                  <a:lnTo>
                    <a:pt x="269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321553" y="5018235"/>
              <a:ext cx="334334" cy="334292"/>
            </a:xfrm>
            <a:custGeom>
              <a:avLst/>
              <a:pathLst>
                <a:path w="334334" h="334292">
                  <a:moveTo>
                    <a:pt x="164472" y="0"/>
                  </a:moveTo>
                  <a:lnTo>
                    <a:pt x="159170" y="169"/>
                  </a:lnTo>
                  <a:lnTo>
                    <a:pt x="153877" y="507"/>
                  </a:lnTo>
                  <a:lnTo>
                    <a:pt x="148597" y="1012"/>
                  </a:lnTo>
                  <a:lnTo>
                    <a:pt x="143336" y="1685"/>
                  </a:lnTo>
                  <a:lnTo>
                    <a:pt x="138098" y="2525"/>
                  </a:lnTo>
                  <a:lnTo>
                    <a:pt x="132890" y="3530"/>
                  </a:lnTo>
                  <a:lnTo>
                    <a:pt x="127717" y="4699"/>
                  </a:lnTo>
                  <a:lnTo>
                    <a:pt x="122583" y="6033"/>
                  </a:lnTo>
                  <a:lnTo>
                    <a:pt x="117494" y="7528"/>
                  </a:lnTo>
                  <a:lnTo>
                    <a:pt x="112455" y="9185"/>
                  </a:lnTo>
                  <a:lnTo>
                    <a:pt x="107471" y="11000"/>
                  </a:lnTo>
                  <a:lnTo>
                    <a:pt x="102548" y="12972"/>
                  </a:lnTo>
                  <a:lnTo>
                    <a:pt x="97689" y="15100"/>
                  </a:lnTo>
                  <a:lnTo>
                    <a:pt x="92900" y="17381"/>
                  </a:lnTo>
                  <a:lnTo>
                    <a:pt x="88186" y="19812"/>
                  </a:lnTo>
                  <a:lnTo>
                    <a:pt x="83552" y="22392"/>
                  </a:lnTo>
                  <a:lnTo>
                    <a:pt x="79002" y="25118"/>
                  </a:lnTo>
                  <a:lnTo>
                    <a:pt x="74540" y="27986"/>
                  </a:lnTo>
                  <a:lnTo>
                    <a:pt x="70172" y="30995"/>
                  </a:lnTo>
                  <a:lnTo>
                    <a:pt x="65901" y="34141"/>
                  </a:lnTo>
                  <a:lnTo>
                    <a:pt x="61733" y="37420"/>
                  </a:lnTo>
                  <a:lnTo>
                    <a:pt x="57670" y="40830"/>
                  </a:lnTo>
                  <a:lnTo>
                    <a:pt x="53718" y="44368"/>
                  </a:lnTo>
                  <a:lnTo>
                    <a:pt x="49880" y="48029"/>
                  </a:lnTo>
                  <a:lnTo>
                    <a:pt x="46160" y="51810"/>
                  </a:lnTo>
                  <a:lnTo>
                    <a:pt x="42562" y="55707"/>
                  </a:lnTo>
                  <a:lnTo>
                    <a:pt x="39089" y="59716"/>
                  </a:lnTo>
                  <a:lnTo>
                    <a:pt x="35745" y="63833"/>
                  </a:lnTo>
                  <a:lnTo>
                    <a:pt x="32534" y="68055"/>
                  </a:lnTo>
                  <a:lnTo>
                    <a:pt x="29458" y="72376"/>
                  </a:lnTo>
                  <a:lnTo>
                    <a:pt x="26521" y="76793"/>
                  </a:lnTo>
                  <a:lnTo>
                    <a:pt x="23725" y="81300"/>
                  </a:lnTo>
                  <a:lnTo>
                    <a:pt x="21074" y="85894"/>
                  </a:lnTo>
                  <a:lnTo>
                    <a:pt x="18570" y="90570"/>
                  </a:lnTo>
                  <a:lnTo>
                    <a:pt x="16215" y="95323"/>
                  </a:lnTo>
                  <a:lnTo>
                    <a:pt x="14012" y="100148"/>
                  </a:lnTo>
                  <a:lnTo>
                    <a:pt x="11964" y="105040"/>
                  </a:lnTo>
                  <a:lnTo>
                    <a:pt x="10072" y="109995"/>
                  </a:lnTo>
                  <a:lnTo>
                    <a:pt x="8338" y="115008"/>
                  </a:lnTo>
                  <a:lnTo>
                    <a:pt x="6764" y="120073"/>
                  </a:lnTo>
                  <a:lnTo>
                    <a:pt x="5351" y="125186"/>
                  </a:lnTo>
                  <a:lnTo>
                    <a:pt x="4101" y="130341"/>
                  </a:lnTo>
                  <a:lnTo>
                    <a:pt x="3016" y="135532"/>
                  </a:lnTo>
                  <a:lnTo>
                    <a:pt x="2096" y="140756"/>
                  </a:lnTo>
                  <a:lnTo>
                    <a:pt x="1341" y="146006"/>
                  </a:lnTo>
                  <a:lnTo>
                    <a:pt x="754" y="151278"/>
                  </a:lnTo>
                  <a:lnTo>
                    <a:pt x="335" y="156565"/>
                  </a:lnTo>
                  <a:lnTo>
                    <a:pt x="83" y="161863"/>
                  </a:lnTo>
                  <a:lnTo>
                    <a:pt x="0" y="167167"/>
                  </a:lnTo>
                  <a:lnTo>
                    <a:pt x="84" y="172470"/>
                  </a:lnTo>
                  <a:lnTo>
                    <a:pt x="337" y="177768"/>
                  </a:lnTo>
                  <a:lnTo>
                    <a:pt x="758" y="183056"/>
                  </a:lnTo>
                  <a:lnTo>
                    <a:pt x="1347" y="188327"/>
                  </a:lnTo>
                  <a:lnTo>
                    <a:pt x="2102" y="193577"/>
                  </a:lnTo>
                  <a:lnTo>
                    <a:pt x="3024" y="198801"/>
                  </a:lnTo>
                  <a:lnTo>
                    <a:pt x="4111" y="203992"/>
                  </a:lnTo>
                  <a:lnTo>
                    <a:pt x="5362" y="209147"/>
                  </a:lnTo>
                  <a:lnTo>
                    <a:pt x="6776" y="214259"/>
                  </a:lnTo>
                  <a:lnTo>
                    <a:pt x="8351" y="219323"/>
                  </a:lnTo>
                  <a:lnTo>
                    <a:pt x="10087" y="224336"/>
                  </a:lnTo>
                  <a:lnTo>
                    <a:pt x="11980" y="229290"/>
                  </a:lnTo>
                  <a:lnTo>
                    <a:pt x="14030" y="234182"/>
                  </a:lnTo>
                  <a:lnTo>
                    <a:pt x="16234" y="239007"/>
                  </a:lnTo>
                  <a:lnTo>
                    <a:pt x="18590" y="243759"/>
                  </a:lnTo>
                  <a:lnTo>
                    <a:pt x="21095" y="248434"/>
                  </a:lnTo>
                  <a:lnTo>
                    <a:pt x="23747" y="253028"/>
                  </a:lnTo>
                  <a:lnTo>
                    <a:pt x="26544" y="257534"/>
                  </a:lnTo>
                  <a:lnTo>
                    <a:pt x="29483" y="261950"/>
                  </a:lnTo>
                  <a:lnTo>
                    <a:pt x="32560" y="266271"/>
                  </a:lnTo>
                  <a:lnTo>
                    <a:pt x="35772" y="270491"/>
                  </a:lnTo>
                  <a:lnTo>
                    <a:pt x="39117" y="274608"/>
                  </a:lnTo>
                  <a:lnTo>
                    <a:pt x="42591" y="278616"/>
                  </a:lnTo>
                  <a:lnTo>
                    <a:pt x="46190" y="282512"/>
                  </a:lnTo>
                  <a:lnTo>
                    <a:pt x="49911" y="286292"/>
                  </a:lnTo>
                  <a:lnTo>
                    <a:pt x="53750" y="289952"/>
                  </a:lnTo>
                  <a:lnTo>
                    <a:pt x="57703" y="293488"/>
                  </a:lnTo>
                  <a:lnTo>
                    <a:pt x="61766" y="296898"/>
                  </a:lnTo>
                  <a:lnTo>
                    <a:pt x="65936" y="300176"/>
                  </a:lnTo>
                  <a:lnTo>
                    <a:pt x="70207" y="303321"/>
                  </a:lnTo>
                  <a:lnTo>
                    <a:pt x="74576" y="306328"/>
                  </a:lnTo>
                  <a:lnTo>
                    <a:pt x="79039" y="309196"/>
                  </a:lnTo>
                  <a:lnTo>
                    <a:pt x="83589" y="311920"/>
                  </a:lnTo>
                  <a:lnTo>
                    <a:pt x="88225" y="314499"/>
                  </a:lnTo>
                  <a:lnTo>
                    <a:pt x="92939" y="316929"/>
                  </a:lnTo>
                  <a:lnTo>
                    <a:pt x="97728" y="319209"/>
                  </a:lnTo>
                  <a:lnTo>
                    <a:pt x="102588" y="321335"/>
                  </a:lnTo>
                  <a:lnTo>
                    <a:pt x="107512" y="323306"/>
                  </a:lnTo>
                  <a:lnTo>
                    <a:pt x="112496" y="325120"/>
                  </a:lnTo>
                  <a:lnTo>
                    <a:pt x="117535" y="326775"/>
                  </a:lnTo>
                  <a:lnTo>
                    <a:pt x="122625" y="328269"/>
                  </a:lnTo>
                  <a:lnTo>
                    <a:pt x="127759" y="329601"/>
                  </a:lnTo>
                  <a:lnTo>
                    <a:pt x="132933" y="330770"/>
                  </a:lnTo>
                  <a:lnTo>
                    <a:pt x="138141" y="331773"/>
                  </a:lnTo>
                  <a:lnTo>
                    <a:pt x="143378" y="332611"/>
                  </a:lnTo>
                  <a:lnTo>
                    <a:pt x="148640" y="333283"/>
                  </a:lnTo>
                  <a:lnTo>
                    <a:pt x="153920" y="333787"/>
                  </a:lnTo>
                  <a:lnTo>
                    <a:pt x="159213" y="334123"/>
                  </a:lnTo>
                  <a:lnTo>
                    <a:pt x="164515" y="334292"/>
                  </a:lnTo>
                  <a:lnTo>
                    <a:pt x="169819" y="334292"/>
                  </a:lnTo>
                  <a:lnTo>
                    <a:pt x="175120" y="334123"/>
                  </a:lnTo>
                  <a:lnTo>
                    <a:pt x="180414" y="333787"/>
                  </a:lnTo>
                  <a:lnTo>
                    <a:pt x="185694" y="333283"/>
                  </a:lnTo>
                  <a:lnTo>
                    <a:pt x="190955" y="332611"/>
                  </a:lnTo>
                  <a:lnTo>
                    <a:pt x="196193" y="331773"/>
                  </a:lnTo>
                  <a:lnTo>
                    <a:pt x="201401" y="330770"/>
                  </a:lnTo>
                  <a:lnTo>
                    <a:pt x="206575" y="329601"/>
                  </a:lnTo>
                  <a:lnTo>
                    <a:pt x="211709" y="328269"/>
                  </a:lnTo>
                  <a:lnTo>
                    <a:pt x="216798" y="326775"/>
                  </a:lnTo>
                  <a:lnTo>
                    <a:pt x="221838" y="325120"/>
                  </a:lnTo>
                  <a:lnTo>
                    <a:pt x="226822" y="323306"/>
                  </a:lnTo>
                  <a:lnTo>
                    <a:pt x="231746" y="321335"/>
                  </a:lnTo>
                  <a:lnTo>
                    <a:pt x="236605" y="319209"/>
                  </a:lnTo>
                  <a:lnTo>
                    <a:pt x="241395" y="316929"/>
                  </a:lnTo>
                  <a:lnTo>
                    <a:pt x="246109" y="314499"/>
                  </a:lnTo>
                  <a:lnTo>
                    <a:pt x="250744" y="311920"/>
                  </a:lnTo>
                  <a:lnTo>
                    <a:pt x="255295" y="309196"/>
                  </a:lnTo>
                  <a:lnTo>
                    <a:pt x="259758" y="306328"/>
                  </a:lnTo>
                  <a:lnTo>
                    <a:pt x="264127" y="303321"/>
                  </a:lnTo>
                  <a:lnTo>
                    <a:pt x="268398" y="300176"/>
                  </a:lnTo>
                  <a:lnTo>
                    <a:pt x="272568" y="296898"/>
                  </a:lnTo>
                  <a:lnTo>
                    <a:pt x="276631" y="293488"/>
                  </a:lnTo>
                  <a:lnTo>
                    <a:pt x="280584" y="289952"/>
                  </a:lnTo>
                  <a:lnTo>
                    <a:pt x="284423" y="286292"/>
                  </a:lnTo>
                  <a:lnTo>
                    <a:pt x="288144" y="282512"/>
                  </a:lnTo>
                  <a:lnTo>
                    <a:pt x="291743" y="278616"/>
                  </a:lnTo>
                  <a:lnTo>
                    <a:pt x="295217" y="274608"/>
                  </a:lnTo>
                  <a:lnTo>
                    <a:pt x="298562" y="270491"/>
                  </a:lnTo>
                  <a:lnTo>
                    <a:pt x="301774" y="266271"/>
                  </a:lnTo>
                  <a:lnTo>
                    <a:pt x="304851" y="261950"/>
                  </a:lnTo>
                  <a:lnTo>
                    <a:pt x="307790" y="257534"/>
                  </a:lnTo>
                  <a:lnTo>
                    <a:pt x="310587" y="253028"/>
                  </a:lnTo>
                  <a:lnTo>
                    <a:pt x="313239" y="248434"/>
                  </a:lnTo>
                  <a:lnTo>
                    <a:pt x="315744" y="243759"/>
                  </a:lnTo>
                  <a:lnTo>
                    <a:pt x="318100" y="239007"/>
                  </a:lnTo>
                  <a:lnTo>
                    <a:pt x="320304" y="234182"/>
                  </a:lnTo>
                  <a:lnTo>
                    <a:pt x="322354" y="229290"/>
                  </a:lnTo>
                  <a:lnTo>
                    <a:pt x="324247" y="224336"/>
                  </a:lnTo>
                  <a:lnTo>
                    <a:pt x="325983" y="219323"/>
                  </a:lnTo>
                  <a:lnTo>
                    <a:pt x="327558" y="214259"/>
                  </a:lnTo>
                  <a:lnTo>
                    <a:pt x="328972" y="209147"/>
                  </a:lnTo>
                  <a:lnTo>
                    <a:pt x="330223" y="203992"/>
                  </a:lnTo>
                  <a:lnTo>
                    <a:pt x="331310" y="198801"/>
                  </a:lnTo>
                  <a:lnTo>
                    <a:pt x="332231" y="193577"/>
                  </a:lnTo>
                  <a:lnTo>
                    <a:pt x="332987" y="188327"/>
                  </a:lnTo>
                  <a:lnTo>
                    <a:pt x="333575" y="183056"/>
                  </a:lnTo>
                  <a:lnTo>
                    <a:pt x="333997" y="177768"/>
                  </a:lnTo>
                  <a:lnTo>
                    <a:pt x="334250" y="172470"/>
                  </a:lnTo>
                  <a:lnTo>
                    <a:pt x="334334" y="167167"/>
                  </a:lnTo>
                  <a:lnTo>
                    <a:pt x="334251" y="161863"/>
                  </a:lnTo>
                  <a:lnTo>
                    <a:pt x="333999" y="156565"/>
                  </a:lnTo>
                  <a:lnTo>
                    <a:pt x="333580" y="151278"/>
                  </a:lnTo>
                  <a:lnTo>
                    <a:pt x="332992" y="146006"/>
                  </a:lnTo>
                  <a:lnTo>
                    <a:pt x="332238" y="140756"/>
                  </a:lnTo>
                  <a:lnTo>
                    <a:pt x="331318" y="135532"/>
                  </a:lnTo>
                  <a:lnTo>
                    <a:pt x="330232" y="130341"/>
                  </a:lnTo>
                  <a:lnTo>
                    <a:pt x="328983" y="125186"/>
                  </a:lnTo>
                  <a:lnTo>
                    <a:pt x="327570" y="120073"/>
                  </a:lnTo>
                  <a:lnTo>
                    <a:pt x="325996" y="115008"/>
                  </a:lnTo>
                  <a:lnTo>
                    <a:pt x="324262" y="109995"/>
                  </a:lnTo>
                  <a:lnTo>
                    <a:pt x="322370" y="105040"/>
                  </a:lnTo>
                  <a:lnTo>
                    <a:pt x="320321" y="100148"/>
                  </a:lnTo>
                  <a:lnTo>
                    <a:pt x="318119" y="95323"/>
                  </a:lnTo>
                  <a:lnTo>
                    <a:pt x="315764" y="90570"/>
                  </a:lnTo>
                  <a:lnTo>
                    <a:pt x="313260" y="85894"/>
                  </a:lnTo>
                  <a:lnTo>
                    <a:pt x="310609" y="81300"/>
                  </a:lnTo>
                  <a:lnTo>
                    <a:pt x="307813" y="76793"/>
                  </a:lnTo>
                  <a:lnTo>
                    <a:pt x="304876" y="72376"/>
                  </a:lnTo>
                  <a:lnTo>
                    <a:pt x="301800" y="68055"/>
                  </a:lnTo>
                  <a:lnTo>
                    <a:pt x="298588" y="63833"/>
                  </a:lnTo>
                  <a:lnTo>
                    <a:pt x="295245" y="59716"/>
                  </a:lnTo>
                  <a:lnTo>
                    <a:pt x="291772" y="55707"/>
                  </a:lnTo>
                  <a:lnTo>
                    <a:pt x="288174" y="51810"/>
                  </a:lnTo>
                  <a:lnTo>
                    <a:pt x="284454" y="48029"/>
                  </a:lnTo>
                  <a:lnTo>
                    <a:pt x="280616" y="44368"/>
                  </a:lnTo>
                  <a:lnTo>
                    <a:pt x="276664" y="40830"/>
                  </a:lnTo>
                  <a:lnTo>
                    <a:pt x="272601" y="37420"/>
                  </a:lnTo>
                  <a:lnTo>
                    <a:pt x="268433" y="34141"/>
                  </a:lnTo>
                  <a:lnTo>
                    <a:pt x="264162" y="30995"/>
                  </a:lnTo>
                  <a:lnTo>
                    <a:pt x="259794" y="27986"/>
                  </a:lnTo>
                  <a:lnTo>
                    <a:pt x="255332" y="25118"/>
                  </a:lnTo>
                  <a:lnTo>
                    <a:pt x="250782" y="22392"/>
                  </a:lnTo>
                  <a:lnTo>
                    <a:pt x="246147" y="19812"/>
                  </a:lnTo>
                  <a:lnTo>
                    <a:pt x="241434" y="17381"/>
                  </a:lnTo>
                  <a:lnTo>
                    <a:pt x="236645" y="15100"/>
                  </a:lnTo>
                  <a:lnTo>
                    <a:pt x="231786" y="12972"/>
                  </a:lnTo>
                  <a:lnTo>
                    <a:pt x="226862" y="11000"/>
                  </a:lnTo>
                  <a:lnTo>
                    <a:pt x="221879" y="9185"/>
                  </a:lnTo>
                  <a:lnTo>
                    <a:pt x="216840" y="7528"/>
                  </a:lnTo>
                  <a:lnTo>
                    <a:pt x="211751" y="6033"/>
                  </a:lnTo>
                  <a:lnTo>
                    <a:pt x="206617" y="4699"/>
                  </a:lnTo>
                  <a:lnTo>
                    <a:pt x="201444" y="3530"/>
                  </a:lnTo>
                  <a:lnTo>
                    <a:pt x="196236" y="2525"/>
                  </a:lnTo>
                  <a:lnTo>
                    <a:pt x="190998" y="1685"/>
                  </a:lnTo>
                  <a:lnTo>
                    <a:pt x="185737" y="1012"/>
                  </a:lnTo>
                  <a:lnTo>
                    <a:pt x="180457" y="507"/>
                  </a:lnTo>
                  <a:lnTo>
                    <a:pt x="175164" y="169"/>
                  </a:lnTo>
                  <a:lnTo>
                    <a:pt x="169862" y="0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336" y="5269756"/>
              <a:ext cx="167164" cy="276577"/>
            </a:xfrm>
            <a:custGeom>
              <a:avLst/>
              <a:pathLst>
                <a:path w="167164" h="276577">
                  <a:moveTo>
                    <a:pt x="167164" y="0"/>
                  </a:moveTo>
                  <a:lnTo>
                    <a:pt x="161787" y="86"/>
                  </a:lnTo>
                  <a:lnTo>
                    <a:pt x="156415" y="345"/>
                  </a:lnTo>
                  <a:lnTo>
                    <a:pt x="151054" y="778"/>
                  </a:lnTo>
                  <a:lnTo>
                    <a:pt x="145710" y="1382"/>
                  </a:lnTo>
                  <a:lnTo>
                    <a:pt x="140388" y="2158"/>
                  </a:lnTo>
                  <a:lnTo>
                    <a:pt x="135094" y="3105"/>
                  </a:lnTo>
                  <a:lnTo>
                    <a:pt x="129833" y="4221"/>
                  </a:lnTo>
                  <a:lnTo>
                    <a:pt x="124611" y="5506"/>
                  </a:lnTo>
                  <a:lnTo>
                    <a:pt x="119433" y="6959"/>
                  </a:lnTo>
                  <a:lnTo>
                    <a:pt x="114304" y="8577"/>
                  </a:lnTo>
                  <a:lnTo>
                    <a:pt x="109230" y="10360"/>
                  </a:lnTo>
                  <a:lnTo>
                    <a:pt x="104216" y="12304"/>
                  </a:lnTo>
                  <a:lnTo>
                    <a:pt x="99267" y="14409"/>
                  </a:lnTo>
                  <a:lnTo>
                    <a:pt x="94388" y="16673"/>
                  </a:lnTo>
                  <a:lnTo>
                    <a:pt x="89585" y="19091"/>
                  </a:lnTo>
                  <a:lnTo>
                    <a:pt x="84861" y="21664"/>
                  </a:lnTo>
                  <a:lnTo>
                    <a:pt x="80224" y="24386"/>
                  </a:lnTo>
                  <a:lnTo>
                    <a:pt x="75676" y="27257"/>
                  </a:lnTo>
                  <a:lnTo>
                    <a:pt x="71222" y="30272"/>
                  </a:lnTo>
                  <a:lnTo>
                    <a:pt x="66868" y="33430"/>
                  </a:lnTo>
                  <a:lnTo>
                    <a:pt x="62618" y="36725"/>
                  </a:lnTo>
                  <a:lnTo>
                    <a:pt x="58476" y="40156"/>
                  </a:lnTo>
                  <a:lnTo>
                    <a:pt x="54447" y="43718"/>
                  </a:lnTo>
                  <a:lnTo>
                    <a:pt x="50534" y="47407"/>
                  </a:lnTo>
                  <a:lnTo>
                    <a:pt x="46742" y="51221"/>
                  </a:lnTo>
                  <a:lnTo>
                    <a:pt x="43075" y="55155"/>
                  </a:lnTo>
                  <a:lnTo>
                    <a:pt x="39536" y="59204"/>
                  </a:lnTo>
                  <a:lnTo>
                    <a:pt x="36129" y="63366"/>
                  </a:lnTo>
                  <a:lnTo>
                    <a:pt x="32858" y="67635"/>
                  </a:lnTo>
                  <a:lnTo>
                    <a:pt x="29725" y="72006"/>
                  </a:lnTo>
                  <a:lnTo>
                    <a:pt x="26735" y="76477"/>
                  </a:lnTo>
                  <a:lnTo>
                    <a:pt x="23891" y="81041"/>
                  </a:lnTo>
                  <a:lnTo>
                    <a:pt x="21194" y="85694"/>
                  </a:lnTo>
                  <a:lnTo>
                    <a:pt x="18649" y="90432"/>
                  </a:lnTo>
                  <a:lnTo>
                    <a:pt x="16258" y="95249"/>
                  </a:lnTo>
                  <a:lnTo>
                    <a:pt x="14022" y="100141"/>
                  </a:lnTo>
                  <a:lnTo>
                    <a:pt x="11946" y="105102"/>
                  </a:lnTo>
                  <a:lnTo>
                    <a:pt x="10029" y="110127"/>
                  </a:lnTo>
                  <a:lnTo>
                    <a:pt x="8276" y="115211"/>
                  </a:lnTo>
                  <a:lnTo>
                    <a:pt x="6687" y="120349"/>
                  </a:lnTo>
                  <a:lnTo>
                    <a:pt x="5264" y="125535"/>
                  </a:lnTo>
                  <a:lnTo>
                    <a:pt x="4008" y="130765"/>
                  </a:lnTo>
                  <a:lnTo>
                    <a:pt x="2922" y="136032"/>
                  </a:lnTo>
                  <a:lnTo>
                    <a:pt x="2005" y="141332"/>
                  </a:lnTo>
                  <a:lnTo>
                    <a:pt x="1260" y="146658"/>
                  </a:lnTo>
                  <a:lnTo>
                    <a:pt x="686" y="152005"/>
                  </a:lnTo>
                  <a:lnTo>
                    <a:pt x="284" y="157368"/>
                  </a:lnTo>
                  <a:lnTo>
                    <a:pt x="55" y="162741"/>
                  </a:lnTo>
                  <a:lnTo>
                    <a:pt x="0" y="168119"/>
                  </a:lnTo>
                  <a:lnTo>
                    <a:pt x="117" y="173496"/>
                  </a:lnTo>
                  <a:lnTo>
                    <a:pt x="407" y="178866"/>
                  </a:lnTo>
                  <a:lnTo>
                    <a:pt x="869" y="184224"/>
                  </a:lnTo>
                  <a:lnTo>
                    <a:pt x="1504" y="189565"/>
                  </a:lnTo>
                  <a:lnTo>
                    <a:pt x="2310" y="194882"/>
                  </a:lnTo>
                  <a:lnTo>
                    <a:pt x="3287" y="200171"/>
                  </a:lnTo>
                  <a:lnTo>
                    <a:pt x="4434" y="205425"/>
                  </a:lnTo>
                  <a:lnTo>
                    <a:pt x="5749" y="210640"/>
                  </a:lnTo>
                  <a:lnTo>
                    <a:pt x="7231" y="215810"/>
                  </a:lnTo>
                  <a:lnTo>
                    <a:pt x="8878" y="220930"/>
                  </a:lnTo>
                  <a:lnTo>
                    <a:pt x="10689" y="225994"/>
                  </a:lnTo>
                  <a:lnTo>
                    <a:pt x="12663" y="230997"/>
                  </a:lnTo>
                  <a:lnTo>
                    <a:pt x="14796" y="235934"/>
                  </a:lnTo>
                  <a:lnTo>
                    <a:pt x="17087" y="240799"/>
                  </a:lnTo>
                  <a:lnTo>
                    <a:pt x="19533" y="245589"/>
                  </a:lnTo>
                  <a:lnTo>
                    <a:pt x="22132" y="250297"/>
                  </a:lnTo>
                  <a:lnTo>
                    <a:pt x="24881" y="254920"/>
                  </a:lnTo>
                  <a:lnTo>
                    <a:pt x="27778" y="259451"/>
                  </a:lnTo>
                  <a:lnTo>
                    <a:pt x="30818" y="263887"/>
                  </a:lnTo>
                  <a:lnTo>
                    <a:pt x="34000" y="268223"/>
                  </a:lnTo>
                  <a:lnTo>
                    <a:pt x="37320" y="272454"/>
                  </a:lnTo>
                  <a:lnTo>
                    <a:pt x="40774" y="276577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838111" y="5269756"/>
              <a:ext cx="293537" cy="334334"/>
            </a:xfrm>
            <a:custGeom>
              <a:avLst/>
              <a:pathLst>
                <a:path w="293537" h="334334">
                  <a:moveTo>
                    <a:pt x="0" y="276577"/>
                  </a:moveTo>
                  <a:lnTo>
                    <a:pt x="3535" y="280532"/>
                  </a:lnTo>
                  <a:lnTo>
                    <a:pt x="7194" y="284373"/>
                  </a:lnTo>
                  <a:lnTo>
                    <a:pt x="10973" y="288097"/>
                  </a:lnTo>
                  <a:lnTo>
                    <a:pt x="14869" y="291698"/>
                  </a:lnTo>
                  <a:lnTo>
                    <a:pt x="18876" y="295174"/>
                  </a:lnTo>
                  <a:lnTo>
                    <a:pt x="22993" y="298521"/>
                  </a:lnTo>
                  <a:lnTo>
                    <a:pt x="27213" y="301736"/>
                  </a:lnTo>
                  <a:lnTo>
                    <a:pt x="31533" y="304815"/>
                  </a:lnTo>
                  <a:lnTo>
                    <a:pt x="35948" y="307756"/>
                  </a:lnTo>
                  <a:lnTo>
                    <a:pt x="40455" y="310555"/>
                  </a:lnTo>
                  <a:lnTo>
                    <a:pt x="45048" y="313210"/>
                  </a:lnTo>
                  <a:lnTo>
                    <a:pt x="49723" y="315717"/>
                  </a:lnTo>
                  <a:lnTo>
                    <a:pt x="54476" y="318075"/>
                  </a:lnTo>
                  <a:lnTo>
                    <a:pt x="59301" y="320281"/>
                  </a:lnTo>
                  <a:lnTo>
                    <a:pt x="64193" y="322333"/>
                  </a:lnTo>
                  <a:lnTo>
                    <a:pt x="69148" y="324229"/>
                  </a:lnTo>
                  <a:lnTo>
                    <a:pt x="74161" y="325966"/>
                  </a:lnTo>
                  <a:lnTo>
                    <a:pt x="79226" y="327543"/>
                  </a:lnTo>
                  <a:lnTo>
                    <a:pt x="84339" y="328959"/>
                  </a:lnTo>
                  <a:lnTo>
                    <a:pt x="89494" y="330212"/>
                  </a:lnTo>
                  <a:lnTo>
                    <a:pt x="94686" y="331301"/>
                  </a:lnTo>
                  <a:lnTo>
                    <a:pt x="99910" y="332224"/>
                  </a:lnTo>
                  <a:lnTo>
                    <a:pt x="105161" y="332981"/>
                  </a:lnTo>
                  <a:lnTo>
                    <a:pt x="110434" y="333571"/>
                  </a:lnTo>
                  <a:lnTo>
                    <a:pt x="115722" y="333994"/>
                  </a:lnTo>
                  <a:lnTo>
                    <a:pt x="121021" y="334248"/>
                  </a:lnTo>
                  <a:lnTo>
                    <a:pt x="126326" y="334334"/>
                  </a:lnTo>
                  <a:lnTo>
                    <a:pt x="131630" y="334252"/>
                  </a:lnTo>
                  <a:lnTo>
                    <a:pt x="136929" y="334002"/>
                  </a:lnTo>
                  <a:lnTo>
                    <a:pt x="142218" y="333583"/>
                  </a:lnTo>
                  <a:lnTo>
                    <a:pt x="147491" y="332997"/>
                  </a:lnTo>
                  <a:lnTo>
                    <a:pt x="152742" y="332244"/>
                  </a:lnTo>
                  <a:lnTo>
                    <a:pt x="157967" y="331325"/>
                  </a:lnTo>
                  <a:lnTo>
                    <a:pt x="163160" y="330240"/>
                  </a:lnTo>
                  <a:lnTo>
                    <a:pt x="168316" y="328991"/>
                  </a:lnTo>
                  <a:lnTo>
                    <a:pt x="173430" y="327579"/>
                  </a:lnTo>
                  <a:lnTo>
                    <a:pt x="178497" y="326006"/>
                  </a:lnTo>
                  <a:lnTo>
                    <a:pt x="183511" y="324272"/>
                  </a:lnTo>
                  <a:lnTo>
                    <a:pt x="188467" y="322381"/>
                  </a:lnTo>
                  <a:lnTo>
                    <a:pt x="193361" y="320333"/>
                  </a:lnTo>
                  <a:lnTo>
                    <a:pt x="198188" y="318131"/>
                  </a:lnTo>
                  <a:lnTo>
                    <a:pt x="202942" y="315776"/>
                  </a:lnTo>
                  <a:lnTo>
                    <a:pt x="207619" y="313272"/>
                  </a:lnTo>
                  <a:lnTo>
                    <a:pt x="212214" y="310621"/>
                  </a:lnTo>
                  <a:lnTo>
                    <a:pt x="216723" y="307826"/>
                  </a:lnTo>
                  <a:lnTo>
                    <a:pt x="221141" y="304888"/>
                  </a:lnTo>
                  <a:lnTo>
                    <a:pt x="225463" y="301812"/>
                  </a:lnTo>
                  <a:lnTo>
                    <a:pt x="229686" y="298601"/>
                  </a:lnTo>
                  <a:lnTo>
                    <a:pt x="233805" y="295257"/>
                  </a:lnTo>
                  <a:lnTo>
                    <a:pt x="237815" y="291784"/>
                  </a:lnTo>
                  <a:lnTo>
                    <a:pt x="241713" y="288185"/>
                  </a:lnTo>
                  <a:lnTo>
                    <a:pt x="245495" y="284465"/>
                  </a:lnTo>
                  <a:lnTo>
                    <a:pt x="249157" y="280626"/>
                  </a:lnTo>
                  <a:lnTo>
                    <a:pt x="252696" y="276674"/>
                  </a:lnTo>
                  <a:lnTo>
                    <a:pt x="256107" y="272611"/>
                  </a:lnTo>
                  <a:lnTo>
                    <a:pt x="259388" y="268441"/>
                  </a:lnTo>
                  <a:lnTo>
                    <a:pt x="262534" y="264170"/>
                  </a:lnTo>
                  <a:lnTo>
                    <a:pt x="265544" y="259801"/>
                  </a:lnTo>
                  <a:lnTo>
                    <a:pt x="268413" y="255339"/>
                  </a:lnTo>
                  <a:lnTo>
                    <a:pt x="271140" y="250788"/>
                  </a:lnTo>
                  <a:lnTo>
                    <a:pt x="273720" y="246152"/>
                  </a:lnTo>
                  <a:lnTo>
                    <a:pt x="276152" y="241438"/>
                  </a:lnTo>
                  <a:lnTo>
                    <a:pt x="278434" y="236648"/>
                  </a:lnTo>
                  <a:lnTo>
                    <a:pt x="280562" y="231788"/>
                  </a:lnTo>
                  <a:lnTo>
                    <a:pt x="282535" y="226864"/>
                  </a:lnTo>
                  <a:lnTo>
                    <a:pt x="284350" y="221879"/>
                  </a:lnTo>
                  <a:lnTo>
                    <a:pt x="286007" y="216839"/>
                  </a:lnTo>
                  <a:lnTo>
                    <a:pt x="287503" y="211749"/>
                  </a:lnTo>
                  <a:lnTo>
                    <a:pt x="288836" y="206614"/>
                  </a:lnTo>
                  <a:lnTo>
                    <a:pt x="290006" y="201439"/>
                  </a:lnTo>
                  <a:lnTo>
                    <a:pt x="291011" y="196230"/>
                  </a:lnTo>
                  <a:lnTo>
                    <a:pt x="291851" y="190992"/>
                  </a:lnTo>
                  <a:lnTo>
                    <a:pt x="292523" y="185730"/>
                  </a:lnTo>
                  <a:lnTo>
                    <a:pt x="293029" y="180449"/>
                  </a:lnTo>
                  <a:lnTo>
                    <a:pt x="293366" y="175154"/>
                  </a:lnTo>
                  <a:lnTo>
                    <a:pt x="293536" y="169852"/>
                  </a:lnTo>
                  <a:lnTo>
                    <a:pt x="293537" y="164546"/>
                  </a:lnTo>
                  <a:lnTo>
                    <a:pt x="293369" y="159244"/>
                  </a:lnTo>
                  <a:lnTo>
                    <a:pt x="293034" y="153949"/>
                  </a:lnTo>
                  <a:lnTo>
                    <a:pt x="292530" y="148668"/>
                  </a:lnTo>
                  <a:lnTo>
                    <a:pt x="291860" y="143405"/>
                  </a:lnTo>
                  <a:lnTo>
                    <a:pt x="291022" y="138167"/>
                  </a:lnTo>
                  <a:lnTo>
                    <a:pt x="290019" y="132957"/>
                  </a:lnTo>
                  <a:lnTo>
                    <a:pt x="288851" y="127782"/>
                  </a:lnTo>
                  <a:lnTo>
                    <a:pt x="287520" y="122647"/>
                  </a:lnTo>
                  <a:lnTo>
                    <a:pt x="286026" y="117556"/>
                  </a:lnTo>
                  <a:lnTo>
                    <a:pt x="284371" y="112516"/>
                  </a:lnTo>
                  <a:lnTo>
                    <a:pt x="282558" y="107530"/>
                  </a:lnTo>
                  <a:lnTo>
                    <a:pt x="280587" y="102605"/>
                  </a:lnTo>
                  <a:lnTo>
                    <a:pt x="278460" y="97744"/>
                  </a:lnTo>
                  <a:lnTo>
                    <a:pt x="276181" y="92954"/>
                  </a:lnTo>
                  <a:lnTo>
                    <a:pt x="273750" y="88238"/>
                  </a:lnTo>
                  <a:lnTo>
                    <a:pt x="271172" y="83602"/>
                  </a:lnTo>
                  <a:lnTo>
                    <a:pt x="268447" y="79050"/>
                  </a:lnTo>
                  <a:lnTo>
                    <a:pt x="265579" y="74586"/>
                  </a:lnTo>
                  <a:lnTo>
                    <a:pt x="262572" y="70216"/>
                  </a:lnTo>
                  <a:lnTo>
                    <a:pt x="259427" y="65944"/>
                  </a:lnTo>
                  <a:lnTo>
                    <a:pt x="256148" y="61773"/>
                  </a:lnTo>
                  <a:lnTo>
                    <a:pt x="252738" y="57709"/>
                  </a:lnTo>
                  <a:lnTo>
                    <a:pt x="249201" y="53755"/>
                  </a:lnTo>
                  <a:lnTo>
                    <a:pt x="245540" y="49915"/>
                  </a:lnTo>
                  <a:lnTo>
                    <a:pt x="241760" y="46193"/>
                  </a:lnTo>
                  <a:lnTo>
                    <a:pt x="237863" y="42593"/>
                  </a:lnTo>
                  <a:lnTo>
                    <a:pt x="233854" y="39118"/>
                  </a:lnTo>
                  <a:lnTo>
                    <a:pt x="229736" y="35773"/>
                  </a:lnTo>
                  <a:lnTo>
                    <a:pt x="225515" y="32560"/>
                  </a:lnTo>
                  <a:lnTo>
                    <a:pt x="221194" y="29482"/>
                  </a:lnTo>
                  <a:lnTo>
                    <a:pt x="216777" y="26543"/>
                  </a:lnTo>
                  <a:lnTo>
                    <a:pt x="212269" y="23746"/>
                  </a:lnTo>
                  <a:lnTo>
                    <a:pt x="207675" y="21093"/>
                  </a:lnTo>
                  <a:lnTo>
                    <a:pt x="202999" y="18587"/>
                  </a:lnTo>
                  <a:lnTo>
                    <a:pt x="198246" y="16231"/>
                  </a:lnTo>
                  <a:lnTo>
                    <a:pt x="193420" y="14027"/>
                  </a:lnTo>
                  <a:lnTo>
                    <a:pt x="188527" y="11977"/>
                  </a:lnTo>
                  <a:lnTo>
                    <a:pt x="183571" y="10083"/>
                  </a:lnTo>
                  <a:lnTo>
                    <a:pt x="178558" y="8348"/>
                  </a:lnTo>
                  <a:lnTo>
                    <a:pt x="173492" y="6773"/>
                  </a:lnTo>
                  <a:lnTo>
                    <a:pt x="168378" y="5359"/>
                  </a:lnTo>
                  <a:lnTo>
                    <a:pt x="163223" y="4108"/>
                  </a:lnTo>
                  <a:lnTo>
                    <a:pt x="158030" y="3021"/>
                  </a:lnTo>
                  <a:lnTo>
                    <a:pt x="152806" y="2100"/>
                  </a:lnTo>
                  <a:lnTo>
                    <a:pt x="147554" y="1345"/>
                  </a:lnTo>
                  <a:lnTo>
                    <a:pt x="142282" y="757"/>
                  </a:lnTo>
                  <a:lnTo>
                    <a:pt x="136993" y="336"/>
                  </a:lnTo>
                  <a:lnTo>
                    <a:pt x="131694" y="84"/>
                  </a:lnTo>
                  <a:lnTo>
                    <a:pt x="126390" y="0"/>
                  </a:lnTo>
                  <a:lnTo>
                    <a:pt x="1263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8280" y="5399291"/>
              <a:ext cx="17935" cy="167167"/>
            </a:xfrm>
            <a:custGeom>
              <a:avLst/>
              <a:pathLst>
                <a:path w="17935" h="167167">
                  <a:moveTo>
                    <a:pt x="17935" y="0"/>
                  </a:moveTo>
                  <a:lnTo>
                    <a:pt x="8954" y="241"/>
                  </a:lnTo>
                  <a:lnTo>
                    <a:pt x="0" y="964"/>
                  </a:lnTo>
                  <a:lnTo>
                    <a:pt x="1793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8280" y="5400256"/>
              <a:ext cx="17935" cy="166202"/>
            </a:xfrm>
            <a:custGeom>
              <a:avLst/>
              <a:pathLst>
                <a:path w="17935" h="166202">
                  <a:moveTo>
                    <a:pt x="0" y="0"/>
                  </a:moveTo>
                  <a:lnTo>
                    <a:pt x="17935" y="1662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8280" y="5400256"/>
              <a:ext cx="17935" cy="166202"/>
            </a:xfrm>
            <a:custGeom>
              <a:avLst/>
              <a:pathLst>
                <a:path w="17935" h="166202">
                  <a:moveTo>
                    <a:pt x="0" y="0"/>
                  </a:moveTo>
                  <a:lnTo>
                    <a:pt x="17935" y="1662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8280" y="5400256"/>
              <a:ext cx="17935" cy="166202"/>
            </a:xfrm>
            <a:custGeom>
              <a:avLst/>
              <a:pathLst>
                <a:path w="17935" h="166202">
                  <a:moveTo>
                    <a:pt x="0" y="0"/>
                  </a:moveTo>
                  <a:lnTo>
                    <a:pt x="17935" y="1662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8280" y="5400256"/>
              <a:ext cx="17935" cy="166202"/>
            </a:xfrm>
            <a:custGeom>
              <a:avLst/>
              <a:pathLst>
                <a:path w="17935" h="166202">
                  <a:moveTo>
                    <a:pt x="0" y="0"/>
                  </a:moveTo>
                  <a:lnTo>
                    <a:pt x="17935" y="1662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8280" y="5400256"/>
              <a:ext cx="17935" cy="166202"/>
            </a:xfrm>
            <a:custGeom>
              <a:avLst/>
              <a:pathLst>
                <a:path w="17935" h="166202">
                  <a:moveTo>
                    <a:pt x="0" y="0"/>
                  </a:moveTo>
                  <a:lnTo>
                    <a:pt x="17935" y="1662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8280" y="5400256"/>
              <a:ext cx="17935" cy="166202"/>
            </a:xfrm>
            <a:custGeom>
              <a:avLst/>
              <a:pathLst>
                <a:path w="17935" h="166202">
                  <a:moveTo>
                    <a:pt x="0" y="0"/>
                  </a:moveTo>
                  <a:lnTo>
                    <a:pt x="17935" y="1662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319049" y="5399909"/>
              <a:ext cx="334330" cy="333707"/>
            </a:xfrm>
            <a:custGeom>
              <a:avLst/>
              <a:pathLst>
                <a:path w="334330" h="333707">
                  <a:moveTo>
                    <a:pt x="149230" y="347"/>
                  </a:moveTo>
                  <a:lnTo>
                    <a:pt x="143968" y="999"/>
                  </a:lnTo>
                  <a:lnTo>
                    <a:pt x="138730" y="1818"/>
                  </a:lnTo>
                  <a:lnTo>
                    <a:pt x="133521" y="2802"/>
                  </a:lnTo>
                  <a:lnTo>
                    <a:pt x="128345" y="3952"/>
                  </a:lnTo>
                  <a:lnTo>
                    <a:pt x="123208" y="5265"/>
                  </a:lnTo>
                  <a:lnTo>
                    <a:pt x="118116" y="6740"/>
                  </a:lnTo>
                  <a:lnTo>
                    <a:pt x="113072" y="8376"/>
                  </a:lnTo>
                  <a:lnTo>
                    <a:pt x="108084" y="10170"/>
                  </a:lnTo>
                  <a:lnTo>
                    <a:pt x="103154" y="12123"/>
                  </a:lnTo>
                  <a:lnTo>
                    <a:pt x="98289" y="14230"/>
                  </a:lnTo>
                  <a:lnTo>
                    <a:pt x="93494" y="16491"/>
                  </a:lnTo>
                  <a:lnTo>
                    <a:pt x="88772" y="18903"/>
                  </a:lnTo>
                  <a:lnTo>
                    <a:pt x="84129" y="21463"/>
                  </a:lnTo>
                  <a:lnTo>
                    <a:pt x="79570" y="24169"/>
                  </a:lnTo>
                  <a:lnTo>
                    <a:pt x="75099" y="27019"/>
                  </a:lnTo>
                  <a:lnTo>
                    <a:pt x="70721" y="30008"/>
                  </a:lnTo>
                  <a:lnTo>
                    <a:pt x="66439" y="33136"/>
                  </a:lnTo>
                  <a:lnTo>
                    <a:pt x="62259" y="36397"/>
                  </a:lnTo>
                  <a:lnTo>
                    <a:pt x="58184" y="39789"/>
                  </a:lnTo>
                  <a:lnTo>
                    <a:pt x="54220" y="43309"/>
                  </a:lnTo>
                  <a:lnTo>
                    <a:pt x="50368" y="46953"/>
                  </a:lnTo>
                  <a:lnTo>
                    <a:pt x="46634" y="50717"/>
                  </a:lnTo>
                  <a:lnTo>
                    <a:pt x="43022" y="54597"/>
                  </a:lnTo>
                  <a:lnTo>
                    <a:pt x="39534" y="58590"/>
                  </a:lnTo>
                  <a:lnTo>
                    <a:pt x="36174" y="62692"/>
                  </a:lnTo>
                  <a:lnTo>
                    <a:pt x="32947" y="66898"/>
                  </a:lnTo>
                  <a:lnTo>
                    <a:pt x="29854" y="71205"/>
                  </a:lnTo>
                  <a:lnTo>
                    <a:pt x="26900" y="75607"/>
                  </a:lnTo>
                  <a:lnTo>
                    <a:pt x="24086" y="80101"/>
                  </a:lnTo>
                  <a:lnTo>
                    <a:pt x="21417" y="84681"/>
                  </a:lnTo>
                  <a:lnTo>
                    <a:pt x="18894" y="89345"/>
                  </a:lnTo>
                  <a:lnTo>
                    <a:pt x="16520" y="94085"/>
                  </a:lnTo>
                  <a:lnTo>
                    <a:pt x="14298" y="98899"/>
                  </a:lnTo>
                  <a:lnTo>
                    <a:pt x="12230" y="103781"/>
                  </a:lnTo>
                  <a:lnTo>
                    <a:pt x="10317" y="108726"/>
                  </a:lnTo>
                  <a:lnTo>
                    <a:pt x="8562" y="113729"/>
                  </a:lnTo>
                  <a:lnTo>
                    <a:pt x="6967" y="118785"/>
                  </a:lnTo>
                  <a:lnTo>
                    <a:pt x="5533" y="123889"/>
                  </a:lnTo>
                  <a:lnTo>
                    <a:pt x="4261" y="129036"/>
                  </a:lnTo>
                  <a:lnTo>
                    <a:pt x="3154" y="134221"/>
                  </a:lnTo>
                  <a:lnTo>
                    <a:pt x="2211" y="139438"/>
                  </a:lnTo>
                  <a:lnTo>
                    <a:pt x="1434" y="144683"/>
                  </a:lnTo>
                  <a:lnTo>
                    <a:pt x="824" y="149950"/>
                  </a:lnTo>
                  <a:lnTo>
                    <a:pt x="381" y="155233"/>
                  </a:lnTo>
                  <a:lnTo>
                    <a:pt x="106" y="160528"/>
                  </a:lnTo>
                  <a:lnTo>
                    <a:pt x="0" y="165829"/>
                  </a:lnTo>
                  <a:lnTo>
                    <a:pt x="61" y="171130"/>
                  </a:lnTo>
                  <a:lnTo>
                    <a:pt x="290" y="176427"/>
                  </a:lnTo>
                  <a:lnTo>
                    <a:pt x="687" y="181714"/>
                  </a:lnTo>
                  <a:lnTo>
                    <a:pt x="1252" y="186986"/>
                  </a:lnTo>
                  <a:lnTo>
                    <a:pt x="1983" y="192237"/>
                  </a:lnTo>
                  <a:lnTo>
                    <a:pt x="2881" y="197462"/>
                  </a:lnTo>
                  <a:lnTo>
                    <a:pt x="3944" y="202656"/>
                  </a:lnTo>
                  <a:lnTo>
                    <a:pt x="5171" y="207814"/>
                  </a:lnTo>
                  <a:lnTo>
                    <a:pt x="6561" y="212930"/>
                  </a:lnTo>
                  <a:lnTo>
                    <a:pt x="8113" y="218000"/>
                  </a:lnTo>
                  <a:lnTo>
                    <a:pt x="9824" y="223018"/>
                  </a:lnTo>
                  <a:lnTo>
                    <a:pt x="11694" y="227979"/>
                  </a:lnTo>
                  <a:lnTo>
                    <a:pt x="13720" y="232879"/>
                  </a:lnTo>
                  <a:lnTo>
                    <a:pt x="15901" y="237711"/>
                  </a:lnTo>
                  <a:lnTo>
                    <a:pt x="18234" y="242472"/>
                  </a:lnTo>
                  <a:lnTo>
                    <a:pt x="20716" y="247157"/>
                  </a:lnTo>
                  <a:lnTo>
                    <a:pt x="23346" y="251761"/>
                  </a:lnTo>
                  <a:lnTo>
                    <a:pt x="26121" y="256279"/>
                  </a:lnTo>
                  <a:lnTo>
                    <a:pt x="29037" y="260706"/>
                  </a:lnTo>
                  <a:lnTo>
                    <a:pt x="32093" y="265039"/>
                  </a:lnTo>
                  <a:lnTo>
                    <a:pt x="35284" y="269273"/>
                  </a:lnTo>
                  <a:lnTo>
                    <a:pt x="38608" y="273404"/>
                  </a:lnTo>
                  <a:lnTo>
                    <a:pt x="42061" y="277427"/>
                  </a:lnTo>
                  <a:lnTo>
                    <a:pt x="45640" y="281338"/>
                  </a:lnTo>
                  <a:lnTo>
                    <a:pt x="49341" y="285134"/>
                  </a:lnTo>
                  <a:lnTo>
                    <a:pt x="53161" y="288811"/>
                  </a:lnTo>
                  <a:lnTo>
                    <a:pt x="57096" y="292365"/>
                  </a:lnTo>
                  <a:lnTo>
                    <a:pt x="61141" y="295792"/>
                  </a:lnTo>
                  <a:lnTo>
                    <a:pt x="65293" y="299089"/>
                  </a:lnTo>
                  <a:lnTo>
                    <a:pt x="69547" y="302253"/>
                  </a:lnTo>
                  <a:lnTo>
                    <a:pt x="73900" y="305281"/>
                  </a:lnTo>
                  <a:lnTo>
                    <a:pt x="78346" y="308169"/>
                  </a:lnTo>
                  <a:lnTo>
                    <a:pt x="82882" y="310914"/>
                  </a:lnTo>
                  <a:lnTo>
                    <a:pt x="87502" y="313514"/>
                  </a:lnTo>
                  <a:lnTo>
                    <a:pt x="92203" y="315966"/>
                  </a:lnTo>
                  <a:lnTo>
                    <a:pt x="96979" y="318269"/>
                  </a:lnTo>
                  <a:lnTo>
                    <a:pt x="101825" y="320418"/>
                  </a:lnTo>
                  <a:lnTo>
                    <a:pt x="106738" y="322413"/>
                  </a:lnTo>
                  <a:lnTo>
                    <a:pt x="111711" y="324251"/>
                  </a:lnTo>
                  <a:lnTo>
                    <a:pt x="116739" y="325930"/>
                  </a:lnTo>
                  <a:lnTo>
                    <a:pt x="121819" y="327449"/>
                  </a:lnTo>
                  <a:lnTo>
                    <a:pt x="126944" y="328806"/>
                  </a:lnTo>
                  <a:lnTo>
                    <a:pt x="132110" y="330000"/>
                  </a:lnTo>
                  <a:lnTo>
                    <a:pt x="137311" y="331029"/>
                  </a:lnTo>
                  <a:lnTo>
                    <a:pt x="142542" y="331893"/>
                  </a:lnTo>
                  <a:lnTo>
                    <a:pt x="147798" y="332591"/>
                  </a:lnTo>
                  <a:lnTo>
                    <a:pt x="153073" y="333122"/>
                  </a:lnTo>
                  <a:lnTo>
                    <a:pt x="158362" y="333485"/>
                  </a:lnTo>
                  <a:lnTo>
                    <a:pt x="163661" y="333680"/>
                  </a:lnTo>
                  <a:lnTo>
                    <a:pt x="168962" y="333707"/>
                  </a:lnTo>
                  <a:lnTo>
                    <a:pt x="174262" y="333566"/>
                  </a:lnTo>
                  <a:lnTo>
                    <a:pt x="179555" y="333257"/>
                  </a:lnTo>
                  <a:lnTo>
                    <a:pt x="184836" y="332780"/>
                  </a:lnTo>
                  <a:lnTo>
                    <a:pt x="190098" y="332136"/>
                  </a:lnTo>
                  <a:lnTo>
                    <a:pt x="195338" y="331326"/>
                  </a:lnTo>
                  <a:lnTo>
                    <a:pt x="200549" y="330349"/>
                  </a:lnTo>
                  <a:lnTo>
                    <a:pt x="205726" y="329208"/>
                  </a:lnTo>
                  <a:lnTo>
                    <a:pt x="210865" y="327904"/>
                  </a:lnTo>
                  <a:lnTo>
                    <a:pt x="215960" y="326437"/>
                  </a:lnTo>
                  <a:lnTo>
                    <a:pt x="221006" y="324809"/>
                  </a:lnTo>
                  <a:lnTo>
                    <a:pt x="225998" y="323022"/>
                  </a:lnTo>
                  <a:lnTo>
                    <a:pt x="230930" y="321078"/>
                  </a:lnTo>
                  <a:lnTo>
                    <a:pt x="235798" y="318978"/>
                  </a:lnTo>
                  <a:lnTo>
                    <a:pt x="240598" y="316725"/>
                  </a:lnTo>
                  <a:lnTo>
                    <a:pt x="245323" y="314320"/>
                  </a:lnTo>
                  <a:lnTo>
                    <a:pt x="249970" y="311768"/>
                  </a:lnTo>
                  <a:lnTo>
                    <a:pt x="254533" y="309069"/>
                  </a:lnTo>
                  <a:lnTo>
                    <a:pt x="259009" y="306226"/>
                  </a:lnTo>
                  <a:lnTo>
                    <a:pt x="263392" y="303244"/>
                  </a:lnTo>
                  <a:lnTo>
                    <a:pt x="267679" y="300123"/>
                  </a:lnTo>
                  <a:lnTo>
                    <a:pt x="271864" y="296869"/>
                  </a:lnTo>
                  <a:lnTo>
                    <a:pt x="275944" y="293483"/>
                  </a:lnTo>
                  <a:lnTo>
                    <a:pt x="279914" y="289970"/>
                  </a:lnTo>
                  <a:lnTo>
                    <a:pt x="283772" y="286332"/>
                  </a:lnTo>
                  <a:lnTo>
                    <a:pt x="287512" y="282574"/>
                  </a:lnTo>
                  <a:lnTo>
                    <a:pt x="291130" y="278699"/>
                  </a:lnTo>
                  <a:lnTo>
                    <a:pt x="294625" y="274712"/>
                  </a:lnTo>
                  <a:lnTo>
                    <a:pt x="297990" y="270615"/>
                  </a:lnTo>
                  <a:lnTo>
                    <a:pt x="301225" y="266414"/>
                  </a:lnTo>
                  <a:lnTo>
                    <a:pt x="304324" y="262113"/>
                  </a:lnTo>
                  <a:lnTo>
                    <a:pt x="307286" y="257715"/>
                  </a:lnTo>
                  <a:lnTo>
                    <a:pt x="310106" y="253226"/>
                  </a:lnTo>
                  <a:lnTo>
                    <a:pt x="312783" y="248649"/>
                  </a:lnTo>
                  <a:lnTo>
                    <a:pt x="315313" y="243990"/>
                  </a:lnTo>
                  <a:lnTo>
                    <a:pt x="317695" y="239253"/>
                  </a:lnTo>
                  <a:lnTo>
                    <a:pt x="319925" y="234443"/>
                  </a:lnTo>
                  <a:lnTo>
                    <a:pt x="322001" y="229565"/>
                  </a:lnTo>
                  <a:lnTo>
                    <a:pt x="323921" y="224623"/>
                  </a:lnTo>
                  <a:lnTo>
                    <a:pt x="325684" y="219623"/>
                  </a:lnTo>
                  <a:lnTo>
                    <a:pt x="327287" y="214569"/>
                  </a:lnTo>
                  <a:lnTo>
                    <a:pt x="328730" y="209467"/>
                  </a:lnTo>
                  <a:lnTo>
                    <a:pt x="330009" y="204322"/>
                  </a:lnTo>
                  <a:lnTo>
                    <a:pt x="331125" y="199139"/>
                  </a:lnTo>
                  <a:lnTo>
                    <a:pt x="332076" y="193923"/>
                  </a:lnTo>
                  <a:lnTo>
                    <a:pt x="332861" y="188680"/>
                  </a:lnTo>
                  <a:lnTo>
                    <a:pt x="333480" y="183414"/>
                  </a:lnTo>
                  <a:lnTo>
                    <a:pt x="333931" y="178131"/>
                  </a:lnTo>
                  <a:lnTo>
                    <a:pt x="334215" y="172837"/>
                  </a:lnTo>
                  <a:lnTo>
                    <a:pt x="334330" y="167537"/>
                  </a:lnTo>
                  <a:lnTo>
                    <a:pt x="334277" y="162235"/>
                  </a:lnTo>
                  <a:lnTo>
                    <a:pt x="334056" y="156938"/>
                  </a:lnTo>
                  <a:lnTo>
                    <a:pt x="333668" y="151650"/>
                  </a:lnTo>
                  <a:lnTo>
                    <a:pt x="333111" y="146378"/>
                  </a:lnTo>
                  <a:lnTo>
                    <a:pt x="332388" y="141125"/>
                  </a:lnTo>
                  <a:lnTo>
                    <a:pt x="331499" y="135899"/>
                  </a:lnTo>
                  <a:lnTo>
                    <a:pt x="330444" y="130703"/>
                  </a:lnTo>
                  <a:lnTo>
                    <a:pt x="329225" y="125543"/>
                  </a:lnTo>
                  <a:lnTo>
                    <a:pt x="327843" y="120424"/>
                  </a:lnTo>
                  <a:lnTo>
                    <a:pt x="326300" y="115352"/>
                  </a:lnTo>
                  <a:lnTo>
                    <a:pt x="324596" y="110331"/>
                  </a:lnTo>
                  <a:lnTo>
                    <a:pt x="322734" y="105367"/>
                  </a:lnTo>
                  <a:lnTo>
                    <a:pt x="320716" y="100465"/>
                  </a:lnTo>
                  <a:lnTo>
                    <a:pt x="318543" y="95628"/>
                  </a:lnTo>
                  <a:lnTo>
                    <a:pt x="316218" y="90864"/>
                  </a:lnTo>
                  <a:lnTo>
                    <a:pt x="313743" y="86175"/>
                  </a:lnTo>
                  <a:lnTo>
                    <a:pt x="311120" y="81567"/>
                  </a:lnTo>
                  <a:lnTo>
                    <a:pt x="308353" y="77045"/>
                  </a:lnTo>
                  <a:lnTo>
                    <a:pt x="305444" y="72613"/>
                  </a:lnTo>
                  <a:lnTo>
                    <a:pt x="302395" y="68275"/>
                  </a:lnTo>
                  <a:lnTo>
                    <a:pt x="299211" y="64036"/>
                  </a:lnTo>
                  <a:lnTo>
                    <a:pt x="295893" y="59900"/>
                  </a:lnTo>
                  <a:lnTo>
                    <a:pt x="292447" y="55871"/>
                  </a:lnTo>
                  <a:lnTo>
                    <a:pt x="288874" y="51954"/>
                  </a:lnTo>
                  <a:lnTo>
                    <a:pt x="285179" y="48152"/>
                  </a:lnTo>
                  <a:lnTo>
                    <a:pt x="281365" y="44469"/>
                  </a:lnTo>
                  <a:lnTo>
                    <a:pt x="277436" y="40909"/>
                  </a:lnTo>
                  <a:lnTo>
                    <a:pt x="273396" y="37476"/>
                  </a:lnTo>
                  <a:lnTo>
                    <a:pt x="269249" y="34172"/>
                  </a:lnTo>
                  <a:lnTo>
                    <a:pt x="265000" y="31001"/>
                  </a:lnTo>
                  <a:lnTo>
                    <a:pt x="260653" y="27967"/>
                  </a:lnTo>
                  <a:lnTo>
                    <a:pt x="256211" y="25072"/>
                  </a:lnTo>
                  <a:lnTo>
                    <a:pt x="251679" y="22319"/>
                  </a:lnTo>
                  <a:lnTo>
                    <a:pt x="247063" y="19712"/>
                  </a:lnTo>
                  <a:lnTo>
                    <a:pt x="242367" y="17252"/>
                  </a:lnTo>
                  <a:lnTo>
                    <a:pt x="237594" y="14942"/>
                  </a:lnTo>
                  <a:lnTo>
                    <a:pt x="232751" y="12785"/>
                  </a:lnTo>
                  <a:lnTo>
                    <a:pt x="227842" y="10782"/>
                  </a:lnTo>
                  <a:lnTo>
                    <a:pt x="222872" y="8936"/>
                  </a:lnTo>
                  <a:lnTo>
                    <a:pt x="217846" y="7249"/>
                  </a:lnTo>
                  <a:lnTo>
                    <a:pt x="212768" y="5722"/>
                  </a:lnTo>
                  <a:lnTo>
                    <a:pt x="207645" y="4357"/>
                  </a:lnTo>
                  <a:lnTo>
                    <a:pt x="202482" y="3155"/>
                  </a:lnTo>
                  <a:lnTo>
                    <a:pt x="197282" y="2117"/>
                  </a:lnTo>
                  <a:lnTo>
                    <a:pt x="192053" y="1245"/>
                  </a:lnTo>
                  <a:lnTo>
                    <a:pt x="186798" y="539"/>
                  </a:lnTo>
                  <a:lnTo>
                    <a:pt x="181524" y="0"/>
                  </a:lnTo>
                  <a:lnTo>
                    <a:pt x="167165" y="166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14358" cy="167167"/>
            </a:xfrm>
            <a:custGeom>
              <a:avLst/>
              <a:pathLst>
                <a:path w="14358" h="167167">
                  <a:moveTo>
                    <a:pt x="14358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56376" y="5399291"/>
              <a:ext cx="167167" cy="327471"/>
            </a:xfrm>
            <a:custGeom>
              <a:avLst/>
              <a:pathLst>
                <a:path w="167167" h="327471">
                  <a:moveTo>
                    <a:pt x="167167" y="0"/>
                  </a:moveTo>
                  <a:lnTo>
                    <a:pt x="161807" y="85"/>
                  </a:lnTo>
                  <a:lnTo>
                    <a:pt x="156453" y="343"/>
                  </a:lnTo>
                  <a:lnTo>
                    <a:pt x="151110" y="772"/>
                  </a:lnTo>
                  <a:lnTo>
                    <a:pt x="145783" y="1373"/>
                  </a:lnTo>
                  <a:lnTo>
                    <a:pt x="140478" y="2144"/>
                  </a:lnTo>
                  <a:lnTo>
                    <a:pt x="135201" y="3084"/>
                  </a:lnTo>
                  <a:lnTo>
                    <a:pt x="129956" y="4194"/>
                  </a:lnTo>
                  <a:lnTo>
                    <a:pt x="124750" y="5470"/>
                  </a:lnTo>
                  <a:lnTo>
                    <a:pt x="119588" y="6914"/>
                  </a:lnTo>
                  <a:lnTo>
                    <a:pt x="114474" y="8521"/>
                  </a:lnTo>
                  <a:lnTo>
                    <a:pt x="109415" y="10292"/>
                  </a:lnTo>
                  <a:lnTo>
                    <a:pt x="104414" y="12225"/>
                  </a:lnTo>
                  <a:lnTo>
                    <a:pt x="99479" y="14316"/>
                  </a:lnTo>
                  <a:lnTo>
                    <a:pt x="94613" y="16565"/>
                  </a:lnTo>
                  <a:lnTo>
                    <a:pt x="89822" y="18969"/>
                  </a:lnTo>
                  <a:lnTo>
                    <a:pt x="85110" y="21525"/>
                  </a:lnTo>
                  <a:lnTo>
                    <a:pt x="80482" y="24231"/>
                  </a:lnTo>
                  <a:lnTo>
                    <a:pt x="75944" y="27084"/>
                  </a:lnTo>
                  <a:lnTo>
                    <a:pt x="71500" y="30080"/>
                  </a:lnTo>
                  <a:lnTo>
                    <a:pt x="67153" y="33218"/>
                  </a:lnTo>
                  <a:lnTo>
                    <a:pt x="62910" y="36494"/>
                  </a:lnTo>
                  <a:lnTo>
                    <a:pt x="58774" y="39904"/>
                  </a:lnTo>
                  <a:lnTo>
                    <a:pt x="54749" y="43444"/>
                  </a:lnTo>
                  <a:lnTo>
                    <a:pt x="50840" y="47112"/>
                  </a:lnTo>
                  <a:lnTo>
                    <a:pt x="47051" y="50904"/>
                  </a:lnTo>
                  <a:lnTo>
                    <a:pt x="43385" y="54815"/>
                  </a:lnTo>
                  <a:lnTo>
                    <a:pt x="39846" y="58841"/>
                  </a:lnTo>
                  <a:lnTo>
                    <a:pt x="36439" y="62979"/>
                  </a:lnTo>
                  <a:lnTo>
                    <a:pt x="33165" y="67224"/>
                  </a:lnTo>
                  <a:lnTo>
                    <a:pt x="30030" y="71572"/>
                  </a:lnTo>
                  <a:lnTo>
                    <a:pt x="27035" y="76018"/>
                  </a:lnTo>
                  <a:lnTo>
                    <a:pt x="24185" y="80558"/>
                  </a:lnTo>
                  <a:lnTo>
                    <a:pt x="21482" y="85187"/>
                  </a:lnTo>
                  <a:lnTo>
                    <a:pt x="18928" y="89900"/>
                  </a:lnTo>
                  <a:lnTo>
                    <a:pt x="16527" y="94693"/>
                  </a:lnTo>
                  <a:lnTo>
                    <a:pt x="14281" y="99560"/>
                  </a:lnTo>
                  <a:lnTo>
                    <a:pt x="12192" y="104496"/>
                  </a:lnTo>
                  <a:lnTo>
                    <a:pt x="10262" y="109497"/>
                  </a:lnTo>
                  <a:lnTo>
                    <a:pt x="8494" y="114558"/>
                  </a:lnTo>
                  <a:lnTo>
                    <a:pt x="6888" y="119672"/>
                  </a:lnTo>
                  <a:lnTo>
                    <a:pt x="5448" y="124836"/>
                  </a:lnTo>
                  <a:lnTo>
                    <a:pt x="4174" y="130043"/>
                  </a:lnTo>
                  <a:lnTo>
                    <a:pt x="3067" y="135288"/>
                  </a:lnTo>
                  <a:lnTo>
                    <a:pt x="2130" y="140565"/>
                  </a:lnTo>
                  <a:lnTo>
                    <a:pt x="1362" y="145871"/>
                  </a:lnTo>
                  <a:lnTo>
                    <a:pt x="764" y="151198"/>
                  </a:lnTo>
                  <a:lnTo>
                    <a:pt x="338" y="156541"/>
                  </a:lnTo>
                  <a:lnTo>
                    <a:pt x="83" y="161895"/>
                  </a:lnTo>
                  <a:lnTo>
                    <a:pt x="0" y="167255"/>
                  </a:lnTo>
                  <a:lnTo>
                    <a:pt x="88" y="172615"/>
                  </a:lnTo>
                  <a:lnTo>
                    <a:pt x="349" y="177969"/>
                  </a:lnTo>
                  <a:lnTo>
                    <a:pt x="781" y="183312"/>
                  </a:lnTo>
                  <a:lnTo>
                    <a:pt x="1384" y="188639"/>
                  </a:lnTo>
                  <a:lnTo>
                    <a:pt x="2158" y="193943"/>
                  </a:lnTo>
                  <a:lnTo>
                    <a:pt x="3101" y="199220"/>
                  </a:lnTo>
                  <a:lnTo>
                    <a:pt x="4213" y="204464"/>
                  </a:lnTo>
                  <a:lnTo>
                    <a:pt x="5493" y="209669"/>
                  </a:lnTo>
                  <a:lnTo>
                    <a:pt x="6939" y="214831"/>
                  </a:lnTo>
                  <a:lnTo>
                    <a:pt x="8549" y="219944"/>
                  </a:lnTo>
                  <a:lnTo>
                    <a:pt x="10323" y="225002"/>
                  </a:lnTo>
                  <a:lnTo>
                    <a:pt x="12258" y="230001"/>
                  </a:lnTo>
                  <a:lnTo>
                    <a:pt x="14352" y="234936"/>
                  </a:lnTo>
                  <a:lnTo>
                    <a:pt x="16604" y="239800"/>
                  </a:lnTo>
                  <a:lnTo>
                    <a:pt x="19010" y="244591"/>
                  </a:lnTo>
                  <a:lnTo>
                    <a:pt x="21568" y="249301"/>
                  </a:lnTo>
                  <a:lnTo>
                    <a:pt x="24277" y="253927"/>
                  </a:lnTo>
                  <a:lnTo>
                    <a:pt x="27132" y="258464"/>
                  </a:lnTo>
                  <a:lnTo>
                    <a:pt x="30131" y="262907"/>
                  </a:lnTo>
                  <a:lnTo>
                    <a:pt x="33271" y="267251"/>
                  </a:lnTo>
                  <a:lnTo>
                    <a:pt x="36549" y="271493"/>
                  </a:lnTo>
                  <a:lnTo>
                    <a:pt x="39961" y="275627"/>
                  </a:lnTo>
                  <a:lnTo>
                    <a:pt x="43504" y="279650"/>
                  </a:lnTo>
                  <a:lnTo>
                    <a:pt x="47174" y="283557"/>
                  </a:lnTo>
                  <a:lnTo>
                    <a:pt x="50967" y="287344"/>
                  </a:lnTo>
                  <a:lnTo>
                    <a:pt x="54880" y="291008"/>
                  </a:lnTo>
                  <a:lnTo>
                    <a:pt x="58909" y="294545"/>
                  </a:lnTo>
                  <a:lnTo>
                    <a:pt x="63048" y="297950"/>
                  </a:lnTo>
                  <a:lnTo>
                    <a:pt x="67295" y="301221"/>
                  </a:lnTo>
                  <a:lnTo>
                    <a:pt x="71644" y="304354"/>
                  </a:lnTo>
                  <a:lnTo>
                    <a:pt x="76092" y="307347"/>
                  </a:lnTo>
                  <a:lnTo>
                    <a:pt x="80633" y="310195"/>
                  </a:lnTo>
                  <a:lnTo>
                    <a:pt x="85264" y="312896"/>
                  </a:lnTo>
                  <a:lnTo>
                    <a:pt x="89978" y="315447"/>
                  </a:lnTo>
                  <a:lnTo>
                    <a:pt x="94772" y="317845"/>
                  </a:lnTo>
                  <a:lnTo>
                    <a:pt x="99640" y="320089"/>
                  </a:lnTo>
                  <a:lnTo>
                    <a:pt x="104578" y="322175"/>
                  </a:lnTo>
                  <a:lnTo>
                    <a:pt x="109580" y="324102"/>
                  </a:lnTo>
                  <a:lnTo>
                    <a:pt x="114642" y="325868"/>
                  </a:lnTo>
                  <a:lnTo>
                    <a:pt x="119757" y="32747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76134" y="5566459"/>
              <a:ext cx="47409" cy="160303"/>
            </a:xfrm>
            <a:custGeom>
              <a:avLst/>
              <a:pathLst>
                <a:path w="47409" h="160303">
                  <a:moveTo>
                    <a:pt x="0" y="160303"/>
                  </a:moveTo>
                  <a:lnTo>
                    <a:pt x="474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76134" y="5566459"/>
              <a:ext cx="47409" cy="160303"/>
            </a:xfrm>
            <a:custGeom>
              <a:avLst/>
              <a:pathLst>
                <a:path w="47409" h="160303">
                  <a:moveTo>
                    <a:pt x="0" y="160303"/>
                  </a:moveTo>
                  <a:lnTo>
                    <a:pt x="474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76134" y="5566459"/>
              <a:ext cx="47409" cy="160303"/>
            </a:xfrm>
            <a:custGeom>
              <a:avLst/>
              <a:pathLst>
                <a:path w="47409" h="160303">
                  <a:moveTo>
                    <a:pt x="0" y="160303"/>
                  </a:moveTo>
                  <a:lnTo>
                    <a:pt x="474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6134" y="5566459"/>
              <a:ext cx="47409" cy="160303"/>
            </a:xfrm>
            <a:custGeom>
              <a:avLst/>
              <a:pathLst>
                <a:path w="47409" h="160303">
                  <a:moveTo>
                    <a:pt x="0" y="160303"/>
                  </a:moveTo>
                  <a:lnTo>
                    <a:pt x="4740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6134" y="5566459"/>
              <a:ext cx="47409" cy="160303"/>
            </a:xfrm>
            <a:custGeom>
              <a:avLst/>
              <a:pathLst>
                <a:path w="47409" h="160303">
                  <a:moveTo>
                    <a:pt x="0" y="160303"/>
                  </a:moveTo>
                  <a:lnTo>
                    <a:pt x="4740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6134" y="5566459"/>
              <a:ext cx="157328" cy="167151"/>
            </a:xfrm>
            <a:custGeom>
              <a:avLst/>
              <a:pathLst>
                <a:path w="157328" h="167151">
                  <a:moveTo>
                    <a:pt x="0" y="160303"/>
                  </a:moveTo>
                  <a:lnTo>
                    <a:pt x="5396" y="161801"/>
                  </a:lnTo>
                  <a:lnTo>
                    <a:pt x="10839" y="163118"/>
                  </a:lnTo>
                  <a:lnTo>
                    <a:pt x="16324" y="164251"/>
                  </a:lnTo>
                  <a:lnTo>
                    <a:pt x="21843" y="165200"/>
                  </a:lnTo>
                  <a:lnTo>
                    <a:pt x="27391" y="165964"/>
                  </a:lnTo>
                  <a:lnTo>
                    <a:pt x="32962" y="166541"/>
                  </a:lnTo>
                  <a:lnTo>
                    <a:pt x="38548" y="166932"/>
                  </a:lnTo>
                  <a:lnTo>
                    <a:pt x="44145" y="167135"/>
                  </a:lnTo>
                  <a:lnTo>
                    <a:pt x="49745" y="167151"/>
                  </a:lnTo>
                  <a:lnTo>
                    <a:pt x="55343" y="166979"/>
                  </a:lnTo>
                  <a:lnTo>
                    <a:pt x="60932" y="166619"/>
                  </a:lnTo>
                  <a:lnTo>
                    <a:pt x="66506" y="166073"/>
                  </a:lnTo>
                  <a:lnTo>
                    <a:pt x="72058" y="165340"/>
                  </a:lnTo>
                  <a:lnTo>
                    <a:pt x="77582" y="164421"/>
                  </a:lnTo>
                  <a:lnTo>
                    <a:pt x="83073" y="163318"/>
                  </a:lnTo>
                  <a:lnTo>
                    <a:pt x="88524" y="162032"/>
                  </a:lnTo>
                  <a:lnTo>
                    <a:pt x="93928" y="160564"/>
                  </a:lnTo>
                  <a:lnTo>
                    <a:pt x="99281" y="158916"/>
                  </a:lnTo>
                  <a:lnTo>
                    <a:pt x="104575" y="157089"/>
                  </a:lnTo>
                  <a:lnTo>
                    <a:pt x="109805" y="155086"/>
                  </a:lnTo>
                  <a:lnTo>
                    <a:pt x="114964" y="152909"/>
                  </a:lnTo>
                  <a:lnTo>
                    <a:pt x="120049" y="150560"/>
                  </a:lnTo>
                  <a:lnTo>
                    <a:pt x="125051" y="148042"/>
                  </a:lnTo>
                  <a:lnTo>
                    <a:pt x="129967" y="145359"/>
                  </a:lnTo>
                  <a:lnTo>
                    <a:pt x="134789" y="142512"/>
                  </a:lnTo>
                  <a:lnTo>
                    <a:pt x="139514" y="139505"/>
                  </a:lnTo>
                  <a:lnTo>
                    <a:pt x="144135" y="136341"/>
                  </a:lnTo>
                  <a:lnTo>
                    <a:pt x="148648" y="133025"/>
                  </a:lnTo>
                  <a:lnTo>
                    <a:pt x="153047" y="129559"/>
                  </a:lnTo>
                  <a:lnTo>
                    <a:pt x="157328" y="125948"/>
                  </a:lnTo>
                  <a:lnTo>
                    <a:pt x="4740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167162" cy="293115"/>
            </a:xfrm>
            <a:custGeom>
              <a:avLst/>
              <a:pathLst>
                <a:path w="167162" h="293115">
                  <a:moveTo>
                    <a:pt x="109918" y="293115"/>
                  </a:moveTo>
                  <a:lnTo>
                    <a:pt x="113878" y="289546"/>
                  </a:lnTo>
                  <a:lnTo>
                    <a:pt x="117723" y="285852"/>
                  </a:lnTo>
                  <a:lnTo>
                    <a:pt x="121448" y="282037"/>
                  </a:lnTo>
                  <a:lnTo>
                    <a:pt x="125050" y="278106"/>
                  </a:lnTo>
                  <a:lnTo>
                    <a:pt x="128524" y="274062"/>
                  </a:lnTo>
                  <a:lnTo>
                    <a:pt x="131867" y="269909"/>
                  </a:lnTo>
                  <a:lnTo>
                    <a:pt x="135077" y="265651"/>
                  </a:lnTo>
                  <a:lnTo>
                    <a:pt x="138149" y="261293"/>
                  </a:lnTo>
                  <a:lnTo>
                    <a:pt x="141080" y="256840"/>
                  </a:lnTo>
                  <a:lnTo>
                    <a:pt x="143868" y="252295"/>
                  </a:lnTo>
                  <a:lnTo>
                    <a:pt x="146509" y="247664"/>
                  </a:lnTo>
                  <a:lnTo>
                    <a:pt x="149002" y="242951"/>
                  </a:lnTo>
                  <a:lnTo>
                    <a:pt x="151343" y="238161"/>
                  </a:lnTo>
                  <a:lnTo>
                    <a:pt x="153530" y="233298"/>
                  </a:lnTo>
                  <a:lnTo>
                    <a:pt x="155561" y="228368"/>
                  </a:lnTo>
                  <a:lnTo>
                    <a:pt x="157433" y="223376"/>
                  </a:lnTo>
                  <a:lnTo>
                    <a:pt x="159146" y="218327"/>
                  </a:lnTo>
                  <a:lnTo>
                    <a:pt x="160696" y="213226"/>
                  </a:lnTo>
                  <a:lnTo>
                    <a:pt x="162084" y="208078"/>
                  </a:lnTo>
                  <a:lnTo>
                    <a:pt x="163306" y="202888"/>
                  </a:lnTo>
                  <a:lnTo>
                    <a:pt x="164362" y="197662"/>
                  </a:lnTo>
                  <a:lnTo>
                    <a:pt x="165251" y="192405"/>
                  </a:lnTo>
                  <a:lnTo>
                    <a:pt x="165972" y="187123"/>
                  </a:lnTo>
                  <a:lnTo>
                    <a:pt x="166524" y="181820"/>
                  </a:lnTo>
                  <a:lnTo>
                    <a:pt x="166906" y="176502"/>
                  </a:lnTo>
                  <a:lnTo>
                    <a:pt x="167119" y="171174"/>
                  </a:lnTo>
                  <a:lnTo>
                    <a:pt x="167162" y="165843"/>
                  </a:lnTo>
                  <a:lnTo>
                    <a:pt x="167034" y="160513"/>
                  </a:lnTo>
                  <a:lnTo>
                    <a:pt x="166737" y="155189"/>
                  </a:lnTo>
                  <a:lnTo>
                    <a:pt x="166271" y="149878"/>
                  </a:lnTo>
                  <a:lnTo>
                    <a:pt x="165635" y="144585"/>
                  </a:lnTo>
                  <a:lnTo>
                    <a:pt x="164830" y="139314"/>
                  </a:lnTo>
                  <a:lnTo>
                    <a:pt x="163858" y="134072"/>
                  </a:lnTo>
                  <a:lnTo>
                    <a:pt x="162719" y="128863"/>
                  </a:lnTo>
                  <a:lnTo>
                    <a:pt x="161415" y="123693"/>
                  </a:lnTo>
                  <a:lnTo>
                    <a:pt x="159947" y="118568"/>
                  </a:lnTo>
                  <a:lnTo>
                    <a:pt x="158315" y="113492"/>
                  </a:lnTo>
                  <a:lnTo>
                    <a:pt x="156523" y="108471"/>
                  </a:lnTo>
                  <a:lnTo>
                    <a:pt x="154572" y="103509"/>
                  </a:lnTo>
                  <a:lnTo>
                    <a:pt x="152463" y="98612"/>
                  </a:lnTo>
                  <a:lnTo>
                    <a:pt x="150199" y="93785"/>
                  </a:lnTo>
                  <a:lnTo>
                    <a:pt x="147783" y="89032"/>
                  </a:lnTo>
                  <a:lnTo>
                    <a:pt x="145216" y="84359"/>
                  </a:lnTo>
                  <a:lnTo>
                    <a:pt x="142501" y="79770"/>
                  </a:lnTo>
                  <a:lnTo>
                    <a:pt x="139642" y="75270"/>
                  </a:lnTo>
                  <a:lnTo>
                    <a:pt x="136640" y="70864"/>
                  </a:lnTo>
                  <a:lnTo>
                    <a:pt x="133500" y="66555"/>
                  </a:lnTo>
                  <a:lnTo>
                    <a:pt x="130223" y="62349"/>
                  </a:lnTo>
                  <a:lnTo>
                    <a:pt x="126814" y="58250"/>
                  </a:lnTo>
                  <a:lnTo>
                    <a:pt x="123276" y="54261"/>
                  </a:lnTo>
                  <a:lnTo>
                    <a:pt x="119613" y="50387"/>
                  </a:lnTo>
                  <a:lnTo>
                    <a:pt x="115828" y="46632"/>
                  </a:lnTo>
                  <a:lnTo>
                    <a:pt x="111925" y="43000"/>
                  </a:lnTo>
                  <a:lnTo>
                    <a:pt x="107909" y="39493"/>
                  </a:lnTo>
                  <a:lnTo>
                    <a:pt x="103782" y="36117"/>
                  </a:lnTo>
                  <a:lnTo>
                    <a:pt x="99550" y="32874"/>
                  </a:lnTo>
                  <a:lnTo>
                    <a:pt x="95217" y="29768"/>
                  </a:lnTo>
                  <a:lnTo>
                    <a:pt x="90787" y="26801"/>
                  </a:lnTo>
                  <a:lnTo>
                    <a:pt x="86265" y="23977"/>
                  </a:lnTo>
                  <a:lnTo>
                    <a:pt x="81655" y="21299"/>
                  </a:lnTo>
                  <a:lnTo>
                    <a:pt x="76961" y="18769"/>
                  </a:lnTo>
                  <a:lnTo>
                    <a:pt x="72190" y="16391"/>
                  </a:lnTo>
                  <a:lnTo>
                    <a:pt x="67345" y="14165"/>
                  </a:lnTo>
                  <a:lnTo>
                    <a:pt x="62431" y="12095"/>
                  </a:lnTo>
                  <a:lnTo>
                    <a:pt x="57454" y="10183"/>
                  </a:lnTo>
                  <a:lnTo>
                    <a:pt x="52419" y="8431"/>
                  </a:lnTo>
                  <a:lnTo>
                    <a:pt x="47330" y="6840"/>
                  </a:lnTo>
                  <a:lnTo>
                    <a:pt x="42193" y="5412"/>
                  </a:lnTo>
                  <a:lnTo>
                    <a:pt x="37013" y="4149"/>
                  </a:lnTo>
                  <a:lnTo>
                    <a:pt x="31796" y="3051"/>
                  </a:lnTo>
                  <a:lnTo>
                    <a:pt x="26546" y="2121"/>
                  </a:lnTo>
                  <a:lnTo>
                    <a:pt x="21269" y="1358"/>
                  </a:lnTo>
                  <a:lnTo>
                    <a:pt x="15971" y="764"/>
                  </a:lnTo>
                  <a:lnTo>
                    <a:pt x="10656" y="340"/>
                  </a:lnTo>
                  <a:lnTo>
                    <a:pt x="533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96138" y="5269756"/>
              <a:ext cx="149120" cy="167167"/>
            </a:xfrm>
            <a:custGeom>
              <a:avLst/>
              <a:pathLst>
                <a:path w="149120" h="167167">
                  <a:moveTo>
                    <a:pt x="149120" y="0"/>
                  </a:moveTo>
                  <a:lnTo>
                    <a:pt x="143703" y="87"/>
                  </a:lnTo>
                  <a:lnTo>
                    <a:pt x="138293" y="351"/>
                  </a:lnTo>
                  <a:lnTo>
                    <a:pt x="132893" y="789"/>
                  </a:lnTo>
                  <a:lnTo>
                    <a:pt x="127511" y="1402"/>
                  </a:lnTo>
                  <a:lnTo>
                    <a:pt x="122151" y="2189"/>
                  </a:lnTo>
                  <a:lnTo>
                    <a:pt x="116820" y="3150"/>
                  </a:lnTo>
                  <a:lnTo>
                    <a:pt x="111522" y="4282"/>
                  </a:lnTo>
                  <a:lnTo>
                    <a:pt x="106264" y="5586"/>
                  </a:lnTo>
                  <a:lnTo>
                    <a:pt x="101051" y="7060"/>
                  </a:lnTo>
                  <a:lnTo>
                    <a:pt x="95889" y="8701"/>
                  </a:lnTo>
                  <a:lnTo>
                    <a:pt x="90782" y="10509"/>
                  </a:lnTo>
                  <a:lnTo>
                    <a:pt x="85737" y="12482"/>
                  </a:lnTo>
                  <a:lnTo>
                    <a:pt x="80758" y="14616"/>
                  </a:lnTo>
                  <a:lnTo>
                    <a:pt x="75851" y="16912"/>
                  </a:lnTo>
                  <a:lnTo>
                    <a:pt x="71021" y="19364"/>
                  </a:lnTo>
                  <a:lnTo>
                    <a:pt x="66273" y="21973"/>
                  </a:lnTo>
                  <a:lnTo>
                    <a:pt x="61612" y="24733"/>
                  </a:lnTo>
                  <a:lnTo>
                    <a:pt x="57043" y="27643"/>
                  </a:lnTo>
                  <a:lnTo>
                    <a:pt x="52571" y="30700"/>
                  </a:lnTo>
                  <a:lnTo>
                    <a:pt x="48200" y="33900"/>
                  </a:lnTo>
                  <a:lnTo>
                    <a:pt x="43935" y="37240"/>
                  </a:lnTo>
                  <a:lnTo>
                    <a:pt x="39780" y="40716"/>
                  </a:lnTo>
                  <a:lnTo>
                    <a:pt x="35740" y="44325"/>
                  </a:lnTo>
                  <a:lnTo>
                    <a:pt x="31820" y="48064"/>
                  </a:lnTo>
                  <a:lnTo>
                    <a:pt x="28022" y="51927"/>
                  </a:lnTo>
                  <a:lnTo>
                    <a:pt x="24352" y="55911"/>
                  </a:lnTo>
                  <a:lnTo>
                    <a:pt x="20812" y="60012"/>
                  </a:lnTo>
                  <a:lnTo>
                    <a:pt x="17408" y="64226"/>
                  </a:lnTo>
                  <a:lnTo>
                    <a:pt x="14141" y="68547"/>
                  </a:lnTo>
                  <a:lnTo>
                    <a:pt x="11017" y="72973"/>
                  </a:lnTo>
                  <a:lnTo>
                    <a:pt x="8037" y="77497"/>
                  </a:lnTo>
                  <a:lnTo>
                    <a:pt x="5206" y="82115"/>
                  </a:lnTo>
                  <a:lnTo>
                    <a:pt x="2526" y="86823"/>
                  </a:lnTo>
                  <a:lnTo>
                    <a:pt x="0" y="91615"/>
                  </a:lnTo>
                  <a:lnTo>
                    <a:pt x="14912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96138" y="5361371"/>
              <a:ext cx="149120" cy="75551"/>
            </a:xfrm>
            <a:custGeom>
              <a:avLst/>
              <a:pathLst>
                <a:path w="149120" h="75551">
                  <a:moveTo>
                    <a:pt x="0" y="0"/>
                  </a:moveTo>
                  <a:lnTo>
                    <a:pt x="149120" y="75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6138" y="5361371"/>
              <a:ext cx="149120" cy="75551"/>
            </a:xfrm>
            <a:custGeom>
              <a:avLst/>
              <a:pathLst>
                <a:path w="149120" h="75551">
                  <a:moveTo>
                    <a:pt x="0" y="0"/>
                  </a:moveTo>
                  <a:lnTo>
                    <a:pt x="149120" y="75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6138" y="5361371"/>
              <a:ext cx="149120" cy="75551"/>
            </a:xfrm>
            <a:custGeom>
              <a:avLst/>
              <a:pathLst>
                <a:path w="149120" h="75551">
                  <a:moveTo>
                    <a:pt x="0" y="0"/>
                  </a:moveTo>
                  <a:lnTo>
                    <a:pt x="149120" y="755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6138" y="5361371"/>
              <a:ext cx="149120" cy="75551"/>
            </a:xfrm>
            <a:custGeom>
              <a:avLst/>
              <a:pathLst>
                <a:path w="149120" h="75551">
                  <a:moveTo>
                    <a:pt x="0" y="0"/>
                  </a:moveTo>
                  <a:lnTo>
                    <a:pt x="149120" y="755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79880" y="5361371"/>
              <a:ext cx="165377" cy="75551"/>
            </a:xfrm>
            <a:custGeom>
              <a:avLst/>
              <a:pathLst>
                <a:path w="165377" h="75551">
                  <a:moveTo>
                    <a:pt x="16257" y="0"/>
                  </a:moveTo>
                  <a:lnTo>
                    <a:pt x="13646" y="5390"/>
                  </a:lnTo>
                  <a:lnTo>
                    <a:pt x="11230" y="10871"/>
                  </a:lnTo>
                  <a:lnTo>
                    <a:pt x="9012" y="16435"/>
                  </a:lnTo>
                  <a:lnTo>
                    <a:pt x="6994" y="22074"/>
                  </a:lnTo>
                  <a:lnTo>
                    <a:pt x="5180" y="27783"/>
                  </a:lnTo>
                  <a:lnTo>
                    <a:pt x="3572" y="33552"/>
                  </a:lnTo>
                  <a:lnTo>
                    <a:pt x="2171" y="39376"/>
                  </a:lnTo>
                  <a:lnTo>
                    <a:pt x="980" y="45246"/>
                  </a:lnTo>
                  <a:lnTo>
                    <a:pt x="0" y="51155"/>
                  </a:lnTo>
                  <a:lnTo>
                    <a:pt x="165377" y="75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103" y="5269756"/>
              <a:ext cx="334304" cy="334334"/>
            </a:xfrm>
            <a:custGeom>
              <a:avLst/>
              <a:pathLst>
                <a:path w="334304" h="334334">
                  <a:moveTo>
                    <a:pt x="1777" y="142770"/>
                  </a:moveTo>
                  <a:lnTo>
                    <a:pt x="1085" y="148034"/>
                  </a:lnTo>
                  <a:lnTo>
                    <a:pt x="562" y="153316"/>
                  </a:lnTo>
                  <a:lnTo>
                    <a:pt x="206" y="158613"/>
                  </a:lnTo>
                  <a:lnTo>
                    <a:pt x="18" y="163918"/>
                  </a:lnTo>
                  <a:lnTo>
                    <a:pt x="0" y="169227"/>
                  </a:lnTo>
                  <a:lnTo>
                    <a:pt x="149" y="174533"/>
                  </a:lnTo>
                  <a:lnTo>
                    <a:pt x="467" y="179832"/>
                  </a:lnTo>
                  <a:lnTo>
                    <a:pt x="953" y="185118"/>
                  </a:lnTo>
                  <a:lnTo>
                    <a:pt x="1607" y="190387"/>
                  </a:lnTo>
                  <a:lnTo>
                    <a:pt x="2428" y="195631"/>
                  </a:lnTo>
                  <a:lnTo>
                    <a:pt x="3415" y="200847"/>
                  </a:lnTo>
                  <a:lnTo>
                    <a:pt x="4567" y="206029"/>
                  </a:lnTo>
                  <a:lnTo>
                    <a:pt x="5883" y="211172"/>
                  </a:lnTo>
                  <a:lnTo>
                    <a:pt x="7361" y="216271"/>
                  </a:lnTo>
                  <a:lnTo>
                    <a:pt x="9001" y="221320"/>
                  </a:lnTo>
                  <a:lnTo>
                    <a:pt x="10800" y="226314"/>
                  </a:lnTo>
                  <a:lnTo>
                    <a:pt x="12757" y="231249"/>
                  </a:lnTo>
                  <a:lnTo>
                    <a:pt x="14870" y="236119"/>
                  </a:lnTo>
                  <a:lnTo>
                    <a:pt x="17136" y="240919"/>
                  </a:lnTo>
                  <a:lnTo>
                    <a:pt x="19553" y="245645"/>
                  </a:lnTo>
                  <a:lnTo>
                    <a:pt x="22119" y="250293"/>
                  </a:lnTo>
                  <a:lnTo>
                    <a:pt x="24832" y="254856"/>
                  </a:lnTo>
                  <a:lnTo>
                    <a:pt x="27688" y="259331"/>
                  </a:lnTo>
                  <a:lnTo>
                    <a:pt x="30685" y="263712"/>
                  </a:lnTo>
                  <a:lnTo>
                    <a:pt x="33819" y="267997"/>
                  </a:lnTo>
                  <a:lnTo>
                    <a:pt x="37088" y="272180"/>
                  </a:lnTo>
                  <a:lnTo>
                    <a:pt x="40488" y="276257"/>
                  </a:lnTo>
                  <a:lnTo>
                    <a:pt x="44015" y="280223"/>
                  </a:lnTo>
                  <a:lnTo>
                    <a:pt x="47667" y="284076"/>
                  </a:lnTo>
                  <a:lnTo>
                    <a:pt x="51440" y="287811"/>
                  </a:lnTo>
                  <a:lnTo>
                    <a:pt x="55329" y="291425"/>
                  </a:lnTo>
                  <a:lnTo>
                    <a:pt x="59330" y="294913"/>
                  </a:lnTo>
                  <a:lnTo>
                    <a:pt x="63441" y="298272"/>
                  </a:lnTo>
                  <a:lnTo>
                    <a:pt x="67656" y="301499"/>
                  </a:lnTo>
                  <a:lnTo>
                    <a:pt x="71972" y="304590"/>
                  </a:lnTo>
                  <a:lnTo>
                    <a:pt x="76383" y="307543"/>
                  </a:lnTo>
                  <a:lnTo>
                    <a:pt x="80886" y="310355"/>
                  </a:lnTo>
                  <a:lnTo>
                    <a:pt x="85476" y="313022"/>
                  </a:lnTo>
                  <a:lnTo>
                    <a:pt x="90148" y="315542"/>
                  </a:lnTo>
                  <a:lnTo>
                    <a:pt x="94898" y="317912"/>
                  </a:lnTo>
                  <a:lnTo>
                    <a:pt x="99721" y="320130"/>
                  </a:lnTo>
                  <a:lnTo>
                    <a:pt x="104612" y="322194"/>
                  </a:lnTo>
                  <a:lnTo>
                    <a:pt x="109566" y="324102"/>
                  </a:lnTo>
                  <a:lnTo>
                    <a:pt x="114578" y="325851"/>
                  </a:lnTo>
                  <a:lnTo>
                    <a:pt x="119643" y="327441"/>
                  </a:lnTo>
                  <a:lnTo>
                    <a:pt x="124756" y="328868"/>
                  </a:lnTo>
                  <a:lnTo>
                    <a:pt x="129912" y="330133"/>
                  </a:lnTo>
                  <a:lnTo>
                    <a:pt x="135105" y="331233"/>
                  </a:lnTo>
                  <a:lnTo>
                    <a:pt x="140330" y="332168"/>
                  </a:lnTo>
                  <a:lnTo>
                    <a:pt x="145583" y="332937"/>
                  </a:lnTo>
                  <a:lnTo>
                    <a:pt x="150857" y="333538"/>
                  </a:lnTo>
                  <a:lnTo>
                    <a:pt x="156148" y="333972"/>
                  </a:lnTo>
                  <a:lnTo>
                    <a:pt x="161450" y="334237"/>
                  </a:lnTo>
                  <a:lnTo>
                    <a:pt x="166758" y="334334"/>
                  </a:lnTo>
                  <a:lnTo>
                    <a:pt x="172066" y="334262"/>
                  </a:lnTo>
                  <a:lnTo>
                    <a:pt x="177369" y="334022"/>
                  </a:lnTo>
                  <a:lnTo>
                    <a:pt x="182662" y="333614"/>
                  </a:lnTo>
                  <a:lnTo>
                    <a:pt x="187939" y="333037"/>
                  </a:lnTo>
                  <a:lnTo>
                    <a:pt x="193195" y="332294"/>
                  </a:lnTo>
                  <a:lnTo>
                    <a:pt x="198425" y="331384"/>
                  </a:lnTo>
                  <a:lnTo>
                    <a:pt x="203624" y="330308"/>
                  </a:lnTo>
                  <a:lnTo>
                    <a:pt x="208785" y="329068"/>
                  </a:lnTo>
                  <a:lnTo>
                    <a:pt x="213905" y="327664"/>
                  </a:lnTo>
                  <a:lnTo>
                    <a:pt x="218977" y="326099"/>
                  </a:lnTo>
                  <a:lnTo>
                    <a:pt x="223998" y="324373"/>
                  </a:lnTo>
                  <a:lnTo>
                    <a:pt x="228961" y="322489"/>
                  </a:lnTo>
                  <a:lnTo>
                    <a:pt x="233861" y="320448"/>
                  </a:lnTo>
                  <a:lnTo>
                    <a:pt x="238695" y="318253"/>
                  </a:lnTo>
                  <a:lnTo>
                    <a:pt x="243456" y="315905"/>
                  </a:lnTo>
                  <a:lnTo>
                    <a:pt x="248140" y="313407"/>
                  </a:lnTo>
                  <a:lnTo>
                    <a:pt x="252743" y="310762"/>
                  </a:lnTo>
                  <a:lnTo>
                    <a:pt x="257259" y="307972"/>
                  </a:lnTo>
                  <a:lnTo>
                    <a:pt x="261684" y="305040"/>
                  </a:lnTo>
                  <a:lnTo>
                    <a:pt x="266014" y="301969"/>
                  </a:lnTo>
                  <a:lnTo>
                    <a:pt x="270245" y="298762"/>
                  </a:lnTo>
                  <a:lnTo>
                    <a:pt x="274371" y="295423"/>
                  </a:lnTo>
                  <a:lnTo>
                    <a:pt x="278389" y="291954"/>
                  </a:lnTo>
                  <a:lnTo>
                    <a:pt x="282295" y="288359"/>
                  </a:lnTo>
                  <a:lnTo>
                    <a:pt x="286085" y="284642"/>
                  </a:lnTo>
                  <a:lnTo>
                    <a:pt x="289756" y="280806"/>
                  </a:lnTo>
                  <a:lnTo>
                    <a:pt x="293302" y="276856"/>
                  </a:lnTo>
                  <a:lnTo>
                    <a:pt x="296721" y="272795"/>
                  </a:lnTo>
                  <a:lnTo>
                    <a:pt x="300010" y="268628"/>
                  </a:lnTo>
                  <a:lnTo>
                    <a:pt x="303164" y="264358"/>
                  </a:lnTo>
                  <a:lnTo>
                    <a:pt x="306182" y="259991"/>
                  </a:lnTo>
                  <a:lnTo>
                    <a:pt x="309059" y="255530"/>
                  </a:lnTo>
                  <a:lnTo>
                    <a:pt x="311793" y="250979"/>
                  </a:lnTo>
                  <a:lnTo>
                    <a:pt x="314381" y="246345"/>
                  </a:lnTo>
                  <a:lnTo>
                    <a:pt x="316821" y="241630"/>
                  </a:lnTo>
                  <a:lnTo>
                    <a:pt x="319110" y="236840"/>
                  </a:lnTo>
                  <a:lnTo>
                    <a:pt x="321246" y="231980"/>
                  </a:lnTo>
                  <a:lnTo>
                    <a:pt x="323226" y="227055"/>
                  </a:lnTo>
                  <a:lnTo>
                    <a:pt x="325049" y="222069"/>
                  </a:lnTo>
                  <a:lnTo>
                    <a:pt x="326713" y="217028"/>
                  </a:lnTo>
                  <a:lnTo>
                    <a:pt x="328215" y="211936"/>
                  </a:lnTo>
                  <a:lnTo>
                    <a:pt x="329556" y="206800"/>
                  </a:lnTo>
                  <a:lnTo>
                    <a:pt x="330732" y="201623"/>
                  </a:lnTo>
                  <a:lnTo>
                    <a:pt x="331744" y="196412"/>
                  </a:lnTo>
                  <a:lnTo>
                    <a:pt x="332589" y="191171"/>
                  </a:lnTo>
                  <a:lnTo>
                    <a:pt x="333268" y="185906"/>
                  </a:lnTo>
                  <a:lnTo>
                    <a:pt x="333779" y="180622"/>
                  </a:lnTo>
                  <a:lnTo>
                    <a:pt x="334123" y="175325"/>
                  </a:lnTo>
                  <a:lnTo>
                    <a:pt x="334297" y="170019"/>
                  </a:lnTo>
                  <a:lnTo>
                    <a:pt x="334304" y="164711"/>
                  </a:lnTo>
                  <a:lnTo>
                    <a:pt x="334141" y="159405"/>
                  </a:lnTo>
                  <a:lnTo>
                    <a:pt x="333811" y="154107"/>
                  </a:lnTo>
                  <a:lnTo>
                    <a:pt x="333312" y="148821"/>
                  </a:lnTo>
                  <a:lnTo>
                    <a:pt x="332646" y="143555"/>
                  </a:lnTo>
                  <a:lnTo>
                    <a:pt x="331813" y="138312"/>
                  </a:lnTo>
                  <a:lnTo>
                    <a:pt x="330813" y="133098"/>
                  </a:lnTo>
                  <a:lnTo>
                    <a:pt x="329649" y="127919"/>
                  </a:lnTo>
                  <a:lnTo>
                    <a:pt x="328321" y="122779"/>
                  </a:lnTo>
                  <a:lnTo>
                    <a:pt x="326830" y="117684"/>
                  </a:lnTo>
                  <a:lnTo>
                    <a:pt x="325179" y="112639"/>
                  </a:lnTo>
                  <a:lnTo>
                    <a:pt x="323368" y="107649"/>
                  </a:lnTo>
                  <a:lnTo>
                    <a:pt x="321399" y="102719"/>
                  </a:lnTo>
                  <a:lnTo>
                    <a:pt x="319275" y="97854"/>
                  </a:lnTo>
                  <a:lnTo>
                    <a:pt x="316997" y="93059"/>
                  </a:lnTo>
                  <a:lnTo>
                    <a:pt x="314569" y="88339"/>
                  </a:lnTo>
                  <a:lnTo>
                    <a:pt x="311992" y="83698"/>
                  </a:lnTo>
                  <a:lnTo>
                    <a:pt x="309268" y="79141"/>
                  </a:lnTo>
                  <a:lnTo>
                    <a:pt x="306402" y="74673"/>
                  </a:lnTo>
                  <a:lnTo>
                    <a:pt x="303394" y="70298"/>
                  </a:lnTo>
                  <a:lnTo>
                    <a:pt x="300250" y="66021"/>
                  </a:lnTo>
                  <a:lnTo>
                    <a:pt x="296971" y="61846"/>
                  </a:lnTo>
                  <a:lnTo>
                    <a:pt x="293562" y="57777"/>
                  </a:lnTo>
                  <a:lnTo>
                    <a:pt x="290025" y="53819"/>
                  </a:lnTo>
                  <a:lnTo>
                    <a:pt x="286364" y="49975"/>
                  </a:lnTo>
                  <a:lnTo>
                    <a:pt x="282583" y="46249"/>
                  </a:lnTo>
                  <a:lnTo>
                    <a:pt x="278685" y="42644"/>
                  </a:lnTo>
                  <a:lnTo>
                    <a:pt x="274675" y="39166"/>
                  </a:lnTo>
                  <a:lnTo>
                    <a:pt x="270556" y="35816"/>
                  </a:lnTo>
                  <a:lnTo>
                    <a:pt x="266334" y="32599"/>
                  </a:lnTo>
                  <a:lnTo>
                    <a:pt x="262011" y="29518"/>
                  </a:lnTo>
                  <a:lnTo>
                    <a:pt x="257592" y="26576"/>
                  </a:lnTo>
                  <a:lnTo>
                    <a:pt x="253083" y="23775"/>
                  </a:lnTo>
                  <a:lnTo>
                    <a:pt x="248486" y="21119"/>
                  </a:lnTo>
                  <a:lnTo>
                    <a:pt x="243808" y="18610"/>
                  </a:lnTo>
                  <a:lnTo>
                    <a:pt x="239053" y="16251"/>
                  </a:lnTo>
                  <a:lnTo>
                    <a:pt x="234224" y="14044"/>
                  </a:lnTo>
                  <a:lnTo>
                    <a:pt x="229329" y="11992"/>
                  </a:lnTo>
                  <a:lnTo>
                    <a:pt x="224370" y="10096"/>
                  </a:lnTo>
                  <a:lnTo>
                    <a:pt x="219354" y="8358"/>
                  </a:lnTo>
                  <a:lnTo>
                    <a:pt x="214285" y="6781"/>
                  </a:lnTo>
                  <a:lnTo>
                    <a:pt x="209169" y="5365"/>
                  </a:lnTo>
                  <a:lnTo>
                    <a:pt x="204010" y="4113"/>
                  </a:lnTo>
                  <a:lnTo>
                    <a:pt x="198814" y="3025"/>
                  </a:lnTo>
                  <a:lnTo>
                    <a:pt x="193587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5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84" y="5018213"/>
              <a:ext cx="167154" cy="170536"/>
            </a:xfrm>
            <a:custGeom>
              <a:avLst/>
              <a:pathLst>
                <a:path w="167154" h="170536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20" y="5607"/>
                  </a:lnTo>
                  <a:lnTo>
                    <a:pt x="118998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4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4"/>
                  </a:lnTo>
                  <a:lnTo>
                    <a:pt x="74924" y="27745"/>
                  </a:lnTo>
                  <a:lnTo>
                    <a:pt x="70446" y="30812"/>
                  </a:lnTo>
                  <a:lnTo>
                    <a:pt x="66071" y="34024"/>
                  </a:lnTo>
                  <a:lnTo>
                    <a:pt x="61802" y="37375"/>
                  </a:lnTo>
                  <a:lnTo>
                    <a:pt x="57644" y="40864"/>
                  </a:lnTo>
                  <a:lnTo>
                    <a:pt x="53602" y="44485"/>
                  </a:lnTo>
                  <a:lnTo>
                    <a:pt x="49679" y="48236"/>
                  </a:lnTo>
                  <a:lnTo>
                    <a:pt x="45880" y="52112"/>
                  </a:lnTo>
                  <a:lnTo>
                    <a:pt x="42209" y="56110"/>
                  </a:lnTo>
                  <a:lnTo>
                    <a:pt x="38670" y="60225"/>
                  </a:lnTo>
                  <a:lnTo>
                    <a:pt x="35266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2" y="77765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6"/>
                  </a:lnTo>
                  <a:lnTo>
                    <a:pt x="15513" y="96812"/>
                  </a:lnTo>
                  <a:lnTo>
                    <a:pt x="13309" y="101771"/>
                  </a:lnTo>
                  <a:lnTo>
                    <a:pt x="11267" y="106800"/>
                  </a:lnTo>
                  <a:lnTo>
                    <a:pt x="9390" y="111892"/>
                  </a:lnTo>
                  <a:lnTo>
                    <a:pt x="7678" y="117043"/>
                  </a:lnTo>
                  <a:lnTo>
                    <a:pt x="6135" y="122246"/>
                  </a:lnTo>
                  <a:lnTo>
                    <a:pt x="4762" y="127497"/>
                  </a:lnTo>
                  <a:lnTo>
                    <a:pt x="3560" y="132790"/>
                  </a:lnTo>
                  <a:lnTo>
                    <a:pt x="2530" y="138119"/>
                  </a:lnTo>
                  <a:lnTo>
                    <a:pt x="1674" y="143478"/>
                  </a:lnTo>
                  <a:lnTo>
                    <a:pt x="992" y="148862"/>
                  </a:lnTo>
                  <a:lnTo>
                    <a:pt x="485" y="154266"/>
                  </a:lnTo>
                  <a:lnTo>
                    <a:pt x="154" y="159683"/>
                  </a:lnTo>
                  <a:lnTo>
                    <a:pt x="0" y="165109"/>
                  </a:lnTo>
                  <a:lnTo>
                    <a:pt x="21" y="17053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905" y="5185380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905" y="5185380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905" y="5185380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905" y="5185380"/>
              <a:ext cx="167133" cy="95217"/>
            </a:xfrm>
            <a:custGeom>
              <a:avLst/>
              <a:pathLst>
                <a:path w="167133" h="95217">
                  <a:moveTo>
                    <a:pt x="0" y="3369"/>
                  </a:moveTo>
                  <a:lnTo>
                    <a:pt x="215" y="9125"/>
                  </a:lnTo>
                  <a:lnTo>
                    <a:pt x="628" y="14871"/>
                  </a:lnTo>
                  <a:lnTo>
                    <a:pt x="1240" y="20599"/>
                  </a:lnTo>
                  <a:lnTo>
                    <a:pt x="2048" y="26303"/>
                  </a:lnTo>
                  <a:lnTo>
                    <a:pt x="3052" y="31975"/>
                  </a:lnTo>
                  <a:lnTo>
                    <a:pt x="4251" y="37610"/>
                  </a:lnTo>
                  <a:lnTo>
                    <a:pt x="5644" y="43200"/>
                  </a:lnTo>
                  <a:lnTo>
                    <a:pt x="7228" y="48738"/>
                  </a:lnTo>
                  <a:lnTo>
                    <a:pt x="9003" y="54219"/>
                  </a:lnTo>
                  <a:lnTo>
                    <a:pt x="10965" y="59635"/>
                  </a:lnTo>
                  <a:lnTo>
                    <a:pt x="13112" y="64980"/>
                  </a:lnTo>
                  <a:lnTo>
                    <a:pt x="15443" y="70249"/>
                  </a:lnTo>
                  <a:lnTo>
                    <a:pt x="17953" y="75434"/>
                  </a:lnTo>
                  <a:lnTo>
                    <a:pt x="20641" y="80529"/>
                  </a:lnTo>
                  <a:lnTo>
                    <a:pt x="23502" y="85528"/>
                  </a:lnTo>
                  <a:lnTo>
                    <a:pt x="26535" y="90427"/>
                  </a:lnTo>
                  <a:lnTo>
                    <a:pt x="29734" y="95217"/>
                  </a:lnTo>
                  <a:lnTo>
                    <a:pt x="16713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83639" y="5018213"/>
              <a:ext cx="304556" cy="334326"/>
            </a:xfrm>
            <a:custGeom>
              <a:avLst/>
              <a:pathLst>
                <a:path w="304556" h="334326">
                  <a:moveTo>
                    <a:pt x="0" y="262385"/>
                  </a:moveTo>
                  <a:lnTo>
                    <a:pt x="3100" y="266709"/>
                  </a:lnTo>
                  <a:lnTo>
                    <a:pt x="6336" y="270933"/>
                  </a:lnTo>
                  <a:lnTo>
                    <a:pt x="9705" y="275052"/>
                  </a:lnTo>
                  <a:lnTo>
                    <a:pt x="13203" y="279062"/>
                  </a:lnTo>
                  <a:lnTo>
                    <a:pt x="16827" y="282958"/>
                  </a:lnTo>
                  <a:lnTo>
                    <a:pt x="20574" y="286736"/>
                  </a:lnTo>
                  <a:lnTo>
                    <a:pt x="24438" y="290394"/>
                  </a:lnTo>
                  <a:lnTo>
                    <a:pt x="28418" y="293927"/>
                  </a:lnTo>
                  <a:lnTo>
                    <a:pt x="32507" y="297331"/>
                  </a:lnTo>
                  <a:lnTo>
                    <a:pt x="36703" y="300604"/>
                  </a:lnTo>
                  <a:lnTo>
                    <a:pt x="41001" y="303741"/>
                  </a:lnTo>
                  <a:lnTo>
                    <a:pt x="45396" y="306740"/>
                  </a:lnTo>
                  <a:lnTo>
                    <a:pt x="49885" y="309597"/>
                  </a:lnTo>
                  <a:lnTo>
                    <a:pt x="54463" y="312310"/>
                  </a:lnTo>
                  <a:lnTo>
                    <a:pt x="59124" y="314876"/>
                  </a:lnTo>
                  <a:lnTo>
                    <a:pt x="63865" y="317293"/>
                  </a:lnTo>
                  <a:lnTo>
                    <a:pt x="68680" y="319557"/>
                  </a:lnTo>
                  <a:lnTo>
                    <a:pt x="73565" y="321667"/>
                  </a:lnTo>
                  <a:lnTo>
                    <a:pt x="78515" y="323620"/>
                  </a:lnTo>
                  <a:lnTo>
                    <a:pt x="83524" y="325415"/>
                  </a:lnTo>
                  <a:lnTo>
                    <a:pt x="88588" y="327050"/>
                  </a:lnTo>
                  <a:lnTo>
                    <a:pt x="93701" y="328522"/>
                  </a:lnTo>
                  <a:lnTo>
                    <a:pt x="98859" y="329831"/>
                  </a:lnTo>
                  <a:lnTo>
                    <a:pt x="104056" y="330975"/>
                  </a:lnTo>
                  <a:lnTo>
                    <a:pt x="109286" y="331954"/>
                  </a:lnTo>
                  <a:lnTo>
                    <a:pt x="114545" y="332765"/>
                  </a:lnTo>
                  <a:lnTo>
                    <a:pt x="119827" y="333408"/>
                  </a:lnTo>
                  <a:lnTo>
                    <a:pt x="125127" y="333883"/>
                  </a:lnTo>
                  <a:lnTo>
                    <a:pt x="130439" y="334189"/>
                  </a:lnTo>
                  <a:lnTo>
                    <a:pt x="135758" y="334326"/>
                  </a:lnTo>
                  <a:lnTo>
                    <a:pt x="141079" y="334294"/>
                  </a:lnTo>
                  <a:lnTo>
                    <a:pt x="146397" y="334092"/>
                  </a:lnTo>
                  <a:lnTo>
                    <a:pt x="151705" y="333721"/>
                  </a:lnTo>
                  <a:lnTo>
                    <a:pt x="156999" y="333181"/>
                  </a:lnTo>
                  <a:lnTo>
                    <a:pt x="162272" y="332473"/>
                  </a:lnTo>
                  <a:lnTo>
                    <a:pt x="167521" y="331598"/>
                  </a:lnTo>
                  <a:lnTo>
                    <a:pt x="172739" y="330556"/>
                  </a:lnTo>
                  <a:lnTo>
                    <a:pt x="177921" y="329349"/>
                  </a:lnTo>
                  <a:lnTo>
                    <a:pt x="183063" y="327977"/>
                  </a:lnTo>
                  <a:lnTo>
                    <a:pt x="188158" y="326442"/>
                  </a:lnTo>
                  <a:lnTo>
                    <a:pt x="193201" y="324746"/>
                  </a:lnTo>
                  <a:lnTo>
                    <a:pt x="198188" y="322890"/>
                  </a:lnTo>
                  <a:lnTo>
                    <a:pt x="203113" y="320876"/>
                  </a:lnTo>
                  <a:lnTo>
                    <a:pt x="207972" y="318707"/>
                  </a:lnTo>
                  <a:lnTo>
                    <a:pt x="212760" y="316384"/>
                  </a:lnTo>
                  <a:lnTo>
                    <a:pt x="217471" y="313910"/>
                  </a:lnTo>
                  <a:lnTo>
                    <a:pt x="222100" y="311287"/>
                  </a:lnTo>
                  <a:lnTo>
                    <a:pt x="226644" y="308518"/>
                  </a:lnTo>
                  <a:lnTo>
                    <a:pt x="231098" y="305606"/>
                  </a:lnTo>
                  <a:lnTo>
                    <a:pt x="235457" y="302554"/>
                  </a:lnTo>
                  <a:lnTo>
                    <a:pt x="239716" y="299364"/>
                  </a:lnTo>
                  <a:lnTo>
                    <a:pt x="243871" y="296041"/>
                  </a:lnTo>
                  <a:lnTo>
                    <a:pt x="247919" y="292587"/>
                  </a:lnTo>
                  <a:lnTo>
                    <a:pt x="251855" y="289006"/>
                  </a:lnTo>
                  <a:lnTo>
                    <a:pt x="255675" y="285301"/>
                  </a:lnTo>
                  <a:lnTo>
                    <a:pt x="259375" y="281477"/>
                  </a:lnTo>
                  <a:lnTo>
                    <a:pt x="262951" y="277537"/>
                  </a:lnTo>
                  <a:lnTo>
                    <a:pt x="266400" y="273485"/>
                  </a:lnTo>
                  <a:lnTo>
                    <a:pt x="269719" y="269326"/>
                  </a:lnTo>
                  <a:lnTo>
                    <a:pt x="272903" y="265063"/>
                  </a:lnTo>
                  <a:lnTo>
                    <a:pt x="275950" y="260700"/>
                  </a:lnTo>
                  <a:lnTo>
                    <a:pt x="278857" y="256243"/>
                  </a:lnTo>
                  <a:lnTo>
                    <a:pt x="281620" y="251696"/>
                  </a:lnTo>
                  <a:lnTo>
                    <a:pt x="284237" y="247063"/>
                  </a:lnTo>
                  <a:lnTo>
                    <a:pt x="286706" y="242349"/>
                  </a:lnTo>
                  <a:lnTo>
                    <a:pt x="289023" y="237559"/>
                  </a:lnTo>
                  <a:lnTo>
                    <a:pt x="291187" y="232698"/>
                  </a:lnTo>
                  <a:lnTo>
                    <a:pt x="293194" y="227770"/>
                  </a:lnTo>
                  <a:lnTo>
                    <a:pt x="295044" y="222781"/>
                  </a:lnTo>
                  <a:lnTo>
                    <a:pt x="296734" y="217735"/>
                  </a:lnTo>
                  <a:lnTo>
                    <a:pt x="298263" y="212638"/>
                  </a:lnTo>
                  <a:lnTo>
                    <a:pt x="299629" y="207495"/>
                  </a:lnTo>
                  <a:lnTo>
                    <a:pt x="300830" y="202312"/>
                  </a:lnTo>
                  <a:lnTo>
                    <a:pt x="301866" y="197092"/>
                  </a:lnTo>
                  <a:lnTo>
                    <a:pt x="302735" y="191843"/>
                  </a:lnTo>
                  <a:lnTo>
                    <a:pt x="303437" y="186568"/>
                  </a:lnTo>
                  <a:lnTo>
                    <a:pt x="303970" y="181274"/>
                  </a:lnTo>
                  <a:lnTo>
                    <a:pt x="304334" y="175965"/>
                  </a:lnTo>
                  <a:lnTo>
                    <a:pt x="304530" y="170647"/>
                  </a:lnTo>
                  <a:lnTo>
                    <a:pt x="304556" y="165326"/>
                  </a:lnTo>
                  <a:lnTo>
                    <a:pt x="304413" y="160007"/>
                  </a:lnTo>
                  <a:lnTo>
                    <a:pt x="304100" y="154695"/>
                  </a:lnTo>
                  <a:lnTo>
                    <a:pt x="303619" y="149396"/>
                  </a:lnTo>
                  <a:lnTo>
                    <a:pt x="302969" y="144115"/>
                  </a:lnTo>
                  <a:lnTo>
                    <a:pt x="302152" y="138857"/>
                  </a:lnTo>
                  <a:lnTo>
                    <a:pt x="301167" y="133628"/>
                  </a:lnTo>
                  <a:lnTo>
                    <a:pt x="300017" y="128432"/>
                  </a:lnTo>
                  <a:lnTo>
                    <a:pt x="298701" y="123276"/>
                  </a:lnTo>
                  <a:lnTo>
                    <a:pt x="297223" y="118165"/>
                  </a:lnTo>
                  <a:lnTo>
                    <a:pt x="295582" y="113103"/>
                  </a:lnTo>
                  <a:lnTo>
                    <a:pt x="293781" y="108096"/>
                  </a:lnTo>
                  <a:lnTo>
                    <a:pt x="291822" y="103148"/>
                  </a:lnTo>
                  <a:lnTo>
                    <a:pt x="289706" y="98266"/>
                  </a:lnTo>
                  <a:lnTo>
                    <a:pt x="287436" y="93453"/>
                  </a:lnTo>
                  <a:lnTo>
                    <a:pt x="285014" y="88716"/>
                  </a:lnTo>
                  <a:lnTo>
                    <a:pt x="282443" y="84057"/>
                  </a:lnTo>
                  <a:lnTo>
                    <a:pt x="279724" y="79483"/>
                  </a:lnTo>
                  <a:lnTo>
                    <a:pt x="276861" y="74998"/>
                  </a:lnTo>
                  <a:lnTo>
                    <a:pt x="273857" y="70606"/>
                  </a:lnTo>
                  <a:lnTo>
                    <a:pt x="270715" y="66311"/>
                  </a:lnTo>
                  <a:lnTo>
                    <a:pt x="267437" y="62120"/>
                  </a:lnTo>
                  <a:lnTo>
                    <a:pt x="264028" y="58034"/>
                  </a:lnTo>
                  <a:lnTo>
                    <a:pt x="260490" y="54059"/>
                  </a:lnTo>
                  <a:lnTo>
                    <a:pt x="256828" y="50199"/>
                  </a:lnTo>
                  <a:lnTo>
                    <a:pt x="253045" y="46457"/>
                  </a:lnTo>
                  <a:lnTo>
                    <a:pt x="249144" y="42837"/>
                  </a:lnTo>
                  <a:lnTo>
                    <a:pt x="245131" y="39344"/>
                  </a:lnTo>
                  <a:lnTo>
                    <a:pt x="241008" y="35980"/>
                  </a:lnTo>
                  <a:lnTo>
                    <a:pt x="236780" y="32749"/>
                  </a:lnTo>
                  <a:lnTo>
                    <a:pt x="232452" y="29654"/>
                  </a:lnTo>
                  <a:lnTo>
                    <a:pt x="228027" y="26698"/>
                  </a:lnTo>
                  <a:lnTo>
                    <a:pt x="223510" y="23885"/>
                  </a:lnTo>
                  <a:lnTo>
                    <a:pt x="218907" y="21217"/>
                  </a:lnTo>
                  <a:lnTo>
                    <a:pt x="214220" y="18697"/>
                  </a:lnTo>
                  <a:lnTo>
                    <a:pt x="209456" y="16327"/>
                  </a:lnTo>
                  <a:lnTo>
                    <a:pt x="204618" y="14110"/>
                  </a:lnTo>
                  <a:lnTo>
                    <a:pt x="199713" y="12048"/>
                  </a:lnTo>
                  <a:lnTo>
                    <a:pt x="194745" y="10143"/>
                  </a:lnTo>
                  <a:lnTo>
                    <a:pt x="189718" y="8398"/>
                  </a:lnTo>
                  <a:lnTo>
                    <a:pt x="184638" y="6813"/>
                  </a:lnTo>
                  <a:lnTo>
                    <a:pt x="179511" y="5391"/>
                  </a:lnTo>
                  <a:lnTo>
                    <a:pt x="174341" y="4132"/>
                  </a:lnTo>
                  <a:lnTo>
                    <a:pt x="169133" y="3039"/>
                  </a:lnTo>
                  <a:lnTo>
                    <a:pt x="163893" y="2112"/>
                  </a:lnTo>
                  <a:lnTo>
                    <a:pt x="158627" y="1353"/>
                  </a:lnTo>
                  <a:lnTo>
                    <a:pt x="153338" y="761"/>
                  </a:lnTo>
                  <a:lnTo>
                    <a:pt x="148034" y="338"/>
                  </a:lnTo>
                  <a:lnTo>
                    <a:pt x="142719" y="84"/>
                  </a:lnTo>
                  <a:lnTo>
                    <a:pt x="137399" y="0"/>
                  </a:lnTo>
                  <a:lnTo>
                    <a:pt x="1373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256083" y="4659281"/>
              <a:ext cx="167151" cy="327723"/>
            </a:xfrm>
            <a:custGeom>
              <a:avLst/>
              <a:pathLst>
                <a:path w="167151" h="32772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6" y="2104"/>
                  </a:lnTo>
                  <a:lnTo>
                    <a:pt x="135476" y="3028"/>
                  </a:lnTo>
                  <a:lnTo>
                    <a:pt x="130278" y="4117"/>
                  </a:lnTo>
                  <a:lnTo>
                    <a:pt x="125118" y="5370"/>
                  </a:lnTo>
                  <a:lnTo>
                    <a:pt x="119999" y="6787"/>
                  </a:lnTo>
                  <a:lnTo>
                    <a:pt x="114928" y="8366"/>
                  </a:lnTo>
                  <a:lnTo>
                    <a:pt x="109910" y="10105"/>
                  </a:lnTo>
                  <a:lnTo>
                    <a:pt x="104950" y="12002"/>
                  </a:lnTo>
                  <a:lnTo>
                    <a:pt x="100052" y="14057"/>
                  </a:lnTo>
                  <a:lnTo>
                    <a:pt x="95223" y="16265"/>
                  </a:lnTo>
                  <a:lnTo>
                    <a:pt x="90465" y="18626"/>
                  </a:lnTo>
                  <a:lnTo>
                    <a:pt x="85785" y="21137"/>
                  </a:lnTo>
                  <a:lnTo>
                    <a:pt x="81188" y="23796"/>
                  </a:lnTo>
                  <a:lnTo>
                    <a:pt x="76677" y="26599"/>
                  </a:lnTo>
                  <a:lnTo>
                    <a:pt x="72257" y="29544"/>
                  </a:lnTo>
                  <a:lnTo>
                    <a:pt x="67933" y="32627"/>
                  </a:lnTo>
                  <a:lnTo>
                    <a:pt x="63710" y="35847"/>
                  </a:lnTo>
                  <a:lnTo>
                    <a:pt x="59590" y="39199"/>
                  </a:lnTo>
                  <a:lnTo>
                    <a:pt x="55580" y="42680"/>
                  </a:lnTo>
                  <a:lnTo>
                    <a:pt x="51682" y="46287"/>
                  </a:lnTo>
                  <a:lnTo>
                    <a:pt x="47900" y="50016"/>
                  </a:lnTo>
                  <a:lnTo>
                    <a:pt x="44239" y="53864"/>
                  </a:lnTo>
                  <a:lnTo>
                    <a:pt x="40702" y="57825"/>
                  </a:lnTo>
                  <a:lnTo>
                    <a:pt x="37292" y="61897"/>
                  </a:lnTo>
                  <a:lnTo>
                    <a:pt x="34014" y="66075"/>
                  </a:lnTo>
                  <a:lnTo>
                    <a:pt x="30870" y="70356"/>
                  </a:lnTo>
                  <a:lnTo>
                    <a:pt x="27863" y="74734"/>
                  </a:lnTo>
                  <a:lnTo>
                    <a:pt x="24997" y="79205"/>
                  </a:lnTo>
                  <a:lnTo>
                    <a:pt x="22275" y="83765"/>
                  </a:lnTo>
                  <a:lnTo>
                    <a:pt x="19698" y="88409"/>
                  </a:lnTo>
                  <a:lnTo>
                    <a:pt x="17271" y="93133"/>
                  </a:lnTo>
                  <a:lnTo>
                    <a:pt x="14995" y="97931"/>
                  </a:lnTo>
                  <a:lnTo>
                    <a:pt x="12872" y="102799"/>
                  </a:lnTo>
                  <a:lnTo>
                    <a:pt x="10905" y="107733"/>
                  </a:lnTo>
                  <a:lnTo>
                    <a:pt x="9096" y="112726"/>
                  </a:lnTo>
                  <a:lnTo>
                    <a:pt x="7447" y="117774"/>
                  </a:lnTo>
                  <a:lnTo>
                    <a:pt x="5958" y="122872"/>
                  </a:lnTo>
                  <a:lnTo>
                    <a:pt x="4633" y="128015"/>
                  </a:lnTo>
                  <a:lnTo>
                    <a:pt x="3471" y="133197"/>
                  </a:lnTo>
                  <a:lnTo>
                    <a:pt x="2474" y="138414"/>
                  </a:lnTo>
                  <a:lnTo>
                    <a:pt x="1644" y="143660"/>
                  </a:lnTo>
                  <a:lnTo>
                    <a:pt x="981" y="148929"/>
                  </a:lnTo>
                  <a:lnTo>
                    <a:pt x="485" y="154217"/>
                  </a:lnTo>
                  <a:lnTo>
                    <a:pt x="158" y="159517"/>
                  </a:lnTo>
                  <a:lnTo>
                    <a:pt x="0" y="164826"/>
                  </a:lnTo>
                  <a:lnTo>
                    <a:pt x="9" y="170137"/>
                  </a:lnTo>
                  <a:lnTo>
                    <a:pt x="188" y="175445"/>
                  </a:lnTo>
                  <a:lnTo>
                    <a:pt x="535" y="180744"/>
                  </a:lnTo>
                  <a:lnTo>
                    <a:pt x="1051" y="186030"/>
                  </a:lnTo>
                  <a:lnTo>
                    <a:pt x="1734" y="191297"/>
                  </a:lnTo>
                  <a:lnTo>
                    <a:pt x="2584" y="196539"/>
                  </a:lnTo>
                  <a:lnTo>
                    <a:pt x="3600" y="201752"/>
                  </a:lnTo>
                  <a:lnTo>
                    <a:pt x="4781" y="206930"/>
                  </a:lnTo>
                  <a:lnTo>
                    <a:pt x="6126" y="212068"/>
                  </a:lnTo>
                  <a:lnTo>
                    <a:pt x="7634" y="217160"/>
                  </a:lnTo>
                  <a:lnTo>
                    <a:pt x="9302" y="222202"/>
                  </a:lnTo>
                  <a:lnTo>
                    <a:pt x="11130" y="227189"/>
                  </a:lnTo>
                  <a:lnTo>
                    <a:pt x="13116" y="232114"/>
                  </a:lnTo>
                  <a:lnTo>
                    <a:pt x="15256" y="236975"/>
                  </a:lnTo>
                  <a:lnTo>
                    <a:pt x="17551" y="241765"/>
                  </a:lnTo>
                  <a:lnTo>
                    <a:pt x="19996" y="246479"/>
                  </a:lnTo>
                  <a:lnTo>
                    <a:pt x="22589" y="251114"/>
                  </a:lnTo>
                  <a:lnTo>
                    <a:pt x="25329" y="255663"/>
                  </a:lnTo>
                  <a:lnTo>
                    <a:pt x="28212" y="260124"/>
                  </a:lnTo>
                  <a:lnTo>
                    <a:pt x="31235" y="264490"/>
                  </a:lnTo>
                  <a:lnTo>
                    <a:pt x="34395" y="268759"/>
                  </a:lnTo>
                  <a:lnTo>
                    <a:pt x="37689" y="272925"/>
                  </a:lnTo>
                  <a:lnTo>
                    <a:pt x="41114" y="276984"/>
                  </a:lnTo>
                  <a:lnTo>
                    <a:pt x="44666" y="280932"/>
                  </a:lnTo>
                  <a:lnTo>
                    <a:pt x="48342" y="284765"/>
                  </a:lnTo>
                  <a:lnTo>
                    <a:pt x="52137" y="288480"/>
                  </a:lnTo>
                  <a:lnTo>
                    <a:pt x="56049" y="292072"/>
                  </a:lnTo>
                  <a:lnTo>
                    <a:pt x="60073" y="295539"/>
                  </a:lnTo>
                  <a:lnTo>
                    <a:pt x="64204" y="298875"/>
                  </a:lnTo>
                  <a:lnTo>
                    <a:pt x="68440" y="302079"/>
                  </a:lnTo>
                  <a:lnTo>
                    <a:pt x="72776" y="305146"/>
                  </a:lnTo>
                  <a:lnTo>
                    <a:pt x="77206" y="308075"/>
                  </a:lnTo>
                  <a:lnTo>
                    <a:pt x="81728" y="310861"/>
                  </a:lnTo>
                  <a:lnTo>
                    <a:pt x="86335" y="313502"/>
                  </a:lnTo>
                  <a:lnTo>
                    <a:pt x="91025" y="315995"/>
                  </a:lnTo>
                  <a:lnTo>
                    <a:pt x="95791" y="318338"/>
                  </a:lnTo>
                  <a:lnTo>
                    <a:pt x="100629" y="320529"/>
                  </a:lnTo>
                  <a:lnTo>
                    <a:pt x="105534" y="322564"/>
                  </a:lnTo>
                  <a:lnTo>
                    <a:pt x="110502" y="324443"/>
                  </a:lnTo>
                  <a:lnTo>
                    <a:pt x="115526" y="326163"/>
                  </a:lnTo>
                  <a:lnTo>
                    <a:pt x="120603" y="327723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76687" y="4826449"/>
              <a:ext cx="46547" cy="160556"/>
            </a:xfrm>
            <a:custGeom>
              <a:avLst/>
              <a:pathLst>
                <a:path w="46547" h="160556">
                  <a:moveTo>
                    <a:pt x="0" y="160556"/>
                  </a:moveTo>
                  <a:lnTo>
                    <a:pt x="465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376687" y="4826449"/>
              <a:ext cx="46547" cy="160556"/>
            </a:xfrm>
            <a:custGeom>
              <a:avLst/>
              <a:pathLst>
                <a:path w="46547" h="160556">
                  <a:moveTo>
                    <a:pt x="0" y="160556"/>
                  </a:moveTo>
                  <a:lnTo>
                    <a:pt x="465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76687" y="4826449"/>
              <a:ext cx="101653" cy="167162"/>
            </a:xfrm>
            <a:custGeom>
              <a:avLst/>
              <a:pathLst>
                <a:path w="101653" h="167162">
                  <a:moveTo>
                    <a:pt x="0" y="160556"/>
                  </a:moveTo>
                  <a:lnTo>
                    <a:pt x="5539" y="162059"/>
                  </a:lnTo>
                  <a:lnTo>
                    <a:pt x="11127" y="163371"/>
                  </a:lnTo>
                  <a:lnTo>
                    <a:pt x="16757" y="164491"/>
                  </a:lnTo>
                  <a:lnTo>
                    <a:pt x="22422" y="165417"/>
                  </a:lnTo>
                  <a:lnTo>
                    <a:pt x="28116" y="166148"/>
                  </a:lnTo>
                  <a:lnTo>
                    <a:pt x="33831" y="166683"/>
                  </a:lnTo>
                  <a:lnTo>
                    <a:pt x="39561" y="167021"/>
                  </a:lnTo>
                  <a:lnTo>
                    <a:pt x="45299" y="167162"/>
                  </a:lnTo>
                  <a:lnTo>
                    <a:pt x="51039" y="167107"/>
                  </a:lnTo>
                  <a:lnTo>
                    <a:pt x="56774" y="166854"/>
                  </a:lnTo>
                  <a:lnTo>
                    <a:pt x="62496" y="166404"/>
                  </a:lnTo>
                  <a:lnTo>
                    <a:pt x="68200" y="165759"/>
                  </a:lnTo>
                  <a:lnTo>
                    <a:pt x="73878" y="164918"/>
                  </a:lnTo>
                  <a:lnTo>
                    <a:pt x="79524" y="163882"/>
                  </a:lnTo>
                  <a:lnTo>
                    <a:pt x="85131" y="162653"/>
                  </a:lnTo>
                  <a:lnTo>
                    <a:pt x="90693" y="161233"/>
                  </a:lnTo>
                  <a:lnTo>
                    <a:pt x="96202" y="159622"/>
                  </a:lnTo>
                  <a:lnTo>
                    <a:pt x="101653" y="157823"/>
                  </a:lnTo>
                  <a:lnTo>
                    <a:pt x="465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167161" cy="324991"/>
            </a:xfrm>
            <a:custGeom>
              <a:avLst/>
              <a:pathLst>
                <a:path w="167161" h="324991">
                  <a:moveTo>
                    <a:pt x="55105" y="324991"/>
                  </a:moveTo>
                  <a:lnTo>
                    <a:pt x="60108" y="323154"/>
                  </a:lnTo>
                  <a:lnTo>
                    <a:pt x="65050" y="321158"/>
                  </a:lnTo>
                  <a:lnTo>
                    <a:pt x="69926" y="319006"/>
                  </a:lnTo>
                  <a:lnTo>
                    <a:pt x="74731" y="316700"/>
                  </a:lnTo>
                  <a:lnTo>
                    <a:pt x="79459" y="314242"/>
                  </a:lnTo>
                  <a:lnTo>
                    <a:pt x="84107" y="311634"/>
                  </a:lnTo>
                  <a:lnTo>
                    <a:pt x="88670" y="308880"/>
                  </a:lnTo>
                  <a:lnTo>
                    <a:pt x="93142" y="305981"/>
                  </a:lnTo>
                  <a:lnTo>
                    <a:pt x="97520" y="302942"/>
                  </a:lnTo>
                  <a:lnTo>
                    <a:pt x="101798" y="299764"/>
                  </a:lnTo>
                  <a:lnTo>
                    <a:pt x="105973" y="296451"/>
                  </a:lnTo>
                  <a:lnTo>
                    <a:pt x="110041" y="293008"/>
                  </a:lnTo>
                  <a:lnTo>
                    <a:pt x="113996" y="289436"/>
                  </a:lnTo>
                  <a:lnTo>
                    <a:pt x="117836" y="285740"/>
                  </a:lnTo>
                  <a:lnTo>
                    <a:pt x="121556" y="281923"/>
                  </a:lnTo>
                  <a:lnTo>
                    <a:pt x="125152" y="277990"/>
                  </a:lnTo>
                  <a:lnTo>
                    <a:pt x="128621" y="273944"/>
                  </a:lnTo>
                  <a:lnTo>
                    <a:pt x="131960" y="269790"/>
                  </a:lnTo>
                  <a:lnTo>
                    <a:pt x="135164" y="265531"/>
                  </a:lnTo>
                  <a:lnTo>
                    <a:pt x="138231" y="261173"/>
                  </a:lnTo>
                  <a:lnTo>
                    <a:pt x="141157" y="256718"/>
                  </a:lnTo>
                  <a:lnTo>
                    <a:pt x="143940" y="252173"/>
                  </a:lnTo>
                  <a:lnTo>
                    <a:pt x="146577" y="247542"/>
                  </a:lnTo>
                  <a:lnTo>
                    <a:pt x="149064" y="242828"/>
                  </a:lnTo>
                  <a:lnTo>
                    <a:pt x="151400" y="238038"/>
                  </a:lnTo>
                  <a:lnTo>
                    <a:pt x="153583" y="233176"/>
                  </a:lnTo>
                  <a:lnTo>
                    <a:pt x="155609" y="228246"/>
                  </a:lnTo>
                  <a:lnTo>
                    <a:pt x="157477" y="223255"/>
                  </a:lnTo>
                  <a:lnTo>
                    <a:pt x="159185" y="218207"/>
                  </a:lnTo>
                  <a:lnTo>
                    <a:pt x="160731" y="213106"/>
                  </a:lnTo>
                  <a:lnTo>
                    <a:pt x="162113" y="207959"/>
                  </a:lnTo>
                  <a:lnTo>
                    <a:pt x="163331" y="202771"/>
                  </a:lnTo>
                  <a:lnTo>
                    <a:pt x="164383" y="197546"/>
                  </a:lnTo>
                  <a:lnTo>
                    <a:pt x="165268" y="192291"/>
                  </a:lnTo>
                  <a:lnTo>
                    <a:pt x="165985" y="187010"/>
                  </a:lnTo>
                  <a:lnTo>
                    <a:pt x="166533" y="181708"/>
                  </a:lnTo>
                  <a:lnTo>
                    <a:pt x="166912" y="176392"/>
                  </a:lnTo>
                  <a:lnTo>
                    <a:pt x="167121" y="171067"/>
                  </a:lnTo>
                  <a:lnTo>
                    <a:pt x="167161" y="165738"/>
                  </a:lnTo>
                  <a:lnTo>
                    <a:pt x="167030" y="160410"/>
                  </a:lnTo>
                  <a:lnTo>
                    <a:pt x="166730" y="155089"/>
                  </a:lnTo>
                  <a:lnTo>
                    <a:pt x="166260" y="149780"/>
                  </a:lnTo>
                  <a:lnTo>
                    <a:pt x="165622" y="144489"/>
                  </a:lnTo>
                  <a:lnTo>
                    <a:pt x="164814" y="139221"/>
                  </a:lnTo>
                  <a:lnTo>
                    <a:pt x="163840" y="133981"/>
                  </a:lnTo>
                  <a:lnTo>
                    <a:pt x="162699" y="128775"/>
                  </a:lnTo>
                  <a:lnTo>
                    <a:pt x="161392" y="123608"/>
                  </a:lnTo>
                  <a:lnTo>
                    <a:pt x="159922" y="118486"/>
                  </a:lnTo>
                  <a:lnTo>
                    <a:pt x="158289" y="113413"/>
                  </a:lnTo>
                  <a:lnTo>
                    <a:pt x="156495" y="108394"/>
                  </a:lnTo>
                  <a:lnTo>
                    <a:pt x="154542" y="103435"/>
                  </a:lnTo>
                  <a:lnTo>
                    <a:pt x="152431" y="98541"/>
                  </a:lnTo>
                  <a:lnTo>
                    <a:pt x="150166" y="93717"/>
                  </a:lnTo>
                  <a:lnTo>
                    <a:pt x="147749" y="88968"/>
                  </a:lnTo>
                  <a:lnTo>
                    <a:pt x="145181" y="84298"/>
                  </a:lnTo>
                  <a:lnTo>
                    <a:pt x="142465" y="79712"/>
                  </a:lnTo>
                  <a:lnTo>
                    <a:pt x="139605" y="75215"/>
                  </a:lnTo>
                  <a:lnTo>
                    <a:pt x="136603" y="70811"/>
                  </a:lnTo>
                  <a:lnTo>
                    <a:pt x="133462" y="66506"/>
                  </a:lnTo>
                  <a:lnTo>
                    <a:pt x="130185" y="62302"/>
                  </a:lnTo>
                  <a:lnTo>
                    <a:pt x="126776" y="58206"/>
                  </a:lnTo>
                  <a:lnTo>
                    <a:pt x="123239" y="54220"/>
                  </a:lnTo>
                  <a:lnTo>
                    <a:pt x="119576" y="50349"/>
                  </a:lnTo>
                  <a:lnTo>
                    <a:pt x="115791" y="46596"/>
                  </a:lnTo>
                  <a:lnTo>
                    <a:pt x="111889" y="42966"/>
                  </a:lnTo>
                  <a:lnTo>
                    <a:pt x="107873" y="39463"/>
                  </a:lnTo>
                  <a:lnTo>
                    <a:pt x="103747" y="36089"/>
                  </a:lnTo>
                  <a:lnTo>
                    <a:pt x="99516" y="32849"/>
                  </a:lnTo>
                  <a:lnTo>
                    <a:pt x="95184" y="29744"/>
                  </a:lnTo>
                  <a:lnTo>
                    <a:pt x="90755" y="26780"/>
                  </a:lnTo>
                  <a:lnTo>
                    <a:pt x="86233" y="23958"/>
                  </a:lnTo>
                  <a:lnTo>
                    <a:pt x="81624" y="21282"/>
                  </a:lnTo>
                  <a:lnTo>
                    <a:pt x="76933" y="18755"/>
                  </a:lnTo>
                  <a:lnTo>
                    <a:pt x="72163" y="16378"/>
                  </a:lnTo>
                  <a:lnTo>
                    <a:pt x="67319" y="14154"/>
                  </a:lnTo>
                  <a:lnTo>
                    <a:pt x="62407" y="12086"/>
                  </a:lnTo>
                  <a:lnTo>
                    <a:pt x="57432" y="10175"/>
                  </a:lnTo>
                  <a:lnTo>
                    <a:pt x="52398" y="8424"/>
                  </a:lnTo>
                  <a:lnTo>
                    <a:pt x="47311" y="6834"/>
                  </a:lnTo>
                  <a:lnTo>
                    <a:pt x="42177" y="5408"/>
                  </a:lnTo>
                  <a:lnTo>
                    <a:pt x="36999" y="4145"/>
                  </a:lnTo>
                  <a:lnTo>
                    <a:pt x="31783" y="3049"/>
                  </a:lnTo>
                  <a:lnTo>
                    <a:pt x="26535" y="2119"/>
                  </a:lnTo>
                  <a:lnTo>
                    <a:pt x="21261" y="1357"/>
                  </a:lnTo>
                  <a:lnTo>
                    <a:pt x="15964" y="764"/>
                  </a:lnTo>
                  <a:lnTo>
                    <a:pt x="10652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561306" y="4213821"/>
              <a:ext cx="238073" cy="334327"/>
            </a:xfrm>
            <a:custGeom>
              <a:avLst/>
              <a:pathLst>
                <a:path w="238073" h="334327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1" y="767"/>
                  </a:lnTo>
                  <a:lnTo>
                    <a:pt x="145852" y="1364"/>
                  </a:lnTo>
                  <a:lnTo>
                    <a:pt x="140564" y="2130"/>
                  </a:lnTo>
                  <a:lnTo>
                    <a:pt x="135304" y="3064"/>
                  </a:lnTo>
                  <a:lnTo>
                    <a:pt x="130076" y="4166"/>
                  </a:lnTo>
                  <a:lnTo>
                    <a:pt x="124886" y="5434"/>
                  </a:lnTo>
                  <a:lnTo>
                    <a:pt x="119740" y="6868"/>
                  </a:lnTo>
                  <a:lnTo>
                    <a:pt x="114642" y="8465"/>
                  </a:lnTo>
                  <a:lnTo>
                    <a:pt x="109597" y="10225"/>
                  </a:lnTo>
                  <a:lnTo>
                    <a:pt x="104611" y="12144"/>
                  </a:lnTo>
                  <a:lnTo>
                    <a:pt x="99689" y="14223"/>
                  </a:lnTo>
                  <a:lnTo>
                    <a:pt x="94836" y="16457"/>
                  </a:lnTo>
                  <a:lnTo>
                    <a:pt x="90057" y="18845"/>
                  </a:lnTo>
                  <a:lnTo>
                    <a:pt x="85357" y="21385"/>
                  </a:lnTo>
                  <a:lnTo>
                    <a:pt x="80740" y="24074"/>
                  </a:lnTo>
                  <a:lnTo>
                    <a:pt x="76212" y="26909"/>
                  </a:lnTo>
                  <a:lnTo>
                    <a:pt x="71776" y="29887"/>
                  </a:lnTo>
                  <a:lnTo>
                    <a:pt x="67438" y="33005"/>
                  </a:lnTo>
                  <a:lnTo>
                    <a:pt x="63202" y="36260"/>
                  </a:lnTo>
                  <a:lnTo>
                    <a:pt x="59071" y="39649"/>
                  </a:lnTo>
                  <a:lnTo>
                    <a:pt x="55052" y="43169"/>
                  </a:lnTo>
                  <a:lnTo>
                    <a:pt x="51147" y="46815"/>
                  </a:lnTo>
                  <a:lnTo>
                    <a:pt x="47360" y="50584"/>
                  </a:lnTo>
                  <a:lnTo>
                    <a:pt x="43696" y="54472"/>
                  </a:lnTo>
                  <a:lnTo>
                    <a:pt x="40157" y="58475"/>
                  </a:lnTo>
                  <a:lnTo>
                    <a:pt x="36749" y="62589"/>
                  </a:lnTo>
                  <a:lnTo>
                    <a:pt x="33474" y="66810"/>
                  </a:lnTo>
                  <a:lnTo>
                    <a:pt x="30335" y="71133"/>
                  </a:lnTo>
                  <a:lnTo>
                    <a:pt x="27336" y="75555"/>
                  </a:lnTo>
                  <a:lnTo>
                    <a:pt x="24480" y="80070"/>
                  </a:lnTo>
                  <a:lnTo>
                    <a:pt x="21770" y="84674"/>
                  </a:lnTo>
                  <a:lnTo>
                    <a:pt x="19208" y="89362"/>
                  </a:lnTo>
                  <a:lnTo>
                    <a:pt x="16797" y="94130"/>
                  </a:lnTo>
                  <a:lnTo>
                    <a:pt x="14540" y="98973"/>
                  </a:lnTo>
                  <a:lnTo>
                    <a:pt x="12439" y="103885"/>
                  </a:lnTo>
                  <a:lnTo>
                    <a:pt x="10495" y="108861"/>
                  </a:lnTo>
                  <a:lnTo>
                    <a:pt x="8712" y="113898"/>
                  </a:lnTo>
                  <a:lnTo>
                    <a:pt x="7091" y="118988"/>
                  </a:lnTo>
                  <a:lnTo>
                    <a:pt x="5633" y="124128"/>
                  </a:lnTo>
                  <a:lnTo>
                    <a:pt x="4340" y="129312"/>
                  </a:lnTo>
                  <a:lnTo>
                    <a:pt x="3214" y="134535"/>
                  </a:lnTo>
                  <a:lnTo>
                    <a:pt x="2255" y="139790"/>
                  </a:lnTo>
                  <a:lnTo>
                    <a:pt x="1464" y="145074"/>
                  </a:lnTo>
                  <a:lnTo>
                    <a:pt x="843" y="150381"/>
                  </a:lnTo>
                  <a:lnTo>
                    <a:pt x="391" y="155704"/>
                  </a:lnTo>
                  <a:lnTo>
                    <a:pt x="110" y="161039"/>
                  </a:lnTo>
                  <a:lnTo>
                    <a:pt x="0" y="166381"/>
                  </a:lnTo>
                  <a:lnTo>
                    <a:pt x="60" y="171723"/>
                  </a:lnTo>
                  <a:lnTo>
                    <a:pt x="291" y="177061"/>
                  </a:lnTo>
                  <a:lnTo>
                    <a:pt x="692" y="182388"/>
                  </a:lnTo>
                  <a:lnTo>
                    <a:pt x="1263" y="187700"/>
                  </a:lnTo>
                  <a:lnTo>
                    <a:pt x="2004" y="192991"/>
                  </a:lnTo>
                  <a:lnTo>
                    <a:pt x="2914" y="198256"/>
                  </a:lnTo>
                  <a:lnTo>
                    <a:pt x="3991" y="203489"/>
                  </a:lnTo>
                  <a:lnTo>
                    <a:pt x="5235" y="208684"/>
                  </a:lnTo>
                  <a:lnTo>
                    <a:pt x="6645" y="213838"/>
                  </a:lnTo>
                  <a:lnTo>
                    <a:pt x="8218" y="218944"/>
                  </a:lnTo>
                  <a:lnTo>
                    <a:pt x="9954" y="223996"/>
                  </a:lnTo>
                  <a:lnTo>
                    <a:pt x="11850" y="228991"/>
                  </a:lnTo>
                  <a:lnTo>
                    <a:pt x="13905" y="233923"/>
                  </a:lnTo>
                  <a:lnTo>
                    <a:pt x="16117" y="238786"/>
                  </a:lnTo>
                  <a:lnTo>
                    <a:pt x="18482" y="243576"/>
                  </a:lnTo>
                  <a:lnTo>
                    <a:pt x="21000" y="248289"/>
                  </a:lnTo>
                  <a:lnTo>
                    <a:pt x="23667" y="252918"/>
                  </a:lnTo>
                  <a:lnTo>
                    <a:pt x="26481" y="257460"/>
                  </a:lnTo>
                  <a:lnTo>
                    <a:pt x="29438" y="261909"/>
                  </a:lnTo>
                  <a:lnTo>
                    <a:pt x="32536" y="266262"/>
                  </a:lnTo>
                  <a:lnTo>
                    <a:pt x="35771" y="270514"/>
                  </a:lnTo>
                  <a:lnTo>
                    <a:pt x="39141" y="274660"/>
                  </a:lnTo>
                  <a:lnTo>
                    <a:pt x="42641" y="278696"/>
                  </a:lnTo>
                  <a:lnTo>
                    <a:pt x="46269" y="282618"/>
                  </a:lnTo>
                  <a:lnTo>
                    <a:pt x="50020" y="286423"/>
                  </a:lnTo>
                  <a:lnTo>
                    <a:pt x="53890" y="290105"/>
                  </a:lnTo>
                  <a:lnTo>
                    <a:pt x="57877" y="293662"/>
                  </a:lnTo>
                  <a:lnTo>
                    <a:pt x="61975" y="297090"/>
                  </a:lnTo>
                  <a:lnTo>
                    <a:pt x="66180" y="300385"/>
                  </a:lnTo>
                  <a:lnTo>
                    <a:pt x="70489" y="303544"/>
                  </a:lnTo>
                  <a:lnTo>
                    <a:pt x="74896" y="306564"/>
                  </a:lnTo>
                  <a:lnTo>
                    <a:pt x="79398" y="309441"/>
                  </a:lnTo>
                  <a:lnTo>
                    <a:pt x="83989" y="312173"/>
                  </a:lnTo>
                  <a:lnTo>
                    <a:pt x="88666" y="314757"/>
                  </a:lnTo>
                  <a:lnTo>
                    <a:pt x="93422" y="317190"/>
                  </a:lnTo>
                  <a:lnTo>
                    <a:pt x="98254" y="319470"/>
                  </a:lnTo>
                  <a:lnTo>
                    <a:pt x="103156" y="321594"/>
                  </a:lnTo>
                  <a:lnTo>
                    <a:pt x="108123" y="323561"/>
                  </a:lnTo>
                  <a:lnTo>
                    <a:pt x="113151" y="325368"/>
                  </a:lnTo>
                  <a:lnTo>
                    <a:pt x="118234" y="327013"/>
                  </a:lnTo>
                  <a:lnTo>
                    <a:pt x="123367" y="328495"/>
                  </a:lnTo>
                  <a:lnTo>
                    <a:pt x="128545" y="329812"/>
                  </a:lnTo>
                  <a:lnTo>
                    <a:pt x="133762" y="330963"/>
                  </a:lnTo>
                  <a:lnTo>
                    <a:pt x="139013" y="331947"/>
                  </a:lnTo>
                  <a:lnTo>
                    <a:pt x="144293" y="332762"/>
                  </a:lnTo>
                  <a:lnTo>
                    <a:pt x="149597" y="333409"/>
                  </a:lnTo>
                  <a:lnTo>
                    <a:pt x="154918" y="333885"/>
                  </a:lnTo>
                  <a:lnTo>
                    <a:pt x="160252" y="334191"/>
                  </a:lnTo>
                  <a:lnTo>
                    <a:pt x="165593" y="334327"/>
                  </a:lnTo>
                  <a:lnTo>
                    <a:pt x="170935" y="334292"/>
                  </a:lnTo>
                  <a:lnTo>
                    <a:pt x="176274" y="334086"/>
                  </a:lnTo>
                  <a:lnTo>
                    <a:pt x="181603" y="333710"/>
                  </a:lnTo>
                  <a:lnTo>
                    <a:pt x="186918" y="333163"/>
                  </a:lnTo>
                  <a:lnTo>
                    <a:pt x="192212" y="332447"/>
                  </a:lnTo>
                  <a:lnTo>
                    <a:pt x="197481" y="331562"/>
                  </a:lnTo>
                  <a:lnTo>
                    <a:pt x="202719" y="330510"/>
                  </a:lnTo>
                  <a:lnTo>
                    <a:pt x="207921" y="329290"/>
                  </a:lnTo>
                  <a:lnTo>
                    <a:pt x="213081" y="327905"/>
                  </a:lnTo>
                  <a:lnTo>
                    <a:pt x="218194" y="326356"/>
                  </a:lnTo>
                  <a:lnTo>
                    <a:pt x="223255" y="324644"/>
                  </a:lnTo>
                  <a:lnTo>
                    <a:pt x="228258" y="322771"/>
                  </a:lnTo>
                  <a:lnTo>
                    <a:pt x="233199" y="320739"/>
                  </a:lnTo>
                  <a:lnTo>
                    <a:pt x="238073" y="31855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70908" cy="151383"/>
            </a:xfrm>
            <a:custGeom>
              <a:avLst/>
              <a:pathLst>
                <a:path w="70908" h="151383">
                  <a:moveTo>
                    <a:pt x="70908" y="151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53144" cy="151383"/>
            </a:xfrm>
            <a:custGeom>
              <a:avLst/>
              <a:pathLst>
                <a:path w="153144" h="151383">
                  <a:moveTo>
                    <a:pt x="70908" y="151383"/>
                  </a:moveTo>
                  <a:lnTo>
                    <a:pt x="76057" y="148863"/>
                  </a:lnTo>
                  <a:lnTo>
                    <a:pt x="81117" y="146167"/>
                  </a:lnTo>
                  <a:lnTo>
                    <a:pt x="86081" y="143300"/>
                  </a:lnTo>
                  <a:lnTo>
                    <a:pt x="90944" y="140264"/>
                  </a:lnTo>
                  <a:lnTo>
                    <a:pt x="95700" y="137063"/>
                  </a:lnTo>
                  <a:lnTo>
                    <a:pt x="100344" y="133701"/>
                  </a:lnTo>
                  <a:lnTo>
                    <a:pt x="104869" y="130181"/>
                  </a:lnTo>
                  <a:lnTo>
                    <a:pt x="109272" y="126509"/>
                  </a:lnTo>
                  <a:lnTo>
                    <a:pt x="113545" y="122687"/>
                  </a:lnTo>
                  <a:lnTo>
                    <a:pt x="117685" y="118722"/>
                  </a:lnTo>
                  <a:lnTo>
                    <a:pt x="121687" y="114616"/>
                  </a:lnTo>
                  <a:lnTo>
                    <a:pt x="125546" y="110376"/>
                  </a:lnTo>
                  <a:lnTo>
                    <a:pt x="129257" y="106007"/>
                  </a:lnTo>
                  <a:lnTo>
                    <a:pt x="132816" y="101512"/>
                  </a:lnTo>
                  <a:lnTo>
                    <a:pt x="136219" y="96898"/>
                  </a:lnTo>
                  <a:lnTo>
                    <a:pt x="139461" y="92170"/>
                  </a:lnTo>
                  <a:lnTo>
                    <a:pt x="142540" y="87334"/>
                  </a:lnTo>
                  <a:lnTo>
                    <a:pt x="145450" y="82395"/>
                  </a:lnTo>
                  <a:lnTo>
                    <a:pt x="148190" y="77359"/>
                  </a:lnTo>
                  <a:lnTo>
                    <a:pt x="150756" y="72232"/>
                  </a:lnTo>
                  <a:lnTo>
                    <a:pt x="153144" y="67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167166" cy="234187"/>
            </a:xfrm>
            <a:custGeom>
              <a:avLst/>
              <a:pathLst>
                <a:path w="167166" h="234187">
                  <a:moveTo>
                    <a:pt x="153144" y="234187"/>
                  </a:moveTo>
                  <a:lnTo>
                    <a:pt x="155209" y="229255"/>
                  </a:lnTo>
                  <a:lnTo>
                    <a:pt x="157116" y="224259"/>
                  </a:lnTo>
                  <a:lnTo>
                    <a:pt x="158861" y="219205"/>
                  </a:lnTo>
                  <a:lnTo>
                    <a:pt x="160444" y="214097"/>
                  </a:lnTo>
                  <a:lnTo>
                    <a:pt x="161863" y="208942"/>
                  </a:lnTo>
                  <a:lnTo>
                    <a:pt x="163116" y="203743"/>
                  </a:lnTo>
                  <a:lnTo>
                    <a:pt x="164203" y="198508"/>
                  </a:lnTo>
                  <a:lnTo>
                    <a:pt x="165121" y="193240"/>
                  </a:lnTo>
                  <a:lnTo>
                    <a:pt x="165871" y="187945"/>
                  </a:lnTo>
                  <a:lnTo>
                    <a:pt x="166450" y="182629"/>
                  </a:lnTo>
                  <a:lnTo>
                    <a:pt x="166860" y="177298"/>
                  </a:lnTo>
                  <a:lnTo>
                    <a:pt x="167098" y="171956"/>
                  </a:lnTo>
                  <a:lnTo>
                    <a:pt x="167166" y="166609"/>
                  </a:lnTo>
                  <a:lnTo>
                    <a:pt x="167063" y="161263"/>
                  </a:lnTo>
                  <a:lnTo>
                    <a:pt x="166788" y="155922"/>
                  </a:lnTo>
                  <a:lnTo>
                    <a:pt x="166343" y="150594"/>
                  </a:lnTo>
                  <a:lnTo>
                    <a:pt x="165728" y="145282"/>
                  </a:lnTo>
                  <a:lnTo>
                    <a:pt x="164943" y="139993"/>
                  </a:lnTo>
                  <a:lnTo>
                    <a:pt x="163990" y="134731"/>
                  </a:lnTo>
                  <a:lnTo>
                    <a:pt x="162869" y="129503"/>
                  </a:lnTo>
                  <a:lnTo>
                    <a:pt x="161581" y="124313"/>
                  </a:lnTo>
                  <a:lnTo>
                    <a:pt x="160127" y="119167"/>
                  </a:lnTo>
                  <a:lnTo>
                    <a:pt x="158510" y="114070"/>
                  </a:lnTo>
                  <a:lnTo>
                    <a:pt x="156731" y="109027"/>
                  </a:lnTo>
                  <a:lnTo>
                    <a:pt x="154791" y="104044"/>
                  </a:lnTo>
                  <a:lnTo>
                    <a:pt x="152693" y="99126"/>
                  </a:lnTo>
                  <a:lnTo>
                    <a:pt x="150439" y="94277"/>
                  </a:lnTo>
                  <a:lnTo>
                    <a:pt x="148031" y="89503"/>
                  </a:lnTo>
                  <a:lnTo>
                    <a:pt x="145471" y="84808"/>
                  </a:lnTo>
                  <a:lnTo>
                    <a:pt x="142762" y="80197"/>
                  </a:lnTo>
                  <a:lnTo>
                    <a:pt x="139908" y="75676"/>
                  </a:lnTo>
                  <a:lnTo>
                    <a:pt x="136910" y="71248"/>
                  </a:lnTo>
                  <a:lnTo>
                    <a:pt x="133772" y="66918"/>
                  </a:lnTo>
                  <a:lnTo>
                    <a:pt x="130497" y="62691"/>
                  </a:lnTo>
                  <a:lnTo>
                    <a:pt x="127089" y="58570"/>
                  </a:lnTo>
                  <a:lnTo>
                    <a:pt x="123551" y="54561"/>
                  </a:lnTo>
                  <a:lnTo>
                    <a:pt x="119886" y="50667"/>
                  </a:lnTo>
                  <a:lnTo>
                    <a:pt x="116099" y="46892"/>
                  </a:lnTo>
                  <a:lnTo>
                    <a:pt x="112192" y="43241"/>
                  </a:lnTo>
                  <a:lnTo>
                    <a:pt x="108171" y="39716"/>
                  </a:lnTo>
                  <a:lnTo>
                    <a:pt x="104040" y="36321"/>
                  </a:lnTo>
                  <a:lnTo>
                    <a:pt x="99802" y="33061"/>
                  </a:lnTo>
                  <a:lnTo>
                    <a:pt x="95461" y="29937"/>
                  </a:lnTo>
                  <a:lnTo>
                    <a:pt x="91023" y="26954"/>
                  </a:lnTo>
                  <a:lnTo>
                    <a:pt x="86492" y="24115"/>
                  </a:lnTo>
                  <a:lnTo>
                    <a:pt x="81873" y="21422"/>
                  </a:lnTo>
                  <a:lnTo>
                    <a:pt x="77169" y="18877"/>
                  </a:lnTo>
                  <a:lnTo>
                    <a:pt x="72387" y="16485"/>
                  </a:lnTo>
                  <a:lnTo>
                    <a:pt x="67531" y="14247"/>
                  </a:lnTo>
                  <a:lnTo>
                    <a:pt x="62605" y="12165"/>
                  </a:lnTo>
                  <a:lnTo>
                    <a:pt x="57616" y="10242"/>
                  </a:lnTo>
                  <a:lnTo>
                    <a:pt x="52567" y="8480"/>
                  </a:lnTo>
                  <a:lnTo>
                    <a:pt x="47465" y="6880"/>
                  </a:lnTo>
                  <a:lnTo>
                    <a:pt x="42314" y="5444"/>
                  </a:lnTo>
                  <a:lnTo>
                    <a:pt x="37120" y="4173"/>
                  </a:lnTo>
                  <a:lnTo>
                    <a:pt x="31888" y="3069"/>
                  </a:lnTo>
                  <a:lnTo>
                    <a:pt x="26623" y="2133"/>
                  </a:lnTo>
                  <a:lnTo>
                    <a:pt x="21331" y="1366"/>
                  </a:lnTo>
                  <a:lnTo>
                    <a:pt x="16017" y="769"/>
                  </a:lnTo>
                  <a:lnTo>
                    <a:pt x="10687" y="342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51864" y="3707720"/>
              <a:ext cx="198850" cy="334334"/>
            </a:xfrm>
            <a:custGeom>
              <a:avLst/>
              <a:pathLst>
                <a:path w="198850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8" y="5359"/>
                  </a:lnTo>
                  <a:lnTo>
                    <a:pt x="120044" y="6773"/>
                  </a:lnTo>
                  <a:lnTo>
                    <a:pt x="114978" y="8348"/>
                  </a:lnTo>
                  <a:lnTo>
                    <a:pt x="109965" y="10083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0" y="16231"/>
                  </a:lnTo>
                  <a:lnTo>
                    <a:pt x="90537" y="18587"/>
                  </a:lnTo>
                  <a:lnTo>
                    <a:pt x="85861" y="21093"/>
                  </a:lnTo>
                  <a:lnTo>
                    <a:pt x="81267" y="23746"/>
                  </a:lnTo>
                  <a:lnTo>
                    <a:pt x="76759" y="26543"/>
                  </a:lnTo>
                  <a:lnTo>
                    <a:pt x="72342" y="29482"/>
                  </a:lnTo>
                  <a:lnTo>
                    <a:pt x="68021" y="32560"/>
                  </a:lnTo>
                  <a:lnTo>
                    <a:pt x="63800" y="35773"/>
                  </a:lnTo>
                  <a:lnTo>
                    <a:pt x="59682" y="39118"/>
                  </a:lnTo>
                  <a:lnTo>
                    <a:pt x="55673" y="42593"/>
                  </a:lnTo>
                  <a:lnTo>
                    <a:pt x="51776" y="46193"/>
                  </a:lnTo>
                  <a:lnTo>
                    <a:pt x="47996" y="49915"/>
                  </a:lnTo>
                  <a:lnTo>
                    <a:pt x="44335" y="53755"/>
                  </a:lnTo>
                  <a:lnTo>
                    <a:pt x="40798" y="57709"/>
                  </a:lnTo>
                  <a:lnTo>
                    <a:pt x="37389" y="61773"/>
                  </a:lnTo>
                  <a:lnTo>
                    <a:pt x="34110" y="65944"/>
                  </a:lnTo>
                  <a:lnTo>
                    <a:pt x="30965" y="70216"/>
                  </a:lnTo>
                  <a:lnTo>
                    <a:pt x="27957" y="74586"/>
                  </a:lnTo>
                  <a:lnTo>
                    <a:pt x="25089" y="79050"/>
                  </a:lnTo>
                  <a:lnTo>
                    <a:pt x="22364" y="83602"/>
                  </a:lnTo>
                  <a:lnTo>
                    <a:pt x="19786" y="88238"/>
                  </a:lnTo>
                  <a:lnTo>
                    <a:pt x="17355" y="92954"/>
                  </a:lnTo>
                  <a:lnTo>
                    <a:pt x="15076" y="97744"/>
                  </a:lnTo>
                  <a:lnTo>
                    <a:pt x="12950" y="102605"/>
                  </a:lnTo>
                  <a:lnTo>
                    <a:pt x="10979" y="107530"/>
                  </a:lnTo>
                  <a:lnTo>
                    <a:pt x="9165" y="112516"/>
                  </a:lnTo>
                  <a:lnTo>
                    <a:pt x="7510" y="117556"/>
                  </a:lnTo>
                  <a:lnTo>
                    <a:pt x="6016" y="122647"/>
                  </a:lnTo>
                  <a:lnTo>
                    <a:pt x="4685" y="127782"/>
                  </a:lnTo>
                  <a:lnTo>
                    <a:pt x="3517" y="132957"/>
                  </a:lnTo>
                  <a:lnTo>
                    <a:pt x="2514" y="138167"/>
                  </a:lnTo>
                  <a:lnTo>
                    <a:pt x="1676" y="143405"/>
                  </a:lnTo>
                  <a:lnTo>
                    <a:pt x="1006" y="148668"/>
                  </a:lnTo>
                  <a:lnTo>
                    <a:pt x="502" y="153949"/>
                  </a:lnTo>
                  <a:lnTo>
                    <a:pt x="167" y="159244"/>
                  </a:lnTo>
                  <a:lnTo>
                    <a:pt x="0" y="164546"/>
                  </a:lnTo>
                  <a:lnTo>
                    <a:pt x="1" y="169852"/>
                  </a:lnTo>
                  <a:lnTo>
                    <a:pt x="170" y="175154"/>
                  </a:lnTo>
                  <a:lnTo>
                    <a:pt x="507" y="180449"/>
                  </a:lnTo>
                  <a:lnTo>
                    <a:pt x="1013" y="185730"/>
                  </a:lnTo>
                  <a:lnTo>
                    <a:pt x="1685" y="190992"/>
                  </a:lnTo>
                  <a:lnTo>
                    <a:pt x="2525" y="196230"/>
                  </a:lnTo>
                  <a:lnTo>
                    <a:pt x="3530" y="201439"/>
                  </a:lnTo>
                  <a:lnTo>
                    <a:pt x="4700" y="206614"/>
                  </a:lnTo>
                  <a:lnTo>
                    <a:pt x="6033" y="211749"/>
                  </a:lnTo>
                  <a:lnTo>
                    <a:pt x="7529" y="216839"/>
                  </a:lnTo>
                  <a:lnTo>
                    <a:pt x="9186" y="221879"/>
                  </a:lnTo>
                  <a:lnTo>
                    <a:pt x="11001" y="226864"/>
                  </a:lnTo>
                  <a:lnTo>
                    <a:pt x="12974" y="231788"/>
                  </a:lnTo>
                  <a:lnTo>
                    <a:pt x="15103" y="236648"/>
                  </a:lnTo>
                  <a:lnTo>
                    <a:pt x="17384" y="241438"/>
                  </a:lnTo>
                  <a:lnTo>
                    <a:pt x="19816" y="246152"/>
                  </a:lnTo>
                  <a:lnTo>
                    <a:pt x="22397" y="250788"/>
                  </a:lnTo>
                  <a:lnTo>
                    <a:pt x="25123" y="255339"/>
                  </a:lnTo>
                  <a:lnTo>
                    <a:pt x="27992" y="259801"/>
                  </a:lnTo>
                  <a:lnTo>
                    <a:pt x="31002" y="264170"/>
                  </a:lnTo>
                  <a:lnTo>
                    <a:pt x="34148" y="268441"/>
                  </a:lnTo>
                  <a:lnTo>
                    <a:pt x="37429" y="272611"/>
                  </a:lnTo>
                  <a:lnTo>
                    <a:pt x="40840" y="276674"/>
                  </a:lnTo>
                  <a:lnTo>
                    <a:pt x="44379" y="280626"/>
                  </a:lnTo>
                  <a:lnTo>
                    <a:pt x="48041" y="284465"/>
                  </a:lnTo>
                  <a:lnTo>
                    <a:pt x="51823" y="288185"/>
                  </a:lnTo>
                  <a:lnTo>
                    <a:pt x="55721" y="291784"/>
                  </a:lnTo>
                  <a:lnTo>
                    <a:pt x="59731" y="295257"/>
                  </a:lnTo>
                  <a:lnTo>
                    <a:pt x="63850" y="298601"/>
                  </a:lnTo>
                  <a:lnTo>
                    <a:pt x="68073" y="301812"/>
                  </a:lnTo>
                  <a:lnTo>
                    <a:pt x="72395" y="304888"/>
                  </a:lnTo>
                  <a:lnTo>
                    <a:pt x="76813" y="307826"/>
                  </a:lnTo>
                  <a:lnTo>
                    <a:pt x="81322" y="310621"/>
                  </a:lnTo>
                  <a:lnTo>
                    <a:pt x="85917" y="313272"/>
                  </a:lnTo>
                  <a:lnTo>
                    <a:pt x="90594" y="315776"/>
                  </a:lnTo>
                  <a:lnTo>
                    <a:pt x="95348" y="318131"/>
                  </a:lnTo>
                  <a:lnTo>
                    <a:pt x="100175" y="320333"/>
                  </a:lnTo>
                  <a:lnTo>
                    <a:pt x="105069" y="322381"/>
                  </a:lnTo>
                  <a:lnTo>
                    <a:pt x="110025" y="324272"/>
                  </a:lnTo>
                  <a:lnTo>
                    <a:pt x="115039" y="326006"/>
                  </a:lnTo>
                  <a:lnTo>
                    <a:pt x="120106" y="327579"/>
                  </a:lnTo>
                  <a:lnTo>
                    <a:pt x="125220" y="328991"/>
                  </a:lnTo>
                  <a:lnTo>
                    <a:pt x="130376" y="330240"/>
                  </a:lnTo>
                  <a:lnTo>
                    <a:pt x="135569" y="331325"/>
                  </a:lnTo>
                  <a:lnTo>
                    <a:pt x="140794" y="332244"/>
                  </a:lnTo>
                  <a:lnTo>
                    <a:pt x="146045" y="332997"/>
                  </a:lnTo>
                  <a:lnTo>
                    <a:pt x="151318" y="333583"/>
                  </a:lnTo>
                  <a:lnTo>
                    <a:pt x="156607" y="334002"/>
                  </a:lnTo>
                  <a:lnTo>
                    <a:pt x="161906" y="334252"/>
                  </a:lnTo>
                  <a:lnTo>
                    <a:pt x="167211" y="334334"/>
                  </a:lnTo>
                  <a:lnTo>
                    <a:pt x="172515" y="334248"/>
                  </a:lnTo>
                  <a:lnTo>
                    <a:pt x="177814" y="333994"/>
                  </a:lnTo>
                  <a:lnTo>
                    <a:pt x="183102" y="333571"/>
                  </a:lnTo>
                  <a:lnTo>
                    <a:pt x="188375" y="332981"/>
                  </a:lnTo>
                  <a:lnTo>
                    <a:pt x="193626" y="332224"/>
                  </a:lnTo>
                  <a:lnTo>
                    <a:pt x="198850" y="33130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13484"/>
              <a:ext cx="167165" cy="325536"/>
            </a:xfrm>
            <a:custGeom>
              <a:avLst/>
              <a:pathLst>
                <a:path w="167165" h="325536">
                  <a:moveTo>
                    <a:pt x="31703" y="325536"/>
                  </a:moveTo>
                  <a:lnTo>
                    <a:pt x="36937" y="324438"/>
                  </a:lnTo>
                  <a:lnTo>
                    <a:pt x="42133" y="323173"/>
                  </a:lnTo>
                  <a:lnTo>
                    <a:pt x="47286" y="321743"/>
                  </a:lnTo>
                  <a:lnTo>
                    <a:pt x="52391" y="320148"/>
                  </a:lnTo>
                  <a:lnTo>
                    <a:pt x="57442" y="318391"/>
                  </a:lnTo>
                  <a:lnTo>
                    <a:pt x="62434" y="316473"/>
                  </a:lnTo>
                  <a:lnTo>
                    <a:pt x="67363" y="314397"/>
                  </a:lnTo>
                  <a:lnTo>
                    <a:pt x="72222" y="312164"/>
                  </a:lnTo>
                  <a:lnTo>
                    <a:pt x="77008" y="309776"/>
                  </a:lnTo>
                  <a:lnTo>
                    <a:pt x="81714" y="307237"/>
                  </a:lnTo>
                  <a:lnTo>
                    <a:pt x="86337" y="304549"/>
                  </a:lnTo>
                  <a:lnTo>
                    <a:pt x="90872" y="301714"/>
                  </a:lnTo>
                  <a:lnTo>
                    <a:pt x="95314" y="298735"/>
                  </a:lnTo>
                  <a:lnTo>
                    <a:pt x="99658" y="295616"/>
                  </a:lnTo>
                  <a:lnTo>
                    <a:pt x="103900" y="292359"/>
                  </a:lnTo>
                  <a:lnTo>
                    <a:pt x="108036" y="288969"/>
                  </a:lnTo>
                  <a:lnTo>
                    <a:pt x="112061" y="285448"/>
                  </a:lnTo>
                  <a:lnTo>
                    <a:pt x="115972" y="281800"/>
                  </a:lnTo>
                  <a:lnTo>
                    <a:pt x="119764" y="278028"/>
                  </a:lnTo>
                  <a:lnTo>
                    <a:pt x="123433" y="274138"/>
                  </a:lnTo>
                  <a:lnTo>
                    <a:pt x="126976" y="270132"/>
                  </a:lnTo>
                  <a:lnTo>
                    <a:pt x="130389" y="266014"/>
                  </a:lnTo>
                  <a:lnTo>
                    <a:pt x="133668" y="261790"/>
                  </a:lnTo>
                  <a:lnTo>
                    <a:pt x="136811" y="257463"/>
                  </a:lnTo>
                  <a:lnTo>
                    <a:pt x="139814" y="253037"/>
                  </a:lnTo>
                  <a:lnTo>
                    <a:pt x="142674" y="248518"/>
                  </a:lnTo>
                  <a:lnTo>
                    <a:pt x="145387" y="243910"/>
                  </a:lnTo>
                  <a:lnTo>
                    <a:pt x="147952" y="239217"/>
                  </a:lnTo>
                  <a:lnTo>
                    <a:pt x="150365" y="234444"/>
                  </a:lnTo>
                  <a:lnTo>
                    <a:pt x="152625" y="229597"/>
                  </a:lnTo>
                  <a:lnTo>
                    <a:pt x="154728" y="224680"/>
                  </a:lnTo>
                  <a:lnTo>
                    <a:pt x="156673" y="219698"/>
                  </a:lnTo>
                  <a:lnTo>
                    <a:pt x="158458" y="214657"/>
                  </a:lnTo>
                  <a:lnTo>
                    <a:pt x="160080" y="209561"/>
                  </a:lnTo>
                  <a:lnTo>
                    <a:pt x="161538" y="204416"/>
                  </a:lnTo>
                  <a:lnTo>
                    <a:pt x="162832" y="199226"/>
                  </a:lnTo>
                  <a:lnTo>
                    <a:pt x="163958" y="193999"/>
                  </a:lnTo>
                  <a:lnTo>
                    <a:pt x="164917" y="188737"/>
                  </a:lnTo>
                  <a:lnTo>
                    <a:pt x="165707" y="183448"/>
                  </a:lnTo>
                  <a:lnTo>
                    <a:pt x="166327" y="178136"/>
                  </a:lnTo>
                  <a:lnTo>
                    <a:pt x="166777" y="172807"/>
                  </a:lnTo>
                  <a:lnTo>
                    <a:pt x="167057" y="167466"/>
                  </a:lnTo>
                  <a:lnTo>
                    <a:pt x="167165" y="162119"/>
                  </a:lnTo>
                  <a:lnTo>
                    <a:pt x="167103" y="156772"/>
                  </a:lnTo>
                  <a:lnTo>
                    <a:pt x="166869" y="151429"/>
                  </a:lnTo>
                  <a:lnTo>
                    <a:pt x="166465" y="146096"/>
                  </a:lnTo>
                  <a:lnTo>
                    <a:pt x="165890" y="140779"/>
                  </a:lnTo>
                  <a:lnTo>
                    <a:pt x="165145" y="135483"/>
                  </a:lnTo>
                  <a:lnTo>
                    <a:pt x="164232" y="130214"/>
                  </a:lnTo>
                  <a:lnTo>
                    <a:pt x="163150" y="124977"/>
                  </a:lnTo>
                  <a:lnTo>
                    <a:pt x="161901" y="119777"/>
                  </a:lnTo>
                  <a:lnTo>
                    <a:pt x="160487" y="114619"/>
                  </a:lnTo>
                  <a:lnTo>
                    <a:pt x="158908" y="109509"/>
                  </a:lnTo>
                  <a:lnTo>
                    <a:pt x="157167" y="104453"/>
                  </a:lnTo>
                  <a:lnTo>
                    <a:pt x="155265" y="99454"/>
                  </a:lnTo>
                  <a:lnTo>
                    <a:pt x="153204" y="94520"/>
                  </a:lnTo>
                  <a:lnTo>
                    <a:pt x="150986" y="89653"/>
                  </a:lnTo>
                  <a:lnTo>
                    <a:pt x="148614" y="84860"/>
                  </a:lnTo>
                  <a:lnTo>
                    <a:pt x="146089" y="80146"/>
                  </a:lnTo>
                  <a:lnTo>
                    <a:pt x="143415" y="75514"/>
                  </a:lnTo>
                  <a:lnTo>
                    <a:pt x="140594" y="70970"/>
                  </a:lnTo>
                  <a:lnTo>
                    <a:pt x="137630" y="66519"/>
                  </a:lnTo>
                  <a:lnTo>
                    <a:pt x="134524" y="62166"/>
                  </a:lnTo>
                  <a:lnTo>
                    <a:pt x="131281" y="57913"/>
                  </a:lnTo>
                  <a:lnTo>
                    <a:pt x="127904" y="53767"/>
                  </a:lnTo>
                  <a:lnTo>
                    <a:pt x="124395" y="49731"/>
                  </a:lnTo>
                  <a:lnTo>
                    <a:pt x="120759" y="45809"/>
                  </a:lnTo>
                  <a:lnTo>
                    <a:pt x="117000" y="42005"/>
                  </a:lnTo>
                  <a:lnTo>
                    <a:pt x="113121" y="38323"/>
                  </a:lnTo>
                  <a:lnTo>
                    <a:pt x="109126" y="34768"/>
                  </a:lnTo>
                  <a:lnTo>
                    <a:pt x="105019" y="31342"/>
                  </a:lnTo>
                  <a:lnTo>
                    <a:pt x="100805" y="28049"/>
                  </a:lnTo>
                  <a:lnTo>
                    <a:pt x="96488" y="24893"/>
                  </a:lnTo>
                  <a:lnTo>
                    <a:pt x="92072" y="21876"/>
                  </a:lnTo>
                  <a:lnTo>
                    <a:pt x="87562" y="19003"/>
                  </a:lnTo>
                  <a:lnTo>
                    <a:pt x="82962" y="16275"/>
                  </a:lnTo>
                  <a:lnTo>
                    <a:pt x="78277" y="13695"/>
                  </a:lnTo>
                  <a:lnTo>
                    <a:pt x="73512" y="11267"/>
                  </a:lnTo>
                  <a:lnTo>
                    <a:pt x="68672" y="8992"/>
                  </a:lnTo>
                  <a:lnTo>
                    <a:pt x="63762" y="6873"/>
                  </a:lnTo>
                  <a:lnTo>
                    <a:pt x="58786" y="4913"/>
                  </a:lnTo>
                  <a:lnTo>
                    <a:pt x="53750" y="3113"/>
                  </a:lnTo>
                  <a:lnTo>
                    <a:pt x="48659" y="1474"/>
                  </a:lnTo>
                  <a:lnTo>
                    <a:pt x="43519" y="0"/>
                  </a:lnTo>
                  <a:lnTo>
                    <a:pt x="0" y="16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43519" cy="167167"/>
            </a:xfrm>
            <a:custGeom>
              <a:avLst/>
              <a:pathLst>
                <a:path w="43519" h="167167">
                  <a:moveTo>
                    <a:pt x="43519" y="5764"/>
                  </a:move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2025-06-06T01:01:59Z</dcterms:modified>
  <cp:category/>
</cp:coreProperties>
</file>