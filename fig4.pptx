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58" r:id="rId5"/>
    <p:sldId id="259" r:id="rId6"/>
  </p:sldIdLst>
  <p:sldSz cx="12599988" cy="8640763"/>
  <p:notesSz cx="6858000" cy="9144000"/>
  <p:custDataLst>
    <p:tags r:id="rId8"/>
  </p:custDataLst>
  <p:defaultTextStyle>
    <a:defPPr>
      <a:defRPr lang="en-US"/>
    </a:defPPr>
    <a:lvl1pPr marL="0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1pPr>
    <a:lvl2pPr marL="583248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2pPr>
    <a:lvl3pPr marL="116649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3pPr>
    <a:lvl4pPr marL="1749742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4pPr>
    <a:lvl5pPr marL="233298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5pPr>
    <a:lvl6pPr marL="2916237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6pPr>
    <a:lvl7pPr marL="3499484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7pPr>
    <a:lvl8pPr marL="4082731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8pPr>
    <a:lvl9pPr marL="4665979" algn="l" defTabSz="1166494" rtl="0" eaLnBrk="1" latinLnBrk="0" hangingPunct="1">
      <a:defRPr sz="229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22" userDrawn="1">
          <p15:clr>
            <a:srgbClr val="A4A3A4"/>
          </p15:clr>
        </p15:guide>
        <p15:guide id="2" pos="3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13" autoAdjust="0"/>
  </p:normalViewPr>
  <p:slideViewPr>
    <p:cSldViewPr>
      <p:cViewPr>
        <p:scale>
          <a:sx n="75" d="100"/>
          <a:sy n="75" d="100"/>
        </p:scale>
        <p:origin x="1818" y="366"/>
      </p:cViewPr>
      <p:guideLst>
        <p:guide orient="horz" pos="2722"/>
        <p:guide pos="39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AE48D-D7D9-46F8-80AC-255986AD24D4}" type="datetimeFigureOut">
              <a:rPr lang="fr-FR" smtClean="0"/>
              <a:t>13/06/2025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79513" y="1143000"/>
            <a:ext cx="4498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E9922-CB52-49F7-BA04-8363A23E0C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6386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E9922-CB52-49F7-BA04-8363A23E0C7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5228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1E9922-CB52-49F7-BA04-8363A23E0C7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006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5000" y="2684241"/>
            <a:ext cx="10709990" cy="18521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90001" y="4896436"/>
            <a:ext cx="8819991" cy="22081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67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334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00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668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335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00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66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33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5316" y="5552494"/>
            <a:ext cx="10709990" cy="1716152"/>
          </a:xfrm>
        </p:spPr>
        <p:txBody>
          <a:bodyPr anchor="t"/>
          <a:lstStyle>
            <a:lvl1pPr algn="l">
              <a:defRPr sz="2333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5316" y="3662328"/>
            <a:ext cx="10709990" cy="1890166"/>
          </a:xfrm>
        </p:spPr>
        <p:txBody>
          <a:bodyPr anchor="b"/>
          <a:lstStyle>
            <a:lvl1pPr marL="0" indent="0"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1pPr>
            <a:lvl2pPr marL="266704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5334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3pPr>
            <a:lvl4pPr marL="800110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4pPr>
            <a:lvl5pPr marL="1066813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5pPr>
            <a:lvl6pPr marL="1333517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6pPr>
            <a:lvl7pPr marL="1600220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7pPr>
            <a:lvl8pPr marL="1866924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8pPr>
            <a:lvl9pPr marL="2133627" indent="0">
              <a:buNone/>
              <a:defRPr sz="8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0000" y="2016180"/>
            <a:ext cx="5564994" cy="5702504"/>
          </a:xfrm>
        </p:spPr>
        <p:txBody>
          <a:bodyPr/>
          <a:lstStyle>
            <a:lvl1pPr>
              <a:defRPr sz="1634"/>
            </a:lvl1pPr>
            <a:lvl2pPr>
              <a:defRPr sz="1400"/>
            </a:lvl2pPr>
            <a:lvl3pPr>
              <a:defRPr sz="1167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4997" y="2016180"/>
            <a:ext cx="5564994" cy="5702504"/>
          </a:xfrm>
        </p:spPr>
        <p:txBody>
          <a:bodyPr/>
          <a:lstStyle>
            <a:lvl1pPr>
              <a:defRPr sz="1634"/>
            </a:lvl1pPr>
            <a:lvl2pPr>
              <a:defRPr sz="1400"/>
            </a:lvl2pPr>
            <a:lvl3pPr>
              <a:defRPr sz="1167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2" y="1934175"/>
            <a:ext cx="5567183" cy="806070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6704" indent="0">
              <a:buNone/>
              <a:defRPr sz="1167" b="1"/>
            </a:lvl2pPr>
            <a:lvl3pPr marL="533407" indent="0">
              <a:buNone/>
              <a:defRPr sz="1050" b="1"/>
            </a:lvl3pPr>
            <a:lvl4pPr marL="800110" indent="0">
              <a:buNone/>
              <a:defRPr sz="933" b="1"/>
            </a:lvl4pPr>
            <a:lvl5pPr marL="1066813" indent="0">
              <a:buNone/>
              <a:defRPr sz="933" b="1"/>
            </a:lvl5pPr>
            <a:lvl6pPr marL="1333517" indent="0">
              <a:buNone/>
              <a:defRPr sz="933" b="1"/>
            </a:lvl6pPr>
            <a:lvl7pPr marL="1600220" indent="0">
              <a:buNone/>
              <a:defRPr sz="933" b="1"/>
            </a:lvl7pPr>
            <a:lvl8pPr marL="1866924" indent="0">
              <a:buNone/>
              <a:defRPr sz="933" b="1"/>
            </a:lvl8pPr>
            <a:lvl9pPr marL="213362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002" y="2740242"/>
            <a:ext cx="5567183" cy="4978440"/>
          </a:xfrm>
        </p:spPr>
        <p:txBody>
          <a:bodyPr/>
          <a:lstStyle>
            <a:lvl1pPr>
              <a:defRPr sz="1400"/>
            </a:lvl1pPr>
            <a:lvl2pPr>
              <a:defRPr sz="1167"/>
            </a:lvl2pPr>
            <a:lvl3pPr>
              <a:defRPr sz="105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627" y="1934175"/>
            <a:ext cx="5569369" cy="806070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6704" indent="0">
              <a:buNone/>
              <a:defRPr sz="1167" b="1"/>
            </a:lvl2pPr>
            <a:lvl3pPr marL="533407" indent="0">
              <a:buNone/>
              <a:defRPr sz="1050" b="1"/>
            </a:lvl3pPr>
            <a:lvl4pPr marL="800110" indent="0">
              <a:buNone/>
              <a:defRPr sz="933" b="1"/>
            </a:lvl4pPr>
            <a:lvl5pPr marL="1066813" indent="0">
              <a:buNone/>
              <a:defRPr sz="933" b="1"/>
            </a:lvl5pPr>
            <a:lvl6pPr marL="1333517" indent="0">
              <a:buNone/>
              <a:defRPr sz="933" b="1"/>
            </a:lvl6pPr>
            <a:lvl7pPr marL="1600220" indent="0">
              <a:buNone/>
              <a:defRPr sz="933" b="1"/>
            </a:lvl7pPr>
            <a:lvl8pPr marL="1866924" indent="0">
              <a:buNone/>
              <a:defRPr sz="933" b="1"/>
            </a:lvl8pPr>
            <a:lvl9pPr marL="2133627" indent="0">
              <a:buNone/>
              <a:defRPr sz="9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00627" y="2740242"/>
            <a:ext cx="5569369" cy="4978440"/>
          </a:xfrm>
        </p:spPr>
        <p:txBody>
          <a:bodyPr/>
          <a:lstStyle>
            <a:lvl1pPr>
              <a:defRPr sz="1400"/>
            </a:lvl1pPr>
            <a:lvl2pPr>
              <a:defRPr sz="1167"/>
            </a:lvl2pPr>
            <a:lvl3pPr>
              <a:defRPr sz="1050"/>
            </a:lvl3pPr>
            <a:lvl4pPr>
              <a:defRPr sz="933"/>
            </a:lvl4pPr>
            <a:lvl5pPr>
              <a:defRPr sz="933"/>
            </a:lvl5pPr>
            <a:lvl6pPr>
              <a:defRPr sz="933"/>
            </a:lvl6pPr>
            <a:lvl7pPr>
              <a:defRPr sz="933"/>
            </a:lvl7pPr>
            <a:lvl8pPr>
              <a:defRPr sz="933"/>
            </a:lvl8pPr>
            <a:lvl9pPr>
              <a:defRPr sz="9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0001" y="346034"/>
            <a:ext cx="11339990" cy="1440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001" y="2016180"/>
            <a:ext cx="11339990" cy="5702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0004" y="8008708"/>
            <a:ext cx="293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13/06/2025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4999" y="8008708"/>
            <a:ext cx="398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29996" y="8008708"/>
            <a:ext cx="2939997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533407" rtl="0" eaLnBrk="1" latinLnBrk="0" hangingPunct="1">
        <a:spcBef>
          <a:spcPct val="0"/>
        </a:spcBef>
        <a:buNone/>
        <a:defRPr sz="25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027" indent="-200027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33393" indent="-166690" algn="l" defTabSz="53340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34" kern="1200">
          <a:solidFill>
            <a:schemeClr val="tx1"/>
          </a:solidFill>
          <a:latin typeface="+mn-lt"/>
          <a:ea typeface="+mn-ea"/>
          <a:cs typeface="+mn-cs"/>
        </a:defRPr>
      </a:lvl2pPr>
      <a:lvl3pPr marL="666759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3461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–"/>
        <a:defRPr sz="1167" kern="1200">
          <a:solidFill>
            <a:schemeClr val="tx1"/>
          </a:solidFill>
          <a:latin typeface="+mn-lt"/>
          <a:ea typeface="+mn-ea"/>
          <a:cs typeface="+mn-cs"/>
        </a:defRPr>
      </a:lvl4pPr>
      <a:lvl5pPr marL="1200165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»"/>
        <a:defRPr sz="1167" kern="1200">
          <a:solidFill>
            <a:schemeClr val="tx1"/>
          </a:solidFill>
          <a:latin typeface="+mn-lt"/>
          <a:ea typeface="+mn-ea"/>
          <a:cs typeface="+mn-cs"/>
        </a:defRPr>
      </a:lvl5pPr>
      <a:lvl6pPr marL="1466868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6pPr>
      <a:lvl7pPr marL="1733572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7pPr>
      <a:lvl8pPr marL="2000275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8pPr>
      <a:lvl9pPr marL="2266979" indent="-133352" algn="l" defTabSz="533407" rtl="0" eaLnBrk="1" latinLnBrk="0" hangingPunct="1">
        <a:spcBef>
          <a:spcPct val="20000"/>
        </a:spcBef>
        <a:buFont typeface="Arial" panose="020B0604020202020204" pitchFamily="34" charset="0"/>
        <a:buChar char="•"/>
        <a:defRPr sz="1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266704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0011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066813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33351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20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1866924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133627" algn="l" defTabSz="533407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ZoneTexte 2271">
            <a:extLst>
              <a:ext uri="{FF2B5EF4-FFF2-40B4-BE49-F238E27FC236}">
                <a16:creationId xmlns:a16="http://schemas.microsoft.com/office/drawing/2014/main" id="{80159BC2-C0F4-4CCA-AD29-6960052B70B8}"/>
              </a:ext>
            </a:extLst>
          </p:cNvPr>
          <p:cNvSpPr txBox="1"/>
          <p:nvPr/>
        </p:nvSpPr>
        <p:spPr>
          <a:xfrm>
            <a:off x="-15119" y="5064881"/>
            <a:ext cx="77107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2273" name="ZoneTexte 2272">
            <a:extLst>
              <a:ext uri="{FF2B5EF4-FFF2-40B4-BE49-F238E27FC236}">
                <a16:creationId xmlns:a16="http://schemas.microsoft.com/office/drawing/2014/main" id="{4D5B0682-7D5B-4984-B73D-B7BF3B44BE99}"/>
              </a:ext>
            </a:extLst>
          </p:cNvPr>
          <p:cNvSpPr txBox="1"/>
          <p:nvPr/>
        </p:nvSpPr>
        <p:spPr>
          <a:xfrm>
            <a:off x="-3914" y="1772124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2274" name="ZoneTexte 2273">
            <a:extLst>
              <a:ext uri="{FF2B5EF4-FFF2-40B4-BE49-F238E27FC236}">
                <a16:creationId xmlns:a16="http://schemas.microsoft.com/office/drawing/2014/main" id="{C466ED8C-D3A6-4DCB-B121-931B3B5348B0}"/>
              </a:ext>
            </a:extLst>
          </p:cNvPr>
          <p:cNvSpPr txBox="1"/>
          <p:nvPr/>
        </p:nvSpPr>
        <p:spPr>
          <a:xfrm>
            <a:off x="1562172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2018</a:t>
            </a:r>
          </a:p>
        </p:txBody>
      </p:sp>
      <p:sp>
        <p:nvSpPr>
          <p:cNvPr id="2275" name="ZoneTexte 2274">
            <a:extLst>
              <a:ext uri="{FF2B5EF4-FFF2-40B4-BE49-F238E27FC236}">
                <a16:creationId xmlns:a16="http://schemas.microsoft.com/office/drawing/2014/main" id="{A5B24D3A-5F13-4398-B482-F2CB5FC25B3D}"/>
              </a:ext>
            </a:extLst>
          </p:cNvPr>
          <p:cNvSpPr txBox="1"/>
          <p:nvPr/>
        </p:nvSpPr>
        <p:spPr>
          <a:xfrm>
            <a:off x="3875066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2276" name="ZoneTexte 2275">
            <a:extLst>
              <a:ext uri="{FF2B5EF4-FFF2-40B4-BE49-F238E27FC236}">
                <a16:creationId xmlns:a16="http://schemas.microsoft.com/office/drawing/2014/main" id="{356CFDE3-174D-4DFD-AD6B-4870B81BF63B}"/>
              </a:ext>
            </a:extLst>
          </p:cNvPr>
          <p:cNvSpPr txBox="1"/>
          <p:nvPr/>
        </p:nvSpPr>
        <p:spPr>
          <a:xfrm>
            <a:off x="6187960" y="80698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2277" name="ZoneTexte 2276">
            <a:extLst>
              <a:ext uri="{FF2B5EF4-FFF2-40B4-BE49-F238E27FC236}">
                <a16:creationId xmlns:a16="http://schemas.microsoft.com/office/drawing/2014/main" id="{8A7B677F-3588-4305-ABC6-B5D8B624BF15}"/>
              </a:ext>
            </a:extLst>
          </p:cNvPr>
          <p:cNvSpPr txBox="1"/>
          <p:nvPr/>
        </p:nvSpPr>
        <p:spPr>
          <a:xfrm>
            <a:off x="8500854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2278" name="ZoneTexte 2277">
            <a:extLst>
              <a:ext uri="{FF2B5EF4-FFF2-40B4-BE49-F238E27FC236}">
                <a16:creationId xmlns:a16="http://schemas.microsoft.com/office/drawing/2014/main" id="{A3755FBE-FCE5-4770-ADB2-A8AE9718B847}"/>
              </a:ext>
            </a:extLst>
          </p:cNvPr>
          <p:cNvSpPr txBox="1"/>
          <p:nvPr/>
        </p:nvSpPr>
        <p:spPr>
          <a:xfrm>
            <a:off x="10813748" y="80057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2022</a:t>
            </a:r>
          </a:p>
        </p:txBody>
      </p:sp>
      <p:graphicFrame>
        <p:nvGraphicFramePr>
          <p:cNvPr id="2279" name="Tableau 3">
            <a:extLst>
              <a:ext uri="{FF2B5EF4-FFF2-40B4-BE49-F238E27FC236}">
                <a16:creationId xmlns:a16="http://schemas.microsoft.com/office/drawing/2014/main" id="{3BD65C66-0112-4A0E-A45D-D3CBDCED6C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295686"/>
              </p:ext>
            </p:extLst>
          </p:nvPr>
        </p:nvGraphicFramePr>
        <p:xfrm>
          <a:off x="-3914" y="3497365"/>
          <a:ext cx="11988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314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435789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268606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166061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225897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228133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0.238 [0.234; 0.249]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0.285 [0.283; 0.285]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0.281 [0.266; 0.290]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0.292 [0.288; 0.293]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i="0" u="none" strike="noStrike" noProof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0.301 [0.294; 0.302]</a:t>
                      </a:r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graphicFrame>
        <p:nvGraphicFramePr>
          <p:cNvPr id="2280" name="Tableau 3">
            <a:extLst>
              <a:ext uri="{FF2B5EF4-FFF2-40B4-BE49-F238E27FC236}">
                <a16:creationId xmlns:a16="http://schemas.microsoft.com/office/drawing/2014/main" id="{45A18D6B-9D9F-43E2-B31B-003BA3742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834502"/>
              </p:ext>
            </p:extLst>
          </p:nvPr>
        </p:nvGraphicFramePr>
        <p:xfrm>
          <a:off x="-21171" y="6468991"/>
          <a:ext cx="1209496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309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452245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288695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185241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245608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247864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0.074 [0.074; 0.074]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0.091 [0.091; 0.091]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0.088 [0.088; 0.088]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0.097 [0.097; 0.097]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0.100 [0.100; 0.103]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sp>
        <p:nvSpPr>
          <p:cNvPr id="2281" name="ZoneTexte 2280">
            <a:extLst>
              <a:ext uri="{FF2B5EF4-FFF2-40B4-BE49-F238E27FC236}">
                <a16:creationId xmlns:a16="http://schemas.microsoft.com/office/drawing/2014/main" id="{DD2B28B0-AA25-47AD-8261-896136FAE9FA}"/>
              </a:ext>
            </a:extLst>
          </p:cNvPr>
          <p:cNvSpPr txBox="1"/>
          <p:nvPr/>
        </p:nvSpPr>
        <p:spPr>
          <a:xfrm>
            <a:off x="-12700" y="3526224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sp>
        <p:nvSpPr>
          <p:cNvPr id="2282" name="ZoneTexte 2281">
            <a:extLst>
              <a:ext uri="{FF2B5EF4-FFF2-40B4-BE49-F238E27FC236}">
                <a16:creationId xmlns:a16="http://schemas.microsoft.com/office/drawing/2014/main" id="{41637080-7E3C-44CE-A6C3-94ECC9541576}"/>
              </a:ext>
            </a:extLst>
          </p:cNvPr>
          <p:cNvSpPr txBox="1"/>
          <p:nvPr/>
        </p:nvSpPr>
        <p:spPr>
          <a:xfrm>
            <a:off x="-12700" y="6468991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pic>
        <p:nvPicPr>
          <p:cNvPr id="2283" name="Image 2282">
            <a:extLst>
              <a:ext uri="{FF2B5EF4-FFF2-40B4-BE49-F238E27FC236}">
                <a16:creationId xmlns:a16="http://schemas.microsoft.com/office/drawing/2014/main" id="{F1302604-DB1E-4EA3-85C7-6B69899FED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3" t="10721" r="7870" b="13188"/>
          <a:stretch/>
        </p:blipFill>
        <p:spPr>
          <a:xfrm>
            <a:off x="875421" y="1220177"/>
            <a:ext cx="2172909" cy="2075628"/>
          </a:xfrm>
          <a:prstGeom prst="rect">
            <a:avLst/>
          </a:prstGeom>
        </p:spPr>
      </p:pic>
      <p:pic>
        <p:nvPicPr>
          <p:cNvPr id="2284" name="Image 2283">
            <a:extLst>
              <a:ext uri="{FF2B5EF4-FFF2-40B4-BE49-F238E27FC236}">
                <a16:creationId xmlns:a16="http://schemas.microsoft.com/office/drawing/2014/main" id="{DCC2907E-5CA0-4324-A5CD-C12987BE1B9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7898" b="13155"/>
          <a:stretch/>
        </p:blipFill>
        <p:spPr>
          <a:xfrm>
            <a:off x="858951" y="4161978"/>
            <a:ext cx="2177515" cy="2126387"/>
          </a:xfrm>
          <a:prstGeom prst="rect">
            <a:avLst/>
          </a:prstGeom>
        </p:spPr>
      </p:pic>
      <p:pic>
        <p:nvPicPr>
          <p:cNvPr id="2285" name="Image 2284">
            <a:extLst>
              <a:ext uri="{FF2B5EF4-FFF2-40B4-BE49-F238E27FC236}">
                <a16:creationId xmlns:a16="http://schemas.microsoft.com/office/drawing/2014/main" id="{90A4B6A7-D505-4A20-ADDA-497FB7217E2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73" t="10721" r="7870" b="13188"/>
          <a:stretch/>
        </p:blipFill>
        <p:spPr>
          <a:xfrm>
            <a:off x="3162673" y="1220177"/>
            <a:ext cx="2172909" cy="2075628"/>
          </a:xfrm>
          <a:prstGeom prst="rect">
            <a:avLst/>
          </a:prstGeom>
        </p:spPr>
      </p:pic>
      <p:pic>
        <p:nvPicPr>
          <p:cNvPr id="2286" name="Image 2285">
            <a:extLst>
              <a:ext uri="{FF2B5EF4-FFF2-40B4-BE49-F238E27FC236}">
                <a16:creationId xmlns:a16="http://schemas.microsoft.com/office/drawing/2014/main" id="{D9924561-DA17-411B-9048-BB8851F29CD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7474" b="13155"/>
          <a:stretch/>
        </p:blipFill>
        <p:spPr>
          <a:xfrm>
            <a:off x="3120949" y="4161978"/>
            <a:ext cx="2189316" cy="2126387"/>
          </a:xfrm>
          <a:prstGeom prst="rect">
            <a:avLst/>
          </a:prstGeom>
        </p:spPr>
      </p:pic>
      <p:pic>
        <p:nvPicPr>
          <p:cNvPr id="2287" name="Image 2286">
            <a:extLst>
              <a:ext uri="{FF2B5EF4-FFF2-40B4-BE49-F238E27FC236}">
                <a16:creationId xmlns:a16="http://schemas.microsoft.com/office/drawing/2014/main" id="{2BFFA536-3B1B-47B8-A062-85544907E987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3" t="10721" r="7006" b="13399"/>
          <a:stretch/>
        </p:blipFill>
        <p:spPr>
          <a:xfrm>
            <a:off x="5449925" y="1223043"/>
            <a:ext cx="2208239" cy="2069896"/>
          </a:xfrm>
          <a:prstGeom prst="rect">
            <a:avLst/>
          </a:prstGeom>
        </p:spPr>
      </p:pic>
      <p:pic>
        <p:nvPicPr>
          <p:cNvPr id="2288" name="Image 2287">
            <a:extLst>
              <a:ext uri="{FF2B5EF4-FFF2-40B4-BE49-F238E27FC236}">
                <a16:creationId xmlns:a16="http://schemas.microsoft.com/office/drawing/2014/main" id="{7DAE70A5-1BF5-4837-8D81-D12C12EA2C3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19" t="10381" r="9129" b="13155"/>
          <a:stretch/>
        </p:blipFill>
        <p:spPr>
          <a:xfrm>
            <a:off x="5394747" y="4161978"/>
            <a:ext cx="2209488" cy="2126387"/>
          </a:xfrm>
          <a:prstGeom prst="rect">
            <a:avLst/>
          </a:prstGeom>
        </p:spPr>
      </p:pic>
      <p:pic>
        <p:nvPicPr>
          <p:cNvPr id="2289" name="Image 2288">
            <a:extLst>
              <a:ext uri="{FF2B5EF4-FFF2-40B4-BE49-F238E27FC236}">
                <a16:creationId xmlns:a16="http://schemas.microsoft.com/office/drawing/2014/main" id="{7B23469B-670B-42FC-AEC8-15F8EA3BA05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43" t="10721" r="7006" b="13399"/>
          <a:stretch/>
        </p:blipFill>
        <p:spPr>
          <a:xfrm>
            <a:off x="7772507" y="1223043"/>
            <a:ext cx="2208239" cy="2069896"/>
          </a:xfrm>
          <a:prstGeom prst="rect">
            <a:avLst/>
          </a:prstGeom>
        </p:spPr>
      </p:pic>
      <p:pic>
        <p:nvPicPr>
          <p:cNvPr id="2290" name="Image 2289">
            <a:extLst>
              <a:ext uri="{FF2B5EF4-FFF2-40B4-BE49-F238E27FC236}">
                <a16:creationId xmlns:a16="http://schemas.microsoft.com/office/drawing/2014/main" id="{61C7737B-5B0D-4A9E-B08B-0AFD6C6B49F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1" t="10381" r="8993" b="13155"/>
          <a:stretch/>
        </p:blipFill>
        <p:spPr>
          <a:xfrm>
            <a:off x="7688718" y="4161978"/>
            <a:ext cx="2147074" cy="2126387"/>
          </a:xfrm>
          <a:prstGeom prst="rect">
            <a:avLst/>
          </a:prstGeom>
        </p:spPr>
      </p:pic>
      <p:pic>
        <p:nvPicPr>
          <p:cNvPr id="2291" name="Image 2290">
            <a:extLst>
              <a:ext uri="{FF2B5EF4-FFF2-40B4-BE49-F238E27FC236}">
                <a16:creationId xmlns:a16="http://schemas.microsoft.com/office/drawing/2014/main" id="{53EEA248-21B2-41A5-B276-AA0E8E1A2D5D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95" t="10721" r="9835" b="13399"/>
          <a:stretch/>
        </p:blipFill>
        <p:spPr>
          <a:xfrm>
            <a:off x="10095088" y="1223043"/>
            <a:ext cx="2096912" cy="2069896"/>
          </a:xfrm>
          <a:prstGeom prst="rect">
            <a:avLst/>
          </a:prstGeom>
        </p:spPr>
      </p:pic>
      <p:pic>
        <p:nvPicPr>
          <p:cNvPr id="2292" name="Image 2291">
            <a:extLst>
              <a:ext uri="{FF2B5EF4-FFF2-40B4-BE49-F238E27FC236}">
                <a16:creationId xmlns:a16="http://schemas.microsoft.com/office/drawing/2014/main" id="{09D900BA-1AD0-4D51-9862-03CB7DF837AA}"/>
              </a:ext>
            </a:extLst>
          </p:cNvPr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0" t="10382" r="6891" b="13156"/>
          <a:stretch/>
        </p:blipFill>
        <p:spPr>
          <a:xfrm>
            <a:off x="9920274" y="4161978"/>
            <a:ext cx="2271726" cy="2126387"/>
          </a:xfrm>
          <a:prstGeom prst="rect">
            <a:avLst/>
          </a:prstGeom>
        </p:spPr>
      </p:pic>
      <p:grpSp>
        <p:nvGrpSpPr>
          <p:cNvPr id="2" name="Groupe 1">
            <a:extLst>
              <a:ext uri="{FF2B5EF4-FFF2-40B4-BE49-F238E27FC236}">
                <a16:creationId xmlns:a16="http://schemas.microsoft.com/office/drawing/2014/main" id="{A4BFAB79-DCFA-46DA-9E2F-812571AF4DC3}"/>
              </a:ext>
            </a:extLst>
          </p:cNvPr>
          <p:cNvGrpSpPr/>
          <p:nvPr/>
        </p:nvGrpSpPr>
        <p:grpSpPr>
          <a:xfrm>
            <a:off x="-11761" y="7029150"/>
            <a:ext cx="13080507" cy="3267895"/>
            <a:chOff x="-11761" y="7029150"/>
            <a:chExt cx="14496366" cy="3853226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C7E03C22-9B5D-4E52-9105-A91C324EA5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7110605" y="9267786"/>
              <a:ext cx="6822810" cy="781737"/>
            </a:xfrm>
            <a:prstGeom prst="rect">
              <a:avLst/>
            </a:prstGeom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B1F55FBE-70F7-48C4-9694-B70938360A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8" b="45674"/>
            <a:stretch/>
          </p:blipFill>
          <p:spPr>
            <a:xfrm>
              <a:off x="-11761" y="10100639"/>
              <a:ext cx="6822809" cy="781737"/>
            </a:xfrm>
            <a:prstGeom prst="rect">
              <a:avLst/>
            </a:prstGeom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791037B1-A7F4-42E7-AE7B-17AD444566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698" t="44126" r="17367" b="45674"/>
            <a:stretch/>
          </p:blipFill>
          <p:spPr>
            <a:xfrm>
              <a:off x="7110607" y="10100639"/>
              <a:ext cx="6822809" cy="781737"/>
            </a:xfrm>
            <a:prstGeom prst="rect">
              <a:avLst/>
            </a:prstGeom>
          </p:spPr>
        </p:pic>
        <p:grpSp>
          <p:nvGrpSpPr>
            <p:cNvPr id="26" name="Groupe 25">
              <a:extLst>
                <a:ext uri="{FF2B5EF4-FFF2-40B4-BE49-F238E27FC236}">
                  <a16:creationId xmlns:a16="http://schemas.microsoft.com/office/drawing/2014/main" id="{7B9B19AC-AFC1-4B5E-B8BE-6E521E2A1DF6}"/>
                </a:ext>
              </a:extLst>
            </p:cNvPr>
            <p:cNvGrpSpPr/>
            <p:nvPr/>
          </p:nvGrpSpPr>
          <p:grpSpPr>
            <a:xfrm>
              <a:off x="-11761" y="7029150"/>
              <a:ext cx="14496366" cy="2115159"/>
              <a:chOff x="15364749" y="12932770"/>
              <a:chExt cx="14910965" cy="2175653"/>
            </a:xfrm>
          </p:grpSpPr>
          <p:grpSp>
            <p:nvGrpSpPr>
              <p:cNvPr id="27" name="Groupe 26">
                <a:extLst>
                  <a:ext uri="{FF2B5EF4-FFF2-40B4-BE49-F238E27FC236}">
                    <a16:creationId xmlns:a16="http://schemas.microsoft.com/office/drawing/2014/main" id="{AB4AA599-4F1D-4158-B1C8-854AFB7E5061}"/>
                  </a:ext>
                </a:extLst>
              </p:cNvPr>
              <p:cNvGrpSpPr/>
              <p:nvPr/>
            </p:nvGrpSpPr>
            <p:grpSpPr>
              <a:xfrm>
                <a:off x="15364749" y="12932770"/>
                <a:ext cx="14910965" cy="2175653"/>
                <a:chOff x="15364749" y="12932770"/>
                <a:chExt cx="14910965" cy="2175653"/>
              </a:xfrm>
            </p:grpSpPr>
            <p:grpSp>
              <p:nvGrpSpPr>
                <p:cNvPr id="29" name="Groupe 28">
                  <a:extLst>
                    <a:ext uri="{FF2B5EF4-FFF2-40B4-BE49-F238E27FC236}">
                      <a16:creationId xmlns:a16="http://schemas.microsoft.com/office/drawing/2014/main" id="{4A3A7994-A374-4E74-AB8D-C4817C528119}"/>
                    </a:ext>
                  </a:extLst>
                </p:cNvPr>
                <p:cNvGrpSpPr/>
                <p:nvPr/>
              </p:nvGrpSpPr>
              <p:grpSpPr>
                <a:xfrm>
                  <a:off x="15364749" y="12932770"/>
                  <a:ext cx="14910965" cy="2175653"/>
                  <a:chOff x="-1" y="2208356"/>
                  <a:chExt cx="14910965" cy="2175653"/>
                </a:xfrm>
              </p:grpSpPr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DB30B550-AF2F-4D4F-8B9A-7131115A8E81}"/>
                      </a:ext>
                    </a:extLst>
                  </p:cNvPr>
                  <p:cNvSpPr/>
                  <p:nvPr/>
                </p:nvSpPr>
                <p:spPr>
                  <a:xfrm>
                    <a:off x="-1" y="2208356"/>
                    <a:ext cx="14344010" cy="2175653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t"/>
                  <a:lstStyle/>
                  <a:p>
                    <a:endParaRPr lang="fr-FR" sz="389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CA321B79-7293-4C1D-B621-FC1B2740C90E}"/>
                      </a:ext>
                    </a:extLst>
                  </p:cNvPr>
                  <p:cNvSpPr/>
                  <p:nvPr/>
                </p:nvSpPr>
                <p:spPr>
                  <a:xfrm>
                    <a:off x="2431818" y="2365729"/>
                    <a:ext cx="534525" cy="317902"/>
                  </a:xfrm>
                  <a:prstGeom prst="rect">
                    <a:avLst/>
                  </a:prstGeom>
                  <a:solidFill>
                    <a:srgbClr val="DCDCDC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3" name="ZoneTexte 32">
                    <a:extLst>
                      <a:ext uri="{FF2B5EF4-FFF2-40B4-BE49-F238E27FC236}">
                        <a16:creationId xmlns:a16="http://schemas.microsoft.com/office/drawing/2014/main" id="{41FF9411-787A-4D84-8E90-8D6E04FE72EB}"/>
                      </a:ext>
                    </a:extLst>
                  </p:cNvPr>
                  <p:cNvSpPr txBox="1"/>
                  <p:nvPr/>
                </p:nvSpPr>
                <p:spPr>
                  <a:xfrm>
                    <a:off x="2966343" y="2347439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Not tested</a:t>
                    </a:r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50E52BB0-313F-465C-9BF5-46010AAB3B24}"/>
                      </a:ext>
                    </a:extLst>
                  </p:cNvPr>
                  <p:cNvSpPr/>
                  <p:nvPr/>
                </p:nvSpPr>
                <p:spPr>
                  <a:xfrm>
                    <a:off x="6709544" y="2347439"/>
                    <a:ext cx="534525" cy="31790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5" name="ZoneTexte 34">
                    <a:extLst>
                      <a:ext uri="{FF2B5EF4-FFF2-40B4-BE49-F238E27FC236}">
                        <a16:creationId xmlns:a16="http://schemas.microsoft.com/office/drawing/2014/main" id="{2F5D3678-58A4-422C-8A35-F2F2955D860E}"/>
                      </a:ext>
                    </a:extLst>
                  </p:cNvPr>
                  <p:cNvSpPr txBox="1"/>
                  <p:nvPr/>
                </p:nvSpPr>
                <p:spPr>
                  <a:xfrm>
                    <a:off x="7242395" y="2312982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Susceptible</a:t>
                    </a:r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6E1D182-CAE2-467D-82F2-1B3109A12135}"/>
                      </a:ext>
                    </a:extLst>
                  </p:cNvPr>
                  <p:cNvSpPr/>
                  <p:nvPr/>
                </p:nvSpPr>
                <p:spPr>
                  <a:xfrm>
                    <a:off x="10992549" y="2364412"/>
                    <a:ext cx="534525" cy="317902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rgbClr val="23C997"/>
                      </a:gs>
                      <a:gs pos="7000">
                        <a:srgbClr val="DCB702"/>
                      </a:gs>
                      <a:gs pos="82000">
                        <a:srgbClr val="FF7F40"/>
                      </a:gs>
                      <a:gs pos="27000">
                        <a:srgbClr val="3E7CA5"/>
                      </a:gs>
                      <a:gs pos="16000">
                        <a:srgbClr val="7EC8E3"/>
                      </a:gs>
                      <a:gs pos="70000">
                        <a:srgbClr val="EE637F"/>
                      </a:gs>
                      <a:gs pos="59000">
                        <a:srgbClr val="62C966"/>
                      </a:gs>
                      <a:gs pos="47000">
                        <a:srgbClr val="B155A7"/>
                      </a:gs>
                      <a:gs pos="38000">
                        <a:srgbClr val="D38ACB"/>
                      </a:gs>
                      <a:gs pos="93000">
                        <a:srgbClr val="BCED54"/>
                      </a:gs>
                    </a:gsLst>
                    <a:lin ang="0" scaled="1"/>
                    <a:tileRect/>
                  </a:gra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972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7" name="ZoneTexte 36">
                    <a:extLst>
                      <a:ext uri="{FF2B5EF4-FFF2-40B4-BE49-F238E27FC236}">
                        <a16:creationId xmlns:a16="http://schemas.microsoft.com/office/drawing/2014/main" id="{8833109E-C617-41CD-963A-57E049FE18B2}"/>
                      </a:ext>
                    </a:extLst>
                  </p:cNvPr>
                  <p:cNvSpPr txBox="1"/>
                  <p:nvPr/>
                </p:nvSpPr>
                <p:spPr>
                  <a:xfrm>
                    <a:off x="11527074" y="2338697"/>
                    <a:ext cx="1978959" cy="41061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% Resistant</a:t>
                    </a:r>
                  </a:p>
                </p:txBody>
              </p:sp>
              <p:sp>
                <p:nvSpPr>
                  <p:cNvPr id="38" name="Ellipse 37">
                    <a:extLst>
                      <a:ext uri="{FF2B5EF4-FFF2-40B4-BE49-F238E27FC236}">
                        <a16:creationId xmlns:a16="http://schemas.microsoft.com/office/drawing/2014/main" id="{644C6C82-A9B6-49CC-97ED-9DFDE9B9CD48}"/>
                      </a:ext>
                    </a:extLst>
                  </p:cNvPr>
                  <p:cNvSpPr/>
                  <p:nvPr/>
                </p:nvSpPr>
                <p:spPr>
                  <a:xfrm>
                    <a:off x="78519" y="3361858"/>
                    <a:ext cx="210820" cy="210821"/>
                  </a:xfrm>
                  <a:prstGeom prst="ellipse">
                    <a:avLst/>
                  </a:prstGeom>
                  <a:solidFill>
                    <a:srgbClr val="23C99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9" name="Ellipse 38">
                    <a:extLst>
                      <a:ext uri="{FF2B5EF4-FFF2-40B4-BE49-F238E27FC236}">
                        <a16:creationId xmlns:a16="http://schemas.microsoft.com/office/drawing/2014/main" id="{1B42492B-9548-4F46-B983-9515BC62A61E}"/>
                      </a:ext>
                    </a:extLst>
                  </p:cNvPr>
                  <p:cNvSpPr/>
                  <p:nvPr/>
                </p:nvSpPr>
                <p:spPr>
                  <a:xfrm>
                    <a:off x="3332763" y="3351544"/>
                    <a:ext cx="210820" cy="210820"/>
                  </a:xfrm>
                  <a:prstGeom prst="ellipse">
                    <a:avLst/>
                  </a:prstGeom>
                  <a:solidFill>
                    <a:srgbClr val="3E7CA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0" name="Ellipse 39">
                    <a:extLst>
                      <a:ext uri="{FF2B5EF4-FFF2-40B4-BE49-F238E27FC236}">
                        <a16:creationId xmlns:a16="http://schemas.microsoft.com/office/drawing/2014/main" id="{C534A962-4A5A-48BB-8214-DA5B020BDE3D}"/>
                      </a:ext>
                    </a:extLst>
                  </p:cNvPr>
                  <p:cNvSpPr/>
                  <p:nvPr/>
                </p:nvSpPr>
                <p:spPr>
                  <a:xfrm>
                    <a:off x="7203237" y="3361858"/>
                    <a:ext cx="210820" cy="210821"/>
                  </a:xfrm>
                  <a:prstGeom prst="ellipse">
                    <a:avLst/>
                  </a:prstGeom>
                  <a:solidFill>
                    <a:srgbClr val="B155A7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1" name="Ellipse 40">
                    <a:extLst>
                      <a:ext uri="{FF2B5EF4-FFF2-40B4-BE49-F238E27FC236}">
                        <a16:creationId xmlns:a16="http://schemas.microsoft.com/office/drawing/2014/main" id="{3C785ED4-332F-4647-AE76-A407F5AEBD77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361858"/>
                    <a:ext cx="210820" cy="210821"/>
                  </a:xfrm>
                  <a:prstGeom prst="ellipse">
                    <a:avLst/>
                  </a:prstGeom>
                  <a:solidFill>
                    <a:srgbClr val="FDAC7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2" name="Ellipse 41">
                    <a:extLst>
                      <a:ext uri="{FF2B5EF4-FFF2-40B4-BE49-F238E27FC236}">
                        <a16:creationId xmlns:a16="http://schemas.microsoft.com/office/drawing/2014/main" id="{A3E2D571-D500-408A-8026-174FDB99A2D6}"/>
                      </a:ext>
                    </a:extLst>
                  </p:cNvPr>
                  <p:cNvSpPr/>
                  <p:nvPr/>
                </p:nvSpPr>
                <p:spPr>
                  <a:xfrm>
                    <a:off x="78519" y="3668355"/>
                    <a:ext cx="210820" cy="210821"/>
                  </a:xfrm>
                  <a:prstGeom prst="ellipse">
                    <a:avLst/>
                  </a:prstGeom>
                  <a:solidFill>
                    <a:srgbClr val="DCB70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3" name="Ellipse 42">
                    <a:extLst>
                      <a:ext uri="{FF2B5EF4-FFF2-40B4-BE49-F238E27FC236}">
                        <a16:creationId xmlns:a16="http://schemas.microsoft.com/office/drawing/2014/main" id="{654F718F-8AA6-4A32-8F47-ED0F732C1D4A}"/>
                      </a:ext>
                    </a:extLst>
                  </p:cNvPr>
                  <p:cNvSpPr/>
                  <p:nvPr/>
                </p:nvSpPr>
                <p:spPr>
                  <a:xfrm>
                    <a:off x="3332763" y="3658041"/>
                    <a:ext cx="210820" cy="210820"/>
                  </a:xfrm>
                  <a:prstGeom prst="ellipse">
                    <a:avLst/>
                  </a:prstGeom>
                  <a:solidFill>
                    <a:srgbClr val="F2B6E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4" name="Ellipse 43">
                    <a:extLst>
                      <a:ext uri="{FF2B5EF4-FFF2-40B4-BE49-F238E27FC236}">
                        <a16:creationId xmlns:a16="http://schemas.microsoft.com/office/drawing/2014/main" id="{83C2E6CD-3F02-4E7D-B017-06BEF60FA54E}"/>
                      </a:ext>
                    </a:extLst>
                  </p:cNvPr>
                  <p:cNvSpPr/>
                  <p:nvPr/>
                </p:nvSpPr>
                <p:spPr>
                  <a:xfrm>
                    <a:off x="7203237" y="3668355"/>
                    <a:ext cx="210820" cy="210821"/>
                  </a:xfrm>
                  <a:prstGeom prst="ellipse">
                    <a:avLst/>
                  </a:prstGeom>
                  <a:solidFill>
                    <a:srgbClr val="62C96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5" name="Ellipse 44">
                    <a:extLst>
                      <a:ext uri="{FF2B5EF4-FFF2-40B4-BE49-F238E27FC236}">
                        <a16:creationId xmlns:a16="http://schemas.microsoft.com/office/drawing/2014/main" id="{EF17DADB-B849-4B26-9E14-C29BC10C31C8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668355"/>
                    <a:ext cx="210820" cy="210821"/>
                  </a:xfrm>
                  <a:prstGeom prst="ellipse">
                    <a:avLst/>
                  </a:prstGeom>
                  <a:solidFill>
                    <a:srgbClr val="FF7F4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6" name="Ellipse 45">
                    <a:extLst>
                      <a:ext uri="{FF2B5EF4-FFF2-40B4-BE49-F238E27FC236}">
                        <a16:creationId xmlns:a16="http://schemas.microsoft.com/office/drawing/2014/main" id="{F08DFCD7-F8B5-4689-BF10-B2B6B382C2B8}"/>
                      </a:ext>
                    </a:extLst>
                  </p:cNvPr>
                  <p:cNvSpPr/>
                  <p:nvPr/>
                </p:nvSpPr>
                <p:spPr>
                  <a:xfrm>
                    <a:off x="78519" y="3966357"/>
                    <a:ext cx="210820" cy="210821"/>
                  </a:xfrm>
                  <a:prstGeom prst="ellipse">
                    <a:avLst/>
                  </a:prstGeom>
                  <a:solidFill>
                    <a:srgbClr val="7EC8E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7" name="Ellipse 46">
                    <a:extLst>
                      <a:ext uri="{FF2B5EF4-FFF2-40B4-BE49-F238E27FC236}">
                        <a16:creationId xmlns:a16="http://schemas.microsoft.com/office/drawing/2014/main" id="{AF9068CC-8FB6-45F6-8998-F0D8BC4A4ADA}"/>
                      </a:ext>
                    </a:extLst>
                  </p:cNvPr>
                  <p:cNvSpPr/>
                  <p:nvPr/>
                </p:nvSpPr>
                <p:spPr>
                  <a:xfrm>
                    <a:off x="3332763" y="3956043"/>
                    <a:ext cx="210820" cy="210820"/>
                  </a:xfrm>
                  <a:prstGeom prst="ellipse">
                    <a:avLst/>
                  </a:prstGeom>
                  <a:solidFill>
                    <a:srgbClr val="D38AC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8" name="Ellipse 47">
                    <a:extLst>
                      <a:ext uri="{FF2B5EF4-FFF2-40B4-BE49-F238E27FC236}">
                        <a16:creationId xmlns:a16="http://schemas.microsoft.com/office/drawing/2014/main" id="{F5DBDD97-F57E-4C03-B5AE-16C716C8EDF8}"/>
                      </a:ext>
                    </a:extLst>
                  </p:cNvPr>
                  <p:cNvSpPr/>
                  <p:nvPr/>
                </p:nvSpPr>
                <p:spPr>
                  <a:xfrm>
                    <a:off x="7203237" y="3966357"/>
                    <a:ext cx="210820" cy="210821"/>
                  </a:xfrm>
                  <a:prstGeom prst="ellipse">
                    <a:avLst/>
                  </a:prstGeom>
                  <a:solidFill>
                    <a:srgbClr val="EE637F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49" name="Ellipse 48">
                    <a:extLst>
                      <a:ext uri="{FF2B5EF4-FFF2-40B4-BE49-F238E27FC236}">
                        <a16:creationId xmlns:a16="http://schemas.microsoft.com/office/drawing/2014/main" id="{FB427A11-76F0-4C62-A283-EAF0E82E261C}"/>
                      </a:ext>
                    </a:extLst>
                  </p:cNvPr>
                  <p:cNvSpPr/>
                  <p:nvPr/>
                </p:nvSpPr>
                <p:spPr>
                  <a:xfrm>
                    <a:off x="10765595" y="3966357"/>
                    <a:ext cx="210820" cy="210821"/>
                  </a:xfrm>
                  <a:prstGeom prst="ellipse">
                    <a:avLst/>
                  </a:prstGeom>
                  <a:solidFill>
                    <a:srgbClr val="BCED54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50" name="ZoneTexte 49">
                    <a:extLst>
                      <a:ext uri="{FF2B5EF4-FFF2-40B4-BE49-F238E27FC236}">
                        <a16:creationId xmlns:a16="http://schemas.microsoft.com/office/drawing/2014/main" id="{7DDD9FFA-5212-4D68-8671-603283CACB22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277035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Aminoglycoside</a:t>
                    </a:r>
                  </a:p>
                </p:txBody>
              </p:sp>
              <p:sp>
                <p:nvSpPr>
                  <p:cNvPr id="51" name="ZoneTexte 50">
                    <a:extLst>
                      <a:ext uri="{FF2B5EF4-FFF2-40B4-BE49-F238E27FC236}">
                        <a16:creationId xmlns:a16="http://schemas.microsoft.com/office/drawing/2014/main" id="{4FE7616A-DCAE-496C-8A3C-E566758E8A04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597456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Other</a:t>
                    </a:r>
                  </a:p>
                </p:txBody>
              </p:sp>
              <p:sp>
                <p:nvSpPr>
                  <p:cNvPr id="52" name="ZoneTexte 51">
                    <a:extLst>
                      <a:ext uri="{FF2B5EF4-FFF2-40B4-BE49-F238E27FC236}">
                        <a16:creationId xmlns:a16="http://schemas.microsoft.com/office/drawing/2014/main" id="{6A267759-F104-410F-A2C8-39BC459DD88D}"/>
                      </a:ext>
                    </a:extLst>
                  </p:cNvPr>
                  <p:cNvSpPr txBox="1"/>
                  <p:nvPr/>
                </p:nvSpPr>
                <p:spPr>
                  <a:xfrm>
                    <a:off x="336006" y="3917878"/>
                    <a:ext cx="2679403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Large spectrum penicillin</a:t>
                    </a:r>
                  </a:p>
                </p:txBody>
              </p:sp>
              <p:sp>
                <p:nvSpPr>
                  <p:cNvPr id="53" name="ZoneTexte 52">
                    <a:extLst>
                      <a:ext uri="{FF2B5EF4-FFF2-40B4-BE49-F238E27FC236}">
                        <a16:creationId xmlns:a16="http://schemas.microsoft.com/office/drawing/2014/main" id="{B2A9B365-7BF0-4C8A-ACC9-1D623FA8077C}"/>
                      </a:ext>
                    </a:extLst>
                  </p:cNvPr>
                  <p:cNvSpPr txBox="1"/>
                  <p:nvPr/>
                </p:nvSpPr>
                <p:spPr>
                  <a:xfrm>
                    <a:off x="3543585" y="3277035"/>
                    <a:ext cx="3698811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Penicillin + beta-lactamase inhibitor</a:t>
                    </a:r>
                  </a:p>
                </p:txBody>
              </p:sp>
              <p:sp>
                <p:nvSpPr>
                  <p:cNvPr id="54" name="ZoneTexte 53">
                    <a:extLst>
                      <a:ext uri="{FF2B5EF4-FFF2-40B4-BE49-F238E27FC236}">
                        <a16:creationId xmlns:a16="http://schemas.microsoft.com/office/drawing/2014/main" id="{0029A159-43D2-4BCB-86E3-B37AE9CA4B34}"/>
                      </a:ext>
                    </a:extLst>
                  </p:cNvPr>
                  <p:cNvSpPr txBox="1"/>
                  <p:nvPr/>
                </p:nvSpPr>
                <p:spPr>
                  <a:xfrm>
                    <a:off x="3526381" y="3597456"/>
                    <a:ext cx="3390378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Second gen. cephalosporin</a:t>
                    </a:r>
                  </a:p>
                </p:txBody>
              </p:sp>
              <p:sp>
                <p:nvSpPr>
                  <p:cNvPr id="55" name="ZoneTexte 54">
                    <a:extLst>
                      <a:ext uri="{FF2B5EF4-FFF2-40B4-BE49-F238E27FC236}">
                        <a16:creationId xmlns:a16="http://schemas.microsoft.com/office/drawing/2014/main" id="{014BD64E-23A8-4725-A2E5-1D4C5D6A572C}"/>
                      </a:ext>
                    </a:extLst>
                  </p:cNvPr>
                  <p:cNvSpPr txBox="1"/>
                  <p:nvPr/>
                </p:nvSpPr>
                <p:spPr>
                  <a:xfrm>
                    <a:off x="3526381" y="3917878"/>
                    <a:ext cx="3390378" cy="40236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Third gen. cephalosporin</a:t>
                    </a:r>
                  </a:p>
                </p:txBody>
              </p:sp>
              <p:sp>
                <p:nvSpPr>
                  <p:cNvPr id="56" name="ZoneTexte 55">
                    <a:extLst>
                      <a:ext uri="{FF2B5EF4-FFF2-40B4-BE49-F238E27FC236}">
                        <a16:creationId xmlns:a16="http://schemas.microsoft.com/office/drawing/2014/main" id="{3EEA21DB-7915-44A4-A44F-6FA06EC42606}"/>
                      </a:ext>
                    </a:extLst>
                  </p:cNvPr>
                  <p:cNvSpPr txBox="1"/>
                  <p:nvPr/>
                </p:nvSpPr>
                <p:spPr>
                  <a:xfrm>
                    <a:off x="7461396" y="3325515"/>
                    <a:ext cx="3148220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Fourth</a:t>
                    </a:r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gen. cephalosporin</a:t>
                    </a:r>
                  </a:p>
                </p:txBody>
              </p:sp>
              <p:sp>
                <p:nvSpPr>
                  <p:cNvPr id="57" name="ZoneTexte 56">
                    <a:extLst>
                      <a:ext uri="{FF2B5EF4-FFF2-40B4-BE49-F238E27FC236}">
                        <a16:creationId xmlns:a16="http://schemas.microsoft.com/office/drawing/2014/main" id="{89F4838D-C24F-47AC-8626-789D492C1DF2}"/>
                      </a:ext>
                    </a:extLst>
                  </p:cNvPr>
                  <p:cNvSpPr txBox="1"/>
                  <p:nvPr/>
                </p:nvSpPr>
                <p:spPr>
                  <a:xfrm>
                    <a:off x="7491011" y="3615926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Carbapenem</a:t>
                    </a:r>
                  </a:p>
                </p:txBody>
              </p:sp>
              <p:sp>
                <p:nvSpPr>
                  <p:cNvPr id="58" name="ZoneTexte 57">
                    <a:extLst>
                      <a:ext uri="{FF2B5EF4-FFF2-40B4-BE49-F238E27FC236}">
                        <a16:creationId xmlns:a16="http://schemas.microsoft.com/office/drawing/2014/main" id="{0C9C5D11-99CA-4E56-A3CA-64FEE224708F}"/>
                      </a:ext>
                    </a:extLst>
                  </p:cNvPr>
                  <p:cNvSpPr txBox="1"/>
                  <p:nvPr/>
                </p:nvSpPr>
                <p:spPr>
                  <a:xfrm>
                    <a:off x="7491012" y="3936347"/>
                    <a:ext cx="276361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Nitrofuran derivative</a:t>
                    </a:r>
                  </a:p>
                </p:txBody>
              </p:sp>
              <p:sp>
                <p:nvSpPr>
                  <p:cNvPr id="59" name="ZoneTexte 58">
                    <a:extLst>
                      <a:ext uri="{FF2B5EF4-FFF2-40B4-BE49-F238E27FC236}">
                        <a16:creationId xmlns:a16="http://schemas.microsoft.com/office/drawing/2014/main" id="{6849EDBE-3E85-467A-B6D2-161D5C1F5D70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1" y="3304047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Fluoroquinolone</a:t>
                    </a:r>
                  </a:p>
                </p:txBody>
              </p:sp>
              <p:sp>
                <p:nvSpPr>
                  <p:cNvPr id="60" name="ZoneTexte 59">
                    <a:extLst>
                      <a:ext uri="{FF2B5EF4-FFF2-40B4-BE49-F238E27FC236}">
                        <a16:creationId xmlns:a16="http://schemas.microsoft.com/office/drawing/2014/main" id="{ADC20234-7996-4817-8C4D-2AB6CDDC3216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1" y="3624468"/>
                    <a:ext cx="2361676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Other quinolone</a:t>
                    </a:r>
                  </a:p>
                </p:txBody>
              </p:sp>
              <p:sp>
                <p:nvSpPr>
                  <p:cNvPr id="61" name="ZoneTexte 60">
                    <a:extLst>
                      <a:ext uri="{FF2B5EF4-FFF2-40B4-BE49-F238E27FC236}">
                        <a16:creationId xmlns:a16="http://schemas.microsoft.com/office/drawing/2014/main" id="{44B33ED0-BA8E-4C19-94B1-379FBA15DD92}"/>
                      </a:ext>
                    </a:extLst>
                  </p:cNvPr>
                  <p:cNvSpPr txBox="1"/>
                  <p:nvPr/>
                </p:nvSpPr>
                <p:spPr>
                  <a:xfrm>
                    <a:off x="11024092" y="3944887"/>
                    <a:ext cx="3886872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Trimethoprim</a:t>
                    </a:r>
                    <a:r>
                      <a:rPr lang="fr-FR" sz="1556" spc="-49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/ </a:t>
                    </a:r>
                    <a:r>
                      <a:rPr lang="fr-FR" sz="1556" spc="-49" dirty="0" err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Sulfamethoxazole</a:t>
                    </a:r>
                    <a:endParaRPr lang="fr-FR" sz="1556" spc="-49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" name="ZoneTexte 29">
                  <a:extLst>
                    <a:ext uri="{FF2B5EF4-FFF2-40B4-BE49-F238E27FC236}">
                      <a16:creationId xmlns:a16="http://schemas.microsoft.com/office/drawing/2014/main" id="{59D8E02B-66FF-4949-84B0-C90273DBDC4E}"/>
                    </a:ext>
                  </a:extLst>
                </p:cNvPr>
                <p:cNvSpPr txBox="1"/>
                <p:nvPr/>
              </p:nvSpPr>
              <p:spPr>
                <a:xfrm>
                  <a:off x="15474159" y="13042236"/>
                  <a:ext cx="2242604" cy="4106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fr-FR" sz="1600" b="1" dirty="0">
                      <a:solidFill>
                        <a:sysClr val="windowText" lastClr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Node Pie chart: </a:t>
                  </a:r>
                </a:p>
              </p:txBody>
            </p:sp>
          </p:grp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FB57FCFB-011E-43CA-B391-16B061ECF830}"/>
                  </a:ext>
                </a:extLst>
              </p:cNvPr>
              <p:cNvSpPr txBox="1"/>
              <p:nvPr/>
            </p:nvSpPr>
            <p:spPr>
              <a:xfrm>
                <a:off x="20807128" y="13580619"/>
                <a:ext cx="3886830" cy="4106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fr-FR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Node color: antibiotic class</a:t>
                </a:r>
              </a:p>
            </p:txBody>
          </p:sp>
        </p:grpSp>
        <p:grpSp>
          <p:nvGrpSpPr>
            <p:cNvPr id="62" name="Groupe 61">
              <a:extLst>
                <a:ext uri="{FF2B5EF4-FFF2-40B4-BE49-F238E27FC236}">
                  <a16:creationId xmlns:a16="http://schemas.microsoft.com/office/drawing/2014/main" id="{9DB5D5F2-BE93-4B38-8E18-7A338F1530C8}"/>
                </a:ext>
              </a:extLst>
            </p:cNvPr>
            <p:cNvGrpSpPr/>
            <p:nvPr/>
          </p:nvGrpSpPr>
          <p:grpSpPr>
            <a:xfrm>
              <a:off x="-11761" y="9267786"/>
              <a:ext cx="6822809" cy="781737"/>
              <a:chOff x="15364749" y="15235432"/>
              <a:chExt cx="7017943" cy="804095"/>
            </a:xfrm>
          </p:grpSpPr>
          <p:pic>
            <p:nvPicPr>
              <p:cNvPr id="63" name="Image 62">
                <a:extLst>
                  <a:ext uri="{FF2B5EF4-FFF2-40B4-BE49-F238E27FC236}">
                    <a16:creationId xmlns:a16="http://schemas.microsoft.com/office/drawing/2014/main" id="{5816A04D-EB27-47AC-893D-9D5B65FBF4B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698" t="44126" r="17367" b="45674"/>
              <a:stretch/>
            </p:blipFill>
            <p:spPr>
              <a:xfrm>
                <a:off x="15364749" y="15235432"/>
                <a:ext cx="7017943" cy="804095"/>
              </a:xfrm>
              <a:prstGeom prst="rect">
                <a:avLst/>
              </a:prstGeom>
            </p:spPr>
          </p:pic>
          <p:sp>
            <p:nvSpPr>
              <p:cNvPr id="64" name="ZoneTexte 63">
                <a:extLst>
                  <a:ext uri="{FF2B5EF4-FFF2-40B4-BE49-F238E27FC236}">
                    <a16:creationId xmlns:a16="http://schemas.microsoft.com/office/drawing/2014/main" id="{15C506BC-D21C-4900-B8EA-0C0D852DBC1F}"/>
                  </a:ext>
                </a:extLst>
              </p:cNvPr>
              <p:cNvSpPr txBox="1"/>
              <p:nvPr/>
            </p:nvSpPr>
            <p:spPr>
              <a:xfrm>
                <a:off x="16634207" y="15289166"/>
                <a:ext cx="5258487" cy="41061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fr-FR" sz="1600" b="1" dirty="0">
                    <a:solidFill>
                      <a:sysClr val="windowText" lastClr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Line color: Association strength (cLift)</a:t>
                </a:r>
              </a:p>
            </p:txBody>
          </p:sp>
        </p:grpSp>
        <p:sp>
          <p:nvSpPr>
            <p:cNvPr id="65" name="ZoneTexte 64">
              <a:extLst>
                <a:ext uri="{FF2B5EF4-FFF2-40B4-BE49-F238E27FC236}">
                  <a16:creationId xmlns:a16="http://schemas.microsoft.com/office/drawing/2014/main" id="{2A7AB20B-39D1-422B-86BE-4CF83D985DAB}"/>
                </a:ext>
              </a:extLst>
            </p:cNvPr>
            <p:cNvSpPr txBox="1"/>
            <p:nvPr/>
          </p:nvSpPr>
          <p:spPr>
            <a:xfrm>
              <a:off x="1159456" y="10127417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width: Association frequency (eSup)</a:t>
              </a:r>
            </a:p>
          </p:txBody>
        </p:sp>
        <p:sp>
          <p:nvSpPr>
            <p:cNvPr id="66" name="ZoneTexte 65">
              <a:extLst>
                <a:ext uri="{FF2B5EF4-FFF2-40B4-BE49-F238E27FC236}">
                  <a16:creationId xmlns:a16="http://schemas.microsoft.com/office/drawing/2014/main" id="{25A5BC36-0C30-4EE0-975C-9556351853D5}"/>
                </a:ext>
              </a:extLst>
            </p:cNvPr>
            <p:cNvSpPr txBox="1"/>
            <p:nvPr/>
          </p:nvSpPr>
          <p:spPr>
            <a:xfrm>
              <a:off x="8034701" y="10146970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width: Association frequency (eSup)</a:t>
              </a:r>
            </a:p>
          </p:txBody>
        </p:sp>
        <p:sp>
          <p:nvSpPr>
            <p:cNvPr id="67" name="ZoneTexte 66">
              <a:extLst>
                <a:ext uri="{FF2B5EF4-FFF2-40B4-BE49-F238E27FC236}">
                  <a16:creationId xmlns:a16="http://schemas.microsoft.com/office/drawing/2014/main" id="{D7D6C8C0-92D4-441B-9748-89700F8117FB}"/>
                </a:ext>
              </a:extLst>
            </p:cNvPr>
            <p:cNvSpPr txBox="1"/>
            <p:nvPr/>
          </p:nvSpPr>
          <p:spPr>
            <a:xfrm>
              <a:off x="8156855" y="9308564"/>
              <a:ext cx="5112274" cy="39919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fr-FR" sz="1600" b="1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Line color: Association strength (cLift)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4D1C7FD-A45D-4290-809B-4ADEE582A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94" y="1108347"/>
            <a:ext cx="11412562" cy="494534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FF6D6915-735D-485C-B2A8-AE8E23D6144A}"/>
              </a:ext>
            </a:extLst>
          </p:cNvPr>
          <p:cNvSpPr txBox="1"/>
          <p:nvPr/>
        </p:nvSpPr>
        <p:spPr>
          <a:xfrm>
            <a:off x="1562172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2018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8D440F6-9BA5-4065-882B-F30CA68E3E2A}"/>
              </a:ext>
            </a:extLst>
          </p:cNvPr>
          <p:cNvSpPr txBox="1"/>
          <p:nvPr/>
        </p:nvSpPr>
        <p:spPr>
          <a:xfrm>
            <a:off x="3875066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72C366-E3EF-40B0-800B-E4F042DEFF8C}"/>
              </a:ext>
            </a:extLst>
          </p:cNvPr>
          <p:cNvSpPr txBox="1"/>
          <p:nvPr/>
        </p:nvSpPr>
        <p:spPr>
          <a:xfrm>
            <a:off x="6187960" y="80698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BD1AB5-662E-4CF6-86C1-D46BFD086047}"/>
              </a:ext>
            </a:extLst>
          </p:cNvPr>
          <p:cNvSpPr txBox="1"/>
          <p:nvPr/>
        </p:nvSpPr>
        <p:spPr>
          <a:xfrm>
            <a:off x="8500854" y="806981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0FE92C-3ECB-42E8-AC0D-9749FE25B77F}"/>
              </a:ext>
            </a:extLst>
          </p:cNvPr>
          <p:cNvSpPr txBox="1"/>
          <p:nvPr/>
        </p:nvSpPr>
        <p:spPr>
          <a:xfrm>
            <a:off x="10813748" y="800570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3A8A52D-A49E-406C-92EA-D52C8920597A}"/>
              </a:ext>
            </a:extLst>
          </p:cNvPr>
          <p:cNvSpPr txBox="1"/>
          <p:nvPr/>
        </p:nvSpPr>
        <p:spPr>
          <a:xfrm>
            <a:off x="-16853" y="4320381"/>
            <a:ext cx="7699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41F06AE-C952-45FC-BF87-6ADDCE40A775}"/>
              </a:ext>
            </a:extLst>
          </p:cNvPr>
          <p:cNvSpPr txBox="1"/>
          <p:nvPr/>
        </p:nvSpPr>
        <p:spPr>
          <a:xfrm>
            <a:off x="-16853" y="1975249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445FAB-30B5-48C2-AF0A-89279CE2F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6" y="6142294"/>
            <a:ext cx="12599988" cy="315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11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C8D440F6-9BA5-4065-882B-F30CA68E3E2A}"/>
              </a:ext>
            </a:extLst>
          </p:cNvPr>
          <p:cNvSpPr txBox="1"/>
          <p:nvPr/>
        </p:nvSpPr>
        <p:spPr>
          <a:xfrm>
            <a:off x="1691482" y="86399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672C366-E3EF-40B0-800B-E4F042DEFF8C}"/>
              </a:ext>
            </a:extLst>
          </p:cNvPr>
          <p:cNvSpPr txBox="1"/>
          <p:nvPr/>
        </p:nvSpPr>
        <p:spPr>
          <a:xfrm>
            <a:off x="4137466" y="86399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5BD1AB5-662E-4CF6-86C1-D46BFD086047}"/>
              </a:ext>
            </a:extLst>
          </p:cNvPr>
          <p:cNvSpPr txBox="1"/>
          <p:nvPr/>
        </p:nvSpPr>
        <p:spPr>
          <a:xfrm>
            <a:off x="6533294" y="863997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0FE92C-3ECB-42E8-AC0D-9749FE25B77F}"/>
              </a:ext>
            </a:extLst>
          </p:cNvPr>
          <p:cNvSpPr txBox="1"/>
          <p:nvPr/>
        </p:nvSpPr>
        <p:spPr>
          <a:xfrm>
            <a:off x="8929122" y="858415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3A8A52D-A49E-406C-92EA-D52C8920597A}"/>
              </a:ext>
            </a:extLst>
          </p:cNvPr>
          <p:cNvSpPr txBox="1"/>
          <p:nvPr/>
        </p:nvSpPr>
        <p:spPr>
          <a:xfrm>
            <a:off x="0" y="3951049"/>
            <a:ext cx="7699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41F06AE-C952-45FC-BF87-6ADDCE40A775}"/>
              </a:ext>
            </a:extLst>
          </p:cNvPr>
          <p:cNvSpPr txBox="1"/>
          <p:nvPr/>
        </p:nvSpPr>
        <p:spPr>
          <a:xfrm>
            <a:off x="-16853" y="1975249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D445FAB-30B5-48C2-AF0A-89279CE2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6" y="6336605"/>
            <a:ext cx="10369152" cy="259349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008D93F-C426-48BE-B0F9-245C3AE7C47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741"/>
          <a:stretch/>
        </p:blipFill>
        <p:spPr>
          <a:xfrm>
            <a:off x="865153" y="1307171"/>
            <a:ext cx="9649072" cy="205959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9508321-84DC-4FA2-9542-2ACE1A774B2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741"/>
          <a:stretch/>
        </p:blipFill>
        <p:spPr>
          <a:xfrm>
            <a:off x="827386" y="3744309"/>
            <a:ext cx="9649072" cy="2059591"/>
          </a:xfrm>
          <a:prstGeom prst="rect">
            <a:avLst/>
          </a:prstGeom>
        </p:spPr>
      </p:pic>
      <p:graphicFrame>
        <p:nvGraphicFramePr>
          <p:cNvPr id="14" name="Tableau 3">
            <a:extLst>
              <a:ext uri="{FF2B5EF4-FFF2-40B4-BE49-F238E27FC236}">
                <a16:creationId xmlns:a16="http://schemas.microsoft.com/office/drawing/2014/main" id="{258E0CD5-59B2-4B6D-9E02-5C1BED3AC7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186266"/>
              </p:ext>
            </p:extLst>
          </p:nvPr>
        </p:nvGraphicFramePr>
        <p:xfrm>
          <a:off x="-2362" y="3426134"/>
          <a:ext cx="127830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325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597163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418905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309566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373366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375751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0.240 ± 0.004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0.255 ± 0.005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0.279 ± 0.011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0.300 ± 0.008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sp>
        <p:nvSpPr>
          <p:cNvPr id="15" name="ZoneTexte 14">
            <a:extLst>
              <a:ext uri="{FF2B5EF4-FFF2-40B4-BE49-F238E27FC236}">
                <a16:creationId xmlns:a16="http://schemas.microsoft.com/office/drawing/2014/main" id="{62DDF300-D4F9-48F1-AA48-E877FAFA4FB3}"/>
              </a:ext>
            </a:extLst>
          </p:cNvPr>
          <p:cNvSpPr txBox="1"/>
          <p:nvPr/>
        </p:nvSpPr>
        <p:spPr>
          <a:xfrm>
            <a:off x="-11147" y="3454993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  <p:graphicFrame>
        <p:nvGraphicFramePr>
          <p:cNvPr id="16" name="Tableau 3">
            <a:extLst>
              <a:ext uri="{FF2B5EF4-FFF2-40B4-BE49-F238E27FC236}">
                <a16:creationId xmlns:a16="http://schemas.microsoft.com/office/drawing/2014/main" id="{9D77E9B9-5F8B-4B20-A7E0-9E0D400BD8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7979972"/>
              </p:ext>
            </p:extLst>
          </p:nvPr>
        </p:nvGraphicFramePr>
        <p:xfrm>
          <a:off x="-29944" y="5789304"/>
          <a:ext cx="127830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325">
                  <a:extLst>
                    <a:ext uri="{9D8B030D-6E8A-4147-A177-3AD203B41FA5}">
                      <a16:colId xmlns:a16="http://schemas.microsoft.com/office/drawing/2014/main" val="1703629566"/>
                    </a:ext>
                  </a:extLst>
                </a:gridCol>
                <a:gridCol w="2597163">
                  <a:extLst>
                    <a:ext uri="{9D8B030D-6E8A-4147-A177-3AD203B41FA5}">
                      <a16:colId xmlns:a16="http://schemas.microsoft.com/office/drawing/2014/main" val="791467007"/>
                    </a:ext>
                  </a:extLst>
                </a:gridCol>
                <a:gridCol w="2418905">
                  <a:extLst>
                    <a:ext uri="{9D8B030D-6E8A-4147-A177-3AD203B41FA5}">
                      <a16:colId xmlns:a16="http://schemas.microsoft.com/office/drawing/2014/main" val="943490280"/>
                    </a:ext>
                  </a:extLst>
                </a:gridCol>
                <a:gridCol w="2309566">
                  <a:extLst>
                    <a:ext uri="{9D8B030D-6E8A-4147-A177-3AD203B41FA5}">
                      <a16:colId xmlns:a16="http://schemas.microsoft.com/office/drawing/2014/main" val="369987366"/>
                    </a:ext>
                  </a:extLst>
                </a:gridCol>
                <a:gridCol w="2373366">
                  <a:extLst>
                    <a:ext uri="{9D8B030D-6E8A-4147-A177-3AD203B41FA5}">
                      <a16:colId xmlns:a16="http://schemas.microsoft.com/office/drawing/2014/main" val="3615940755"/>
                    </a:ext>
                  </a:extLst>
                </a:gridCol>
                <a:gridCol w="2375751">
                  <a:extLst>
                    <a:ext uri="{9D8B030D-6E8A-4147-A177-3AD203B41FA5}">
                      <a16:colId xmlns:a16="http://schemas.microsoft.com/office/drawing/2014/main" val="7044386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0.094 ± 0.004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0.091 ± 0.002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0.104 ± 0.003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b="0" dirty="0">
                          <a:solidFill>
                            <a:sysClr val="windowText" lastClr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0.097 ± 0.001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400" b="0" dirty="0">
                        <a:solidFill>
                          <a:sysClr val="windowText" lastClr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48593"/>
                  </a:ext>
                </a:extLst>
              </a:tr>
            </a:tbl>
          </a:graphicData>
        </a:graphic>
      </p:graphicFrame>
      <p:sp>
        <p:nvSpPr>
          <p:cNvPr id="17" name="ZoneTexte 16">
            <a:extLst>
              <a:ext uri="{FF2B5EF4-FFF2-40B4-BE49-F238E27FC236}">
                <a16:creationId xmlns:a16="http://schemas.microsoft.com/office/drawing/2014/main" id="{158ECE84-B8F2-4D2E-8145-FBFAB23552D2}"/>
              </a:ext>
            </a:extLst>
          </p:cNvPr>
          <p:cNvSpPr txBox="1"/>
          <p:nvPr/>
        </p:nvSpPr>
        <p:spPr>
          <a:xfrm>
            <a:off x="-38729" y="5818163"/>
            <a:ext cx="8763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>
                <a:latin typeface="Arial"/>
                <a:cs typeface="Arial"/>
              </a:rPr>
              <a:t>Density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326668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0D41A127-5E86-4ED0-921B-A1BFC42E9EE5}"/>
              </a:ext>
            </a:extLst>
          </p:cNvPr>
          <p:cNvSpPr txBox="1"/>
          <p:nvPr/>
        </p:nvSpPr>
        <p:spPr>
          <a:xfrm>
            <a:off x="1562172" y="80377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2018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099EF2B-928F-45D0-ADB2-796332CA7F1D}"/>
              </a:ext>
            </a:extLst>
          </p:cNvPr>
          <p:cNvSpPr txBox="1"/>
          <p:nvPr/>
        </p:nvSpPr>
        <p:spPr>
          <a:xfrm>
            <a:off x="3875066" y="80377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21DA25D-8EF2-4FBD-82AD-25BA2347BD9F}"/>
              </a:ext>
            </a:extLst>
          </p:cNvPr>
          <p:cNvSpPr txBox="1"/>
          <p:nvPr/>
        </p:nvSpPr>
        <p:spPr>
          <a:xfrm>
            <a:off x="6187960" y="80377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5FCF870-140B-427A-989B-BCD0A28CC4EE}"/>
              </a:ext>
            </a:extLst>
          </p:cNvPr>
          <p:cNvSpPr txBox="1"/>
          <p:nvPr/>
        </p:nvSpPr>
        <p:spPr>
          <a:xfrm>
            <a:off x="8500854" y="803776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39447E6-54D1-4F8F-9063-5C87C3B99D9E}"/>
              </a:ext>
            </a:extLst>
          </p:cNvPr>
          <p:cNvSpPr txBox="1"/>
          <p:nvPr/>
        </p:nvSpPr>
        <p:spPr>
          <a:xfrm>
            <a:off x="-16853" y="4320381"/>
            <a:ext cx="7699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36C5915-A9EF-4D17-96FB-1673E9AE39FB}"/>
              </a:ext>
            </a:extLst>
          </p:cNvPr>
          <p:cNvSpPr txBox="1"/>
          <p:nvPr/>
        </p:nvSpPr>
        <p:spPr>
          <a:xfrm>
            <a:off x="-16853" y="1975249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30210BA-92B2-49AC-B699-E198087A5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2034" y="12174874"/>
            <a:ext cx="10372468" cy="2594325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FA37B398-859B-49F6-85BD-F923D5826065}"/>
              </a:ext>
            </a:extLst>
          </p:cNvPr>
          <p:cNvSpPr txBox="1"/>
          <p:nvPr/>
        </p:nvSpPr>
        <p:spPr>
          <a:xfrm>
            <a:off x="-31108" y="846518"/>
            <a:ext cx="54824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235B0E8-7FE3-43FD-90D1-E805050B4D3D}"/>
              </a:ext>
            </a:extLst>
          </p:cNvPr>
          <p:cNvSpPr txBox="1"/>
          <p:nvPr/>
        </p:nvSpPr>
        <p:spPr>
          <a:xfrm>
            <a:off x="-55295" y="6424851"/>
            <a:ext cx="548246" cy="445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C66C86C-0F8F-4227-9909-4DB2C88081A3}"/>
              </a:ext>
            </a:extLst>
          </p:cNvPr>
          <p:cNvSpPr txBox="1"/>
          <p:nvPr/>
        </p:nvSpPr>
        <p:spPr>
          <a:xfrm>
            <a:off x="1302065" y="6498553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2018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91B59E0-B1B5-40D0-BBEE-DB1B6EF9A6CF}"/>
              </a:ext>
            </a:extLst>
          </p:cNvPr>
          <p:cNvSpPr txBox="1"/>
          <p:nvPr/>
        </p:nvSpPr>
        <p:spPr>
          <a:xfrm>
            <a:off x="3614959" y="6498553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2019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5B8E87A-21BC-4140-9494-5F4DAE22891E}"/>
              </a:ext>
            </a:extLst>
          </p:cNvPr>
          <p:cNvSpPr txBox="1"/>
          <p:nvPr/>
        </p:nvSpPr>
        <p:spPr>
          <a:xfrm>
            <a:off x="5927853" y="6498553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 dirty="0">
                <a:latin typeface="Arial"/>
                <a:cs typeface="Arial"/>
              </a:rPr>
              <a:t>2020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3235365-3537-4393-A658-8C2B1A1F2CEF}"/>
              </a:ext>
            </a:extLst>
          </p:cNvPr>
          <p:cNvSpPr txBox="1"/>
          <p:nvPr/>
        </p:nvSpPr>
        <p:spPr>
          <a:xfrm>
            <a:off x="8240747" y="6498553"/>
            <a:ext cx="7710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400" b="1">
                <a:latin typeface="Arial"/>
                <a:cs typeface="Arial"/>
              </a:rPr>
              <a:t>2021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1AED35F-AAAF-4CDD-8144-327C1355035F}"/>
              </a:ext>
            </a:extLst>
          </p:cNvPr>
          <p:cNvSpPr txBox="1"/>
          <p:nvPr/>
        </p:nvSpPr>
        <p:spPr>
          <a:xfrm>
            <a:off x="-276960" y="10015158"/>
            <a:ext cx="76991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Non-ESBL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2EC36B4-BFC8-46E1-978B-FEFA094DC225}"/>
              </a:ext>
            </a:extLst>
          </p:cNvPr>
          <p:cNvSpPr txBox="1"/>
          <p:nvPr/>
        </p:nvSpPr>
        <p:spPr>
          <a:xfrm>
            <a:off x="-276960" y="7670026"/>
            <a:ext cx="77107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400" b="1" dirty="0">
                <a:latin typeface="Arial"/>
                <a:cs typeface="Arial"/>
              </a:rPr>
              <a:t>ESBL </a:t>
            </a:r>
            <a:r>
              <a:rPr lang="fr-FR" sz="1400" b="1" i="1" dirty="0">
                <a:latin typeface="Arial"/>
                <a:cs typeface="Arial"/>
              </a:rPr>
              <a:t>E. coli</a:t>
            </a:r>
            <a:endParaRPr lang="fr-FR" sz="1400" i="1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364507F0-C690-4D21-90BB-F40F3264B2A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88"/>
          <a:stretch/>
        </p:blipFill>
        <p:spPr>
          <a:xfrm>
            <a:off x="893403" y="1239357"/>
            <a:ext cx="9134544" cy="4953231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:a16="http://schemas.microsoft.com/office/drawing/2014/main" id="{2268FE58-D804-4079-BC2F-380C30E2B9E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88"/>
          <a:stretch/>
        </p:blipFill>
        <p:spPr>
          <a:xfrm>
            <a:off x="753058" y="6882655"/>
            <a:ext cx="9134544" cy="495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40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19994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232</Words>
  <Application>Microsoft Office PowerPoint</Application>
  <PresentationFormat>Personnalisé</PresentationFormat>
  <Paragraphs>79</Paragraphs>
  <Slides>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/>
  <cp:lastModifiedBy>HODBERT Elise</cp:lastModifiedBy>
  <cp:revision>16</cp:revision>
  <dcterms:created xsi:type="dcterms:W3CDTF">2017-02-13T16:18:36Z</dcterms:created>
  <dcterms:modified xsi:type="dcterms:W3CDTF">2025-06-13T13:15:42Z</dcterms:modified>
  <cp:category/>
</cp:coreProperties>
</file>