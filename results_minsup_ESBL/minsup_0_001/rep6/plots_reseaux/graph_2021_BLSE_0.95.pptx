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92866" y="3347263"/>
              <a:ext cx="4124027" cy="239790"/>
            </a:xfrm>
            <a:custGeom>
              <a:avLst/>
              <a:pathLst>
                <a:path w="4124027" h="239790">
                  <a:moveTo>
                    <a:pt x="4124027" y="0"/>
                  </a:moveTo>
                  <a:lnTo>
                    <a:pt x="0" y="239790"/>
                  </a:lnTo>
                </a:path>
              </a:pathLst>
            </a:custGeom>
            <a:ln w="2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810369" y="3366540"/>
              <a:ext cx="4008773" cy="705658"/>
            </a:xfrm>
            <a:custGeom>
              <a:avLst/>
              <a:pathLst>
                <a:path w="4008773" h="705658">
                  <a:moveTo>
                    <a:pt x="4008773" y="0"/>
                  </a:moveTo>
                  <a:lnTo>
                    <a:pt x="0" y="705658"/>
                  </a:lnTo>
                </a:path>
              </a:pathLst>
            </a:custGeom>
            <a:ln w="24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038950" y="3385429"/>
              <a:ext cx="3784661" cy="1131136"/>
            </a:xfrm>
            <a:custGeom>
              <a:avLst/>
              <a:pathLst>
                <a:path w="3784661" h="1131136">
                  <a:moveTo>
                    <a:pt x="3784661" y="0"/>
                  </a:moveTo>
                  <a:lnTo>
                    <a:pt x="0" y="1131136"/>
                  </a:lnTo>
                </a:path>
              </a:pathLst>
            </a:custGeom>
            <a:ln w="2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942934" y="2988702"/>
              <a:ext cx="21405" cy="182824"/>
            </a:xfrm>
            <a:custGeom>
              <a:avLst/>
              <a:pathLst>
                <a:path w="21405" h="182824">
                  <a:moveTo>
                    <a:pt x="21405" y="182824"/>
                  </a:moveTo>
                  <a:lnTo>
                    <a:pt x="0" y="0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3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74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27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6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244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5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4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2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05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2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00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13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5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114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2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119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35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8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119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35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27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76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1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191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4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26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114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4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6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119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24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26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119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7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40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2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2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17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41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21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4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2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45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18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4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2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18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4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1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88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17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111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3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170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45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158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7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17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8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17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52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21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59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21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58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18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6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51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218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6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35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40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158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44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17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3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3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46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17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57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21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3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3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57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21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3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59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218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3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59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218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244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267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18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18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7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4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243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290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102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34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44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3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5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279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124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276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17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02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294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255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153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244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362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26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350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0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6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26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36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326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4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124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5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196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7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5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90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24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7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370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153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330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24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25719" y="3170392"/>
              <a:ext cx="58059" cy="167167"/>
            </a:xfrm>
            <a:custGeom>
              <a:avLst/>
              <a:pathLst>
                <a:path w="58059" h="167167">
                  <a:moveTo>
                    <a:pt x="58059" y="0"/>
                  </a:moveTo>
                  <a:lnTo>
                    <a:pt x="52131" y="105"/>
                  </a:lnTo>
                  <a:lnTo>
                    <a:pt x="46210" y="420"/>
                  </a:lnTo>
                  <a:lnTo>
                    <a:pt x="40304" y="945"/>
                  </a:lnTo>
                  <a:lnTo>
                    <a:pt x="34421" y="1679"/>
                  </a:lnTo>
                  <a:lnTo>
                    <a:pt x="28567" y="2622"/>
                  </a:lnTo>
                  <a:lnTo>
                    <a:pt x="22750" y="3771"/>
                  </a:lnTo>
                  <a:lnTo>
                    <a:pt x="16978" y="5126"/>
                  </a:lnTo>
                  <a:lnTo>
                    <a:pt x="11257" y="6685"/>
                  </a:lnTo>
                  <a:lnTo>
                    <a:pt x="5595" y="8446"/>
                  </a:lnTo>
                  <a:lnTo>
                    <a:pt x="0" y="10406"/>
                  </a:lnTo>
                  <a:lnTo>
                    <a:pt x="580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25719" y="3180798"/>
              <a:ext cx="58059" cy="156761"/>
            </a:xfrm>
            <a:custGeom>
              <a:avLst/>
              <a:pathLst>
                <a:path w="58059" h="156761">
                  <a:moveTo>
                    <a:pt x="0" y="0"/>
                  </a:moveTo>
                  <a:lnTo>
                    <a:pt x="58059" y="1567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816628" y="3170408"/>
              <a:ext cx="334313" cy="334318"/>
            </a:xfrm>
            <a:custGeom>
              <a:avLst/>
              <a:pathLst>
                <a:path w="334313" h="334318">
                  <a:moveTo>
                    <a:pt x="109091" y="10390"/>
                  </a:moveTo>
                  <a:lnTo>
                    <a:pt x="104162" y="12305"/>
                  </a:lnTo>
                  <a:lnTo>
                    <a:pt x="99296" y="14374"/>
                  </a:lnTo>
                  <a:lnTo>
                    <a:pt x="94499" y="16597"/>
                  </a:lnTo>
                  <a:lnTo>
                    <a:pt x="89774" y="18970"/>
                  </a:lnTo>
                  <a:lnTo>
                    <a:pt x="85126" y="21491"/>
                  </a:lnTo>
                  <a:lnTo>
                    <a:pt x="80561" y="24158"/>
                  </a:lnTo>
                  <a:lnTo>
                    <a:pt x="76082" y="26968"/>
                  </a:lnTo>
                  <a:lnTo>
                    <a:pt x="71694" y="29918"/>
                  </a:lnTo>
                  <a:lnTo>
                    <a:pt x="67402" y="33005"/>
                  </a:lnTo>
                  <a:lnTo>
                    <a:pt x="63209" y="36227"/>
                  </a:lnTo>
                  <a:lnTo>
                    <a:pt x="59121" y="39579"/>
                  </a:lnTo>
                  <a:lnTo>
                    <a:pt x="55141" y="43060"/>
                  </a:lnTo>
                  <a:lnTo>
                    <a:pt x="51272" y="46664"/>
                  </a:lnTo>
                  <a:lnTo>
                    <a:pt x="47520" y="50389"/>
                  </a:lnTo>
                  <a:lnTo>
                    <a:pt x="43887" y="54231"/>
                  </a:lnTo>
                  <a:lnTo>
                    <a:pt x="40377" y="58185"/>
                  </a:lnTo>
                  <a:lnTo>
                    <a:pt x="36995" y="62249"/>
                  </a:lnTo>
                  <a:lnTo>
                    <a:pt x="33742" y="66418"/>
                  </a:lnTo>
                  <a:lnTo>
                    <a:pt x="30623" y="70687"/>
                  </a:lnTo>
                  <a:lnTo>
                    <a:pt x="27641" y="75053"/>
                  </a:lnTo>
                  <a:lnTo>
                    <a:pt x="24798" y="79511"/>
                  </a:lnTo>
                  <a:lnTo>
                    <a:pt x="22098" y="84057"/>
                  </a:lnTo>
                  <a:lnTo>
                    <a:pt x="19542" y="88686"/>
                  </a:lnTo>
                  <a:lnTo>
                    <a:pt x="17135" y="93393"/>
                  </a:lnTo>
                  <a:lnTo>
                    <a:pt x="14877" y="98174"/>
                  </a:lnTo>
                  <a:lnTo>
                    <a:pt x="12772" y="103024"/>
                  </a:lnTo>
                  <a:lnTo>
                    <a:pt x="10821" y="107938"/>
                  </a:lnTo>
                  <a:lnTo>
                    <a:pt x="9027" y="112912"/>
                  </a:lnTo>
                  <a:lnTo>
                    <a:pt x="7391" y="117940"/>
                  </a:lnTo>
                  <a:lnTo>
                    <a:pt x="5914" y="123017"/>
                  </a:lnTo>
                  <a:lnTo>
                    <a:pt x="4599" y="128138"/>
                  </a:lnTo>
                  <a:lnTo>
                    <a:pt x="3447" y="133298"/>
                  </a:lnTo>
                  <a:lnTo>
                    <a:pt x="2458" y="138492"/>
                  </a:lnTo>
                  <a:lnTo>
                    <a:pt x="1634" y="143715"/>
                  </a:lnTo>
                  <a:lnTo>
                    <a:pt x="975" y="148961"/>
                  </a:lnTo>
                  <a:lnTo>
                    <a:pt x="483" y="154225"/>
                  </a:lnTo>
                  <a:lnTo>
                    <a:pt x="158" y="159503"/>
                  </a:lnTo>
                  <a:lnTo>
                    <a:pt x="0" y="164788"/>
                  </a:lnTo>
                  <a:lnTo>
                    <a:pt x="8" y="170075"/>
                  </a:lnTo>
                  <a:lnTo>
                    <a:pt x="184" y="175359"/>
                  </a:lnTo>
                  <a:lnTo>
                    <a:pt x="528" y="180636"/>
                  </a:lnTo>
                  <a:lnTo>
                    <a:pt x="1037" y="185898"/>
                  </a:lnTo>
                  <a:lnTo>
                    <a:pt x="1713" y="191142"/>
                  </a:lnTo>
                  <a:lnTo>
                    <a:pt x="2555" y="196362"/>
                  </a:lnTo>
                  <a:lnTo>
                    <a:pt x="3561" y="201553"/>
                  </a:lnTo>
                  <a:lnTo>
                    <a:pt x="4731" y="206709"/>
                  </a:lnTo>
                  <a:lnTo>
                    <a:pt x="6063" y="211826"/>
                  </a:lnTo>
                  <a:lnTo>
                    <a:pt x="7556" y="216898"/>
                  </a:lnTo>
                  <a:lnTo>
                    <a:pt x="9209" y="221920"/>
                  </a:lnTo>
                  <a:lnTo>
                    <a:pt x="11020" y="226888"/>
                  </a:lnTo>
                  <a:lnTo>
                    <a:pt x="12988" y="231796"/>
                  </a:lnTo>
                  <a:lnTo>
                    <a:pt x="15109" y="236639"/>
                  </a:lnTo>
                  <a:lnTo>
                    <a:pt x="17383" y="241412"/>
                  </a:lnTo>
                  <a:lnTo>
                    <a:pt x="19806" y="246111"/>
                  </a:lnTo>
                  <a:lnTo>
                    <a:pt x="22377" y="250732"/>
                  </a:lnTo>
                  <a:lnTo>
                    <a:pt x="25093" y="255268"/>
                  </a:lnTo>
                  <a:lnTo>
                    <a:pt x="27950" y="259717"/>
                  </a:lnTo>
                  <a:lnTo>
                    <a:pt x="30947" y="264073"/>
                  </a:lnTo>
                  <a:lnTo>
                    <a:pt x="34081" y="268332"/>
                  </a:lnTo>
                  <a:lnTo>
                    <a:pt x="37347" y="272489"/>
                  </a:lnTo>
                  <a:lnTo>
                    <a:pt x="40743" y="276542"/>
                  </a:lnTo>
                  <a:lnTo>
                    <a:pt x="44266" y="280485"/>
                  </a:lnTo>
                  <a:lnTo>
                    <a:pt x="47912" y="284314"/>
                  </a:lnTo>
                  <a:lnTo>
                    <a:pt x="51676" y="288026"/>
                  </a:lnTo>
                  <a:lnTo>
                    <a:pt x="55557" y="291618"/>
                  </a:lnTo>
                  <a:lnTo>
                    <a:pt x="59549" y="295085"/>
                  </a:lnTo>
                  <a:lnTo>
                    <a:pt x="63649" y="298424"/>
                  </a:lnTo>
                  <a:lnTo>
                    <a:pt x="67852" y="301631"/>
                  </a:lnTo>
                  <a:lnTo>
                    <a:pt x="72155" y="304704"/>
                  </a:lnTo>
                  <a:lnTo>
                    <a:pt x="76552" y="307640"/>
                  </a:lnTo>
                  <a:lnTo>
                    <a:pt x="81040" y="310435"/>
                  </a:lnTo>
                  <a:lnTo>
                    <a:pt x="85615" y="313086"/>
                  </a:lnTo>
                  <a:lnTo>
                    <a:pt x="90271" y="315592"/>
                  </a:lnTo>
                  <a:lnTo>
                    <a:pt x="95004" y="317949"/>
                  </a:lnTo>
                  <a:lnTo>
                    <a:pt x="99809" y="320155"/>
                  </a:lnTo>
                  <a:lnTo>
                    <a:pt x="104681" y="322208"/>
                  </a:lnTo>
                  <a:lnTo>
                    <a:pt x="109616" y="324106"/>
                  </a:lnTo>
                  <a:lnTo>
                    <a:pt x="114608" y="325847"/>
                  </a:lnTo>
                  <a:lnTo>
                    <a:pt x="119654" y="327429"/>
                  </a:lnTo>
                  <a:lnTo>
                    <a:pt x="124746" y="328851"/>
                  </a:lnTo>
                  <a:lnTo>
                    <a:pt x="129881" y="330111"/>
                  </a:lnTo>
                  <a:lnTo>
                    <a:pt x="135053" y="331209"/>
                  </a:lnTo>
                  <a:lnTo>
                    <a:pt x="140258" y="332142"/>
                  </a:lnTo>
                  <a:lnTo>
                    <a:pt x="145489" y="332910"/>
                  </a:lnTo>
                  <a:lnTo>
                    <a:pt x="150742" y="333512"/>
                  </a:lnTo>
                  <a:lnTo>
                    <a:pt x="156011" y="333947"/>
                  </a:lnTo>
                  <a:lnTo>
                    <a:pt x="161292" y="334216"/>
                  </a:lnTo>
                  <a:lnTo>
                    <a:pt x="166578" y="334318"/>
                  </a:lnTo>
                  <a:lnTo>
                    <a:pt x="171865" y="334252"/>
                  </a:lnTo>
                  <a:lnTo>
                    <a:pt x="177147" y="334020"/>
                  </a:lnTo>
                  <a:lnTo>
                    <a:pt x="182419" y="333620"/>
                  </a:lnTo>
                  <a:lnTo>
                    <a:pt x="187676" y="333054"/>
                  </a:lnTo>
                  <a:lnTo>
                    <a:pt x="192913" y="332322"/>
                  </a:lnTo>
                  <a:lnTo>
                    <a:pt x="198123" y="331424"/>
                  </a:lnTo>
                  <a:lnTo>
                    <a:pt x="203303" y="330363"/>
                  </a:lnTo>
                  <a:lnTo>
                    <a:pt x="208446" y="329138"/>
                  </a:lnTo>
                  <a:lnTo>
                    <a:pt x="213549" y="327751"/>
                  </a:lnTo>
                  <a:lnTo>
                    <a:pt x="218604" y="326203"/>
                  </a:lnTo>
                  <a:lnTo>
                    <a:pt x="223609" y="324496"/>
                  </a:lnTo>
                  <a:lnTo>
                    <a:pt x="228556" y="322632"/>
                  </a:lnTo>
                  <a:lnTo>
                    <a:pt x="233443" y="320612"/>
                  </a:lnTo>
                  <a:lnTo>
                    <a:pt x="238263" y="318439"/>
                  </a:lnTo>
                  <a:lnTo>
                    <a:pt x="243012" y="316114"/>
                  </a:lnTo>
                  <a:lnTo>
                    <a:pt x="247685" y="313641"/>
                  </a:lnTo>
                  <a:lnTo>
                    <a:pt x="252277" y="311021"/>
                  </a:lnTo>
                  <a:lnTo>
                    <a:pt x="256784" y="308257"/>
                  </a:lnTo>
                  <a:lnTo>
                    <a:pt x="261202" y="305351"/>
                  </a:lnTo>
                  <a:lnTo>
                    <a:pt x="265526" y="302308"/>
                  </a:lnTo>
                  <a:lnTo>
                    <a:pt x="269751" y="299129"/>
                  </a:lnTo>
                  <a:lnTo>
                    <a:pt x="273873" y="295818"/>
                  </a:lnTo>
                  <a:lnTo>
                    <a:pt x="277889" y="292379"/>
                  </a:lnTo>
                  <a:lnTo>
                    <a:pt x="281794" y="288814"/>
                  </a:lnTo>
                  <a:lnTo>
                    <a:pt x="285584" y="285128"/>
                  </a:lnTo>
                  <a:lnTo>
                    <a:pt x="289256" y="281323"/>
                  </a:lnTo>
                  <a:lnTo>
                    <a:pt x="292805" y="277404"/>
                  </a:lnTo>
                  <a:lnTo>
                    <a:pt x="296229" y="273375"/>
                  </a:lnTo>
                  <a:lnTo>
                    <a:pt x="299524" y="269240"/>
                  </a:lnTo>
                  <a:lnTo>
                    <a:pt x="302686" y="265003"/>
                  </a:lnTo>
                  <a:lnTo>
                    <a:pt x="305713" y="260668"/>
                  </a:lnTo>
                  <a:lnTo>
                    <a:pt x="308601" y="256239"/>
                  </a:lnTo>
                  <a:lnTo>
                    <a:pt x="311348" y="251721"/>
                  </a:lnTo>
                  <a:lnTo>
                    <a:pt x="313950" y="247118"/>
                  </a:lnTo>
                  <a:lnTo>
                    <a:pt x="316406" y="242436"/>
                  </a:lnTo>
                  <a:lnTo>
                    <a:pt x="318712" y="237678"/>
                  </a:lnTo>
                  <a:lnTo>
                    <a:pt x="320867" y="232849"/>
                  </a:lnTo>
                  <a:lnTo>
                    <a:pt x="322867" y="227955"/>
                  </a:lnTo>
                  <a:lnTo>
                    <a:pt x="324712" y="223000"/>
                  </a:lnTo>
                  <a:lnTo>
                    <a:pt x="326400" y="217989"/>
                  </a:lnTo>
                  <a:lnTo>
                    <a:pt x="327928" y="212928"/>
                  </a:lnTo>
                  <a:lnTo>
                    <a:pt x="329295" y="207820"/>
                  </a:lnTo>
                  <a:lnTo>
                    <a:pt x="330500" y="202672"/>
                  </a:lnTo>
                  <a:lnTo>
                    <a:pt x="331542" y="197488"/>
                  </a:lnTo>
                  <a:lnTo>
                    <a:pt x="332419" y="192274"/>
                  </a:lnTo>
                  <a:lnTo>
                    <a:pt x="333131" y="187035"/>
                  </a:lnTo>
                  <a:lnTo>
                    <a:pt x="333677" y="181776"/>
                  </a:lnTo>
                  <a:lnTo>
                    <a:pt x="334056" y="176502"/>
                  </a:lnTo>
                  <a:lnTo>
                    <a:pt x="334268" y="171219"/>
                  </a:lnTo>
                  <a:lnTo>
                    <a:pt x="334313" y="165932"/>
                  </a:lnTo>
                  <a:lnTo>
                    <a:pt x="334191" y="160646"/>
                  </a:lnTo>
                  <a:lnTo>
                    <a:pt x="333902" y="155367"/>
                  </a:lnTo>
                  <a:lnTo>
                    <a:pt x="333446" y="150099"/>
                  </a:lnTo>
                  <a:lnTo>
                    <a:pt x="332823" y="144849"/>
                  </a:lnTo>
                  <a:lnTo>
                    <a:pt x="332035" y="139620"/>
                  </a:lnTo>
                  <a:lnTo>
                    <a:pt x="331082" y="134420"/>
                  </a:lnTo>
                  <a:lnTo>
                    <a:pt x="329965" y="129252"/>
                  </a:lnTo>
                  <a:lnTo>
                    <a:pt x="328685" y="124122"/>
                  </a:lnTo>
                  <a:lnTo>
                    <a:pt x="327243" y="119035"/>
                  </a:lnTo>
                  <a:lnTo>
                    <a:pt x="325641" y="113996"/>
                  </a:lnTo>
                  <a:lnTo>
                    <a:pt x="323881" y="109010"/>
                  </a:lnTo>
                  <a:lnTo>
                    <a:pt x="321964" y="104082"/>
                  </a:lnTo>
                  <a:lnTo>
                    <a:pt x="319892" y="99218"/>
                  </a:lnTo>
                  <a:lnTo>
                    <a:pt x="317667" y="94422"/>
                  </a:lnTo>
                  <a:lnTo>
                    <a:pt x="315292" y="89698"/>
                  </a:lnTo>
                  <a:lnTo>
                    <a:pt x="312768" y="85052"/>
                  </a:lnTo>
                  <a:lnTo>
                    <a:pt x="310099" y="80488"/>
                  </a:lnTo>
                  <a:lnTo>
                    <a:pt x="307287" y="76010"/>
                  </a:lnTo>
                  <a:lnTo>
                    <a:pt x="304334" y="71624"/>
                  </a:lnTo>
                  <a:lnTo>
                    <a:pt x="301245" y="67333"/>
                  </a:lnTo>
                  <a:lnTo>
                    <a:pt x="298021" y="63142"/>
                  </a:lnTo>
                  <a:lnTo>
                    <a:pt x="294666" y="59056"/>
                  </a:lnTo>
                  <a:lnTo>
                    <a:pt x="291184" y="55077"/>
                  </a:lnTo>
                  <a:lnTo>
                    <a:pt x="287577" y="51211"/>
                  </a:lnTo>
                  <a:lnTo>
                    <a:pt x="283850" y="47460"/>
                  </a:lnTo>
                  <a:lnTo>
                    <a:pt x="280007" y="43829"/>
                  </a:lnTo>
                  <a:lnTo>
                    <a:pt x="276050" y="40322"/>
                  </a:lnTo>
                  <a:lnTo>
                    <a:pt x="271985" y="36941"/>
                  </a:lnTo>
                  <a:lnTo>
                    <a:pt x="267814" y="33691"/>
                  </a:lnTo>
                  <a:lnTo>
                    <a:pt x="263543" y="30574"/>
                  </a:lnTo>
                  <a:lnTo>
                    <a:pt x="259176" y="27594"/>
                  </a:lnTo>
                  <a:lnTo>
                    <a:pt x="254716" y="24754"/>
                  </a:lnTo>
                  <a:lnTo>
                    <a:pt x="250169" y="22056"/>
                  </a:lnTo>
                  <a:lnTo>
                    <a:pt x="245539" y="19503"/>
                  </a:lnTo>
                  <a:lnTo>
                    <a:pt x="240831" y="17098"/>
                  </a:lnTo>
                  <a:lnTo>
                    <a:pt x="236048" y="14842"/>
                  </a:lnTo>
                  <a:lnTo>
                    <a:pt x="231197" y="12740"/>
                  </a:lnTo>
                  <a:lnTo>
                    <a:pt x="226282" y="10792"/>
                  </a:lnTo>
                  <a:lnTo>
                    <a:pt x="221307" y="9000"/>
                  </a:lnTo>
                  <a:lnTo>
                    <a:pt x="216279" y="7366"/>
                  </a:lnTo>
                  <a:lnTo>
                    <a:pt x="211201" y="5892"/>
                  </a:lnTo>
                  <a:lnTo>
                    <a:pt x="206079" y="4580"/>
                  </a:lnTo>
                  <a:lnTo>
                    <a:pt x="200918" y="3430"/>
                  </a:lnTo>
                  <a:lnTo>
                    <a:pt x="195724" y="2444"/>
                  </a:lnTo>
                  <a:lnTo>
                    <a:pt x="190500" y="1623"/>
                  </a:lnTo>
                  <a:lnTo>
                    <a:pt x="185254" y="967"/>
                  </a:lnTo>
                  <a:lnTo>
                    <a:pt x="179989" y="478"/>
                  </a:lnTo>
                  <a:lnTo>
                    <a:pt x="174712" y="155"/>
                  </a:lnTo>
                  <a:lnTo>
                    <a:pt x="169427" y="0"/>
                  </a:lnTo>
                  <a:lnTo>
                    <a:pt x="167150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83779" y="3170392"/>
              <a:ext cx="2276" cy="167167"/>
            </a:xfrm>
            <a:custGeom>
              <a:avLst/>
              <a:pathLst>
                <a:path w="2276" h="167167">
                  <a:moveTo>
                    <a:pt x="2276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7785" y="2655501"/>
              <a:ext cx="165709" cy="167167"/>
            </a:xfrm>
            <a:custGeom>
              <a:avLst/>
              <a:pathLst>
                <a:path w="165709" h="167167">
                  <a:moveTo>
                    <a:pt x="165709" y="0"/>
                  </a:moveTo>
                  <a:lnTo>
                    <a:pt x="160244" y="89"/>
                  </a:lnTo>
                  <a:lnTo>
                    <a:pt x="154785" y="357"/>
                  </a:lnTo>
                  <a:lnTo>
                    <a:pt x="149338" y="803"/>
                  </a:lnTo>
                  <a:lnTo>
                    <a:pt x="143908" y="1427"/>
                  </a:lnTo>
                  <a:lnTo>
                    <a:pt x="138502" y="2228"/>
                  </a:lnTo>
                  <a:lnTo>
                    <a:pt x="133125" y="3206"/>
                  </a:lnTo>
                  <a:lnTo>
                    <a:pt x="127782" y="4359"/>
                  </a:lnTo>
                  <a:lnTo>
                    <a:pt x="122480" y="5686"/>
                  </a:lnTo>
                  <a:lnTo>
                    <a:pt x="117224" y="7185"/>
                  </a:lnTo>
                  <a:lnTo>
                    <a:pt x="112020" y="8856"/>
                  </a:lnTo>
                  <a:lnTo>
                    <a:pt x="106874" y="10695"/>
                  </a:lnTo>
                  <a:lnTo>
                    <a:pt x="101790" y="12702"/>
                  </a:lnTo>
                  <a:lnTo>
                    <a:pt x="96775" y="14874"/>
                  </a:lnTo>
                  <a:lnTo>
                    <a:pt x="91833" y="17209"/>
                  </a:lnTo>
                  <a:lnTo>
                    <a:pt x="86970" y="19704"/>
                  </a:lnTo>
                  <a:lnTo>
                    <a:pt x="82192" y="22357"/>
                  </a:lnTo>
                  <a:lnTo>
                    <a:pt x="77503" y="25165"/>
                  </a:lnTo>
                  <a:lnTo>
                    <a:pt x="72908" y="28124"/>
                  </a:lnTo>
                  <a:lnTo>
                    <a:pt x="68412" y="31232"/>
                  </a:lnTo>
                  <a:lnTo>
                    <a:pt x="64020" y="34486"/>
                  </a:lnTo>
                  <a:lnTo>
                    <a:pt x="59737" y="37881"/>
                  </a:lnTo>
                  <a:lnTo>
                    <a:pt x="55567" y="41414"/>
                  </a:lnTo>
                  <a:lnTo>
                    <a:pt x="51515" y="45082"/>
                  </a:lnTo>
                  <a:lnTo>
                    <a:pt x="47585" y="48880"/>
                  </a:lnTo>
                  <a:lnTo>
                    <a:pt x="43782" y="52805"/>
                  </a:lnTo>
                  <a:lnTo>
                    <a:pt x="40108" y="56852"/>
                  </a:lnTo>
                  <a:lnTo>
                    <a:pt x="36569" y="61017"/>
                  </a:lnTo>
                  <a:lnTo>
                    <a:pt x="33168" y="65295"/>
                  </a:lnTo>
                  <a:lnTo>
                    <a:pt x="29909" y="69682"/>
                  </a:lnTo>
                  <a:lnTo>
                    <a:pt x="26795" y="74174"/>
                  </a:lnTo>
                  <a:lnTo>
                    <a:pt x="23829" y="78765"/>
                  </a:lnTo>
                  <a:lnTo>
                    <a:pt x="21015" y="83450"/>
                  </a:lnTo>
                  <a:lnTo>
                    <a:pt x="18355" y="88225"/>
                  </a:lnTo>
                  <a:lnTo>
                    <a:pt x="15853" y="93084"/>
                  </a:lnTo>
                  <a:lnTo>
                    <a:pt x="13512" y="98023"/>
                  </a:lnTo>
                  <a:lnTo>
                    <a:pt x="11333" y="103035"/>
                  </a:lnTo>
                  <a:lnTo>
                    <a:pt x="9319" y="108116"/>
                  </a:lnTo>
                  <a:lnTo>
                    <a:pt x="7472" y="113260"/>
                  </a:lnTo>
                  <a:lnTo>
                    <a:pt x="5794" y="118462"/>
                  </a:lnTo>
                  <a:lnTo>
                    <a:pt x="4288" y="123715"/>
                  </a:lnTo>
                  <a:lnTo>
                    <a:pt x="2953" y="129015"/>
                  </a:lnTo>
                  <a:lnTo>
                    <a:pt x="1793" y="134356"/>
                  </a:lnTo>
                  <a:lnTo>
                    <a:pt x="808" y="139732"/>
                  </a:lnTo>
                  <a:lnTo>
                    <a:pt x="0" y="145138"/>
                  </a:lnTo>
                  <a:lnTo>
                    <a:pt x="1657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7785" y="2800640"/>
              <a:ext cx="165709" cy="22029"/>
            </a:xfrm>
            <a:custGeom>
              <a:avLst/>
              <a:pathLst>
                <a:path w="165709" h="22029">
                  <a:moveTo>
                    <a:pt x="0" y="0"/>
                  </a:moveTo>
                  <a:lnTo>
                    <a:pt x="165709" y="220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6329" y="2680945"/>
              <a:ext cx="334331" cy="308880"/>
            </a:xfrm>
            <a:custGeom>
              <a:avLst/>
              <a:pathLst>
                <a:path w="334331" h="308880">
                  <a:moveTo>
                    <a:pt x="1455" y="119694"/>
                  </a:moveTo>
                  <a:lnTo>
                    <a:pt x="839" y="124964"/>
                  </a:lnTo>
                  <a:lnTo>
                    <a:pt x="391" y="130252"/>
                  </a:lnTo>
                  <a:lnTo>
                    <a:pt x="111" y="135551"/>
                  </a:lnTo>
                  <a:lnTo>
                    <a:pt x="0" y="140856"/>
                  </a:lnTo>
                  <a:lnTo>
                    <a:pt x="56" y="146162"/>
                  </a:lnTo>
                  <a:lnTo>
                    <a:pt x="281" y="151464"/>
                  </a:lnTo>
                  <a:lnTo>
                    <a:pt x="675" y="156756"/>
                  </a:lnTo>
                  <a:lnTo>
                    <a:pt x="1236" y="162033"/>
                  </a:lnTo>
                  <a:lnTo>
                    <a:pt x="1964" y="167289"/>
                  </a:lnTo>
                  <a:lnTo>
                    <a:pt x="2859" y="172520"/>
                  </a:lnTo>
                  <a:lnTo>
                    <a:pt x="3919" y="177719"/>
                  </a:lnTo>
                  <a:lnTo>
                    <a:pt x="5144" y="182882"/>
                  </a:lnTo>
                  <a:lnTo>
                    <a:pt x="6532" y="188004"/>
                  </a:lnTo>
                  <a:lnTo>
                    <a:pt x="8081" y="193079"/>
                  </a:lnTo>
                  <a:lnTo>
                    <a:pt x="9792" y="198103"/>
                  </a:lnTo>
                  <a:lnTo>
                    <a:pt x="11660" y="203069"/>
                  </a:lnTo>
                  <a:lnTo>
                    <a:pt x="13686" y="207974"/>
                  </a:lnTo>
                  <a:lnTo>
                    <a:pt x="15866" y="212812"/>
                  </a:lnTo>
                  <a:lnTo>
                    <a:pt x="18199" y="217578"/>
                  </a:lnTo>
                  <a:lnTo>
                    <a:pt x="20681" y="222268"/>
                  </a:lnTo>
                  <a:lnTo>
                    <a:pt x="23311" y="226877"/>
                  </a:lnTo>
                  <a:lnTo>
                    <a:pt x="26087" y="231400"/>
                  </a:lnTo>
                  <a:lnTo>
                    <a:pt x="29004" y="235832"/>
                  </a:lnTo>
                  <a:lnTo>
                    <a:pt x="32061" y="240170"/>
                  </a:lnTo>
                  <a:lnTo>
                    <a:pt x="35253" y="244409"/>
                  </a:lnTo>
                  <a:lnTo>
                    <a:pt x="38579" y="248544"/>
                  </a:lnTo>
                  <a:lnTo>
                    <a:pt x="42034" y="252571"/>
                  </a:lnTo>
                  <a:lnTo>
                    <a:pt x="45616" y="256487"/>
                  </a:lnTo>
                  <a:lnTo>
                    <a:pt x="49320" y="260287"/>
                  </a:lnTo>
                  <a:lnTo>
                    <a:pt x="53142" y="263968"/>
                  </a:lnTo>
                  <a:lnTo>
                    <a:pt x="57080" y="267525"/>
                  </a:lnTo>
                  <a:lnTo>
                    <a:pt x="61128" y="270956"/>
                  </a:lnTo>
                  <a:lnTo>
                    <a:pt x="65283" y="274256"/>
                  </a:lnTo>
                  <a:lnTo>
                    <a:pt x="69541" y="277423"/>
                  </a:lnTo>
                  <a:lnTo>
                    <a:pt x="73897" y="280453"/>
                  </a:lnTo>
                  <a:lnTo>
                    <a:pt x="78347" y="283344"/>
                  </a:lnTo>
                  <a:lnTo>
                    <a:pt x="82887" y="286091"/>
                  </a:lnTo>
                  <a:lnTo>
                    <a:pt x="87512" y="288694"/>
                  </a:lnTo>
                  <a:lnTo>
                    <a:pt x="92217" y="291148"/>
                  </a:lnTo>
                  <a:lnTo>
                    <a:pt x="96997" y="293451"/>
                  </a:lnTo>
                  <a:lnTo>
                    <a:pt x="101848" y="295602"/>
                  </a:lnTo>
                  <a:lnTo>
                    <a:pt x="106765" y="297597"/>
                  </a:lnTo>
                  <a:lnTo>
                    <a:pt x="111743" y="299436"/>
                  </a:lnTo>
                  <a:lnTo>
                    <a:pt x="116777" y="301116"/>
                  </a:lnTo>
                  <a:lnTo>
                    <a:pt x="121861" y="302635"/>
                  </a:lnTo>
                  <a:lnTo>
                    <a:pt x="126991" y="303991"/>
                  </a:lnTo>
                  <a:lnTo>
                    <a:pt x="132162" y="305185"/>
                  </a:lnTo>
                  <a:lnTo>
                    <a:pt x="137368" y="306213"/>
                  </a:lnTo>
                  <a:lnTo>
                    <a:pt x="142604" y="307076"/>
                  </a:lnTo>
                  <a:lnTo>
                    <a:pt x="147864" y="307772"/>
                  </a:lnTo>
                  <a:lnTo>
                    <a:pt x="153144" y="308301"/>
                  </a:lnTo>
                  <a:lnTo>
                    <a:pt x="158439" y="308662"/>
                  </a:lnTo>
                  <a:lnTo>
                    <a:pt x="163742" y="308855"/>
                  </a:lnTo>
                  <a:lnTo>
                    <a:pt x="169048" y="308880"/>
                  </a:lnTo>
                  <a:lnTo>
                    <a:pt x="174353" y="308736"/>
                  </a:lnTo>
                  <a:lnTo>
                    <a:pt x="179650" y="308423"/>
                  </a:lnTo>
                  <a:lnTo>
                    <a:pt x="184935" y="307943"/>
                  </a:lnTo>
                  <a:lnTo>
                    <a:pt x="190201" y="307295"/>
                  </a:lnTo>
                  <a:lnTo>
                    <a:pt x="195445" y="306481"/>
                  </a:lnTo>
                  <a:lnTo>
                    <a:pt x="200660" y="305500"/>
                  </a:lnTo>
                  <a:lnTo>
                    <a:pt x="205841" y="304355"/>
                  </a:lnTo>
                  <a:lnTo>
                    <a:pt x="210984" y="303045"/>
                  </a:lnTo>
                  <a:lnTo>
                    <a:pt x="216082" y="301573"/>
                  </a:lnTo>
                  <a:lnTo>
                    <a:pt x="221131" y="299940"/>
                  </a:lnTo>
                  <a:lnTo>
                    <a:pt x="226126" y="298147"/>
                  </a:lnTo>
                  <a:lnTo>
                    <a:pt x="231061" y="296197"/>
                  </a:lnTo>
                  <a:lnTo>
                    <a:pt x="235931" y="294091"/>
                  </a:lnTo>
                  <a:lnTo>
                    <a:pt x="240733" y="291832"/>
                  </a:lnTo>
                  <a:lnTo>
                    <a:pt x="245460" y="289421"/>
                  </a:lnTo>
                  <a:lnTo>
                    <a:pt x="250109" y="286862"/>
                  </a:lnTo>
                  <a:lnTo>
                    <a:pt x="254674" y="284156"/>
                  </a:lnTo>
                  <a:lnTo>
                    <a:pt x="259150" y="281307"/>
                  </a:lnTo>
                  <a:lnTo>
                    <a:pt x="263534" y="278317"/>
                  </a:lnTo>
                  <a:lnTo>
                    <a:pt x="267821" y="275189"/>
                  </a:lnTo>
                  <a:lnTo>
                    <a:pt x="272007" y="271927"/>
                  </a:lnTo>
                  <a:lnTo>
                    <a:pt x="276086" y="268534"/>
                  </a:lnTo>
                  <a:lnTo>
                    <a:pt x="280056" y="265013"/>
                  </a:lnTo>
                  <a:lnTo>
                    <a:pt x="283913" y="261368"/>
                  </a:lnTo>
                  <a:lnTo>
                    <a:pt x="287651" y="257602"/>
                  </a:lnTo>
                  <a:lnTo>
                    <a:pt x="291269" y="253719"/>
                  </a:lnTo>
                  <a:lnTo>
                    <a:pt x="294761" y="249724"/>
                  </a:lnTo>
                  <a:lnTo>
                    <a:pt x="298124" y="245620"/>
                  </a:lnTo>
                  <a:lnTo>
                    <a:pt x="301356" y="241411"/>
                  </a:lnTo>
                  <a:lnTo>
                    <a:pt x="304452" y="237101"/>
                  </a:lnTo>
                  <a:lnTo>
                    <a:pt x="307411" y="232696"/>
                  </a:lnTo>
                  <a:lnTo>
                    <a:pt x="310227" y="228198"/>
                  </a:lnTo>
                  <a:lnTo>
                    <a:pt x="312900" y="223614"/>
                  </a:lnTo>
                  <a:lnTo>
                    <a:pt x="315426" y="218947"/>
                  </a:lnTo>
                  <a:lnTo>
                    <a:pt x="317802" y="214203"/>
                  </a:lnTo>
                  <a:lnTo>
                    <a:pt x="320027" y="209385"/>
                  </a:lnTo>
                  <a:lnTo>
                    <a:pt x="322097" y="204499"/>
                  </a:lnTo>
                  <a:lnTo>
                    <a:pt x="324012" y="199550"/>
                  </a:lnTo>
                  <a:lnTo>
                    <a:pt x="325768" y="194543"/>
                  </a:lnTo>
                  <a:lnTo>
                    <a:pt x="327365" y="189482"/>
                  </a:lnTo>
                  <a:lnTo>
                    <a:pt x="328800" y="184373"/>
                  </a:lnTo>
                  <a:lnTo>
                    <a:pt x="330072" y="179221"/>
                  </a:lnTo>
                  <a:lnTo>
                    <a:pt x="331180" y="174032"/>
                  </a:lnTo>
                  <a:lnTo>
                    <a:pt x="332123" y="168810"/>
                  </a:lnTo>
                  <a:lnTo>
                    <a:pt x="332900" y="163561"/>
                  </a:lnTo>
                  <a:lnTo>
                    <a:pt x="333509" y="158289"/>
                  </a:lnTo>
                  <a:lnTo>
                    <a:pt x="333951" y="153001"/>
                  </a:lnTo>
                  <a:lnTo>
                    <a:pt x="334225" y="147702"/>
                  </a:lnTo>
                  <a:lnTo>
                    <a:pt x="334331" y="142396"/>
                  </a:lnTo>
                  <a:lnTo>
                    <a:pt x="334268" y="137090"/>
                  </a:lnTo>
                  <a:lnTo>
                    <a:pt x="334037" y="131789"/>
                  </a:lnTo>
                  <a:lnTo>
                    <a:pt x="333637" y="126497"/>
                  </a:lnTo>
                  <a:lnTo>
                    <a:pt x="333070" y="121221"/>
                  </a:lnTo>
                  <a:lnTo>
                    <a:pt x="332336" y="115966"/>
                  </a:lnTo>
                  <a:lnTo>
                    <a:pt x="331435" y="110736"/>
                  </a:lnTo>
                  <a:lnTo>
                    <a:pt x="330369" y="105538"/>
                  </a:lnTo>
                  <a:lnTo>
                    <a:pt x="329138" y="100376"/>
                  </a:lnTo>
                  <a:lnTo>
                    <a:pt x="327744" y="95256"/>
                  </a:lnTo>
                  <a:lnTo>
                    <a:pt x="326188" y="90183"/>
                  </a:lnTo>
                  <a:lnTo>
                    <a:pt x="324472" y="85161"/>
                  </a:lnTo>
                  <a:lnTo>
                    <a:pt x="322598" y="80197"/>
                  </a:lnTo>
                  <a:lnTo>
                    <a:pt x="320567" y="75295"/>
                  </a:lnTo>
                  <a:lnTo>
                    <a:pt x="318381" y="70459"/>
                  </a:lnTo>
                  <a:lnTo>
                    <a:pt x="316043" y="65695"/>
                  </a:lnTo>
                  <a:lnTo>
                    <a:pt x="313555" y="61008"/>
                  </a:lnTo>
                  <a:lnTo>
                    <a:pt x="310919" y="56403"/>
                  </a:lnTo>
                  <a:lnTo>
                    <a:pt x="308139" y="51883"/>
                  </a:lnTo>
                  <a:lnTo>
                    <a:pt x="305216" y="47454"/>
                  </a:lnTo>
                  <a:lnTo>
                    <a:pt x="302155" y="43120"/>
                  </a:lnTo>
                  <a:lnTo>
                    <a:pt x="298957" y="38885"/>
                  </a:lnTo>
                  <a:lnTo>
                    <a:pt x="295627" y="34753"/>
                  </a:lnTo>
                  <a:lnTo>
                    <a:pt x="292167" y="30730"/>
                  </a:lnTo>
                  <a:lnTo>
                    <a:pt x="288581" y="26818"/>
                  </a:lnTo>
                  <a:lnTo>
                    <a:pt x="284873" y="23023"/>
                  </a:lnTo>
                  <a:lnTo>
                    <a:pt x="281046" y="19346"/>
                  </a:lnTo>
                  <a:lnTo>
                    <a:pt x="277104" y="15793"/>
                  </a:lnTo>
                  <a:lnTo>
                    <a:pt x="273052" y="12367"/>
                  </a:lnTo>
                  <a:lnTo>
                    <a:pt x="268893" y="9072"/>
                  </a:lnTo>
                  <a:lnTo>
                    <a:pt x="264632" y="5910"/>
                  </a:lnTo>
                  <a:lnTo>
                    <a:pt x="260272" y="2885"/>
                  </a:lnTo>
                  <a:lnTo>
                    <a:pt x="255818" y="0"/>
                  </a:lnTo>
                  <a:lnTo>
                    <a:pt x="167165" y="141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923495" y="2655501"/>
              <a:ext cx="88653" cy="167167"/>
            </a:xfrm>
            <a:custGeom>
              <a:avLst/>
              <a:pathLst>
                <a:path w="88653" h="167167">
                  <a:moveTo>
                    <a:pt x="88653" y="25444"/>
                  </a:moveTo>
                  <a:lnTo>
                    <a:pt x="83649" y="22433"/>
                  </a:lnTo>
                  <a:lnTo>
                    <a:pt x="78542" y="19600"/>
                  </a:lnTo>
                  <a:lnTo>
                    <a:pt x="73340" y="16947"/>
                  </a:lnTo>
                  <a:lnTo>
                    <a:pt x="68048" y="14476"/>
                  </a:lnTo>
                  <a:lnTo>
                    <a:pt x="62673" y="12193"/>
                  </a:lnTo>
                  <a:lnTo>
                    <a:pt x="57221" y="10098"/>
                  </a:lnTo>
                  <a:lnTo>
                    <a:pt x="51700" y="8195"/>
                  </a:lnTo>
                  <a:lnTo>
                    <a:pt x="46116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3" y="2544"/>
                  </a:lnTo>
                  <a:lnTo>
                    <a:pt x="23285" y="1629"/>
                  </a:lnTo>
                  <a:lnTo>
                    <a:pt x="17488" y="917"/>
                  </a:lnTo>
                  <a:lnTo>
                    <a:pt x="11671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99826" y="2168369"/>
              <a:ext cx="46066" cy="167167"/>
            </a:xfrm>
            <a:custGeom>
              <a:avLst/>
              <a:pathLst>
                <a:path w="46066" h="167167">
                  <a:moveTo>
                    <a:pt x="46066" y="0"/>
                  </a:moveTo>
                  <a:lnTo>
                    <a:pt x="39401" y="132"/>
                  </a:lnTo>
                  <a:lnTo>
                    <a:pt x="32746" y="531"/>
                  </a:lnTo>
                  <a:lnTo>
                    <a:pt x="26112" y="1195"/>
                  </a:lnTo>
                  <a:lnTo>
                    <a:pt x="19510" y="2122"/>
                  </a:lnTo>
                  <a:lnTo>
                    <a:pt x="12951" y="3312"/>
                  </a:lnTo>
                  <a:lnTo>
                    <a:pt x="6443" y="4763"/>
                  </a:lnTo>
                  <a:lnTo>
                    <a:pt x="0" y="6472"/>
                  </a:lnTo>
                  <a:lnTo>
                    <a:pt x="460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99826" y="2174841"/>
              <a:ext cx="46066" cy="160694"/>
            </a:xfrm>
            <a:custGeom>
              <a:avLst/>
              <a:pathLst>
                <a:path w="46066" h="160694">
                  <a:moveTo>
                    <a:pt x="0" y="0"/>
                  </a:moveTo>
                  <a:lnTo>
                    <a:pt x="46066" y="1606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78739" y="2174841"/>
              <a:ext cx="260063" cy="327845"/>
            </a:xfrm>
            <a:custGeom>
              <a:avLst/>
              <a:pathLst>
                <a:path w="260063" h="327845">
                  <a:moveTo>
                    <a:pt x="121086" y="0"/>
                  </a:moveTo>
                  <a:lnTo>
                    <a:pt x="115974" y="1554"/>
                  </a:lnTo>
                  <a:lnTo>
                    <a:pt x="110915" y="3270"/>
                  </a:lnTo>
                  <a:lnTo>
                    <a:pt x="105913" y="5148"/>
                  </a:lnTo>
                  <a:lnTo>
                    <a:pt x="100974" y="7184"/>
                  </a:lnTo>
                  <a:lnTo>
                    <a:pt x="96103" y="9377"/>
                  </a:lnTo>
                  <a:lnTo>
                    <a:pt x="91304" y="11725"/>
                  </a:lnTo>
                  <a:lnTo>
                    <a:pt x="86582" y="14225"/>
                  </a:lnTo>
                  <a:lnTo>
                    <a:pt x="81943" y="16874"/>
                  </a:lnTo>
                  <a:lnTo>
                    <a:pt x="77390" y="19670"/>
                  </a:lnTo>
                  <a:lnTo>
                    <a:pt x="72930" y="22611"/>
                  </a:lnTo>
                  <a:lnTo>
                    <a:pt x="68565" y="25692"/>
                  </a:lnTo>
                  <a:lnTo>
                    <a:pt x="64302" y="28912"/>
                  </a:lnTo>
                  <a:lnTo>
                    <a:pt x="60143" y="32265"/>
                  </a:lnTo>
                  <a:lnTo>
                    <a:pt x="56094" y="35750"/>
                  </a:lnTo>
                  <a:lnTo>
                    <a:pt x="52158" y="39363"/>
                  </a:lnTo>
                  <a:lnTo>
                    <a:pt x="48340" y="43100"/>
                  </a:lnTo>
                  <a:lnTo>
                    <a:pt x="44643" y="46956"/>
                  </a:lnTo>
                  <a:lnTo>
                    <a:pt x="41071" y="50929"/>
                  </a:lnTo>
                  <a:lnTo>
                    <a:pt x="37627" y="55014"/>
                  </a:lnTo>
                  <a:lnTo>
                    <a:pt x="34317" y="59207"/>
                  </a:lnTo>
                  <a:lnTo>
                    <a:pt x="31141" y="63504"/>
                  </a:lnTo>
                  <a:lnTo>
                    <a:pt x="28105" y="67900"/>
                  </a:lnTo>
                  <a:lnTo>
                    <a:pt x="25211" y="72390"/>
                  </a:lnTo>
                  <a:lnTo>
                    <a:pt x="22462" y="76971"/>
                  </a:lnTo>
                  <a:lnTo>
                    <a:pt x="19860" y="81638"/>
                  </a:lnTo>
                  <a:lnTo>
                    <a:pt x="17409" y="86385"/>
                  </a:lnTo>
                  <a:lnTo>
                    <a:pt x="15111" y="91208"/>
                  </a:lnTo>
                  <a:lnTo>
                    <a:pt x="12968" y="96102"/>
                  </a:lnTo>
                  <a:lnTo>
                    <a:pt x="10983" y="101062"/>
                  </a:lnTo>
                  <a:lnTo>
                    <a:pt x="9157" y="106082"/>
                  </a:lnTo>
                  <a:lnTo>
                    <a:pt x="7493" y="111159"/>
                  </a:lnTo>
                  <a:lnTo>
                    <a:pt x="5991" y="116286"/>
                  </a:lnTo>
                  <a:lnTo>
                    <a:pt x="4655" y="121459"/>
                  </a:lnTo>
                  <a:lnTo>
                    <a:pt x="3484" y="126672"/>
                  </a:lnTo>
                  <a:lnTo>
                    <a:pt x="2480" y="131919"/>
                  </a:lnTo>
                  <a:lnTo>
                    <a:pt x="1645" y="137196"/>
                  </a:lnTo>
                  <a:lnTo>
                    <a:pt x="978" y="142497"/>
                  </a:lnTo>
                  <a:lnTo>
                    <a:pt x="482" y="147816"/>
                  </a:lnTo>
                  <a:lnTo>
                    <a:pt x="155" y="153148"/>
                  </a:lnTo>
                  <a:lnTo>
                    <a:pt x="0" y="158489"/>
                  </a:lnTo>
                  <a:lnTo>
                    <a:pt x="14" y="163831"/>
                  </a:lnTo>
                  <a:lnTo>
                    <a:pt x="200" y="169170"/>
                  </a:lnTo>
                  <a:lnTo>
                    <a:pt x="556" y="174501"/>
                  </a:lnTo>
                  <a:lnTo>
                    <a:pt x="1082" y="179818"/>
                  </a:lnTo>
                  <a:lnTo>
                    <a:pt x="1778" y="185115"/>
                  </a:lnTo>
                  <a:lnTo>
                    <a:pt x="2643" y="190387"/>
                  </a:lnTo>
                  <a:lnTo>
                    <a:pt x="3676" y="195628"/>
                  </a:lnTo>
                  <a:lnTo>
                    <a:pt x="4876" y="200834"/>
                  </a:lnTo>
                  <a:lnTo>
                    <a:pt x="6241" y="206000"/>
                  </a:lnTo>
                  <a:lnTo>
                    <a:pt x="7771" y="211118"/>
                  </a:lnTo>
                  <a:lnTo>
                    <a:pt x="9464" y="216186"/>
                  </a:lnTo>
                  <a:lnTo>
                    <a:pt x="11318" y="221196"/>
                  </a:lnTo>
                  <a:lnTo>
                    <a:pt x="13331" y="226145"/>
                  </a:lnTo>
                  <a:lnTo>
                    <a:pt x="15501" y="231027"/>
                  </a:lnTo>
                  <a:lnTo>
                    <a:pt x="17825" y="235837"/>
                  </a:lnTo>
                  <a:lnTo>
                    <a:pt x="20303" y="240570"/>
                  </a:lnTo>
                  <a:lnTo>
                    <a:pt x="22930" y="245222"/>
                  </a:lnTo>
                  <a:lnTo>
                    <a:pt x="25705" y="249788"/>
                  </a:lnTo>
                  <a:lnTo>
                    <a:pt x="28624" y="254262"/>
                  </a:lnTo>
                  <a:lnTo>
                    <a:pt x="31685" y="258641"/>
                  </a:lnTo>
                  <a:lnTo>
                    <a:pt x="34884" y="262920"/>
                  </a:lnTo>
                  <a:lnTo>
                    <a:pt x="38218" y="267094"/>
                  </a:lnTo>
                  <a:lnTo>
                    <a:pt x="41684" y="271160"/>
                  </a:lnTo>
                  <a:lnTo>
                    <a:pt x="45278" y="275113"/>
                  </a:lnTo>
                  <a:lnTo>
                    <a:pt x="48997" y="278949"/>
                  </a:lnTo>
                  <a:lnTo>
                    <a:pt x="52836" y="282664"/>
                  </a:lnTo>
                  <a:lnTo>
                    <a:pt x="56792" y="286255"/>
                  </a:lnTo>
                  <a:lnTo>
                    <a:pt x="60860" y="289717"/>
                  </a:lnTo>
                  <a:lnTo>
                    <a:pt x="65038" y="293048"/>
                  </a:lnTo>
                  <a:lnTo>
                    <a:pt x="69319" y="296244"/>
                  </a:lnTo>
                  <a:lnTo>
                    <a:pt x="73701" y="299301"/>
                  </a:lnTo>
                  <a:lnTo>
                    <a:pt x="78177" y="302216"/>
                  </a:lnTo>
                  <a:lnTo>
                    <a:pt x="82745" y="304987"/>
                  </a:lnTo>
                  <a:lnTo>
                    <a:pt x="87399" y="307611"/>
                  </a:lnTo>
                  <a:lnTo>
                    <a:pt x="92135" y="310084"/>
                  </a:lnTo>
                  <a:lnTo>
                    <a:pt x="96947" y="312405"/>
                  </a:lnTo>
                  <a:lnTo>
                    <a:pt x="101830" y="314571"/>
                  </a:lnTo>
                  <a:lnTo>
                    <a:pt x="106781" y="316580"/>
                  </a:lnTo>
                  <a:lnTo>
                    <a:pt x="111793" y="318429"/>
                  </a:lnTo>
                  <a:lnTo>
                    <a:pt x="116862" y="320118"/>
                  </a:lnTo>
                  <a:lnTo>
                    <a:pt x="121982" y="321643"/>
                  </a:lnTo>
                  <a:lnTo>
                    <a:pt x="127148" y="323005"/>
                  </a:lnTo>
                  <a:lnTo>
                    <a:pt x="132355" y="324200"/>
                  </a:lnTo>
                  <a:lnTo>
                    <a:pt x="137598" y="325228"/>
                  </a:lnTo>
                  <a:lnTo>
                    <a:pt x="142870" y="326089"/>
                  </a:lnTo>
                  <a:lnTo>
                    <a:pt x="148168" y="326780"/>
                  </a:lnTo>
                  <a:lnTo>
                    <a:pt x="153485" y="327302"/>
                  </a:lnTo>
                  <a:lnTo>
                    <a:pt x="158816" y="327654"/>
                  </a:lnTo>
                  <a:lnTo>
                    <a:pt x="164155" y="327835"/>
                  </a:lnTo>
                  <a:lnTo>
                    <a:pt x="169498" y="327845"/>
                  </a:lnTo>
                  <a:lnTo>
                    <a:pt x="174838" y="327685"/>
                  </a:lnTo>
                  <a:lnTo>
                    <a:pt x="180170" y="327354"/>
                  </a:lnTo>
                  <a:lnTo>
                    <a:pt x="185489" y="326853"/>
                  </a:lnTo>
                  <a:lnTo>
                    <a:pt x="190789" y="326182"/>
                  </a:lnTo>
                  <a:lnTo>
                    <a:pt x="196066" y="325342"/>
                  </a:lnTo>
                  <a:lnTo>
                    <a:pt x="201312" y="324334"/>
                  </a:lnTo>
                  <a:lnTo>
                    <a:pt x="206524" y="323159"/>
                  </a:lnTo>
                  <a:lnTo>
                    <a:pt x="211695" y="321818"/>
                  </a:lnTo>
                  <a:lnTo>
                    <a:pt x="216821" y="320312"/>
                  </a:lnTo>
                  <a:lnTo>
                    <a:pt x="221896" y="318644"/>
                  </a:lnTo>
                  <a:lnTo>
                    <a:pt x="226916" y="316814"/>
                  </a:lnTo>
                  <a:lnTo>
                    <a:pt x="231874" y="314824"/>
                  </a:lnTo>
                  <a:lnTo>
                    <a:pt x="236766" y="312677"/>
                  </a:lnTo>
                  <a:lnTo>
                    <a:pt x="241587" y="310375"/>
                  </a:lnTo>
                  <a:lnTo>
                    <a:pt x="246332" y="307920"/>
                  </a:lnTo>
                  <a:lnTo>
                    <a:pt x="250997" y="305315"/>
                  </a:lnTo>
                  <a:lnTo>
                    <a:pt x="255575" y="302562"/>
                  </a:lnTo>
                  <a:lnTo>
                    <a:pt x="260063" y="299664"/>
                  </a:lnTo>
                  <a:lnTo>
                    <a:pt x="167152" y="1606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745892" y="2168369"/>
              <a:ext cx="167162" cy="306136"/>
            </a:xfrm>
            <a:custGeom>
              <a:avLst/>
              <a:pathLst>
                <a:path w="167162" h="306136">
                  <a:moveTo>
                    <a:pt x="92910" y="306136"/>
                  </a:moveTo>
                  <a:lnTo>
                    <a:pt x="97296" y="303102"/>
                  </a:lnTo>
                  <a:lnTo>
                    <a:pt x="101583" y="299929"/>
                  </a:lnTo>
                  <a:lnTo>
                    <a:pt x="105766" y="296621"/>
                  </a:lnTo>
                  <a:lnTo>
                    <a:pt x="109841" y="293182"/>
                  </a:lnTo>
                  <a:lnTo>
                    <a:pt x="113805" y="289614"/>
                  </a:lnTo>
                  <a:lnTo>
                    <a:pt x="117653" y="285922"/>
                  </a:lnTo>
                  <a:lnTo>
                    <a:pt x="121381" y="282108"/>
                  </a:lnTo>
                  <a:lnTo>
                    <a:pt x="124986" y="278178"/>
                  </a:lnTo>
                  <a:lnTo>
                    <a:pt x="128463" y="274135"/>
                  </a:lnTo>
                  <a:lnTo>
                    <a:pt x="131810" y="269982"/>
                  </a:lnTo>
                  <a:lnTo>
                    <a:pt x="135022" y="265726"/>
                  </a:lnTo>
                  <a:lnTo>
                    <a:pt x="138097" y="261368"/>
                  </a:lnTo>
                  <a:lnTo>
                    <a:pt x="141032" y="256916"/>
                  </a:lnTo>
                  <a:lnTo>
                    <a:pt x="143823" y="252371"/>
                  </a:lnTo>
                  <a:lnTo>
                    <a:pt x="146468" y="247740"/>
                  </a:lnTo>
                  <a:lnTo>
                    <a:pt x="148963" y="243027"/>
                  </a:lnTo>
                  <a:lnTo>
                    <a:pt x="151307" y="238237"/>
                  </a:lnTo>
                  <a:lnTo>
                    <a:pt x="153497" y="233374"/>
                  </a:lnTo>
                  <a:lnTo>
                    <a:pt x="155531" y="228444"/>
                  </a:lnTo>
                  <a:lnTo>
                    <a:pt x="157406" y="223452"/>
                  </a:lnTo>
                  <a:lnTo>
                    <a:pt x="159122" y="218402"/>
                  </a:lnTo>
                  <a:lnTo>
                    <a:pt x="160675" y="213301"/>
                  </a:lnTo>
                  <a:lnTo>
                    <a:pt x="162065" y="208152"/>
                  </a:lnTo>
                  <a:lnTo>
                    <a:pt x="163290" y="202961"/>
                  </a:lnTo>
                  <a:lnTo>
                    <a:pt x="164348" y="197735"/>
                  </a:lnTo>
                  <a:lnTo>
                    <a:pt x="165240" y="192477"/>
                  </a:lnTo>
                  <a:lnTo>
                    <a:pt x="165963" y="187193"/>
                  </a:lnTo>
                  <a:lnTo>
                    <a:pt x="166517" y="181889"/>
                  </a:lnTo>
                  <a:lnTo>
                    <a:pt x="166902" y="176570"/>
                  </a:lnTo>
                  <a:lnTo>
                    <a:pt x="167117" y="171241"/>
                  </a:lnTo>
                  <a:lnTo>
                    <a:pt x="167162" y="165908"/>
                  </a:lnTo>
                  <a:lnTo>
                    <a:pt x="167037" y="160577"/>
                  </a:lnTo>
                  <a:lnTo>
                    <a:pt x="166742" y="155252"/>
                  </a:lnTo>
                  <a:lnTo>
                    <a:pt x="166277" y="149939"/>
                  </a:lnTo>
                  <a:lnTo>
                    <a:pt x="165643" y="144644"/>
                  </a:lnTo>
                  <a:lnTo>
                    <a:pt x="164840" y="139372"/>
                  </a:lnTo>
                  <a:lnTo>
                    <a:pt x="163870" y="134128"/>
                  </a:lnTo>
                  <a:lnTo>
                    <a:pt x="162732" y="128918"/>
                  </a:lnTo>
                  <a:lnTo>
                    <a:pt x="161429" y="123746"/>
                  </a:lnTo>
                  <a:lnTo>
                    <a:pt x="159962" y="118619"/>
                  </a:lnTo>
                  <a:lnTo>
                    <a:pt x="158332" y="113541"/>
                  </a:lnTo>
                  <a:lnTo>
                    <a:pt x="156541" y="108518"/>
                  </a:lnTo>
                  <a:lnTo>
                    <a:pt x="154591" y="103555"/>
                  </a:lnTo>
                  <a:lnTo>
                    <a:pt x="152483" y="98656"/>
                  </a:lnTo>
                  <a:lnTo>
                    <a:pt x="150220" y="93827"/>
                  </a:lnTo>
                  <a:lnTo>
                    <a:pt x="147804" y="89072"/>
                  </a:lnTo>
                  <a:lnTo>
                    <a:pt x="145238" y="84397"/>
                  </a:lnTo>
                  <a:lnTo>
                    <a:pt x="142524" y="79807"/>
                  </a:lnTo>
                  <a:lnTo>
                    <a:pt x="139665" y="75305"/>
                  </a:lnTo>
                  <a:lnTo>
                    <a:pt x="136663" y="70897"/>
                  </a:lnTo>
                  <a:lnTo>
                    <a:pt x="133523" y="66586"/>
                  </a:lnTo>
                  <a:lnTo>
                    <a:pt x="130247" y="62378"/>
                  </a:lnTo>
                  <a:lnTo>
                    <a:pt x="126838" y="58277"/>
                  </a:lnTo>
                  <a:lnTo>
                    <a:pt x="123300" y="54287"/>
                  </a:lnTo>
                  <a:lnTo>
                    <a:pt x="119637" y="50411"/>
                  </a:lnTo>
                  <a:lnTo>
                    <a:pt x="115851" y="46654"/>
                  </a:lnTo>
                  <a:lnTo>
                    <a:pt x="111948" y="43020"/>
                  </a:lnTo>
                  <a:lnTo>
                    <a:pt x="107931" y="39512"/>
                  </a:lnTo>
                  <a:lnTo>
                    <a:pt x="103804" y="36135"/>
                  </a:lnTo>
                  <a:lnTo>
                    <a:pt x="99572" y="32890"/>
                  </a:lnTo>
                  <a:lnTo>
                    <a:pt x="95238" y="29782"/>
                  </a:lnTo>
                  <a:lnTo>
                    <a:pt x="90807" y="26814"/>
                  </a:lnTo>
                  <a:lnTo>
                    <a:pt x="86284" y="23989"/>
                  </a:lnTo>
                  <a:lnTo>
                    <a:pt x="81673" y="21310"/>
                  </a:lnTo>
                  <a:lnTo>
                    <a:pt x="76979" y="18779"/>
                  </a:lnTo>
                  <a:lnTo>
                    <a:pt x="72207" y="16399"/>
                  </a:lnTo>
                  <a:lnTo>
                    <a:pt x="67361" y="14172"/>
                  </a:lnTo>
                  <a:lnTo>
                    <a:pt x="62446" y="12101"/>
                  </a:lnTo>
                  <a:lnTo>
                    <a:pt x="57468" y="10188"/>
                  </a:lnTo>
                  <a:lnTo>
                    <a:pt x="52432" y="8435"/>
                  </a:lnTo>
                  <a:lnTo>
                    <a:pt x="47342" y="6843"/>
                  </a:lnTo>
                  <a:lnTo>
                    <a:pt x="42203" y="5415"/>
                  </a:lnTo>
                  <a:lnTo>
                    <a:pt x="37022" y="4151"/>
                  </a:lnTo>
                  <a:lnTo>
                    <a:pt x="31804" y="3053"/>
                  </a:lnTo>
                  <a:lnTo>
                    <a:pt x="26553" y="2122"/>
                  </a:lnTo>
                  <a:lnTo>
                    <a:pt x="21274" y="1359"/>
                  </a:lnTo>
                  <a:lnTo>
                    <a:pt x="15975" y="765"/>
                  </a:lnTo>
                  <a:lnTo>
                    <a:pt x="10659" y="340"/>
                  </a:lnTo>
                  <a:lnTo>
                    <a:pt x="533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09726" y="1735255"/>
              <a:ext cx="50820" cy="167167"/>
            </a:xfrm>
            <a:custGeom>
              <a:avLst/>
              <a:pathLst>
                <a:path w="50820" h="167167">
                  <a:moveTo>
                    <a:pt x="50820" y="0"/>
                  </a:moveTo>
                  <a:lnTo>
                    <a:pt x="44367" y="124"/>
                  </a:lnTo>
                  <a:lnTo>
                    <a:pt x="37923" y="498"/>
                  </a:lnTo>
                  <a:lnTo>
                    <a:pt x="31499" y="1120"/>
                  </a:lnTo>
                  <a:lnTo>
                    <a:pt x="25104" y="1989"/>
                  </a:lnTo>
                  <a:lnTo>
                    <a:pt x="18746" y="3105"/>
                  </a:lnTo>
                  <a:lnTo>
                    <a:pt x="12437" y="4466"/>
                  </a:lnTo>
                  <a:lnTo>
                    <a:pt x="6185" y="6069"/>
                  </a:lnTo>
                  <a:lnTo>
                    <a:pt x="0" y="7912"/>
                  </a:lnTo>
                  <a:lnTo>
                    <a:pt x="5082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09726" y="1743167"/>
              <a:ext cx="50820" cy="159255"/>
            </a:xfrm>
            <a:custGeom>
              <a:avLst/>
              <a:pathLst>
                <a:path w="50820" h="159255">
                  <a:moveTo>
                    <a:pt x="0" y="0"/>
                  </a:moveTo>
                  <a:lnTo>
                    <a:pt x="50820" y="1592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293380" y="1743167"/>
              <a:ext cx="334329" cy="326406"/>
            </a:xfrm>
            <a:custGeom>
              <a:avLst/>
              <a:pathLst>
                <a:path w="334329" h="326406">
                  <a:moveTo>
                    <a:pt x="116346" y="0"/>
                  </a:moveTo>
                  <a:lnTo>
                    <a:pt x="111335" y="1686"/>
                  </a:lnTo>
                  <a:lnTo>
                    <a:pt x="106380" y="3531"/>
                  </a:lnTo>
                  <a:lnTo>
                    <a:pt x="101485" y="5531"/>
                  </a:lnTo>
                  <a:lnTo>
                    <a:pt x="96657" y="7685"/>
                  </a:lnTo>
                  <a:lnTo>
                    <a:pt x="91898" y="9991"/>
                  </a:lnTo>
                  <a:lnTo>
                    <a:pt x="87216" y="12446"/>
                  </a:lnTo>
                  <a:lnTo>
                    <a:pt x="82613" y="15048"/>
                  </a:lnTo>
                  <a:lnTo>
                    <a:pt x="78095" y="17794"/>
                  </a:lnTo>
                  <a:lnTo>
                    <a:pt x="73665" y="20681"/>
                  </a:lnTo>
                  <a:lnTo>
                    <a:pt x="69330" y="23708"/>
                  </a:lnTo>
                  <a:lnTo>
                    <a:pt x="65092" y="26869"/>
                  </a:lnTo>
                  <a:lnTo>
                    <a:pt x="60957" y="30164"/>
                  </a:lnTo>
                  <a:lnTo>
                    <a:pt x="56927" y="33587"/>
                  </a:lnTo>
                  <a:lnTo>
                    <a:pt x="53008" y="37136"/>
                  </a:lnTo>
                  <a:lnTo>
                    <a:pt x="49203" y="40808"/>
                  </a:lnTo>
                  <a:lnTo>
                    <a:pt x="45516" y="44597"/>
                  </a:lnTo>
                  <a:lnTo>
                    <a:pt x="41951" y="48502"/>
                  </a:lnTo>
                  <a:lnTo>
                    <a:pt x="38511" y="52517"/>
                  </a:lnTo>
                  <a:lnTo>
                    <a:pt x="35200" y="56639"/>
                  </a:lnTo>
                  <a:lnTo>
                    <a:pt x="32021" y="60864"/>
                  </a:lnTo>
                  <a:lnTo>
                    <a:pt x="28977" y="65187"/>
                  </a:lnTo>
                  <a:lnTo>
                    <a:pt x="26071" y="69605"/>
                  </a:lnTo>
                  <a:lnTo>
                    <a:pt x="23306" y="74111"/>
                  </a:lnTo>
                  <a:lnTo>
                    <a:pt x="20686" y="78704"/>
                  </a:lnTo>
                  <a:lnTo>
                    <a:pt x="18212" y="83376"/>
                  </a:lnTo>
                  <a:lnTo>
                    <a:pt x="15887" y="88125"/>
                  </a:lnTo>
                  <a:lnTo>
                    <a:pt x="13713" y="92945"/>
                  </a:lnTo>
                  <a:lnTo>
                    <a:pt x="11692" y="97831"/>
                  </a:lnTo>
                  <a:lnTo>
                    <a:pt x="9828" y="102778"/>
                  </a:lnTo>
                  <a:lnTo>
                    <a:pt x="8120" y="107782"/>
                  </a:lnTo>
                  <a:lnTo>
                    <a:pt x="6572" y="112838"/>
                  </a:lnTo>
                  <a:lnTo>
                    <a:pt x="5184" y="117940"/>
                  </a:lnTo>
                  <a:lnTo>
                    <a:pt x="3959" y="123083"/>
                  </a:lnTo>
                  <a:lnTo>
                    <a:pt x="2897" y="128263"/>
                  </a:lnTo>
                  <a:lnTo>
                    <a:pt x="1999" y="133473"/>
                  </a:lnTo>
                  <a:lnTo>
                    <a:pt x="1266" y="138710"/>
                  </a:lnTo>
                  <a:lnTo>
                    <a:pt x="699" y="143966"/>
                  </a:lnTo>
                  <a:lnTo>
                    <a:pt x="299" y="149239"/>
                  </a:lnTo>
                  <a:lnTo>
                    <a:pt x="66" y="154521"/>
                  </a:lnTo>
                  <a:lnTo>
                    <a:pt x="0" y="159808"/>
                  </a:lnTo>
                  <a:lnTo>
                    <a:pt x="101" y="165094"/>
                  </a:lnTo>
                  <a:lnTo>
                    <a:pt x="369" y="170374"/>
                  </a:lnTo>
                  <a:lnTo>
                    <a:pt x="804" y="175644"/>
                  </a:lnTo>
                  <a:lnTo>
                    <a:pt x="1405" y="180897"/>
                  </a:lnTo>
                  <a:lnTo>
                    <a:pt x="2173" y="186128"/>
                  </a:lnTo>
                  <a:lnTo>
                    <a:pt x="3105" y="191333"/>
                  </a:lnTo>
                  <a:lnTo>
                    <a:pt x="4202" y="196505"/>
                  </a:lnTo>
                  <a:lnTo>
                    <a:pt x="5461" y="201640"/>
                  </a:lnTo>
                  <a:lnTo>
                    <a:pt x="6883" y="206733"/>
                  </a:lnTo>
                  <a:lnTo>
                    <a:pt x="8464" y="211778"/>
                  </a:lnTo>
                  <a:lnTo>
                    <a:pt x="10205" y="216771"/>
                  </a:lnTo>
                  <a:lnTo>
                    <a:pt x="12102" y="221706"/>
                  </a:lnTo>
                  <a:lnTo>
                    <a:pt x="14155" y="226578"/>
                  </a:lnTo>
                  <a:lnTo>
                    <a:pt x="16360" y="231384"/>
                  </a:lnTo>
                  <a:lnTo>
                    <a:pt x="18717" y="236117"/>
                  </a:lnTo>
                  <a:lnTo>
                    <a:pt x="21222" y="240773"/>
                  </a:lnTo>
                  <a:lnTo>
                    <a:pt x="23873" y="245348"/>
                  </a:lnTo>
                  <a:lnTo>
                    <a:pt x="26667" y="249836"/>
                  </a:lnTo>
                  <a:lnTo>
                    <a:pt x="29602" y="254234"/>
                  </a:lnTo>
                  <a:lnTo>
                    <a:pt x="32674" y="258537"/>
                  </a:lnTo>
                  <a:lnTo>
                    <a:pt x="35882" y="262741"/>
                  </a:lnTo>
                  <a:lnTo>
                    <a:pt x="39220" y="266841"/>
                  </a:lnTo>
                  <a:lnTo>
                    <a:pt x="42686" y="270833"/>
                  </a:lnTo>
                  <a:lnTo>
                    <a:pt x="46277" y="274714"/>
                  </a:lnTo>
                  <a:lnTo>
                    <a:pt x="49989" y="278479"/>
                  </a:lnTo>
                  <a:lnTo>
                    <a:pt x="53818" y="282126"/>
                  </a:lnTo>
                  <a:lnTo>
                    <a:pt x="57761" y="285649"/>
                  </a:lnTo>
                  <a:lnTo>
                    <a:pt x="61813" y="289045"/>
                  </a:lnTo>
                  <a:lnTo>
                    <a:pt x="65970" y="292312"/>
                  </a:lnTo>
                  <a:lnTo>
                    <a:pt x="70228" y="295446"/>
                  </a:lnTo>
                  <a:lnTo>
                    <a:pt x="74584" y="298444"/>
                  </a:lnTo>
                  <a:lnTo>
                    <a:pt x="79032" y="301302"/>
                  </a:lnTo>
                  <a:lnTo>
                    <a:pt x="83568" y="304018"/>
                  </a:lnTo>
                  <a:lnTo>
                    <a:pt x="88188" y="306589"/>
                  </a:lnTo>
                  <a:lnTo>
                    <a:pt x="92887" y="309013"/>
                  </a:lnTo>
                  <a:lnTo>
                    <a:pt x="97661" y="311287"/>
                  </a:lnTo>
                  <a:lnTo>
                    <a:pt x="102503" y="313410"/>
                  </a:lnTo>
                  <a:lnTo>
                    <a:pt x="107411" y="315377"/>
                  </a:lnTo>
                  <a:lnTo>
                    <a:pt x="112378" y="317189"/>
                  </a:lnTo>
                  <a:lnTo>
                    <a:pt x="117400" y="318843"/>
                  </a:lnTo>
                  <a:lnTo>
                    <a:pt x="122472" y="320337"/>
                  </a:lnTo>
                  <a:lnTo>
                    <a:pt x="127588" y="321670"/>
                  </a:lnTo>
                  <a:lnTo>
                    <a:pt x="132745" y="322840"/>
                  </a:lnTo>
                  <a:lnTo>
                    <a:pt x="137935" y="323847"/>
                  </a:lnTo>
                  <a:lnTo>
                    <a:pt x="143155" y="324689"/>
                  </a:lnTo>
                  <a:lnTo>
                    <a:pt x="148399" y="325365"/>
                  </a:lnTo>
                  <a:lnTo>
                    <a:pt x="153661" y="325876"/>
                  </a:lnTo>
                  <a:lnTo>
                    <a:pt x="158938" y="326220"/>
                  </a:lnTo>
                  <a:lnTo>
                    <a:pt x="164222" y="326396"/>
                  </a:lnTo>
                  <a:lnTo>
                    <a:pt x="169509" y="326406"/>
                  </a:lnTo>
                  <a:lnTo>
                    <a:pt x="174794" y="326248"/>
                  </a:lnTo>
                  <a:lnTo>
                    <a:pt x="180071" y="325923"/>
                  </a:lnTo>
                  <a:lnTo>
                    <a:pt x="185336" y="325432"/>
                  </a:lnTo>
                  <a:lnTo>
                    <a:pt x="190582" y="324774"/>
                  </a:lnTo>
                  <a:lnTo>
                    <a:pt x="195805" y="323951"/>
                  </a:lnTo>
                  <a:lnTo>
                    <a:pt x="200999" y="322963"/>
                  </a:lnTo>
                  <a:lnTo>
                    <a:pt x="206159" y="321811"/>
                  </a:lnTo>
                  <a:lnTo>
                    <a:pt x="211281" y="320496"/>
                  </a:lnTo>
                  <a:lnTo>
                    <a:pt x="216358" y="319021"/>
                  </a:lnTo>
                  <a:lnTo>
                    <a:pt x="221386" y="317385"/>
                  </a:lnTo>
                  <a:lnTo>
                    <a:pt x="226360" y="315591"/>
                  </a:lnTo>
                  <a:lnTo>
                    <a:pt x="231274" y="313641"/>
                  </a:lnTo>
                  <a:lnTo>
                    <a:pt x="236125" y="311536"/>
                  </a:lnTo>
                  <a:lnTo>
                    <a:pt x="240906" y="309279"/>
                  </a:lnTo>
                  <a:lnTo>
                    <a:pt x="245614" y="306872"/>
                  </a:lnTo>
                  <a:lnTo>
                    <a:pt x="250243" y="304318"/>
                  </a:lnTo>
                  <a:lnTo>
                    <a:pt x="254789" y="301618"/>
                  </a:lnTo>
                  <a:lnTo>
                    <a:pt x="259247" y="298776"/>
                  </a:lnTo>
                  <a:lnTo>
                    <a:pt x="263613" y="295794"/>
                  </a:lnTo>
                  <a:lnTo>
                    <a:pt x="267883" y="292675"/>
                  </a:lnTo>
                  <a:lnTo>
                    <a:pt x="272052" y="289423"/>
                  </a:lnTo>
                  <a:lnTo>
                    <a:pt x="276116" y="286041"/>
                  </a:lnTo>
                  <a:lnTo>
                    <a:pt x="280071" y="282532"/>
                  </a:lnTo>
                  <a:lnTo>
                    <a:pt x="283914" y="278900"/>
                  </a:lnTo>
                  <a:lnTo>
                    <a:pt x="287639" y="275148"/>
                  </a:lnTo>
                  <a:lnTo>
                    <a:pt x="291244" y="271280"/>
                  </a:lnTo>
                  <a:lnTo>
                    <a:pt x="294724" y="267300"/>
                  </a:lnTo>
                  <a:lnTo>
                    <a:pt x="298078" y="263212"/>
                  </a:lnTo>
                  <a:lnTo>
                    <a:pt x="301300" y="259020"/>
                  </a:lnTo>
                  <a:lnTo>
                    <a:pt x="304388" y="254728"/>
                  </a:lnTo>
                  <a:lnTo>
                    <a:pt x="307338" y="250341"/>
                  </a:lnTo>
                  <a:lnTo>
                    <a:pt x="310149" y="245862"/>
                  </a:lnTo>
                  <a:lnTo>
                    <a:pt x="312816" y="241297"/>
                  </a:lnTo>
                  <a:lnTo>
                    <a:pt x="315338" y="236650"/>
                  </a:lnTo>
                  <a:lnTo>
                    <a:pt x="317712" y="231925"/>
                  </a:lnTo>
                  <a:lnTo>
                    <a:pt x="319934" y="227128"/>
                  </a:lnTo>
                  <a:lnTo>
                    <a:pt x="322004" y="222263"/>
                  </a:lnTo>
                  <a:lnTo>
                    <a:pt x="323920" y="217335"/>
                  </a:lnTo>
                  <a:lnTo>
                    <a:pt x="325678" y="212348"/>
                  </a:lnTo>
                  <a:lnTo>
                    <a:pt x="327278" y="207309"/>
                  </a:lnTo>
                  <a:lnTo>
                    <a:pt x="328717" y="202221"/>
                  </a:lnTo>
                  <a:lnTo>
                    <a:pt x="329995" y="197091"/>
                  </a:lnTo>
                  <a:lnTo>
                    <a:pt x="331111" y="191922"/>
                  </a:lnTo>
                  <a:lnTo>
                    <a:pt x="332062" y="186721"/>
                  </a:lnTo>
                  <a:lnTo>
                    <a:pt x="332848" y="181493"/>
                  </a:lnTo>
                  <a:lnTo>
                    <a:pt x="333468" y="176242"/>
                  </a:lnTo>
                  <a:lnTo>
                    <a:pt x="333922" y="170974"/>
                  </a:lnTo>
                  <a:lnTo>
                    <a:pt x="334209" y="165695"/>
                  </a:lnTo>
                  <a:lnTo>
                    <a:pt x="334329" y="160409"/>
                  </a:lnTo>
                  <a:lnTo>
                    <a:pt x="334282" y="155121"/>
                  </a:lnTo>
                  <a:lnTo>
                    <a:pt x="334068" y="149839"/>
                  </a:lnTo>
                  <a:lnTo>
                    <a:pt x="333687" y="144565"/>
                  </a:lnTo>
                  <a:lnTo>
                    <a:pt x="333139" y="139306"/>
                  </a:lnTo>
                  <a:lnTo>
                    <a:pt x="332425" y="134067"/>
                  </a:lnTo>
                  <a:lnTo>
                    <a:pt x="331546" y="128854"/>
                  </a:lnTo>
                  <a:lnTo>
                    <a:pt x="330502" y="123670"/>
                  </a:lnTo>
                  <a:lnTo>
                    <a:pt x="329295" y="118523"/>
                  </a:lnTo>
                  <a:lnTo>
                    <a:pt x="327926" y="113416"/>
                  </a:lnTo>
                  <a:lnTo>
                    <a:pt x="326396" y="108355"/>
                  </a:lnTo>
                  <a:lnTo>
                    <a:pt x="324706" y="103344"/>
                  </a:lnTo>
                  <a:lnTo>
                    <a:pt x="322859" y="98390"/>
                  </a:lnTo>
                  <a:lnTo>
                    <a:pt x="320857" y="93497"/>
                  </a:lnTo>
                  <a:lnTo>
                    <a:pt x="318700" y="88669"/>
                  </a:lnTo>
                  <a:lnTo>
                    <a:pt x="316392" y="83912"/>
                  </a:lnTo>
                  <a:lnTo>
                    <a:pt x="313935" y="79231"/>
                  </a:lnTo>
                  <a:lnTo>
                    <a:pt x="311331" y="74629"/>
                  </a:lnTo>
                  <a:lnTo>
                    <a:pt x="308582" y="70112"/>
                  </a:lnTo>
                  <a:lnTo>
                    <a:pt x="305693" y="65685"/>
                  </a:lnTo>
                  <a:lnTo>
                    <a:pt x="302664" y="61351"/>
                  </a:lnTo>
                  <a:lnTo>
                    <a:pt x="299500" y="57114"/>
                  </a:lnTo>
                  <a:lnTo>
                    <a:pt x="296204" y="52981"/>
                  </a:lnTo>
                  <a:lnTo>
                    <a:pt x="292778" y="48953"/>
                  </a:lnTo>
                  <a:lnTo>
                    <a:pt x="289227" y="45036"/>
                  </a:lnTo>
                  <a:lnTo>
                    <a:pt x="285554" y="41233"/>
                  </a:lnTo>
                  <a:lnTo>
                    <a:pt x="281762" y="37548"/>
                  </a:lnTo>
                  <a:lnTo>
                    <a:pt x="277856" y="33984"/>
                  </a:lnTo>
                  <a:lnTo>
                    <a:pt x="273839" y="30546"/>
                  </a:lnTo>
                  <a:lnTo>
                    <a:pt x="269715" y="27237"/>
                  </a:lnTo>
                  <a:lnTo>
                    <a:pt x="265489" y="24060"/>
                  </a:lnTo>
                  <a:lnTo>
                    <a:pt x="261164" y="21018"/>
                  </a:lnTo>
                  <a:lnTo>
                    <a:pt x="256745" y="18115"/>
                  </a:lnTo>
                  <a:lnTo>
                    <a:pt x="252237" y="15353"/>
                  </a:lnTo>
                  <a:lnTo>
                    <a:pt x="247644" y="12734"/>
                  </a:lnTo>
                  <a:lnTo>
                    <a:pt x="242970" y="10262"/>
                  </a:lnTo>
                  <a:lnTo>
                    <a:pt x="238220" y="7940"/>
                  </a:lnTo>
                  <a:lnTo>
                    <a:pt x="233399" y="5768"/>
                  </a:lnTo>
                  <a:lnTo>
                    <a:pt x="228512" y="3750"/>
                  </a:lnTo>
                  <a:lnTo>
                    <a:pt x="167166" y="1592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60546" y="1735255"/>
              <a:ext cx="61345" cy="167167"/>
            </a:xfrm>
            <a:custGeom>
              <a:avLst/>
              <a:pathLst>
                <a:path w="61345" h="167167">
                  <a:moveTo>
                    <a:pt x="61345" y="11663"/>
                  </a:moveTo>
                  <a:lnTo>
                    <a:pt x="55460" y="9468"/>
                  </a:lnTo>
                  <a:lnTo>
                    <a:pt x="49497" y="7496"/>
                  </a:lnTo>
                  <a:lnTo>
                    <a:pt x="43464" y="5749"/>
                  </a:lnTo>
                  <a:lnTo>
                    <a:pt x="37369" y="4230"/>
                  </a:lnTo>
                  <a:lnTo>
                    <a:pt x="31222" y="2941"/>
                  </a:lnTo>
                  <a:lnTo>
                    <a:pt x="25030" y="1884"/>
                  </a:lnTo>
                  <a:lnTo>
                    <a:pt x="18804" y="1060"/>
                  </a:lnTo>
                  <a:lnTo>
                    <a:pt x="12550" y="471"/>
                  </a:lnTo>
                  <a:lnTo>
                    <a:pt x="6279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915684" y="1379510"/>
              <a:ext cx="326236" cy="334329"/>
            </a:xfrm>
            <a:custGeom>
              <a:avLst/>
              <a:pathLst>
                <a:path w="326236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5" y="3006"/>
                  </a:lnTo>
                  <a:lnTo>
                    <a:pt x="130415" y="4087"/>
                  </a:lnTo>
                  <a:lnTo>
                    <a:pt x="125272" y="5331"/>
                  </a:lnTo>
                  <a:lnTo>
                    <a:pt x="120171" y="6738"/>
                  </a:lnTo>
                  <a:lnTo>
                    <a:pt x="115117" y="8305"/>
                  </a:lnTo>
                  <a:lnTo>
                    <a:pt x="110115" y="10032"/>
                  </a:lnTo>
                  <a:lnTo>
                    <a:pt x="105170" y="11916"/>
                  </a:lnTo>
                  <a:lnTo>
                    <a:pt x="100288" y="13956"/>
                  </a:lnTo>
                  <a:lnTo>
                    <a:pt x="95472" y="16149"/>
                  </a:lnTo>
                  <a:lnTo>
                    <a:pt x="90728" y="18493"/>
                  </a:lnTo>
                  <a:lnTo>
                    <a:pt x="86061" y="20987"/>
                  </a:lnTo>
                  <a:lnTo>
                    <a:pt x="81475" y="23626"/>
                  </a:lnTo>
                  <a:lnTo>
                    <a:pt x="76975" y="26410"/>
                  </a:lnTo>
                  <a:lnTo>
                    <a:pt x="72565" y="29335"/>
                  </a:lnTo>
                  <a:lnTo>
                    <a:pt x="68250" y="32398"/>
                  </a:lnTo>
                  <a:lnTo>
                    <a:pt x="64034" y="35595"/>
                  </a:lnTo>
                  <a:lnTo>
                    <a:pt x="59922" y="38925"/>
                  </a:lnTo>
                  <a:lnTo>
                    <a:pt x="55916" y="42383"/>
                  </a:lnTo>
                  <a:lnTo>
                    <a:pt x="52023" y="45967"/>
                  </a:lnTo>
                  <a:lnTo>
                    <a:pt x="48244" y="49671"/>
                  </a:lnTo>
                  <a:lnTo>
                    <a:pt x="44585" y="53494"/>
                  </a:lnTo>
                  <a:lnTo>
                    <a:pt x="41049" y="57430"/>
                  </a:lnTo>
                  <a:lnTo>
                    <a:pt x="37639" y="61476"/>
                  </a:lnTo>
                  <a:lnTo>
                    <a:pt x="34359" y="65628"/>
                  </a:lnTo>
                  <a:lnTo>
                    <a:pt x="31212" y="69882"/>
                  </a:lnTo>
                  <a:lnTo>
                    <a:pt x="28201" y="74233"/>
                  </a:lnTo>
                  <a:lnTo>
                    <a:pt x="25329" y="78678"/>
                  </a:lnTo>
                  <a:lnTo>
                    <a:pt x="22599" y="83211"/>
                  </a:lnTo>
                  <a:lnTo>
                    <a:pt x="20014" y="87828"/>
                  </a:lnTo>
                  <a:lnTo>
                    <a:pt x="17577" y="92525"/>
                  </a:lnTo>
                  <a:lnTo>
                    <a:pt x="15290" y="97297"/>
                  </a:lnTo>
                  <a:lnTo>
                    <a:pt x="13154" y="102138"/>
                  </a:lnTo>
                  <a:lnTo>
                    <a:pt x="11173" y="107045"/>
                  </a:lnTo>
                  <a:lnTo>
                    <a:pt x="9349" y="112012"/>
                  </a:lnTo>
                  <a:lnTo>
                    <a:pt x="7682" y="117034"/>
                  </a:lnTo>
                  <a:lnTo>
                    <a:pt x="6175" y="122106"/>
                  </a:lnTo>
                  <a:lnTo>
                    <a:pt x="4830" y="127224"/>
                  </a:lnTo>
                  <a:lnTo>
                    <a:pt x="3647" y="132382"/>
                  </a:lnTo>
                  <a:lnTo>
                    <a:pt x="2628" y="137574"/>
                  </a:lnTo>
                  <a:lnTo>
                    <a:pt x="1774" y="142796"/>
                  </a:lnTo>
                  <a:lnTo>
                    <a:pt x="1085" y="148043"/>
                  </a:lnTo>
                  <a:lnTo>
                    <a:pt x="563" y="153308"/>
                  </a:lnTo>
                  <a:lnTo>
                    <a:pt x="208" y="158588"/>
                  </a:lnTo>
                  <a:lnTo>
                    <a:pt x="20" y="163876"/>
                  </a:lnTo>
                  <a:lnTo>
                    <a:pt x="0" y="169168"/>
                  </a:lnTo>
                  <a:lnTo>
                    <a:pt x="147" y="174457"/>
                  </a:lnTo>
                  <a:lnTo>
                    <a:pt x="461" y="179739"/>
                  </a:lnTo>
                  <a:lnTo>
                    <a:pt x="942" y="185009"/>
                  </a:lnTo>
                  <a:lnTo>
                    <a:pt x="1590" y="190261"/>
                  </a:lnTo>
                  <a:lnTo>
                    <a:pt x="2404" y="195489"/>
                  </a:lnTo>
                  <a:lnTo>
                    <a:pt x="3383" y="200689"/>
                  </a:lnTo>
                  <a:lnTo>
                    <a:pt x="4526" y="205856"/>
                  </a:lnTo>
                  <a:lnTo>
                    <a:pt x="5832" y="210984"/>
                  </a:lnTo>
                  <a:lnTo>
                    <a:pt x="7300" y="216068"/>
                  </a:lnTo>
                  <a:lnTo>
                    <a:pt x="8928" y="221103"/>
                  </a:lnTo>
                  <a:lnTo>
                    <a:pt x="10714" y="226083"/>
                  </a:lnTo>
                  <a:lnTo>
                    <a:pt x="12657" y="231005"/>
                  </a:lnTo>
                  <a:lnTo>
                    <a:pt x="14755" y="235863"/>
                  </a:lnTo>
                  <a:lnTo>
                    <a:pt x="17005" y="240652"/>
                  </a:lnTo>
                  <a:lnTo>
                    <a:pt x="19407" y="245368"/>
                  </a:lnTo>
                  <a:lnTo>
                    <a:pt x="21956" y="250005"/>
                  </a:lnTo>
                  <a:lnTo>
                    <a:pt x="24650" y="254559"/>
                  </a:lnTo>
                  <a:lnTo>
                    <a:pt x="27487" y="259025"/>
                  </a:lnTo>
                  <a:lnTo>
                    <a:pt x="30465" y="263400"/>
                  </a:lnTo>
                  <a:lnTo>
                    <a:pt x="33579" y="267678"/>
                  </a:lnTo>
                  <a:lnTo>
                    <a:pt x="36827" y="271855"/>
                  </a:lnTo>
                  <a:lnTo>
                    <a:pt x="40206" y="275927"/>
                  </a:lnTo>
                  <a:lnTo>
                    <a:pt x="43712" y="279891"/>
                  </a:lnTo>
                  <a:lnTo>
                    <a:pt x="47341" y="283741"/>
                  </a:lnTo>
                  <a:lnTo>
                    <a:pt x="51091" y="287475"/>
                  </a:lnTo>
                  <a:lnTo>
                    <a:pt x="54957" y="291088"/>
                  </a:lnTo>
                  <a:lnTo>
                    <a:pt x="58935" y="294577"/>
                  </a:lnTo>
                  <a:lnTo>
                    <a:pt x="63022" y="297939"/>
                  </a:lnTo>
                  <a:lnTo>
                    <a:pt x="67213" y="301169"/>
                  </a:lnTo>
                  <a:lnTo>
                    <a:pt x="71504" y="304265"/>
                  </a:lnTo>
                  <a:lnTo>
                    <a:pt x="75891" y="307224"/>
                  </a:lnTo>
                  <a:lnTo>
                    <a:pt x="80370" y="310042"/>
                  </a:lnTo>
                  <a:lnTo>
                    <a:pt x="84935" y="312717"/>
                  </a:lnTo>
                  <a:lnTo>
                    <a:pt x="89583" y="315246"/>
                  </a:lnTo>
                  <a:lnTo>
                    <a:pt x="94309" y="317627"/>
                  </a:lnTo>
                  <a:lnTo>
                    <a:pt x="99107" y="319858"/>
                  </a:lnTo>
                  <a:lnTo>
                    <a:pt x="103974" y="321935"/>
                  </a:lnTo>
                  <a:lnTo>
                    <a:pt x="108904" y="323857"/>
                  </a:lnTo>
                  <a:lnTo>
                    <a:pt x="113892" y="325622"/>
                  </a:lnTo>
                  <a:lnTo>
                    <a:pt x="118934" y="327229"/>
                  </a:lnTo>
                  <a:lnTo>
                    <a:pt x="124024" y="328675"/>
                  </a:lnTo>
                  <a:lnTo>
                    <a:pt x="129158" y="329959"/>
                  </a:lnTo>
                  <a:lnTo>
                    <a:pt x="134329" y="331080"/>
                  </a:lnTo>
                  <a:lnTo>
                    <a:pt x="139533" y="332037"/>
                  </a:lnTo>
                  <a:lnTo>
                    <a:pt x="144765" y="332828"/>
                  </a:lnTo>
                  <a:lnTo>
                    <a:pt x="150020" y="333454"/>
                  </a:lnTo>
                  <a:lnTo>
                    <a:pt x="155291" y="333913"/>
                  </a:lnTo>
                  <a:lnTo>
                    <a:pt x="160575" y="334205"/>
                  </a:lnTo>
                  <a:lnTo>
                    <a:pt x="165865" y="334329"/>
                  </a:lnTo>
                  <a:lnTo>
                    <a:pt x="171156" y="334286"/>
                  </a:lnTo>
                  <a:lnTo>
                    <a:pt x="176443" y="334076"/>
                  </a:lnTo>
                  <a:lnTo>
                    <a:pt x="181722" y="333699"/>
                  </a:lnTo>
                  <a:lnTo>
                    <a:pt x="186985" y="333154"/>
                  </a:lnTo>
                  <a:lnTo>
                    <a:pt x="192228" y="332443"/>
                  </a:lnTo>
                  <a:lnTo>
                    <a:pt x="197447" y="331567"/>
                  </a:lnTo>
                  <a:lnTo>
                    <a:pt x="202635" y="330526"/>
                  </a:lnTo>
                  <a:lnTo>
                    <a:pt x="207788" y="329321"/>
                  </a:lnTo>
                  <a:lnTo>
                    <a:pt x="212899" y="327954"/>
                  </a:lnTo>
                  <a:lnTo>
                    <a:pt x="217965" y="326425"/>
                  </a:lnTo>
                  <a:lnTo>
                    <a:pt x="222980" y="324737"/>
                  </a:lnTo>
                  <a:lnTo>
                    <a:pt x="227940" y="322892"/>
                  </a:lnTo>
                  <a:lnTo>
                    <a:pt x="232838" y="320890"/>
                  </a:lnTo>
                  <a:lnTo>
                    <a:pt x="237670" y="318734"/>
                  </a:lnTo>
                  <a:lnTo>
                    <a:pt x="242432" y="316426"/>
                  </a:lnTo>
                  <a:lnTo>
                    <a:pt x="247118" y="313969"/>
                  </a:lnTo>
                  <a:lnTo>
                    <a:pt x="251725" y="311364"/>
                  </a:lnTo>
                  <a:lnTo>
                    <a:pt x="256246" y="308616"/>
                  </a:lnTo>
                  <a:lnTo>
                    <a:pt x="260678" y="305725"/>
                  </a:lnTo>
                  <a:lnTo>
                    <a:pt x="265017" y="302696"/>
                  </a:lnTo>
                  <a:lnTo>
                    <a:pt x="269257" y="299530"/>
                  </a:lnTo>
                  <a:lnTo>
                    <a:pt x="273395" y="296233"/>
                  </a:lnTo>
                  <a:lnTo>
                    <a:pt x="277427" y="292805"/>
                  </a:lnTo>
                  <a:lnTo>
                    <a:pt x="281348" y="289252"/>
                  </a:lnTo>
                  <a:lnTo>
                    <a:pt x="285155" y="285577"/>
                  </a:lnTo>
                  <a:lnTo>
                    <a:pt x="288844" y="281783"/>
                  </a:lnTo>
                  <a:lnTo>
                    <a:pt x="292410" y="277874"/>
                  </a:lnTo>
                  <a:lnTo>
                    <a:pt x="295851" y="273854"/>
                  </a:lnTo>
                  <a:lnTo>
                    <a:pt x="299164" y="269728"/>
                  </a:lnTo>
                  <a:lnTo>
                    <a:pt x="302344" y="265498"/>
                  </a:lnTo>
                  <a:lnTo>
                    <a:pt x="305388" y="261170"/>
                  </a:lnTo>
                  <a:lnTo>
                    <a:pt x="308294" y="256748"/>
                  </a:lnTo>
                  <a:lnTo>
                    <a:pt x="311058" y="252236"/>
                  </a:lnTo>
                  <a:lnTo>
                    <a:pt x="313679" y="247639"/>
                  </a:lnTo>
                  <a:lnTo>
                    <a:pt x="316152" y="242961"/>
                  </a:lnTo>
                  <a:lnTo>
                    <a:pt x="318477" y="238207"/>
                  </a:lnTo>
                  <a:lnTo>
                    <a:pt x="320649" y="233382"/>
                  </a:lnTo>
                  <a:lnTo>
                    <a:pt x="322668" y="228491"/>
                  </a:lnTo>
                  <a:lnTo>
                    <a:pt x="324531" y="223538"/>
                  </a:lnTo>
                  <a:lnTo>
                    <a:pt x="326236" y="21852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59081" cy="51362"/>
            </a:xfrm>
            <a:custGeom>
              <a:avLst/>
              <a:pathLst>
                <a:path w="159081" h="51362">
                  <a:moveTo>
                    <a:pt x="159081" y="513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59396" cy="51362"/>
            </a:xfrm>
            <a:custGeom>
              <a:avLst/>
              <a:pathLst>
                <a:path w="159396" h="51362">
                  <a:moveTo>
                    <a:pt x="159081" y="51362"/>
                  </a:moveTo>
                  <a:lnTo>
                    <a:pt x="159396" y="50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379510"/>
              <a:ext cx="167148" cy="217543"/>
            </a:xfrm>
            <a:custGeom>
              <a:avLst/>
              <a:pathLst>
                <a:path w="167148" h="217543">
                  <a:moveTo>
                    <a:pt x="159396" y="217543"/>
                  </a:moveTo>
                  <a:lnTo>
                    <a:pt x="160942" y="212360"/>
                  </a:lnTo>
                  <a:lnTo>
                    <a:pt x="162320" y="207129"/>
                  </a:lnTo>
                  <a:lnTo>
                    <a:pt x="163528" y="201856"/>
                  </a:lnTo>
                  <a:lnTo>
                    <a:pt x="164565" y="196547"/>
                  </a:lnTo>
                  <a:lnTo>
                    <a:pt x="165429" y="191207"/>
                  </a:lnTo>
                  <a:lnTo>
                    <a:pt x="166121" y="185842"/>
                  </a:lnTo>
                  <a:lnTo>
                    <a:pt x="166638" y="180457"/>
                  </a:lnTo>
                  <a:lnTo>
                    <a:pt x="166981" y="175059"/>
                  </a:lnTo>
                  <a:lnTo>
                    <a:pt x="167148" y="169652"/>
                  </a:lnTo>
                  <a:lnTo>
                    <a:pt x="167141" y="164243"/>
                  </a:lnTo>
                  <a:lnTo>
                    <a:pt x="166959" y="158837"/>
                  </a:lnTo>
                  <a:lnTo>
                    <a:pt x="166602" y="153439"/>
                  </a:lnTo>
                  <a:lnTo>
                    <a:pt x="166071" y="148056"/>
                  </a:lnTo>
                  <a:lnTo>
                    <a:pt x="165366" y="142692"/>
                  </a:lnTo>
                  <a:lnTo>
                    <a:pt x="164487" y="137355"/>
                  </a:lnTo>
                  <a:lnTo>
                    <a:pt x="163436" y="132049"/>
                  </a:lnTo>
                  <a:lnTo>
                    <a:pt x="162215" y="126779"/>
                  </a:lnTo>
                  <a:lnTo>
                    <a:pt x="160823" y="121552"/>
                  </a:lnTo>
                  <a:lnTo>
                    <a:pt x="159263" y="116372"/>
                  </a:lnTo>
                  <a:lnTo>
                    <a:pt x="157536" y="111246"/>
                  </a:lnTo>
                  <a:lnTo>
                    <a:pt x="155644" y="106178"/>
                  </a:lnTo>
                  <a:lnTo>
                    <a:pt x="153590" y="101174"/>
                  </a:lnTo>
                  <a:lnTo>
                    <a:pt x="151374" y="96239"/>
                  </a:lnTo>
                  <a:lnTo>
                    <a:pt x="149000" y="91379"/>
                  </a:lnTo>
                  <a:lnTo>
                    <a:pt x="146470" y="86597"/>
                  </a:lnTo>
                  <a:lnTo>
                    <a:pt x="143786" y="81901"/>
                  </a:lnTo>
                  <a:lnTo>
                    <a:pt x="140952" y="77293"/>
                  </a:lnTo>
                  <a:lnTo>
                    <a:pt x="137970" y="72780"/>
                  </a:lnTo>
                  <a:lnTo>
                    <a:pt x="134844" y="68365"/>
                  </a:lnTo>
                  <a:lnTo>
                    <a:pt x="131577" y="64054"/>
                  </a:lnTo>
                  <a:lnTo>
                    <a:pt x="128172" y="59851"/>
                  </a:lnTo>
                  <a:lnTo>
                    <a:pt x="124633" y="55760"/>
                  </a:lnTo>
                  <a:lnTo>
                    <a:pt x="120963" y="51786"/>
                  </a:lnTo>
                  <a:lnTo>
                    <a:pt x="117166" y="47932"/>
                  </a:lnTo>
                  <a:lnTo>
                    <a:pt x="113247" y="44204"/>
                  </a:lnTo>
                  <a:lnTo>
                    <a:pt x="109209" y="40604"/>
                  </a:lnTo>
                  <a:lnTo>
                    <a:pt x="105057" y="37137"/>
                  </a:lnTo>
                  <a:lnTo>
                    <a:pt x="100795" y="33806"/>
                  </a:lnTo>
                  <a:lnTo>
                    <a:pt x="96428" y="30614"/>
                  </a:lnTo>
                  <a:lnTo>
                    <a:pt x="91959" y="27566"/>
                  </a:lnTo>
                  <a:lnTo>
                    <a:pt x="87394" y="24664"/>
                  </a:lnTo>
                  <a:lnTo>
                    <a:pt x="82738" y="21911"/>
                  </a:lnTo>
                  <a:lnTo>
                    <a:pt x="77995" y="19310"/>
                  </a:lnTo>
                  <a:lnTo>
                    <a:pt x="73170" y="16864"/>
                  </a:lnTo>
                  <a:lnTo>
                    <a:pt x="68269" y="14575"/>
                  </a:lnTo>
                  <a:lnTo>
                    <a:pt x="63296" y="12446"/>
                  </a:lnTo>
                  <a:lnTo>
                    <a:pt x="58257" y="10479"/>
                  </a:lnTo>
                  <a:lnTo>
                    <a:pt x="53156" y="8676"/>
                  </a:lnTo>
                  <a:lnTo>
                    <a:pt x="48001" y="7039"/>
                  </a:lnTo>
                  <a:lnTo>
                    <a:pt x="42795" y="5570"/>
                  </a:lnTo>
                  <a:lnTo>
                    <a:pt x="37544" y="4270"/>
                  </a:lnTo>
                  <a:lnTo>
                    <a:pt x="32254" y="3141"/>
                  </a:lnTo>
                  <a:lnTo>
                    <a:pt x="26930" y="2183"/>
                  </a:lnTo>
                  <a:lnTo>
                    <a:pt x="21578" y="1398"/>
                  </a:lnTo>
                  <a:lnTo>
                    <a:pt x="16203" y="787"/>
                  </a:lnTo>
                  <a:lnTo>
                    <a:pt x="10811" y="349"/>
                  </a:lnTo>
                  <a:lnTo>
                    <a:pt x="540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465980" y="1120312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9" y="753"/>
                  </a:lnTo>
                  <a:lnTo>
                    <a:pt x="146038" y="1338"/>
                  </a:lnTo>
                  <a:lnTo>
                    <a:pt x="140799" y="2090"/>
                  </a:lnTo>
                  <a:lnTo>
                    <a:pt x="135586" y="3007"/>
                  </a:lnTo>
                  <a:lnTo>
                    <a:pt x="130405" y="4089"/>
                  </a:lnTo>
                  <a:lnTo>
                    <a:pt x="125261" y="5334"/>
                  </a:lnTo>
                  <a:lnTo>
                    <a:pt x="120159" y="6741"/>
                  </a:lnTo>
                  <a:lnTo>
                    <a:pt x="115103" y="8310"/>
                  </a:lnTo>
                  <a:lnTo>
                    <a:pt x="110100" y="10037"/>
                  </a:lnTo>
                  <a:lnTo>
                    <a:pt x="105154" y="11922"/>
                  </a:lnTo>
                  <a:lnTo>
                    <a:pt x="100271" y="13963"/>
                  </a:lnTo>
                  <a:lnTo>
                    <a:pt x="95454" y="16157"/>
                  </a:lnTo>
                  <a:lnTo>
                    <a:pt x="90709" y="18502"/>
                  </a:lnTo>
                  <a:lnTo>
                    <a:pt x="86041" y="20997"/>
                  </a:lnTo>
                  <a:lnTo>
                    <a:pt x="81454" y="23638"/>
                  </a:lnTo>
                  <a:lnTo>
                    <a:pt x="76954" y="26423"/>
                  </a:lnTo>
                  <a:lnTo>
                    <a:pt x="72543" y="29349"/>
                  </a:lnTo>
                  <a:lnTo>
                    <a:pt x="68227" y="32414"/>
                  </a:lnTo>
                  <a:lnTo>
                    <a:pt x="64011" y="35613"/>
                  </a:lnTo>
                  <a:lnTo>
                    <a:pt x="59898" y="38944"/>
                  </a:lnTo>
                  <a:lnTo>
                    <a:pt x="55892" y="42404"/>
                  </a:lnTo>
                  <a:lnTo>
                    <a:pt x="51998" y="45989"/>
                  </a:lnTo>
                  <a:lnTo>
                    <a:pt x="48220" y="49695"/>
                  </a:lnTo>
                  <a:lnTo>
                    <a:pt x="44561" y="53519"/>
                  </a:lnTo>
                  <a:lnTo>
                    <a:pt x="41024" y="57457"/>
                  </a:lnTo>
                  <a:lnTo>
                    <a:pt x="37614" y="61505"/>
                  </a:lnTo>
                  <a:lnTo>
                    <a:pt x="34334" y="65659"/>
                  </a:lnTo>
                  <a:lnTo>
                    <a:pt x="31187" y="69915"/>
                  </a:lnTo>
                  <a:lnTo>
                    <a:pt x="28177" y="74268"/>
                  </a:lnTo>
                  <a:lnTo>
                    <a:pt x="25305" y="78715"/>
                  </a:lnTo>
                  <a:lnTo>
                    <a:pt x="22576" y="83250"/>
                  </a:lnTo>
                  <a:lnTo>
                    <a:pt x="19992" y="87869"/>
                  </a:lnTo>
                  <a:lnTo>
                    <a:pt x="17555" y="92567"/>
                  </a:lnTo>
                  <a:lnTo>
                    <a:pt x="15268" y="97341"/>
                  </a:lnTo>
                  <a:lnTo>
                    <a:pt x="13134" y="102184"/>
                  </a:lnTo>
                  <a:lnTo>
                    <a:pt x="11154" y="107093"/>
                  </a:lnTo>
                  <a:lnTo>
                    <a:pt x="9330" y="112061"/>
                  </a:lnTo>
                  <a:lnTo>
                    <a:pt x="7665" y="117085"/>
                  </a:lnTo>
                  <a:lnTo>
                    <a:pt x="6159" y="122160"/>
                  </a:lnTo>
                  <a:lnTo>
                    <a:pt x="4815" y="127279"/>
                  </a:lnTo>
                  <a:lnTo>
                    <a:pt x="3634" y="132438"/>
                  </a:lnTo>
                  <a:lnTo>
                    <a:pt x="2616" y="137633"/>
                  </a:lnTo>
                  <a:lnTo>
                    <a:pt x="1764" y="142856"/>
                  </a:lnTo>
                  <a:lnTo>
                    <a:pt x="1077" y="148104"/>
                  </a:lnTo>
                  <a:lnTo>
                    <a:pt x="557" y="153372"/>
                  </a:lnTo>
                  <a:lnTo>
                    <a:pt x="204" y="158653"/>
                  </a:lnTo>
                  <a:lnTo>
                    <a:pt x="18" y="163942"/>
                  </a:lnTo>
                  <a:lnTo>
                    <a:pt x="0" y="169235"/>
                  </a:lnTo>
                  <a:lnTo>
                    <a:pt x="149" y="174526"/>
                  </a:lnTo>
                  <a:lnTo>
                    <a:pt x="465" y="179809"/>
                  </a:lnTo>
                  <a:lnTo>
                    <a:pt x="949" y="185080"/>
                  </a:lnTo>
                  <a:lnTo>
                    <a:pt x="1600" y="190333"/>
                  </a:lnTo>
                  <a:lnTo>
                    <a:pt x="2416" y="195562"/>
                  </a:lnTo>
                  <a:lnTo>
                    <a:pt x="3398" y="200763"/>
                  </a:lnTo>
                  <a:lnTo>
                    <a:pt x="4543" y="205931"/>
                  </a:lnTo>
                  <a:lnTo>
                    <a:pt x="5852" y="211059"/>
                  </a:lnTo>
                  <a:lnTo>
                    <a:pt x="7322" y="216144"/>
                  </a:lnTo>
                  <a:lnTo>
                    <a:pt x="8953" y="221179"/>
                  </a:lnTo>
                  <a:lnTo>
                    <a:pt x="10742" y="226160"/>
                  </a:lnTo>
                  <a:lnTo>
                    <a:pt x="12688" y="231083"/>
                  </a:lnTo>
                  <a:lnTo>
                    <a:pt x="14789" y="235941"/>
                  </a:lnTo>
                  <a:lnTo>
                    <a:pt x="17043" y="240730"/>
                  </a:lnTo>
                  <a:lnTo>
                    <a:pt x="19447" y="245445"/>
                  </a:lnTo>
                  <a:lnTo>
                    <a:pt x="21999" y="250082"/>
                  </a:lnTo>
                  <a:lnTo>
                    <a:pt x="24697" y="254636"/>
                  </a:lnTo>
                  <a:lnTo>
                    <a:pt x="27537" y="259102"/>
                  </a:lnTo>
                  <a:lnTo>
                    <a:pt x="30518" y="263476"/>
                  </a:lnTo>
                  <a:lnTo>
                    <a:pt x="33635" y="267753"/>
                  </a:lnTo>
                  <a:lnTo>
                    <a:pt x="36886" y="271930"/>
                  </a:lnTo>
                  <a:lnTo>
                    <a:pt x="40268" y="276001"/>
                  </a:lnTo>
                  <a:lnTo>
                    <a:pt x="43777" y="279964"/>
                  </a:lnTo>
                  <a:lnTo>
                    <a:pt x="47410" y="283813"/>
                  </a:lnTo>
                  <a:lnTo>
                    <a:pt x="51163" y="287545"/>
                  </a:lnTo>
                  <a:lnTo>
                    <a:pt x="55032" y="291157"/>
                  </a:lnTo>
                  <a:lnTo>
                    <a:pt x="59013" y="294645"/>
                  </a:lnTo>
                  <a:lnTo>
                    <a:pt x="63103" y="298004"/>
                  </a:lnTo>
                  <a:lnTo>
                    <a:pt x="67298" y="301233"/>
                  </a:lnTo>
                  <a:lnTo>
                    <a:pt x="71592" y="304327"/>
                  </a:lnTo>
                  <a:lnTo>
                    <a:pt x="75982" y="307283"/>
                  </a:lnTo>
                  <a:lnTo>
                    <a:pt x="80464" y="310099"/>
                  </a:lnTo>
                  <a:lnTo>
                    <a:pt x="85032" y="312772"/>
                  </a:lnTo>
                  <a:lnTo>
                    <a:pt x="89683" y="315299"/>
                  </a:lnTo>
                  <a:lnTo>
                    <a:pt x="94411" y="317677"/>
                  </a:lnTo>
                  <a:lnTo>
                    <a:pt x="99212" y="319905"/>
                  </a:lnTo>
                  <a:lnTo>
                    <a:pt x="104082" y="321979"/>
                  </a:lnTo>
                  <a:lnTo>
                    <a:pt x="109015" y="323898"/>
                  </a:lnTo>
                  <a:lnTo>
                    <a:pt x="114006" y="325660"/>
                  </a:lnTo>
                  <a:lnTo>
                    <a:pt x="119050" y="327264"/>
                  </a:lnTo>
                  <a:lnTo>
                    <a:pt x="124142" y="328706"/>
                  </a:lnTo>
                  <a:lnTo>
                    <a:pt x="129278" y="329987"/>
                  </a:lnTo>
                  <a:lnTo>
                    <a:pt x="134451" y="331104"/>
                  </a:lnTo>
                  <a:lnTo>
                    <a:pt x="139658" y="332058"/>
                  </a:lnTo>
                  <a:lnTo>
                    <a:pt x="144892" y="332845"/>
                  </a:lnTo>
                  <a:lnTo>
                    <a:pt x="150148" y="333467"/>
                  </a:lnTo>
                  <a:lnTo>
                    <a:pt x="155421" y="333922"/>
                  </a:lnTo>
                  <a:lnTo>
                    <a:pt x="160706" y="334210"/>
                  </a:lnTo>
                  <a:lnTo>
                    <a:pt x="165998" y="334330"/>
                  </a:lnTo>
                  <a:lnTo>
                    <a:pt x="171290" y="334283"/>
                  </a:lnTo>
                  <a:lnTo>
                    <a:pt x="176579" y="334069"/>
                  </a:lnTo>
                  <a:lnTo>
                    <a:pt x="181858" y="333686"/>
                  </a:lnTo>
                  <a:lnTo>
                    <a:pt x="187122" y="333138"/>
                  </a:lnTo>
                  <a:lnTo>
                    <a:pt x="192366" y="332422"/>
                  </a:lnTo>
                  <a:lnTo>
                    <a:pt x="197585" y="331541"/>
                  </a:lnTo>
                  <a:lnTo>
                    <a:pt x="202774" y="330495"/>
                  </a:lnTo>
                  <a:lnTo>
                    <a:pt x="207927" y="329286"/>
                  </a:lnTo>
                  <a:lnTo>
                    <a:pt x="213039" y="327914"/>
                  </a:lnTo>
                  <a:lnTo>
                    <a:pt x="218105" y="326381"/>
                  </a:lnTo>
                  <a:lnTo>
                    <a:pt x="223120" y="324688"/>
                  </a:lnTo>
                  <a:lnTo>
                    <a:pt x="228078" y="322837"/>
                  </a:lnTo>
                  <a:lnTo>
                    <a:pt x="232976" y="320830"/>
                  </a:lnTo>
                  <a:lnTo>
                    <a:pt x="237808" y="318670"/>
                  </a:lnTo>
                  <a:lnTo>
                    <a:pt x="242569" y="316357"/>
                  </a:lnTo>
                  <a:lnTo>
                    <a:pt x="247254" y="313895"/>
                  </a:lnTo>
                  <a:lnTo>
                    <a:pt x="251859" y="311285"/>
                  </a:lnTo>
                  <a:lnTo>
                    <a:pt x="256379" y="308531"/>
                  </a:lnTo>
                  <a:lnTo>
                    <a:pt x="260809" y="305636"/>
                  </a:lnTo>
                  <a:lnTo>
                    <a:pt x="265146" y="302602"/>
                  </a:lnTo>
                  <a:lnTo>
                    <a:pt x="269385" y="299431"/>
                  </a:lnTo>
                  <a:lnTo>
                    <a:pt x="273521" y="296129"/>
                  </a:lnTo>
                  <a:lnTo>
                    <a:pt x="277550" y="292697"/>
                  </a:lnTo>
                  <a:lnTo>
                    <a:pt x="281469" y="289139"/>
                  </a:lnTo>
                  <a:lnTo>
                    <a:pt x="285273" y="285459"/>
                  </a:lnTo>
                  <a:lnTo>
                    <a:pt x="288958" y="281660"/>
                  </a:lnTo>
                  <a:lnTo>
                    <a:pt x="292522" y="277747"/>
                  </a:lnTo>
                  <a:lnTo>
                    <a:pt x="295960" y="273722"/>
                  </a:lnTo>
                  <a:lnTo>
                    <a:pt x="299269" y="269591"/>
                  </a:lnTo>
                  <a:lnTo>
                    <a:pt x="302445" y="265357"/>
                  </a:lnTo>
                  <a:lnTo>
                    <a:pt x="305486" y="261025"/>
                  </a:lnTo>
                  <a:lnTo>
                    <a:pt x="308388" y="256599"/>
                  </a:lnTo>
                  <a:lnTo>
                    <a:pt x="311148" y="252083"/>
                  </a:lnTo>
                  <a:lnTo>
                    <a:pt x="313764" y="247481"/>
                  </a:lnTo>
                  <a:lnTo>
                    <a:pt x="316233" y="242800"/>
                  </a:lnTo>
                  <a:lnTo>
                    <a:pt x="318553" y="238042"/>
                  </a:lnTo>
                  <a:lnTo>
                    <a:pt x="320721" y="233214"/>
                  </a:lnTo>
                  <a:lnTo>
                    <a:pt x="322735" y="228319"/>
                  </a:lnTo>
                  <a:lnTo>
                    <a:pt x="324593" y="223363"/>
                  </a:lnTo>
                  <a:lnTo>
                    <a:pt x="326293" y="218351"/>
                  </a:lnTo>
                  <a:lnTo>
                    <a:pt x="327834" y="213287"/>
                  </a:lnTo>
                  <a:lnTo>
                    <a:pt x="329213" y="208177"/>
                  </a:lnTo>
                  <a:lnTo>
                    <a:pt x="330430" y="203026"/>
                  </a:lnTo>
                  <a:lnTo>
                    <a:pt x="331484" y="197839"/>
                  </a:lnTo>
                  <a:lnTo>
                    <a:pt x="332372" y="192621"/>
                  </a:lnTo>
                  <a:lnTo>
                    <a:pt x="333095" y="187378"/>
                  </a:lnTo>
                  <a:lnTo>
                    <a:pt x="333652" y="182115"/>
                  </a:lnTo>
                  <a:lnTo>
                    <a:pt x="334042" y="176836"/>
                  </a:lnTo>
                  <a:lnTo>
                    <a:pt x="334264" y="171548"/>
                  </a:lnTo>
                  <a:lnTo>
                    <a:pt x="334319" y="166255"/>
                  </a:lnTo>
                  <a:lnTo>
                    <a:pt x="334206" y="160964"/>
                  </a:lnTo>
                  <a:lnTo>
                    <a:pt x="333926" y="155678"/>
                  </a:lnTo>
                  <a:lnTo>
                    <a:pt x="333479" y="150404"/>
                  </a:lnTo>
                  <a:lnTo>
                    <a:pt x="332865" y="145147"/>
                  </a:lnTo>
                  <a:lnTo>
                    <a:pt x="332085" y="139912"/>
                  </a:lnTo>
                  <a:lnTo>
                    <a:pt x="331139" y="134704"/>
                  </a:lnTo>
                  <a:lnTo>
                    <a:pt x="330029" y="129529"/>
                  </a:lnTo>
                  <a:lnTo>
                    <a:pt x="328756" y="124392"/>
                  </a:lnTo>
                  <a:lnTo>
                    <a:pt x="327321" y="119297"/>
                  </a:lnTo>
                  <a:lnTo>
                    <a:pt x="325725" y="114251"/>
                  </a:lnTo>
                  <a:lnTo>
                    <a:pt x="323971" y="109257"/>
                  </a:lnTo>
                  <a:lnTo>
                    <a:pt x="322059" y="104322"/>
                  </a:lnTo>
                  <a:lnTo>
                    <a:pt x="319991" y="99449"/>
                  </a:lnTo>
                  <a:lnTo>
                    <a:pt x="317771" y="94644"/>
                  </a:lnTo>
                  <a:lnTo>
                    <a:pt x="315400" y="89913"/>
                  </a:lnTo>
                  <a:lnTo>
                    <a:pt x="312880" y="85258"/>
                  </a:lnTo>
                  <a:lnTo>
                    <a:pt x="310213" y="80686"/>
                  </a:lnTo>
                  <a:lnTo>
                    <a:pt x="307404" y="76200"/>
                  </a:lnTo>
                  <a:lnTo>
                    <a:pt x="304454" y="71806"/>
                  </a:lnTo>
                  <a:lnTo>
                    <a:pt x="301366" y="67507"/>
                  </a:lnTo>
                  <a:lnTo>
                    <a:pt x="298144" y="63308"/>
                  </a:lnTo>
                  <a:lnTo>
                    <a:pt x="294790" y="59213"/>
                  </a:lnTo>
                  <a:lnTo>
                    <a:pt x="291308" y="55226"/>
                  </a:lnTo>
                  <a:lnTo>
                    <a:pt x="287702" y="51352"/>
                  </a:lnTo>
                  <a:lnTo>
                    <a:pt x="283975" y="47594"/>
                  </a:lnTo>
                  <a:lnTo>
                    <a:pt x="280131" y="43955"/>
                  </a:lnTo>
                  <a:lnTo>
                    <a:pt x="276174" y="40441"/>
                  </a:lnTo>
                  <a:lnTo>
                    <a:pt x="272108" y="37053"/>
                  </a:lnTo>
                  <a:lnTo>
                    <a:pt x="267936" y="33795"/>
                  </a:lnTo>
                  <a:lnTo>
                    <a:pt x="263663" y="30672"/>
                  </a:lnTo>
                  <a:lnTo>
                    <a:pt x="259294" y="27685"/>
                  </a:lnTo>
                  <a:lnTo>
                    <a:pt x="254832" y="24838"/>
                  </a:lnTo>
                  <a:lnTo>
                    <a:pt x="250282" y="22133"/>
                  </a:lnTo>
                  <a:lnTo>
                    <a:pt x="245649" y="19574"/>
                  </a:lnTo>
                  <a:lnTo>
                    <a:pt x="240937" y="17163"/>
                  </a:lnTo>
                  <a:lnTo>
                    <a:pt x="236151" y="14903"/>
                  </a:lnTo>
                  <a:lnTo>
                    <a:pt x="231296" y="12795"/>
                  </a:lnTo>
                  <a:lnTo>
                    <a:pt x="226377" y="1084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1154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30791"/>
              <a:ext cx="59222" cy="156689"/>
            </a:xfrm>
            <a:custGeom>
              <a:avLst/>
              <a:pathLst>
                <a:path w="59222" h="156689">
                  <a:moveTo>
                    <a:pt x="59222" y="363"/>
                  </a:moveTo>
                  <a:lnTo>
                    <a:pt x="58253" y="0"/>
                  </a:lnTo>
                  <a:lnTo>
                    <a:pt x="0" y="1566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20312"/>
              <a:ext cx="58253" cy="167167"/>
            </a:xfrm>
            <a:custGeom>
              <a:avLst/>
              <a:pathLst>
                <a:path w="58253" h="167167">
                  <a:moveTo>
                    <a:pt x="58253" y="10478"/>
                  </a:moveTo>
                  <a:lnTo>
                    <a:pt x="52640" y="8504"/>
                  </a:lnTo>
                  <a:lnTo>
                    <a:pt x="46961" y="6731"/>
                  </a:lnTo>
                  <a:lnTo>
                    <a:pt x="41221" y="5162"/>
                  </a:lnTo>
                  <a:lnTo>
                    <a:pt x="35430" y="3797"/>
                  </a:lnTo>
                  <a:lnTo>
                    <a:pt x="29594" y="2640"/>
                  </a:lnTo>
                  <a:lnTo>
                    <a:pt x="23720" y="1691"/>
                  </a:lnTo>
                  <a:lnTo>
                    <a:pt x="17816" y="952"/>
                  </a:lnTo>
                  <a:lnTo>
                    <a:pt x="11890" y="423"/>
                  </a:lnTo>
                  <a:lnTo>
                    <a:pt x="594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68527" y="971635"/>
              <a:ext cx="334103" cy="334334"/>
            </a:xfrm>
            <a:custGeom>
              <a:avLst/>
              <a:pathLst>
                <a:path w="334103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8" y="756"/>
                  </a:lnTo>
                  <a:lnTo>
                    <a:pt x="145999" y="1343"/>
                  </a:lnTo>
                  <a:lnTo>
                    <a:pt x="140752" y="2097"/>
                  </a:lnTo>
                  <a:lnTo>
                    <a:pt x="135531" y="3017"/>
                  </a:lnTo>
                  <a:lnTo>
                    <a:pt x="130342" y="4102"/>
                  </a:lnTo>
                  <a:lnTo>
                    <a:pt x="125190" y="5351"/>
                  </a:lnTo>
                  <a:lnTo>
                    <a:pt x="120080" y="6763"/>
                  </a:lnTo>
                  <a:lnTo>
                    <a:pt x="115017" y="8336"/>
                  </a:lnTo>
                  <a:lnTo>
                    <a:pt x="110007" y="10069"/>
                  </a:lnTo>
                  <a:lnTo>
                    <a:pt x="105055" y="11960"/>
                  </a:lnTo>
                  <a:lnTo>
                    <a:pt x="100164" y="14007"/>
                  </a:lnTo>
                  <a:lnTo>
                    <a:pt x="95342" y="16208"/>
                  </a:lnTo>
                  <a:lnTo>
                    <a:pt x="90591" y="18560"/>
                  </a:lnTo>
                  <a:lnTo>
                    <a:pt x="85917" y="21063"/>
                  </a:lnTo>
                  <a:lnTo>
                    <a:pt x="81326" y="23712"/>
                  </a:lnTo>
                  <a:lnTo>
                    <a:pt x="76820" y="26505"/>
                  </a:lnTo>
                  <a:lnTo>
                    <a:pt x="72405" y="29440"/>
                  </a:lnTo>
                  <a:lnTo>
                    <a:pt x="68086" y="32514"/>
                  </a:lnTo>
                  <a:lnTo>
                    <a:pt x="63866" y="35722"/>
                  </a:lnTo>
                  <a:lnTo>
                    <a:pt x="59750" y="39063"/>
                  </a:lnTo>
                  <a:lnTo>
                    <a:pt x="55742" y="42533"/>
                  </a:lnTo>
                  <a:lnTo>
                    <a:pt x="51846" y="46128"/>
                  </a:lnTo>
                  <a:lnTo>
                    <a:pt x="48066" y="49845"/>
                  </a:lnTo>
                  <a:lnTo>
                    <a:pt x="44406" y="53680"/>
                  </a:lnTo>
                  <a:lnTo>
                    <a:pt x="40869" y="57629"/>
                  </a:lnTo>
                  <a:lnTo>
                    <a:pt x="37459" y="61689"/>
                  </a:lnTo>
                  <a:lnTo>
                    <a:pt x="34180" y="65854"/>
                  </a:lnTo>
                  <a:lnTo>
                    <a:pt x="31034" y="70121"/>
                  </a:lnTo>
                  <a:lnTo>
                    <a:pt x="28026" y="74486"/>
                  </a:lnTo>
                  <a:lnTo>
                    <a:pt x="25157" y="78944"/>
                  </a:lnTo>
                  <a:lnTo>
                    <a:pt x="22431" y="83491"/>
                  </a:lnTo>
                  <a:lnTo>
                    <a:pt x="19850" y="88121"/>
                  </a:lnTo>
                  <a:lnTo>
                    <a:pt x="17418" y="92832"/>
                  </a:lnTo>
                  <a:lnTo>
                    <a:pt x="15136" y="97617"/>
                  </a:lnTo>
                  <a:lnTo>
                    <a:pt x="13007" y="102472"/>
                  </a:lnTo>
                  <a:lnTo>
                    <a:pt x="11033" y="107392"/>
                  </a:lnTo>
                  <a:lnTo>
                    <a:pt x="9216" y="112372"/>
                  </a:lnTo>
                  <a:lnTo>
                    <a:pt x="7558" y="117408"/>
                  </a:lnTo>
                  <a:lnTo>
                    <a:pt x="6061" y="122493"/>
                  </a:lnTo>
                  <a:lnTo>
                    <a:pt x="4725" y="127623"/>
                  </a:lnTo>
                  <a:lnTo>
                    <a:pt x="3553" y="132793"/>
                  </a:lnTo>
                  <a:lnTo>
                    <a:pt x="2545" y="137998"/>
                  </a:lnTo>
                  <a:lnTo>
                    <a:pt x="1703" y="143232"/>
                  </a:lnTo>
                  <a:lnTo>
                    <a:pt x="1028" y="148490"/>
                  </a:lnTo>
                  <a:lnTo>
                    <a:pt x="519" y="153767"/>
                  </a:lnTo>
                  <a:lnTo>
                    <a:pt x="178" y="159057"/>
                  </a:lnTo>
                  <a:lnTo>
                    <a:pt x="5" y="164356"/>
                  </a:lnTo>
                  <a:lnTo>
                    <a:pt x="0" y="169657"/>
                  </a:lnTo>
                  <a:lnTo>
                    <a:pt x="163" y="174956"/>
                  </a:lnTo>
                  <a:lnTo>
                    <a:pt x="493" y="180247"/>
                  </a:lnTo>
                  <a:lnTo>
                    <a:pt x="992" y="185525"/>
                  </a:lnTo>
                  <a:lnTo>
                    <a:pt x="1658" y="190784"/>
                  </a:lnTo>
                  <a:lnTo>
                    <a:pt x="2490" y="196020"/>
                  </a:lnTo>
                  <a:lnTo>
                    <a:pt x="3487" y="201226"/>
                  </a:lnTo>
                  <a:lnTo>
                    <a:pt x="4650" y="206399"/>
                  </a:lnTo>
                  <a:lnTo>
                    <a:pt x="5975" y="211531"/>
                  </a:lnTo>
                  <a:lnTo>
                    <a:pt x="7463" y="216620"/>
                  </a:lnTo>
                  <a:lnTo>
                    <a:pt x="9112" y="221658"/>
                  </a:lnTo>
                  <a:lnTo>
                    <a:pt x="10919" y="226642"/>
                  </a:lnTo>
                  <a:lnTo>
                    <a:pt x="12883" y="231566"/>
                  </a:lnTo>
                  <a:lnTo>
                    <a:pt x="15003" y="236425"/>
                  </a:lnTo>
                  <a:lnTo>
                    <a:pt x="17275" y="241214"/>
                  </a:lnTo>
                  <a:lnTo>
                    <a:pt x="19699" y="245929"/>
                  </a:lnTo>
                  <a:lnTo>
                    <a:pt x="22270" y="250565"/>
                  </a:lnTo>
                  <a:lnTo>
                    <a:pt x="24988" y="255117"/>
                  </a:lnTo>
                  <a:lnTo>
                    <a:pt x="27848" y="259581"/>
                  </a:lnTo>
                  <a:lnTo>
                    <a:pt x="30848" y="263951"/>
                  </a:lnTo>
                  <a:lnTo>
                    <a:pt x="33986" y="268224"/>
                  </a:lnTo>
                  <a:lnTo>
                    <a:pt x="37257" y="272396"/>
                  </a:lnTo>
                  <a:lnTo>
                    <a:pt x="40659" y="276462"/>
                  </a:lnTo>
                  <a:lnTo>
                    <a:pt x="44188" y="280418"/>
                  </a:lnTo>
                  <a:lnTo>
                    <a:pt x="47841" y="284260"/>
                  </a:lnTo>
                  <a:lnTo>
                    <a:pt x="51614" y="287984"/>
                  </a:lnTo>
                  <a:lnTo>
                    <a:pt x="55503" y="291586"/>
                  </a:lnTo>
                  <a:lnTo>
                    <a:pt x="59504" y="295064"/>
                  </a:lnTo>
                  <a:lnTo>
                    <a:pt x="63614" y="298413"/>
                  </a:lnTo>
                  <a:lnTo>
                    <a:pt x="67827" y="301630"/>
                  </a:lnTo>
                  <a:lnTo>
                    <a:pt x="72141" y="304712"/>
                  </a:lnTo>
                  <a:lnTo>
                    <a:pt x="76550" y="307655"/>
                  </a:lnTo>
                  <a:lnTo>
                    <a:pt x="81050" y="310457"/>
                  </a:lnTo>
                  <a:lnTo>
                    <a:pt x="85637" y="313115"/>
                  </a:lnTo>
                  <a:lnTo>
                    <a:pt x="90306" y="315626"/>
                  </a:lnTo>
                  <a:lnTo>
                    <a:pt x="95052" y="317988"/>
                  </a:lnTo>
                  <a:lnTo>
                    <a:pt x="99870" y="320198"/>
                  </a:lnTo>
                  <a:lnTo>
                    <a:pt x="104757" y="322255"/>
                  </a:lnTo>
                  <a:lnTo>
                    <a:pt x="109706" y="324155"/>
                  </a:lnTo>
                  <a:lnTo>
                    <a:pt x="114712" y="325898"/>
                  </a:lnTo>
                  <a:lnTo>
                    <a:pt x="119772" y="327480"/>
                  </a:lnTo>
                  <a:lnTo>
                    <a:pt x="124879" y="328902"/>
                  </a:lnTo>
                  <a:lnTo>
                    <a:pt x="130029" y="330161"/>
                  </a:lnTo>
                  <a:lnTo>
                    <a:pt x="135216" y="331256"/>
                  </a:lnTo>
                  <a:lnTo>
                    <a:pt x="140435" y="332186"/>
                  </a:lnTo>
                  <a:lnTo>
                    <a:pt x="145681" y="332950"/>
                  </a:lnTo>
                  <a:lnTo>
                    <a:pt x="150948" y="333548"/>
                  </a:lnTo>
                  <a:lnTo>
                    <a:pt x="156232" y="333978"/>
                  </a:lnTo>
                  <a:lnTo>
                    <a:pt x="161527" y="334240"/>
                  </a:lnTo>
                  <a:lnTo>
                    <a:pt x="166827" y="334334"/>
                  </a:lnTo>
                  <a:lnTo>
                    <a:pt x="172128" y="334260"/>
                  </a:lnTo>
                  <a:lnTo>
                    <a:pt x="177424" y="334018"/>
                  </a:lnTo>
                  <a:lnTo>
                    <a:pt x="182709" y="333609"/>
                  </a:lnTo>
                  <a:lnTo>
                    <a:pt x="187979" y="333031"/>
                  </a:lnTo>
                  <a:lnTo>
                    <a:pt x="193228" y="332288"/>
                  </a:lnTo>
                  <a:lnTo>
                    <a:pt x="198451" y="331378"/>
                  </a:lnTo>
                  <a:lnTo>
                    <a:pt x="203642" y="330302"/>
                  </a:lnTo>
                  <a:lnTo>
                    <a:pt x="208796" y="329063"/>
                  </a:lnTo>
                  <a:lnTo>
                    <a:pt x="213909" y="327661"/>
                  </a:lnTo>
                  <a:lnTo>
                    <a:pt x="218974" y="326098"/>
                  </a:lnTo>
                  <a:lnTo>
                    <a:pt x="223988" y="324375"/>
                  </a:lnTo>
                  <a:lnTo>
                    <a:pt x="228944" y="322493"/>
                  </a:lnTo>
                  <a:lnTo>
                    <a:pt x="233838" y="320456"/>
                  </a:lnTo>
                  <a:lnTo>
                    <a:pt x="238665" y="318264"/>
                  </a:lnTo>
                  <a:lnTo>
                    <a:pt x="243420" y="315920"/>
                  </a:lnTo>
                  <a:lnTo>
                    <a:pt x="248099" y="313427"/>
                  </a:lnTo>
                  <a:lnTo>
                    <a:pt x="252696" y="310787"/>
                  </a:lnTo>
                  <a:lnTo>
                    <a:pt x="257207" y="308002"/>
                  </a:lnTo>
                  <a:lnTo>
                    <a:pt x="261627" y="305075"/>
                  </a:lnTo>
                  <a:lnTo>
                    <a:pt x="265952" y="302010"/>
                  </a:lnTo>
                  <a:lnTo>
                    <a:pt x="270178" y="298810"/>
                  </a:lnTo>
                  <a:lnTo>
                    <a:pt x="274301" y="295476"/>
                  </a:lnTo>
                  <a:lnTo>
                    <a:pt x="278315" y="292014"/>
                  </a:lnTo>
                  <a:lnTo>
                    <a:pt x="282218" y="288427"/>
                  </a:lnTo>
                  <a:lnTo>
                    <a:pt x="286005" y="284717"/>
                  </a:lnTo>
                  <a:lnTo>
                    <a:pt x="289673" y="280889"/>
                  </a:lnTo>
                  <a:lnTo>
                    <a:pt x="293217" y="276947"/>
                  </a:lnTo>
                  <a:lnTo>
                    <a:pt x="296635" y="272894"/>
                  </a:lnTo>
                  <a:lnTo>
                    <a:pt x="299922" y="268735"/>
                  </a:lnTo>
                  <a:lnTo>
                    <a:pt x="303076" y="264474"/>
                  </a:lnTo>
                  <a:lnTo>
                    <a:pt x="306093" y="260115"/>
                  </a:lnTo>
                  <a:lnTo>
                    <a:pt x="308970" y="255663"/>
                  </a:lnTo>
                  <a:lnTo>
                    <a:pt x="311705" y="251121"/>
                  </a:lnTo>
                  <a:lnTo>
                    <a:pt x="314295" y="246495"/>
                  </a:lnTo>
                  <a:lnTo>
                    <a:pt x="316736" y="241789"/>
                  </a:lnTo>
                  <a:lnTo>
                    <a:pt x="319027" y="237009"/>
                  </a:lnTo>
                  <a:lnTo>
                    <a:pt x="321165" y="232158"/>
                  </a:lnTo>
                  <a:lnTo>
                    <a:pt x="323148" y="227241"/>
                  </a:lnTo>
                  <a:lnTo>
                    <a:pt x="324975" y="222265"/>
                  </a:lnTo>
                  <a:lnTo>
                    <a:pt x="326643" y="217233"/>
                  </a:lnTo>
                  <a:lnTo>
                    <a:pt x="328150" y="212150"/>
                  </a:lnTo>
                  <a:lnTo>
                    <a:pt x="329495" y="207022"/>
                  </a:lnTo>
                  <a:lnTo>
                    <a:pt x="330677" y="201854"/>
                  </a:lnTo>
                  <a:lnTo>
                    <a:pt x="331695" y="196652"/>
                  </a:lnTo>
                  <a:lnTo>
                    <a:pt x="332547" y="191419"/>
                  </a:lnTo>
                  <a:lnTo>
                    <a:pt x="333233" y="186163"/>
                  </a:lnTo>
                  <a:lnTo>
                    <a:pt x="333752" y="180887"/>
                  </a:lnTo>
                  <a:lnTo>
                    <a:pt x="334103" y="17559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38802"/>
              <a:ext cx="167057" cy="8430"/>
            </a:xfrm>
            <a:custGeom>
              <a:avLst/>
              <a:pathLst>
                <a:path w="167057" h="8430">
                  <a:moveTo>
                    <a:pt x="166954" y="8430"/>
                  </a:moveTo>
                  <a:lnTo>
                    <a:pt x="167057" y="6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971635"/>
              <a:ext cx="167166" cy="173219"/>
            </a:xfrm>
            <a:custGeom>
              <a:avLst/>
              <a:pathLst>
                <a:path w="167166" h="173219">
                  <a:moveTo>
                    <a:pt x="167057" y="173219"/>
                  </a:moveTo>
                  <a:lnTo>
                    <a:pt x="167166" y="167848"/>
                  </a:lnTo>
                  <a:lnTo>
                    <a:pt x="167101" y="162476"/>
                  </a:lnTo>
                  <a:lnTo>
                    <a:pt x="166864" y="157108"/>
                  </a:lnTo>
                  <a:lnTo>
                    <a:pt x="166455" y="151751"/>
                  </a:lnTo>
                  <a:lnTo>
                    <a:pt x="165873" y="146410"/>
                  </a:lnTo>
                  <a:lnTo>
                    <a:pt x="165121" y="141091"/>
                  </a:lnTo>
                  <a:lnTo>
                    <a:pt x="164197" y="135798"/>
                  </a:lnTo>
                  <a:lnTo>
                    <a:pt x="163105" y="130538"/>
                  </a:lnTo>
                  <a:lnTo>
                    <a:pt x="161843" y="125316"/>
                  </a:lnTo>
                  <a:lnTo>
                    <a:pt x="160415" y="120136"/>
                  </a:lnTo>
                  <a:lnTo>
                    <a:pt x="158821" y="115006"/>
                  </a:lnTo>
                  <a:lnTo>
                    <a:pt x="157062" y="109929"/>
                  </a:lnTo>
                  <a:lnTo>
                    <a:pt x="155142" y="104911"/>
                  </a:lnTo>
                  <a:lnTo>
                    <a:pt x="153061" y="99958"/>
                  </a:lnTo>
                  <a:lnTo>
                    <a:pt x="150823" y="95074"/>
                  </a:lnTo>
                  <a:lnTo>
                    <a:pt x="148428" y="90265"/>
                  </a:lnTo>
                  <a:lnTo>
                    <a:pt x="145880" y="85535"/>
                  </a:lnTo>
                  <a:lnTo>
                    <a:pt x="143182" y="80889"/>
                  </a:lnTo>
                  <a:lnTo>
                    <a:pt x="140335" y="76333"/>
                  </a:lnTo>
                  <a:lnTo>
                    <a:pt x="137344" y="71870"/>
                  </a:lnTo>
                  <a:lnTo>
                    <a:pt x="134210" y="67506"/>
                  </a:lnTo>
                  <a:lnTo>
                    <a:pt x="130939" y="63244"/>
                  </a:lnTo>
                  <a:lnTo>
                    <a:pt x="127531" y="59090"/>
                  </a:lnTo>
                  <a:lnTo>
                    <a:pt x="123992" y="55048"/>
                  </a:lnTo>
                  <a:lnTo>
                    <a:pt x="120326" y="51121"/>
                  </a:lnTo>
                  <a:lnTo>
                    <a:pt x="116534" y="47315"/>
                  </a:lnTo>
                  <a:lnTo>
                    <a:pt x="112623" y="43632"/>
                  </a:lnTo>
                  <a:lnTo>
                    <a:pt x="108595" y="40076"/>
                  </a:lnTo>
                  <a:lnTo>
                    <a:pt x="104455" y="36652"/>
                  </a:lnTo>
                  <a:lnTo>
                    <a:pt x="100207" y="33363"/>
                  </a:lnTo>
                  <a:lnTo>
                    <a:pt x="95855" y="30212"/>
                  </a:lnTo>
                  <a:lnTo>
                    <a:pt x="91405" y="27203"/>
                  </a:lnTo>
                  <a:lnTo>
                    <a:pt x="86860" y="24338"/>
                  </a:lnTo>
                  <a:lnTo>
                    <a:pt x="82225" y="21620"/>
                  </a:lnTo>
                  <a:lnTo>
                    <a:pt x="77506" y="19053"/>
                  </a:lnTo>
                  <a:lnTo>
                    <a:pt x="72706" y="16639"/>
                  </a:lnTo>
                  <a:lnTo>
                    <a:pt x="67831" y="14380"/>
                  </a:lnTo>
                  <a:lnTo>
                    <a:pt x="62886" y="12279"/>
                  </a:lnTo>
                  <a:lnTo>
                    <a:pt x="57877" y="10338"/>
                  </a:lnTo>
                  <a:lnTo>
                    <a:pt x="52807" y="8560"/>
                  </a:lnTo>
                  <a:lnTo>
                    <a:pt x="47683" y="6945"/>
                  </a:lnTo>
                  <a:lnTo>
                    <a:pt x="42510" y="5495"/>
                  </a:lnTo>
                  <a:lnTo>
                    <a:pt x="37293" y="4212"/>
                  </a:lnTo>
                  <a:lnTo>
                    <a:pt x="32037" y="3098"/>
                  </a:lnTo>
                  <a:lnTo>
                    <a:pt x="26748" y="2153"/>
                  </a:lnTo>
                  <a:lnTo>
                    <a:pt x="21432" y="1379"/>
                  </a:lnTo>
                  <a:lnTo>
                    <a:pt x="16093" y="776"/>
                  </a:lnTo>
                  <a:lnTo>
                    <a:pt x="10738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505898" y="941493"/>
              <a:ext cx="111381" cy="167167"/>
            </a:xfrm>
            <a:custGeom>
              <a:avLst/>
              <a:pathLst>
                <a:path w="111381" h="167167">
                  <a:moveTo>
                    <a:pt x="111381" y="0"/>
                  </a:moveTo>
                  <a:lnTo>
                    <a:pt x="105841" y="91"/>
                  </a:lnTo>
                  <a:lnTo>
                    <a:pt x="100307" y="367"/>
                  </a:lnTo>
                  <a:lnTo>
                    <a:pt x="94786" y="825"/>
                  </a:lnTo>
                  <a:lnTo>
                    <a:pt x="89282" y="1467"/>
                  </a:lnTo>
                  <a:lnTo>
                    <a:pt x="83803" y="2290"/>
                  </a:lnTo>
                  <a:lnTo>
                    <a:pt x="78354" y="3295"/>
                  </a:lnTo>
                  <a:lnTo>
                    <a:pt x="72941" y="4479"/>
                  </a:lnTo>
                  <a:lnTo>
                    <a:pt x="67571" y="5842"/>
                  </a:lnTo>
                  <a:lnTo>
                    <a:pt x="62249" y="7383"/>
                  </a:lnTo>
                  <a:lnTo>
                    <a:pt x="56980" y="9099"/>
                  </a:lnTo>
                  <a:lnTo>
                    <a:pt x="51772" y="10989"/>
                  </a:lnTo>
                  <a:lnTo>
                    <a:pt x="46629" y="13050"/>
                  </a:lnTo>
                  <a:lnTo>
                    <a:pt x="41557" y="15280"/>
                  </a:lnTo>
                  <a:lnTo>
                    <a:pt x="36562" y="17678"/>
                  </a:lnTo>
                  <a:lnTo>
                    <a:pt x="31649" y="20240"/>
                  </a:lnTo>
                  <a:lnTo>
                    <a:pt x="26823" y="22963"/>
                  </a:lnTo>
                  <a:lnTo>
                    <a:pt x="22091" y="25844"/>
                  </a:lnTo>
                  <a:lnTo>
                    <a:pt x="17456" y="28881"/>
                  </a:lnTo>
                  <a:lnTo>
                    <a:pt x="12925" y="32070"/>
                  </a:lnTo>
                  <a:lnTo>
                    <a:pt x="8502" y="35407"/>
                  </a:lnTo>
                  <a:lnTo>
                    <a:pt x="4192" y="38888"/>
                  </a:lnTo>
                  <a:lnTo>
                    <a:pt x="0" y="42511"/>
                  </a:lnTo>
                  <a:lnTo>
                    <a:pt x="1113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05898" y="984005"/>
              <a:ext cx="111381" cy="124655"/>
            </a:xfrm>
            <a:custGeom>
              <a:avLst/>
              <a:pathLst>
                <a:path w="111381" h="124655">
                  <a:moveTo>
                    <a:pt x="0" y="0"/>
                  </a:moveTo>
                  <a:lnTo>
                    <a:pt x="111381" y="1246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50128" y="960797"/>
              <a:ext cx="334313" cy="315029"/>
            </a:xfrm>
            <a:custGeom>
              <a:avLst/>
              <a:pathLst>
                <a:path w="334313" h="315029">
                  <a:moveTo>
                    <a:pt x="55769" y="23208"/>
                  </a:moveTo>
                  <a:lnTo>
                    <a:pt x="51877" y="26798"/>
                  </a:lnTo>
                  <a:lnTo>
                    <a:pt x="48100" y="30510"/>
                  </a:lnTo>
                  <a:lnTo>
                    <a:pt x="44443" y="34340"/>
                  </a:lnTo>
                  <a:lnTo>
                    <a:pt x="40909" y="38283"/>
                  </a:lnTo>
                  <a:lnTo>
                    <a:pt x="37501" y="42337"/>
                  </a:lnTo>
                  <a:lnTo>
                    <a:pt x="34224" y="46496"/>
                  </a:lnTo>
                  <a:lnTo>
                    <a:pt x="31080" y="50757"/>
                  </a:lnTo>
                  <a:lnTo>
                    <a:pt x="28072" y="55116"/>
                  </a:lnTo>
                  <a:lnTo>
                    <a:pt x="25205" y="59568"/>
                  </a:lnTo>
                  <a:lnTo>
                    <a:pt x="22479" y="64108"/>
                  </a:lnTo>
                  <a:lnTo>
                    <a:pt x="19899" y="68732"/>
                  </a:lnTo>
                  <a:lnTo>
                    <a:pt x="17466" y="73436"/>
                  </a:lnTo>
                  <a:lnTo>
                    <a:pt x="15184" y="78214"/>
                  </a:lnTo>
                  <a:lnTo>
                    <a:pt x="13054" y="83063"/>
                  </a:lnTo>
                  <a:lnTo>
                    <a:pt x="11079" y="87976"/>
                  </a:lnTo>
                  <a:lnTo>
                    <a:pt x="9261" y="92949"/>
                  </a:lnTo>
                  <a:lnTo>
                    <a:pt x="7600" y="97978"/>
                  </a:lnTo>
                  <a:lnTo>
                    <a:pt x="6100" y="103056"/>
                  </a:lnTo>
                  <a:lnTo>
                    <a:pt x="4762" y="108180"/>
                  </a:lnTo>
                  <a:lnTo>
                    <a:pt x="3587" y="113343"/>
                  </a:lnTo>
                  <a:lnTo>
                    <a:pt x="2575" y="118541"/>
                  </a:lnTo>
                  <a:lnTo>
                    <a:pt x="1729" y="123769"/>
                  </a:lnTo>
                  <a:lnTo>
                    <a:pt x="1049" y="129020"/>
                  </a:lnTo>
                  <a:lnTo>
                    <a:pt x="536" y="134291"/>
                  </a:lnTo>
                  <a:lnTo>
                    <a:pt x="189" y="139575"/>
                  </a:lnTo>
                  <a:lnTo>
                    <a:pt x="11" y="144868"/>
                  </a:lnTo>
                  <a:lnTo>
                    <a:pt x="0" y="150163"/>
                  </a:lnTo>
                  <a:lnTo>
                    <a:pt x="156" y="155456"/>
                  </a:lnTo>
                  <a:lnTo>
                    <a:pt x="480" y="160742"/>
                  </a:lnTo>
                  <a:lnTo>
                    <a:pt x="972" y="166014"/>
                  </a:lnTo>
                  <a:lnTo>
                    <a:pt x="1630" y="171269"/>
                  </a:lnTo>
                  <a:lnTo>
                    <a:pt x="2455" y="176500"/>
                  </a:lnTo>
                  <a:lnTo>
                    <a:pt x="3444" y="181702"/>
                  </a:lnTo>
                  <a:lnTo>
                    <a:pt x="4598" y="186870"/>
                  </a:lnTo>
                  <a:lnTo>
                    <a:pt x="5915" y="191999"/>
                  </a:lnTo>
                  <a:lnTo>
                    <a:pt x="7394" y="197084"/>
                  </a:lnTo>
                  <a:lnTo>
                    <a:pt x="9033" y="202119"/>
                  </a:lnTo>
                  <a:lnTo>
                    <a:pt x="10831" y="207100"/>
                  </a:lnTo>
                  <a:lnTo>
                    <a:pt x="12786" y="212022"/>
                  </a:lnTo>
                  <a:lnTo>
                    <a:pt x="14895" y="216879"/>
                  </a:lnTo>
                  <a:lnTo>
                    <a:pt x="17158" y="221667"/>
                  </a:lnTo>
                  <a:lnTo>
                    <a:pt x="19571" y="226381"/>
                  </a:lnTo>
                  <a:lnTo>
                    <a:pt x="22132" y="231016"/>
                  </a:lnTo>
                  <a:lnTo>
                    <a:pt x="24838" y="235567"/>
                  </a:lnTo>
                  <a:lnTo>
                    <a:pt x="27688" y="240031"/>
                  </a:lnTo>
                  <a:lnTo>
                    <a:pt x="30677" y="244402"/>
                  </a:lnTo>
                  <a:lnTo>
                    <a:pt x="33803" y="248676"/>
                  </a:lnTo>
                  <a:lnTo>
                    <a:pt x="37063" y="252849"/>
                  </a:lnTo>
                  <a:lnTo>
                    <a:pt x="40454" y="256917"/>
                  </a:lnTo>
                  <a:lnTo>
                    <a:pt x="43971" y="260875"/>
                  </a:lnTo>
                  <a:lnTo>
                    <a:pt x="47613" y="264720"/>
                  </a:lnTo>
                  <a:lnTo>
                    <a:pt x="51374" y="268448"/>
                  </a:lnTo>
                  <a:lnTo>
                    <a:pt x="55251" y="272054"/>
                  </a:lnTo>
                  <a:lnTo>
                    <a:pt x="59241" y="275536"/>
                  </a:lnTo>
                  <a:lnTo>
                    <a:pt x="63339" y="278890"/>
                  </a:lnTo>
                  <a:lnTo>
                    <a:pt x="67541" y="282112"/>
                  </a:lnTo>
                  <a:lnTo>
                    <a:pt x="71843" y="285200"/>
                  </a:lnTo>
                  <a:lnTo>
                    <a:pt x="76241" y="288150"/>
                  </a:lnTo>
                  <a:lnTo>
                    <a:pt x="80730" y="290959"/>
                  </a:lnTo>
                  <a:lnTo>
                    <a:pt x="85306" y="293624"/>
                  </a:lnTo>
                  <a:lnTo>
                    <a:pt x="89964" y="296144"/>
                  </a:lnTo>
                  <a:lnTo>
                    <a:pt x="94699" y="298514"/>
                  </a:lnTo>
                  <a:lnTo>
                    <a:pt x="99507" y="300733"/>
                  </a:lnTo>
                  <a:lnTo>
                    <a:pt x="104383" y="302799"/>
                  </a:lnTo>
                  <a:lnTo>
                    <a:pt x="109322" y="304709"/>
                  </a:lnTo>
                  <a:lnTo>
                    <a:pt x="114319" y="306462"/>
                  </a:lnTo>
                  <a:lnTo>
                    <a:pt x="119369" y="308056"/>
                  </a:lnTo>
                  <a:lnTo>
                    <a:pt x="124467" y="309489"/>
                  </a:lnTo>
                  <a:lnTo>
                    <a:pt x="129607" y="310760"/>
                  </a:lnTo>
                  <a:lnTo>
                    <a:pt x="134786" y="311868"/>
                  </a:lnTo>
                  <a:lnTo>
                    <a:pt x="139997" y="312810"/>
                  </a:lnTo>
                  <a:lnTo>
                    <a:pt x="145235" y="313588"/>
                  </a:lnTo>
                  <a:lnTo>
                    <a:pt x="150495" y="314199"/>
                  </a:lnTo>
                  <a:lnTo>
                    <a:pt x="155772" y="314643"/>
                  </a:lnTo>
                  <a:lnTo>
                    <a:pt x="161060" y="314920"/>
                  </a:lnTo>
                  <a:lnTo>
                    <a:pt x="166354" y="315029"/>
                  </a:lnTo>
                  <a:lnTo>
                    <a:pt x="171649" y="314970"/>
                  </a:lnTo>
                  <a:lnTo>
                    <a:pt x="176940" y="314744"/>
                  </a:lnTo>
                  <a:lnTo>
                    <a:pt x="182221" y="314350"/>
                  </a:lnTo>
                  <a:lnTo>
                    <a:pt x="187487" y="313789"/>
                  </a:lnTo>
                  <a:lnTo>
                    <a:pt x="192732" y="313062"/>
                  </a:lnTo>
                  <a:lnTo>
                    <a:pt x="197952" y="312169"/>
                  </a:lnTo>
                  <a:lnTo>
                    <a:pt x="203140" y="311111"/>
                  </a:lnTo>
                  <a:lnTo>
                    <a:pt x="208293" y="309889"/>
                  </a:lnTo>
                  <a:lnTo>
                    <a:pt x="213404" y="308505"/>
                  </a:lnTo>
                  <a:lnTo>
                    <a:pt x="218469" y="306959"/>
                  </a:lnTo>
                  <a:lnTo>
                    <a:pt x="223482" y="305254"/>
                  </a:lnTo>
                  <a:lnTo>
                    <a:pt x="228439" y="303390"/>
                  </a:lnTo>
                  <a:lnTo>
                    <a:pt x="233335" y="301371"/>
                  </a:lnTo>
                  <a:lnTo>
                    <a:pt x="238164" y="299198"/>
                  </a:lnTo>
                  <a:lnTo>
                    <a:pt x="242921" y="296873"/>
                  </a:lnTo>
                  <a:lnTo>
                    <a:pt x="247603" y="294398"/>
                  </a:lnTo>
                  <a:lnTo>
                    <a:pt x="252204" y="291776"/>
                  </a:lnTo>
                  <a:lnTo>
                    <a:pt x="256720" y="289010"/>
                  </a:lnTo>
                  <a:lnTo>
                    <a:pt x="261145" y="286102"/>
                  </a:lnTo>
                  <a:lnTo>
                    <a:pt x="265477" y="283056"/>
                  </a:lnTo>
                  <a:lnTo>
                    <a:pt x="269709" y="279874"/>
                  </a:lnTo>
                  <a:lnTo>
                    <a:pt x="273839" y="276559"/>
                  </a:lnTo>
                  <a:lnTo>
                    <a:pt x="277862" y="273115"/>
                  </a:lnTo>
                  <a:lnTo>
                    <a:pt x="281774" y="269546"/>
                  </a:lnTo>
                  <a:lnTo>
                    <a:pt x="285570" y="265854"/>
                  </a:lnTo>
                  <a:lnTo>
                    <a:pt x="289248" y="262044"/>
                  </a:lnTo>
                  <a:lnTo>
                    <a:pt x="292803" y="258120"/>
                  </a:lnTo>
                  <a:lnTo>
                    <a:pt x="296232" y="254085"/>
                  </a:lnTo>
                  <a:lnTo>
                    <a:pt x="299532" y="249943"/>
                  </a:lnTo>
                  <a:lnTo>
                    <a:pt x="302699" y="245699"/>
                  </a:lnTo>
                  <a:lnTo>
                    <a:pt x="305730" y="241356"/>
                  </a:lnTo>
                  <a:lnTo>
                    <a:pt x="308621" y="236920"/>
                  </a:lnTo>
                  <a:lnTo>
                    <a:pt x="311371" y="232394"/>
                  </a:lnTo>
                  <a:lnTo>
                    <a:pt x="313976" y="227784"/>
                  </a:lnTo>
                  <a:lnTo>
                    <a:pt x="316434" y="223093"/>
                  </a:lnTo>
                  <a:lnTo>
                    <a:pt x="318742" y="218327"/>
                  </a:lnTo>
                  <a:lnTo>
                    <a:pt x="320898" y="213490"/>
                  </a:lnTo>
                  <a:lnTo>
                    <a:pt x="322899" y="208588"/>
                  </a:lnTo>
                  <a:lnTo>
                    <a:pt x="324744" y="203624"/>
                  </a:lnTo>
                  <a:lnTo>
                    <a:pt x="326432" y="198605"/>
                  </a:lnTo>
                  <a:lnTo>
                    <a:pt x="327959" y="193534"/>
                  </a:lnTo>
                  <a:lnTo>
                    <a:pt x="329325" y="188418"/>
                  </a:lnTo>
                  <a:lnTo>
                    <a:pt x="330528" y="183261"/>
                  </a:lnTo>
                  <a:lnTo>
                    <a:pt x="331567" y="178068"/>
                  </a:lnTo>
                  <a:lnTo>
                    <a:pt x="332441" y="172846"/>
                  </a:lnTo>
                  <a:lnTo>
                    <a:pt x="333150" y="167598"/>
                  </a:lnTo>
                  <a:lnTo>
                    <a:pt x="333691" y="162330"/>
                  </a:lnTo>
                  <a:lnTo>
                    <a:pt x="334066" y="157048"/>
                  </a:lnTo>
                  <a:lnTo>
                    <a:pt x="334273" y="151756"/>
                  </a:lnTo>
                  <a:lnTo>
                    <a:pt x="334313" y="146461"/>
                  </a:lnTo>
                  <a:lnTo>
                    <a:pt x="334184" y="141167"/>
                  </a:lnTo>
                  <a:lnTo>
                    <a:pt x="333889" y="135880"/>
                  </a:lnTo>
                  <a:lnTo>
                    <a:pt x="333425" y="130605"/>
                  </a:lnTo>
                  <a:lnTo>
                    <a:pt x="332795" y="125347"/>
                  </a:lnTo>
                  <a:lnTo>
                    <a:pt x="331999" y="120112"/>
                  </a:lnTo>
                  <a:lnTo>
                    <a:pt x="331037" y="114904"/>
                  </a:lnTo>
                  <a:lnTo>
                    <a:pt x="329911" y="109730"/>
                  </a:lnTo>
                  <a:lnTo>
                    <a:pt x="328622" y="104594"/>
                  </a:lnTo>
                  <a:lnTo>
                    <a:pt x="327170" y="99501"/>
                  </a:lnTo>
                  <a:lnTo>
                    <a:pt x="325558" y="94457"/>
                  </a:lnTo>
                  <a:lnTo>
                    <a:pt x="323787" y="89466"/>
                  </a:lnTo>
                  <a:lnTo>
                    <a:pt x="321859" y="84535"/>
                  </a:lnTo>
                  <a:lnTo>
                    <a:pt x="319775" y="79666"/>
                  </a:lnTo>
                  <a:lnTo>
                    <a:pt x="317539" y="74866"/>
                  </a:lnTo>
                  <a:lnTo>
                    <a:pt x="315151" y="70139"/>
                  </a:lnTo>
                  <a:lnTo>
                    <a:pt x="312615" y="65491"/>
                  </a:lnTo>
                  <a:lnTo>
                    <a:pt x="309933" y="60925"/>
                  </a:lnTo>
                  <a:lnTo>
                    <a:pt x="307108" y="56446"/>
                  </a:lnTo>
                  <a:lnTo>
                    <a:pt x="304142" y="52059"/>
                  </a:lnTo>
                  <a:lnTo>
                    <a:pt x="301039" y="47768"/>
                  </a:lnTo>
                  <a:lnTo>
                    <a:pt x="297801" y="43577"/>
                  </a:lnTo>
                  <a:lnTo>
                    <a:pt x="294432" y="39492"/>
                  </a:lnTo>
                  <a:lnTo>
                    <a:pt x="290936" y="35514"/>
                  </a:lnTo>
                  <a:lnTo>
                    <a:pt x="287315" y="31650"/>
                  </a:lnTo>
                  <a:lnTo>
                    <a:pt x="283574" y="27902"/>
                  </a:lnTo>
                  <a:lnTo>
                    <a:pt x="279716" y="24275"/>
                  </a:lnTo>
                  <a:lnTo>
                    <a:pt x="275745" y="20772"/>
                  </a:lnTo>
                  <a:lnTo>
                    <a:pt x="271665" y="17396"/>
                  </a:lnTo>
                  <a:lnTo>
                    <a:pt x="267480" y="14151"/>
                  </a:lnTo>
                  <a:lnTo>
                    <a:pt x="263195" y="11040"/>
                  </a:lnTo>
                  <a:lnTo>
                    <a:pt x="258813" y="8067"/>
                  </a:lnTo>
                  <a:lnTo>
                    <a:pt x="254339" y="5234"/>
                  </a:lnTo>
                  <a:lnTo>
                    <a:pt x="249778" y="2544"/>
                  </a:lnTo>
                  <a:lnTo>
                    <a:pt x="245134" y="0"/>
                  </a:lnTo>
                  <a:lnTo>
                    <a:pt x="167151" y="1478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617280" y="941493"/>
              <a:ext cx="77982" cy="167167"/>
            </a:xfrm>
            <a:custGeom>
              <a:avLst/>
              <a:pathLst>
                <a:path w="77982" h="167167">
                  <a:moveTo>
                    <a:pt x="77982" y="19303"/>
                  </a:moveTo>
                  <a:lnTo>
                    <a:pt x="72810" y="16689"/>
                  </a:lnTo>
                  <a:lnTo>
                    <a:pt x="67551" y="14256"/>
                  </a:lnTo>
                  <a:lnTo>
                    <a:pt x="62211" y="12007"/>
                  </a:lnTo>
                  <a:lnTo>
                    <a:pt x="56796" y="9944"/>
                  </a:lnTo>
                  <a:lnTo>
                    <a:pt x="51312" y="8070"/>
                  </a:lnTo>
                  <a:lnTo>
                    <a:pt x="45768" y="6387"/>
                  </a:lnTo>
                  <a:lnTo>
                    <a:pt x="40168" y="4897"/>
                  </a:lnTo>
                  <a:lnTo>
                    <a:pt x="34519" y="3602"/>
                  </a:lnTo>
                  <a:lnTo>
                    <a:pt x="28830" y="2504"/>
                  </a:lnTo>
                  <a:lnTo>
                    <a:pt x="23105" y="1604"/>
                  </a:lnTo>
                  <a:lnTo>
                    <a:pt x="17353" y="903"/>
                  </a:lnTo>
                  <a:lnTo>
                    <a:pt x="11580" y="401"/>
                  </a:lnTo>
                  <a:lnTo>
                    <a:pt x="579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000097" y="1031511"/>
              <a:ext cx="105797" cy="167167"/>
            </a:xfrm>
            <a:custGeom>
              <a:avLst/>
              <a:pathLst>
                <a:path w="105797" h="167167">
                  <a:moveTo>
                    <a:pt x="105797" y="0"/>
                  </a:moveTo>
                  <a:lnTo>
                    <a:pt x="100070" y="98"/>
                  </a:lnTo>
                  <a:lnTo>
                    <a:pt x="94350" y="392"/>
                  </a:lnTo>
                  <a:lnTo>
                    <a:pt x="88644" y="882"/>
                  </a:lnTo>
                  <a:lnTo>
                    <a:pt x="82957" y="1567"/>
                  </a:lnTo>
                  <a:lnTo>
                    <a:pt x="77298" y="2447"/>
                  </a:lnTo>
                  <a:lnTo>
                    <a:pt x="71672" y="3520"/>
                  </a:lnTo>
                  <a:lnTo>
                    <a:pt x="66086" y="4785"/>
                  </a:lnTo>
                  <a:lnTo>
                    <a:pt x="60546" y="6240"/>
                  </a:lnTo>
                  <a:lnTo>
                    <a:pt x="55060" y="7885"/>
                  </a:lnTo>
                  <a:lnTo>
                    <a:pt x="49633" y="9716"/>
                  </a:lnTo>
                  <a:lnTo>
                    <a:pt x="44273" y="11733"/>
                  </a:lnTo>
                  <a:lnTo>
                    <a:pt x="38984" y="13932"/>
                  </a:lnTo>
                  <a:lnTo>
                    <a:pt x="33774" y="16310"/>
                  </a:lnTo>
                  <a:lnTo>
                    <a:pt x="28648" y="18866"/>
                  </a:lnTo>
                  <a:lnTo>
                    <a:pt x="23613" y="21596"/>
                  </a:lnTo>
                  <a:lnTo>
                    <a:pt x="18675" y="24497"/>
                  </a:lnTo>
                  <a:lnTo>
                    <a:pt x="13839" y="27565"/>
                  </a:lnTo>
                  <a:lnTo>
                    <a:pt x="9110" y="30797"/>
                  </a:lnTo>
                  <a:lnTo>
                    <a:pt x="4495" y="34190"/>
                  </a:lnTo>
                  <a:lnTo>
                    <a:pt x="0" y="37738"/>
                  </a:lnTo>
                  <a:lnTo>
                    <a:pt x="1057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4000097" y="1069250"/>
              <a:ext cx="105797" cy="129429"/>
            </a:xfrm>
            <a:custGeom>
              <a:avLst/>
              <a:pathLst>
                <a:path w="105797" h="129429">
                  <a:moveTo>
                    <a:pt x="0" y="0"/>
                  </a:moveTo>
                  <a:lnTo>
                    <a:pt x="105797" y="1294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38735" y="1069250"/>
              <a:ext cx="167159" cy="286687"/>
            </a:xfrm>
            <a:custGeom>
              <a:avLst/>
              <a:pathLst>
                <a:path w="167159" h="286687">
                  <a:moveTo>
                    <a:pt x="61362" y="0"/>
                  </a:moveTo>
                  <a:lnTo>
                    <a:pt x="57278" y="3448"/>
                  </a:lnTo>
                  <a:lnTo>
                    <a:pt x="53307" y="7025"/>
                  </a:lnTo>
                  <a:lnTo>
                    <a:pt x="49452" y="10727"/>
                  </a:lnTo>
                  <a:lnTo>
                    <a:pt x="45718" y="14551"/>
                  </a:lnTo>
                  <a:lnTo>
                    <a:pt x="42107" y="18492"/>
                  </a:lnTo>
                  <a:lnTo>
                    <a:pt x="38625" y="22546"/>
                  </a:lnTo>
                  <a:lnTo>
                    <a:pt x="35273" y="26710"/>
                  </a:lnTo>
                  <a:lnTo>
                    <a:pt x="32057" y="30979"/>
                  </a:lnTo>
                  <a:lnTo>
                    <a:pt x="28979" y="35348"/>
                  </a:lnTo>
                  <a:lnTo>
                    <a:pt x="26042" y="39813"/>
                  </a:lnTo>
                  <a:lnTo>
                    <a:pt x="23249" y="44371"/>
                  </a:lnTo>
                  <a:lnTo>
                    <a:pt x="20603" y="49015"/>
                  </a:lnTo>
                  <a:lnTo>
                    <a:pt x="18108" y="53741"/>
                  </a:lnTo>
                  <a:lnTo>
                    <a:pt x="15764" y="58545"/>
                  </a:lnTo>
                  <a:lnTo>
                    <a:pt x="13575" y="63421"/>
                  </a:lnTo>
                  <a:lnTo>
                    <a:pt x="11544" y="68364"/>
                  </a:lnTo>
                  <a:lnTo>
                    <a:pt x="9671" y="73370"/>
                  </a:lnTo>
                  <a:lnTo>
                    <a:pt x="7960" y="78434"/>
                  </a:lnTo>
                  <a:lnTo>
                    <a:pt x="6411" y="83549"/>
                  </a:lnTo>
                  <a:lnTo>
                    <a:pt x="5026" y="88711"/>
                  </a:lnTo>
                  <a:lnTo>
                    <a:pt x="3807" y="93915"/>
                  </a:lnTo>
                  <a:lnTo>
                    <a:pt x="2756" y="99156"/>
                  </a:lnTo>
                  <a:lnTo>
                    <a:pt x="1872" y="104427"/>
                  </a:lnTo>
                  <a:lnTo>
                    <a:pt x="1157" y="109724"/>
                  </a:lnTo>
                  <a:lnTo>
                    <a:pt x="612" y="115040"/>
                  </a:lnTo>
                  <a:lnTo>
                    <a:pt x="237" y="120372"/>
                  </a:lnTo>
                  <a:lnTo>
                    <a:pt x="33" y="125713"/>
                  </a:lnTo>
                  <a:lnTo>
                    <a:pt x="0" y="131058"/>
                  </a:lnTo>
                  <a:lnTo>
                    <a:pt x="137" y="136401"/>
                  </a:lnTo>
                  <a:lnTo>
                    <a:pt x="445" y="141737"/>
                  </a:lnTo>
                  <a:lnTo>
                    <a:pt x="924" y="147060"/>
                  </a:lnTo>
                  <a:lnTo>
                    <a:pt x="1573" y="152365"/>
                  </a:lnTo>
                  <a:lnTo>
                    <a:pt x="2390" y="157647"/>
                  </a:lnTo>
                  <a:lnTo>
                    <a:pt x="3377" y="162900"/>
                  </a:lnTo>
                  <a:lnTo>
                    <a:pt x="4531" y="168119"/>
                  </a:lnTo>
                  <a:lnTo>
                    <a:pt x="5850" y="173298"/>
                  </a:lnTo>
                  <a:lnTo>
                    <a:pt x="7335" y="178432"/>
                  </a:lnTo>
                  <a:lnTo>
                    <a:pt x="8984" y="183517"/>
                  </a:lnTo>
                  <a:lnTo>
                    <a:pt x="10794" y="188546"/>
                  </a:lnTo>
                  <a:lnTo>
                    <a:pt x="12763" y="193514"/>
                  </a:lnTo>
                  <a:lnTo>
                    <a:pt x="14891" y="198417"/>
                  </a:lnTo>
                  <a:lnTo>
                    <a:pt x="17174" y="203250"/>
                  </a:lnTo>
                  <a:lnTo>
                    <a:pt x="19611" y="208007"/>
                  </a:lnTo>
                  <a:lnTo>
                    <a:pt x="22198" y="212684"/>
                  </a:lnTo>
                  <a:lnTo>
                    <a:pt x="24934" y="217275"/>
                  </a:lnTo>
                  <a:lnTo>
                    <a:pt x="27815" y="221777"/>
                  </a:lnTo>
                  <a:lnTo>
                    <a:pt x="30839" y="226184"/>
                  </a:lnTo>
                  <a:lnTo>
                    <a:pt x="34001" y="230493"/>
                  </a:lnTo>
                  <a:lnTo>
                    <a:pt x="37300" y="234698"/>
                  </a:lnTo>
                  <a:lnTo>
                    <a:pt x="40732" y="238796"/>
                  </a:lnTo>
                  <a:lnTo>
                    <a:pt x="44293" y="242782"/>
                  </a:lnTo>
                  <a:lnTo>
                    <a:pt x="47979" y="246651"/>
                  </a:lnTo>
                  <a:lnTo>
                    <a:pt x="51788" y="250402"/>
                  </a:lnTo>
                  <a:lnTo>
                    <a:pt x="55714" y="254028"/>
                  </a:lnTo>
                  <a:lnTo>
                    <a:pt x="59754" y="257527"/>
                  </a:lnTo>
                  <a:lnTo>
                    <a:pt x="63904" y="260895"/>
                  </a:lnTo>
                  <a:lnTo>
                    <a:pt x="68160" y="264129"/>
                  </a:lnTo>
                  <a:lnTo>
                    <a:pt x="72517" y="267225"/>
                  </a:lnTo>
                  <a:lnTo>
                    <a:pt x="76970" y="270180"/>
                  </a:lnTo>
                  <a:lnTo>
                    <a:pt x="81516" y="272991"/>
                  </a:lnTo>
                  <a:lnTo>
                    <a:pt x="86149" y="275656"/>
                  </a:lnTo>
                  <a:lnTo>
                    <a:pt x="90865" y="278171"/>
                  </a:lnTo>
                  <a:lnTo>
                    <a:pt x="95659" y="280534"/>
                  </a:lnTo>
                  <a:lnTo>
                    <a:pt x="100526" y="282742"/>
                  </a:lnTo>
                  <a:lnTo>
                    <a:pt x="105462" y="284794"/>
                  </a:lnTo>
                  <a:lnTo>
                    <a:pt x="110460" y="286687"/>
                  </a:lnTo>
                  <a:lnTo>
                    <a:pt x="167159" y="1294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4049195" y="1031511"/>
              <a:ext cx="223848" cy="334334"/>
            </a:xfrm>
            <a:custGeom>
              <a:avLst/>
              <a:pathLst>
                <a:path w="223848" h="334334">
                  <a:moveTo>
                    <a:pt x="0" y="324425"/>
                  </a:moveTo>
                  <a:lnTo>
                    <a:pt x="5013" y="326144"/>
                  </a:lnTo>
                  <a:lnTo>
                    <a:pt x="10079" y="327702"/>
                  </a:lnTo>
                  <a:lnTo>
                    <a:pt x="15191" y="329099"/>
                  </a:lnTo>
                  <a:lnTo>
                    <a:pt x="20345" y="330334"/>
                  </a:lnTo>
                  <a:lnTo>
                    <a:pt x="25536" y="331404"/>
                  </a:lnTo>
                  <a:lnTo>
                    <a:pt x="30758" y="332309"/>
                  </a:lnTo>
                  <a:lnTo>
                    <a:pt x="36006" y="333049"/>
                  </a:lnTo>
                  <a:lnTo>
                    <a:pt x="41275" y="333621"/>
                  </a:lnTo>
                  <a:lnTo>
                    <a:pt x="46560" y="334027"/>
                  </a:lnTo>
                  <a:lnTo>
                    <a:pt x="51854" y="334264"/>
                  </a:lnTo>
                  <a:lnTo>
                    <a:pt x="57154" y="334334"/>
                  </a:lnTo>
                  <a:lnTo>
                    <a:pt x="62453" y="334235"/>
                  </a:lnTo>
                  <a:lnTo>
                    <a:pt x="67746" y="333969"/>
                  </a:lnTo>
                  <a:lnTo>
                    <a:pt x="73028" y="333535"/>
                  </a:lnTo>
                  <a:lnTo>
                    <a:pt x="78294" y="332934"/>
                  </a:lnTo>
                  <a:lnTo>
                    <a:pt x="83538" y="332166"/>
                  </a:lnTo>
                  <a:lnTo>
                    <a:pt x="88755" y="331232"/>
                  </a:lnTo>
                  <a:lnTo>
                    <a:pt x="93940" y="330133"/>
                  </a:lnTo>
                  <a:lnTo>
                    <a:pt x="99087" y="328871"/>
                  </a:lnTo>
                  <a:lnTo>
                    <a:pt x="104192" y="327446"/>
                  </a:lnTo>
                  <a:lnTo>
                    <a:pt x="109249" y="325860"/>
                  </a:lnTo>
                  <a:lnTo>
                    <a:pt x="114253" y="324114"/>
                  </a:lnTo>
                  <a:lnTo>
                    <a:pt x="119200" y="322211"/>
                  </a:lnTo>
                  <a:lnTo>
                    <a:pt x="124083" y="320151"/>
                  </a:lnTo>
                  <a:lnTo>
                    <a:pt x="128899" y="317938"/>
                  </a:lnTo>
                  <a:lnTo>
                    <a:pt x="133642" y="315574"/>
                  </a:lnTo>
                  <a:lnTo>
                    <a:pt x="138308" y="313060"/>
                  </a:lnTo>
                  <a:lnTo>
                    <a:pt x="142892" y="310400"/>
                  </a:lnTo>
                  <a:lnTo>
                    <a:pt x="147389" y="307595"/>
                  </a:lnTo>
                  <a:lnTo>
                    <a:pt x="151795" y="304650"/>
                  </a:lnTo>
                  <a:lnTo>
                    <a:pt x="156106" y="301566"/>
                  </a:lnTo>
                  <a:lnTo>
                    <a:pt x="160316" y="298347"/>
                  </a:lnTo>
                  <a:lnTo>
                    <a:pt x="164423" y="294997"/>
                  </a:lnTo>
                  <a:lnTo>
                    <a:pt x="168421" y="291518"/>
                  </a:lnTo>
                  <a:lnTo>
                    <a:pt x="172307" y="287913"/>
                  </a:lnTo>
                  <a:lnTo>
                    <a:pt x="176076" y="284188"/>
                  </a:lnTo>
                  <a:lnTo>
                    <a:pt x="179726" y="280345"/>
                  </a:lnTo>
                  <a:lnTo>
                    <a:pt x="183252" y="276388"/>
                  </a:lnTo>
                  <a:lnTo>
                    <a:pt x="186651" y="272321"/>
                  </a:lnTo>
                  <a:lnTo>
                    <a:pt x="189919" y="268149"/>
                  </a:lnTo>
                  <a:lnTo>
                    <a:pt x="193053" y="263875"/>
                  </a:lnTo>
                  <a:lnTo>
                    <a:pt x="196050" y="259504"/>
                  </a:lnTo>
                  <a:lnTo>
                    <a:pt x="198907" y="255040"/>
                  </a:lnTo>
                  <a:lnTo>
                    <a:pt x="201621" y="250488"/>
                  </a:lnTo>
                  <a:lnTo>
                    <a:pt x="204190" y="245852"/>
                  </a:lnTo>
                  <a:lnTo>
                    <a:pt x="206610" y="241137"/>
                  </a:lnTo>
                  <a:lnTo>
                    <a:pt x="208879" y="236347"/>
                  </a:lnTo>
                  <a:lnTo>
                    <a:pt x="210996" y="231488"/>
                  </a:lnTo>
                  <a:lnTo>
                    <a:pt x="212957" y="226565"/>
                  </a:lnTo>
                  <a:lnTo>
                    <a:pt x="214762" y="221581"/>
                  </a:lnTo>
                  <a:lnTo>
                    <a:pt x="216407" y="216543"/>
                  </a:lnTo>
                  <a:lnTo>
                    <a:pt x="217892" y="211456"/>
                  </a:lnTo>
                  <a:lnTo>
                    <a:pt x="219215" y="206323"/>
                  </a:lnTo>
                  <a:lnTo>
                    <a:pt x="220375" y="201152"/>
                  </a:lnTo>
                  <a:lnTo>
                    <a:pt x="221370" y="195946"/>
                  </a:lnTo>
                  <a:lnTo>
                    <a:pt x="222200" y="190711"/>
                  </a:lnTo>
                  <a:lnTo>
                    <a:pt x="222863" y="185453"/>
                  </a:lnTo>
                  <a:lnTo>
                    <a:pt x="223359" y="180177"/>
                  </a:lnTo>
                  <a:lnTo>
                    <a:pt x="223688" y="174887"/>
                  </a:lnTo>
                  <a:lnTo>
                    <a:pt x="223848" y="169589"/>
                  </a:lnTo>
                  <a:lnTo>
                    <a:pt x="223841" y="164289"/>
                  </a:lnTo>
                  <a:lnTo>
                    <a:pt x="223666" y="158992"/>
                  </a:lnTo>
                  <a:lnTo>
                    <a:pt x="223323" y="153703"/>
                  </a:lnTo>
                  <a:lnTo>
                    <a:pt x="222812" y="148428"/>
                  </a:lnTo>
                  <a:lnTo>
                    <a:pt x="222135" y="143172"/>
                  </a:lnTo>
                  <a:lnTo>
                    <a:pt x="221291" y="137939"/>
                  </a:lnTo>
                  <a:lnTo>
                    <a:pt x="220282" y="132736"/>
                  </a:lnTo>
                  <a:lnTo>
                    <a:pt x="219108" y="127568"/>
                  </a:lnTo>
                  <a:lnTo>
                    <a:pt x="217771" y="122439"/>
                  </a:lnTo>
                  <a:lnTo>
                    <a:pt x="216272" y="117356"/>
                  </a:lnTo>
                  <a:lnTo>
                    <a:pt x="214613" y="112322"/>
                  </a:lnTo>
                  <a:lnTo>
                    <a:pt x="212795" y="107344"/>
                  </a:lnTo>
                  <a:lnTo>
                    <a:pt x="210820" y="102426"/>
                  </a:lnTo>
                  <a:lnTo>
                    <a:pt x="208690" y="97573"/>
                  </a:lnTo>
                  <a:lnTo>
                    <a:pt x="206408" y="92789"/>
                  </a:lnTo>
                  <a:lnTo>
                    <a:pt x="203975" y="88081"/>
                  </a:lnTo>
                  <a:lnTo>
                    <a:pt x="201394" y="83452"/>
                  </a:lnTo>
                  <a:lnTo>
                    <a:pt x="198667" y="78907"/>
                  </a:lnTo>
                  <a:lnTo>
                    <a:pt x="195798" y="74451"/>
                  </a:lnTo>
                  <a:lnTo>
                    <a:pt x="192789" y="70088"/>
                  </a:lnTo>
                  <a:lnTo>
                    <a:pt x="189643" y="65823"/>
                  </a:lnTo>
                  <a:lnTo>
                    <a:pt x="186364" y="61659"/>
                  </a:lnTo>
                  <a:lnTo>
                    <a:pt x="182954" y="57602"/>
                  </a:lnTo>
                  <a:lnTo>
                    <a:pt x="179417" y="53654"/>
                  </a:lnTo>
                  <a:lnTo>
                    <a:pt x="175757" y="49821"/>
                  </a:lnTo>
                  <a:lnTo>
                    <a:pt x="171977" y="46106"/>
                  </a:lnTo>
                  <a:lnTo>
                    <a:pt x="168082" y="42512"/>
                  </a:lnTo>
                  <a:lnTo>
                    <a:pt x="164074" y="39044"/>
                  </a:lnTo>
                  <a:lnTo>
                    <a:pt x="159959" y="35705"/>
                  </a:lnTo>
                  <a:lnTo>
                    <a:pt x="155739" y="32497"/>
                  </a:lnTo>
                  <a:lnTo>
                    <a:pt x="151420" y="29426"/>
                  </a:lnTo>
                  <a:lnTo>
                    <a:pt x="147006" y="26492"/>
                  </a:lnTo>
                  <a:lnTo>
                    <a:pt x="142502" y="23700"/>
                  </a:lnTo>
                  <a:lnTo>
                    <a:pt x="137910" y="21052"/>
                  </a:lnTo>
                  <a:lnTo>
                    <a:pt x="133238" y="18551"/>
                  </a:lnTo>
                  <a:lnTo>
                    <a:pt x="128488" y="16199"/>
                  </a:lnTo>
                  <a:lnTo>
                    <a:pt x="123666" y="13999"/>
                  </a:lnTo>
                  <a:lnTo>
                    <a:pt x="118777" y="11954"/>
                  </a:lnTo>
                  <a:lnTo>
                    <a:pt x="113826" y="10064"/>
                  </a:lnTo>
                  <a:lnTo>
                    <a:pt x="108817" y="8332"/>
                  </a:lnTo>
                  <a:lnTo>
                    <a:pt x="103755" y="6759"/>
                  </a:lnTo>
                  <a:lnTo>
                    <a:pt x="98647" y="5348"/>
                  </a:lnTo>
                  <a:lnTo>
                    <a:pt x="93496" y="4100"/>
                  </a:lnTo>
                  <a:lnTo>
                    <a:pt x="88308" y="3015"/>
                  </a:lnTo>
                  <a:lnTo>
                    <a:pt x="83088" y="2096"/>
                  </a:lnTo>
                  <a:lnTo>
                    <a:pt x="77842" y="1342"/>
                  </a:lnTo>
                  <a:lnTo>
                    <a:pt x="72575" y="755"/>
                  </a:lnTo>
                  <a:lnTo>
                    <a:pt x="67292" y="335"/>
                  </a:lnTo>
                  <a:lnTo>
                    <a:pt x="61998" y="84"/>
                  </a:lnTo>
                  <a:lnTo>
                    <a:pt x="56698" y="0"/>
                  </a:lnTo>
                  <a:lnTo>
                    <a:pt x="566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461922" y="1236837"/>
              <a:ext cx="167166" cy="317373"/>
            </a:xfrm>
            <a:custGeom>
              <a:avLst/>
              <a:pathLst>
                <a:path w="167166" h="317373">
                  <a:moveTo>
                    <a:pt x="167166" y="0"/>
                  </a:moveTo>
                  <a:lnTo>
                    <a:pt x="161819" y="85"/>
                  </a:lnTo>
                  <a:lnTo>
                    <a:pt x="156478" y="342"/>
                  </a:lnTo>
                  <a:lnTo>
                    <a:pt x="151147" y="769"/>
                  </a:lnTo>
                  <a:lnTo>
                    <a:pt x="145833" y="1366"/>
                  </a:lnTo>
                  <a:lnTo>
                    <a:pt x="140541" y="2133"/>
                  </a:lnTo>
                  <a:lnTo>
                    <a:pt x="135276" y="3070"/>
                  </a:lnTo>
                  <a:lnTo>
                    <a:pt x="130043" y="4173"/>
                  </a:lnTo>
                  <a:lnTo>
                    <a:pt x="124849" y="5444"/>
                  </a:lnTo>
                  <a:lnTo>
                    <a:pt x="119698" y="6881"/>
                  </a:lnTo>
                  <a:lnTo>
                    <a:pt x="114595" y="8481"/>
                  </a:lnTo>
                  <a:lnTo>
                    <a:pt x="109547" y="10243"/>
                  </a:lnTo>
                  <a:lnTo>
                    <a:pt x="104557" y="12167"/>
                  </a:lnTo>
                  <a:lnTo>
                    <a:pt x="99631" y="14249"/>
                  </a:lnTo>
                  <a:lnTo>
                    <a:pt x="94775" y="16487"/>
                  </a:lnTo>
                  <a:lnTo>
                    <a:pt x="89992" y="18880"/>
                  </a:lnTo>
                  <a:lnTo>
                    <a:pt x="85289" y="21424"/>
                  </a:lnTo>
                  <a:lnTo>
                    <a:pt x="80669" y="24117"/>
                  </a:lnTo>
                  <a:lnTo>
                    <a:pt x="76138" y="26957"/>
                  </a:lnTo>
                  <a:lnTo>
                    <a:pt x="71700" y="29940"/>
                  </a:lnTo>
                  <a:lnTo>
                    <a:pt x="67359" y="33064"/>
                  </a:lnTo>
                  <a:lnTo>
                    <a:pt x="63121" y="36325"/>
                  </a:lnTo>
                  <a:lnTo>
                    <a:pt x="58989" y="39720"/>
                  </a:lnTo>
                  <a:lnTo>
                    <a:pt x="54968" y="43245"/>
                  </a:lnTo>
                  <a:lnTo>
                    <a:pt x="51062" y="46897"/>
                  </a:lnTo>
                  <a:lnTo>
                    <a:pt x="47274" y="50673"/>
                  </a:lnTo>
                  <a:lnTo>
                    <a:pt x="43610" y="54567"/>
                  </a:lnTo>
                  <a:lnTo>
                    <a:pt x="40071" y="58576"/>
                  </a:lnTo>
                  <a:lnTo>
                    <a:pt x="36663" y="62697"/>
                  </a:lnTo>
                  <a:lnTo>
                    <a:pt x="33388" y="66925"/>
                  </a:lnTo>
                  <a:lnTo>
                    <a:pt x="30251" y="71255"/>
                  </a:lnTo>
                  <a:lnTo>
                    <a:pt x="27253" y="75683"/>
                  </a:lnTo>
                  <a:lnTo>
                    <a:pt x="24398" y="80205"/>
                  </a:lnTo>
                  <a:lnTo>
                    <a:pt x="21690" y="84816"/>
                  </a:lnTo>
                  <a:lnTo>
                    <a:pt x="19130" y="89512"/>
                  </a:lnTo>
                  <a:lnTo>
                    <a:pt x="16722" y="94286"/>
                  </a:lnTo>
                  <a:lnTo>
                    <a:pt x="14468" y="99136"/>
                  </a:lnTo>
                  <a:lnTo>
                    <a:pt x="12370" y="104054"/>
                  </a:lnTo>
                  <a:lnTo>
                    <a:pt x="10431" y="109038"/>
                  </a:lnTo>
                  <a:lnTo>
                    <a:pt x="8652" y="114081"/>
                  </a:lnTo>
                  <a:lnTo>
                    <a:pt x="7035" y="119178"/>
                  </a:lnTo>
                  <a:lnTo>
                    <a:pt x="5582" y="124325"/>
                  </a:lnTo>
                  <a:lnTo>
                    <a:pt x="4294" y="129515"/>
                  </a:lnTo>
                  <a:lnTo>
                    <a:pt x="3173" y="134744"/>
                  </a:lnTo>
                  <a:lnTo>
                    <a:pt x="2220" y="140006"/>
                  </a:lnTo>
                  <a:lnTo>
                    <a:pt x="1436" y="145295"/>
                  </a:lnTo>
                  <a:lnTo>
                    <a:pt x="821" y="150607"/>
                  </a:lnTo>
                  <a:lnTo>
                    <a:pt x="376" y="155937"/>
                  </a:lnTo>
                  <a:lnTo>
                    <a:pt x="102" y="161277"/>
                  </a:lnTo>
                  <a:lnTo>
                    <a:pt x="0" y="166624"/>
                  </a:lnTo>
                  <a:lnTo>
                    <a:pt x="68" y="171971"/>
                  </a:lnTo>
                  <a:lnTo>
                    <a:pt x="307" y="177313"/>
                  </a:lnTo>
                  <a:lnTo>
                    <a:pt x="717" y="182645"/>
                  </a:lnTo>
                  <a:lnTo>
                    <a:pt x="1297" y="187961"/>
                  </a:lnTo>
                  <a:lnTo>
                    <a:pt x="2047" y="193256"/>
                  </a:lnTo>
                  <a:lnTo>
                    <a:pt x="2966" y="198524"/>
                  </a:lnTo>
                  <a:lnTo>
                    <a:pt x="4053" y="203760"/>
                  </a:lnTo>
                  <a:lnTo>
                    <a:pt x="5307" y="208958"/>
                  </a:lnTo>
                  <a:lnTo>
                    <a:pt x="6726" y="214114"/>
                  </a:lnTo>
                  <a:lnTo>
                    <a:pt x="8310" y="219222"/>
                  </a:lnTo>
                  <a:lnTo>
                    <a:pt x="10056" y="224276"/>
                  </a:lnTo>
                  <a:lnTo>
                    <a:pt x="11963" y="229272"/>
                  </a:lnTo>
                  <a:lnTo>
                    <a:pt x="14029" y="234204"/>
                  </a:lnTo>
                  <a:lnTo>
                    <a:pt x="16252" y="239068"/>
                  </a:lnTo>
                  <a:lnTo>
                    <a:pt x="18629" y="243858"/>
                  </a:lnTo>
                  <a:lnTo>
                    <a:pt x="21158" y="248570"/>
                  </a:lnTo>
                  <a:lnTo>
                    <a:pt x="23836" y="253199"/>
                  </a:lnTo>
                  <a:lnTo>
                    <a:pt x="26661" y="257739"/>
                  </a:lnTo>
                  <a:lnTo>
                    <a:pt x="29630" y="262187"/>
                  </a:lnTo>
                  <a:lnTo>
                    <a:pt x="32740" y="266537"/>
                  </a:lnTo>
                  <a:lnTo>
                    <a:pt x="35987" y="270786"/>
                  </a:lnTo>
                  <a:lnTo>
                    <a:pt x="39368" y="274929"/>
                  </a:lnTo>
                  <a:lnTo>
                    <a:pt x="42880" y="278962"/>
                  </a:lnTo>
                  <a:lnTo>
                    <a:pt x="46520" y="282880"/>
                  </a:lnTo>
                  <a:lnTo>
                    <a:pt x="50283" y="286679"/>
                  </a:lnTo>
                  <a:lnTo>
                    <a:pt x="54165" y="290357"/>
                  </a:lnTo>
                  <a:lnTo>
                    <a:pt x="58163" y="293908"/>
                  </a:lnTo>
                  <a:lnTo>
                    <a:pt x="62273" y="297330"/>
                  </a:lnTo>
                  <a:lnTo>
                    <a:pt x="66490" y="300618"/>
                  </a:lnTo>
                  <a:lnTo>
                    <a:pt x="70810" y="303770"/>
                  </a:lnTo>
                  <a:lnTo>
                    <a:pt x="75228" y="306782"/>
                  </a:lnTo>
                  <a:lnTo>
                    <a:pt x="79741" y="309651"/>
                  </a:lnTo>
                  <a:lnTo>
                    <a:pt x="84343" y="312375"/>
                  </a:lnTo>
                  <a:lnTo>
                    <a:pt x="89030" y="314950"/>
                  </a:lnTo>
                  <a:lnTo>
                    <a:pt x="93797" y="31737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55719" y="1404005"/>
              <a:ext cx="73369" cy="150206"/>
            </a:xfrm>
            <a:custGeom>
              <a:avLst/>
              <a:pathLst>
                <a:path w="73369" h="150206">
                  <a:moveTo>
                    <a:pt x="0" y="150206"/>
                  </a:moveTo>
                  <a:lnTo>
                    <a:pt x="7336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55719" y="1252244"/>
              <a:ext cx="240524" cy="318923"/>
            </a:xfrm>
            <a:custGeom>
              <a:avLst/>
              <a:pathLst>
                <a:path w="240524" h="318923">
                  <a:moveTo>
                    <a:pt x="0" y="301966"/>
                  </a:moveTo>
                  <a:lnTo>
                    <a:pt x="4836" y="304233"/>
                  </a:lnTo>
                  <a:lnTo>
                    <a:pt x="9742" y="306345"/>
                  </a:lnTo>
                  <a:lnTo>
                    <a:pt x="14712" y="308299"/>
                  </a:lnTo>
                  <a:lnTo>
                    <a:pt x="19743" y="310093"/>
                  </a:lnTo>
                  <a:lnTo>
                    <a:pt x="24829" y="311725"/>
                  </a:lnTo>
                  <a:lnTo>
                    <a:pt x="29964" y="313194"/>
                  </a:lnTo>
                  <a:lnTo>
                    <a:pt x="35143" y="314498"/>
                  </a:lnTo>
                  <a:lnTo>
                    <a:pt x="40362" y="315636"/>
                  </a:lnTo>
                  <a:lnTo>
                    <a:pt x="45614" y="316607"/>
                  </a:lnTo>
                  <a:lnTo>
                    <a:pt x="50895" y="317410"/>
                  </a:lnTo>
                  <a:lnTo>
                    <a:pt x="56198" y="318043"/>
                  </a:lnTo>
                  <a:lnTo>
                    <a:pt x="61519" y="318507"/>
                  </a:lnTo>
                  <a:lnTo>
                    <a:pt x="66852" y="318800"/>
                  </a:lnTo>
                  <a:lnTo>
                    <a:pt x="72192" y="318923"/>
                  </a:lnTo>
                  <a:lnTo>
                    <a:pt x="77533" y="318876"/>
                  </a:lnTo>
                  <a:lnTo>
                    <a:pt x="82869" y="318657"/>
                  </a:lnTo>
                  <a:lnTo>
                    <a:pt x="88196" y="318269"/>
                  </a:lnTo>
                  <a:lnTo>
                    <a:pt x="93508" y="317710"/>
                  </a:lnTo>
                  <a:lnTo>
                    <a:pt x="98799" y="316982"/>
                  </a:lnTo>
                  <a:lnTo>
                    <a:pt x="104065" y="316085"/>
                  </a:lnTo>
                  <a:lnTo>
                    <a:pt x="109299" y="315020"/>
                  </a:lnTo>
                  <a:lnTo>
                    <a:pt x="114496" y="313789"/>
                  </a:lnTo>
                  <a:lnTo>
                    <a:pt x="119651" y="312393"/>
                  </a:lnTo>
                  <a:lnTo>
                    <a:pt x="124759" y="310832"/>
                  </a:lnTo>
                  <a:lnTo>
                    <a:pt x="129815" y="309109"/>
                  </a:lnTo>
                  <a:lnTo>
                    <a:pt x="134813" y="307226"/>
                  </a:lnTo>
                  <a:lnTo>
                    <a:pt x="139748" y="305183"/>
                  </a:lnTo>
                  <a:lnTo>
                    <a:pt x="144616" y="302984"/>
                  </a:lnTo>
                  <a:lnTo>
                    <a:pt x="149410" y="300631"/>
                  </a:lnTo>
                  <a:lnTo>
                    <a:pt x="154127" y="298126"/>
                  </a:lnTo>
                  <a:lnTo>
                    <a:pt x="158762" y="295471"/>
                  </a:lnTo>
                  <a:lnTo>
                    <a:pt x="163310" y="292670"/>
                  </a:lnTo>
                  <a:lnTo>
                    <a:pt x="167765" y="289725"/>
                  </a:lnTo>
                  <a:lnTo>
                    <a:pt x="172125" y="286638"/>
                  </a:lnTo>
                  <a:lnTo>
                    <a:pt x="176383" y="283415"/>
                  </a:lnTo>
                  <a:lnTo>
                    <a:pt x="180537" y="280057"/>
                  </a:lnTo>
                  <a:lnTo>
                    <a:pt x="184580" y="276567"/>
                  </a:lnTo>
                  <a:lnTo>
                    <a:pt x="188511" y="272951"/>
                  </a:lnTo>
                  <a:lnTo>
                    <a:pt x="192324" y="269211"/>
                  </a:lnTo>
                  <a:lnTo>
                    <a:pt x="196015" y="265350"/>
                  </a:lnTo>
                  <a:lnTo>
                    <a:pt x="199581" y="261374"/>
                  </a:lnTo>
                  <a:lnTo>
                    <a:pt x="203019" y="257286"/>
                  </a:lnTo>
                  <a:lnTo>
                    <a:pt x="206324" y="253091"/>
                  </a:lnTo>
                  <a:lnTo>
                    <a:pt x="209493" y="248791"/>
                  </a:lnTo>
                  <a:lnTo>
                    <a:pt x="212524" y="244393"/>
                  </a:lnTo>
                  <a:lnTo>
                    <a:pt x="215412" y="239900"/>
                  </a:lnTo>
                  <a:lnTo>
                    <a:pt x="218155" y="235317"/>
                  </a:lnTo>
                  <a:lnTo>
                    <a:pt x="220751" y="230649"/>
                  </a:lnTo>
                  <a:lnTo>
                    <a:pt x="223196" y="225901"/>
                  </a:lnTo>
                  <a:lnTo>
                    <a:pt x="225488" y="221076"/>
                  </a:lnTo>
                  <a:lnTo>
                    <a:pt x="227624" y="216181"/>
                  </a:lnTo>
                  <a:lnTo>
                    <a:pt x="229604" y="211220"/>
                  </a:lnTo>
                  <a:lnTo>
                    <a:pt x="231424" y="206199"/>
                  </a:lnTo>
                  <a:lnTo>
                    <a:pt x="233082" y="201122"/>
                  </a:lnTo>
                  <a:lnTo>
                    <a:pt x="234578" y="195994"/>
                  </a:lnTo>
                  <a:lnTo>
                    <a:pt x="235908" y="190822"/>
                  </a:lnTo>
                  <a:lnTo>
                    <a:pt x="237073" y="185609"/>
                  </a:lnTo>
                  <a:lnTo>
                    <a:pt x="238071" y="180362"/>
                  </a:lnTo>
                  <a:lnTo>
                    <a:pt x="238901" y="175086"/>
                  </a:lnTo>
                  <a:lnTo>
                    <a:pt x="239561" y="169786"/>
                  </a:lnTo>
                  <a:lnTo>
                    <a:pt x="240052" y="164467"/>
                  </a:lnTo>
                  <a:lnTo>
                    <a:pt x="240373" y="159136"/>
                  </a:lnTo>
                  <a:lnTo>
                    <a:pt x="240524" y="153797"/>
                  </a:lnTo>
                  <a:lnTo>
                    <a:pt x="240503" y="148456"/>
                  </a:lnTo>
                  <a:lnTo>
                    <a:pt x="240313" y="143118"/>
                  </a:lnTo>
                  <a:lnTo>
                    <a:pt x="239951" y="137789"/>
                  </a:lnTo>
                  <a:lnTo>
                    <a:pt x="239420" y="132474"/>
                  </a:lnTo>
                  <a:lnTo>
                    <a:pt x="238719" y="127179"/>
                  </a:lnTo>
                  <a:lnTo>
                    <a:pt x="237849" y="121910"/>
                  </a:lnTo>
                  <a:lnTo>
                    <a:pt x="236812" y="116670"/>
                  </a:lnTo>
                  <a:lnTo>
                    <a:pt x="235607" y="111467"/>
                  </a:lnTo>
                  <a:lnTo>
                    <a:pt x="234237" y="106304"/>
                  </a:lnTo>
                  <a:lnTo>
                    <a:pt x="232703" y="101188"/>
                  </a:lnTo>
                  <a:lnTo>
                    <a:pt x="231006" y="96124"/>
                  </a:lnTo>
                  <a:lnTo>
                    <a:pt x="229148" y="91116"/>
                  </a:lnTo>
                  <a:lnTo>
                    <a:pt x="227131" y="86171"/>
                  </a:lnTo>
                  <a:lnTo>
                    <a:pt x="224958" y="81292"/>
                  </a:lnTo>
                  <a:lnTo>
                    <a:pt x="222629" y="76485"/>
                  </a:lnTo>
                  <a:lnTo>
                    <a:pt x="220148" y="71755"/>
                  </a:lnTo>
                  <a:lnTo>
                    <a:pt x="217517" y="67107"/>
                  </a:lnTo>
                  <a:lnTo>
                    <a:pt x="214739" y="62545"/>
                  </a:lnTo>
                  <a:lnTo>
                    <a:pt x="211817" y="58074"/>
                  </a:lnTo>
                  <a:lnTo>
                    <a:pt x="208753" y="53699"/>
                  </a:lnTo>
                  <a:lnTo>
                    <a:pt x="205552" y="49424"/>
                  </a:lnTo>
                  <a:lnTo>
                    <a:pt x="202215" y="45253"/>
                  </a:lnTo>
                  <a:lnTo>
                    <a:pt x="198746" y="41192"/>
                  </a:lnTo>
                  <a:lnTo>
                    <a:pt x="195150" y="37243"/>
                  </a:lnTo>
                  <a:lnTo>
                    <a:pt x="191430" y="33411"/>
                  </a:lnTo>
                  <a:lnTo>
                    <a:pt x="187588" y="29699"/>
                  </a:lnTo>
                  <a:lnTo>
                    <a:pt x="183631" y="26113"/>
                  </a:lnTo>
                  <a:lnTo>
                    <a:pt x="179560" y="22654"/>
                  </a:lnTo>
                  <a:lnTo>
                    <a:pt x="175382" y="19328"/>
                  </a:lnTo>
                  <a:lnTo>
                    <a:pt x="171099" y="16136"/>
                  </a:lnTo>
                  <a:lnTo>
                    <a:pt x="166716" y="13083"/>
                  </a:lnTo>
                  <a:lnTo>
                    <a:pt x="162238" y="10172"/>
                  </a:lnTo>
                  <a:lnTo>
                    <a:pt x="157670" y="7405"/>
                  </a:lnTo>
                  <a:lnTo>
                    <a:pt x="153015" y="4786"/>
                  </a:lnTo>
                  <a:lnTo>
                    <a:pt x="148279" y="2316"/>
                  </a:lnTo>
                  <a:lnTo>
                    <a:pt x="143467" y="0"/>
                  </a:lnTo>
                  <a:lnTo>
                    <a:pt x="73369" y="1517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629088" y="1236837"/>
              <a:ext cx="70097" cy="167167"/>
            </a:xfrm>
            <a:custGeom>
              <a:avLst/>
              <a:pathLst>
                <a:path w="70097" h="167167">
                  <a:moveTo>
                    <a:pt x="70097" y="15406"/>
                  </a:moveTo>
                  <a:lnTo>
                    <a:pt x="64581" y="12978"/>
                  </a:lnTo>
                  <a:lnTo>
                    <a:pt x="58980" y="10750"/>
                  </a:lnTo>
                  <a:lnTo>
                    <a:pt x="53303" y="8725"/>
                  </a:lnTo>
                  <a:lnTo>
                    <a:pt x="47556" y="6907"/>
                  </a:lnTo>
                  <a:lnTo>
                    <a:pt x="41748" y="5297"/>
                  </a:lnTo>
                  <a:lnTo>
                    <a:pt x="35885" y="3897"/>
                  </a:lnTo>
                  <a:lnTo>
                    <a:pt x="29976" y="2709"/>
                  </a:lnTo>
                  <a:lnTo>
                    <a:pt x="24027" y="1735"/>
                  </a:lnTo>
                  <a:lnTo>
                    <a:pt x="18048" y="977"/>
                  </a:lnTo>
                  <a:lnTo>
                    <a:pt x="12045" y="434"/>
                  </a:lnTo>
                  <a:lnTo>
                    <a:pt x="6026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105413" y="1546402"/>
              <a:ext cx="107153" cy="167167"/>
            </a:xfrm>
            <a:custGeom>
              <a:avLst/>
              <a:pathLst>
                <a:path w="107153" h="167167">
                  <a:moveTo>
                    <a:pt x="107153" y="0"/>
                  </a:moveTo>
                  <a:lnTo>
                    <a:pt x="101615" y="91"/>
                  </a:lnTo>
                  <a:lnTo>
                    <a:pt x="96083" y="366"/>
                  </a:lnTo>
                  <a:lnTo>
                    <a:pt x="90564" y="825"/>
                  </a:lnTo>
                  <a:lnTo>
                    <a:pt x="85063" y="1465"/>
                  </a:lnTo>
                  <a:lnTo>
                    <a:pt x="79586" y="2288"/>
                  </a:lnTo>
                  <a:lnTo>
                    <a:pt x="74139" y="3292"/>
                  </a:lnTo>
                  <a:lnTo>
                    <a:pt x="68728" y="4476"/>
                  </a:lnTo>
                  <a:lnTo>
                    <a:pt x="63360" y="5838"/>
                  </a:lnTo>
                  <a:lnTo>
                    <a:pt x="58040" y="7377"/>
                  </a:lnTo>
                  <a:lnTo>
                    <a:pt x="52773" y="9092"/>
                  </a:lnTo>
                  <a:lnTo>
                    <a:pt x="47566" y="10980"/>
                  </a:lnTo>
                  <a:lnTo>
                    <a:pt x="42425" y="13039"/>
                  </a:lnTo>
                  <a:lnTo>
                    <a:pt x="37355" y="15268"/>
                  </a:lnTo>
                  <a:lnTo>
                    <a:pt x="32361" y="17664"/>
                  </a:lnTo>
                  <a:lnTo>
                    <a:pt x="27450" y="20224"/>
                  </a:lnTo>
                  <a:lnTo>
                    <a:pt x="22626" y="22945"/>
                  </a:lnTo>
                  <a:lnTo>
                    <a:pt x="17894" y="25824"/>
                  </a:lnTo>
                  <a:lnTo>
                    <a:pt x="13261" y="28858"/>
                  </a:lnTo>
                  <a:lnTo>
                    <a:pt x="8731" y="32044"/>
                  </a:lnTo>
                  <a:lnTo>
                    <a:pt x="4309" y="35379"/>
                  </a:lnTo>
                  <a:lnTo>
                    <a:pt x="0" y="38858"/>
                  </a:lnTo>
                  <a:lnTo>
                    <a:pt x="1071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105413" y="1585261"/>
              <a:ext cx="107153" cy="128308"/>
            </a:xfrm>
            <a:custGeom>
              <a:avLst/>
              <a:pathLst>
                <a:path w="107153" h="128308">
                  <a:moveTo>
                    <a:pt x="0" y="0"/>
                  </a:moveTo>
                  <a:lnTo>
                    <a:pt x="107153" y="1283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45410" y="1585261"/>
              <a:ext cx="334320" cy="295471"/>
            </a:xfrm>
            <a:custGeom>
              <a:avLst/>
              <a:pathLst>
                <a:path w="334320" h="295471">
                  <a:moveTo>
                    <a:pt x="60002" y="0"/>
                  </a:moveTo>
                  <a:lnTo>
                    <a:pt x="55993" y="3457"/>
                  </a:lnTo>
                  <a:lnTo>
                    <a:pt x="52095" y="7039"/>
                  </a:lnTo>
                  <a:lnTo>
                    <a:pt x="48313" y="10743"/>
                  </a:lnTo>
                  <a:lnTo>
                    <a:pt x="44650" y="14565"/>
                  </a:lnTo>
                  <a:lnTo>
                    <a:pt x="41110" y="18501"/>
                  </a:lnTo>
                  <a:lnTo>
                    <a:pt x="37696" y="22548"/>
                  </a:lnTo>
                  <a:lnTo>
                    <a:pt x="34412" y="26700"/>
                  </a:lnTo>
                  <a:lnTo>
                    <a:pt x="31262" y="30954"/>
                  </a:lnTo>
                  <a:lnTo>
                    <a:pt x="28247" y="35306"/>
                  </a:lnTo>
                  <a:lnTo>
                    <a:pt x="25372" y="39751"/>
                  </a:lnTo>
                  <a:lnTo>
                    <a:pt x="22639" y="44285"/>
                  </a:lnTo>
                  <a:lnTo>
                    <a:pt x="20051" y="48903"/>
                  </a:lnTo>
                  <a:lnTo>
                    <a:pt x="17610" y="53601"/>
                  </a:lnTo>
                  <a:lnTo>
                    <a:pt x="15320" y="58373"/>
                  </a:lnTo>
                  <a:lnTo>
                    <a:pt x="13181" y="63216"/>
                  </a:lnTo>
                  <a:lnTo>
                    <a:pt x="11198" y="68124"/>
                  </a:lnTo>
                  <a:lnTo>
                    <a:pt x="9370" y="73093"/>
                  </a:lnTo>
                  <a:lnTo>
                    <a:pt x="7701" y="78117"/>
                  </a:lnTo>
                  <a:lnTo>
                    <a:pt x="6191" y="83191"/>
                  </a:lnTo>
                  <a:lnTo>
                    <a:pt x="4844" y="88310"/>
                  </a:lnTo>
                  <a:lnTo>
                    <a:pt x="3658" y="93470"/>
                  </a:lnTo>
                  <a:lnTo>
                    <a:pt x="2637" y="98664"/>
                  </a:lnTo>
                  <a:lnTo>
                    <a:pt x="1781" y="103889"/>
                  </a:lnTo>
                  <a:lnTo>
                    <a:pt x="1091" y="109137"/>
                  </a:lnTo>
                  <a:lnTo>
                    <a:pt x="567" y="114405"/>
                  </a:lnTo>
                  <a:lnTo>
                    <a:pt x="210" y="119687"/>
                  </a:lnTo>
                  <a:lnTo>
                    <a:pt x="21" y="124978"/>
                  </a:lnTo>
                  <a:lnTo>
                    <a:pt x="0" y="130271"/>
                  </a:lnTo>
                  <a:lnTo>
                    <a:pt x="145" y="135563"/>
                  </a:lnTo>
                  <a:lnTo>
                    <a:pt x="459" y="140848"/>
                  </a:lnTo>
                  <a:lnTo>
                    <a:pt x="940" y="146120"/>
                  </a:lnTo>
                  <a:lnTo>
                    <a:pt x="1587" y="151374"/>
                  </a:lnTo>
                  <a:lnTo>
                    <a:pt x="2400" y="156605"/>
                  </a:lnTo>
                  <a:lnTo>
                    <a:pt x="3379" y="161808"/>
                  </a:lnTo>
                  <a:lnTo>
                    <a:pt x="4522" y="166977"/>
                  </a:lnTo>
                  <a:lnTo>
                    <a:pt x="5828" y="172107"/>
                  </a:lnTo>
                  <a:lnTo>
                    <a:pt x="7296" y="177193"/>
                  </a:lnTo>
                  <a:lnTo>
                    <a:pt x="8924" y="182231"/>
                  </a:lnTo>
                  <a:lnTo>
                    <a:pt x="10710" y="187214"/>
                  </a:lnTo>
                  <a:lnTo>
                    <a:pt x="12654" y="192138"/>
                  </a:lnTo>
                  <a:lnTo>
                    <a:pt x="14753" y="196998"/>
                  </a:lnTo>
                  <a:lnTo>
                    <a:pt x="17004" y="201790"/>
                  </a:lnTo>
                  <a:lnTo>
                    <a:pt x="19406" y="206507"/>
                  </a:lnTo>
                  <a:lnTo>
                    <a:pt x="21956" y="211146"/>
                  </a:lnTo>
                  <a:lnTo>
                    <a:pt x="24652" y="215703"/>
                  </a:lnTo>
                  <a:lnTo>
                    <a:pt x="27491" y="220171"/>
                  </a:lnTo>
                  <a:lnTo>
                    <a:pt x="30470" y="224547"/>
                  </a:lnTo>
                  <a:lnTo>
                    <a:pt x="33586" y="228827"/>
                  </a:lnTo>
                  <a:lnTo>
                    <a:pt x="36835" y="233006"/>
                  </a:lnTo>
                  <a:lnTo>
                    <a:pt x="40216" y="237080"/>
                  </a:lnTo>
                  <a:lnTo>
                    <a:pt x="43724" y="241045"/>
                  </a:lnTo>
                  <a:lnTo>
                    <a:pt x="47355" y="244897"/>
                  </a:lnTo>
                  <a:lnTo>
                    <a:pt x="51107" y="248632"/>
                  </a:lnTo>
                  <a:lnTo>
                    <a:pt x="54975" y="252246"/>
                  </a:lnTo>
                  <a:lnTo>
                    <a:pt x="58956" y="255736"/>
                  </a:lnTo>
                  <a:lnTo>
                    <a:pt x="63045" y="259098"/>
                  </a:lnTo>
                  <a:lnTo>
                    <a:pt x="67239" y="262329"/>
                  </a:lnTo>
                  <a:lnTo>
                    <a:pt x="71532" y="265426"/>
                  </a:lnTo>
                  <a:lnTo>
                    <a:pt x="75922" y="268385"/>
                  </a:lnTo>
                  <a:lnTo>
                    <a:pt x="80403" y="271203"/>
                  </a:lnTo>
                  <a:lnTo>
                    <a:pt x="84971" y="273879"/>
                  </a:lnTo>
                  <a:lnTo>
                    <a:pt x="89622" y="276408"/>
                  </a:lnTo>
                  <a:lnTo>
                    <a:pt x="94350" y="278789"/>
                  </a:lnTo>
                  <a:lnTo>
                    <a:pt x="99152" y="281019"/>
                  </a:lnTo>
                  <a:lnTo>
                    <a:pt x="104021" y="283095"/>
                  </a:lnTo>
                  <a:lnTo>
                    <a:pt x="108954" y="285017"/>
                  </a:lnTo>
                  <a:lnTo>
                    <a:pt x="113945" y="286781"/>
                  </a:lnTo>
                  <a:lnTo>
                    <a:pt x="118990" y="288386"/>
                  </a:lnTo>
                  <a:lnTo>
                    <a:pt x="124083" y="289831"/>
                  </a:lnTo>
                  <a:lnTo>
                    <a:pt x="129219" y="291114"/>
                  </a:lnTo>
                  <a:lnTo>
                    <a:pt x="134393" y="292234"/>
                  </a:lnTo>
                  <a:lnTo>
                    <a:pt x="139600" y="293189"/>
                  </a:lnTo>
                  <a:lnTo>
                    <a:pt x="144835" y="293979"/>
                  </a:lnTo>
                  <a:lnTo>
                    <a:pt x="150092" y="294602"/>
                  </a:lnTo>
                  <a:lnTo>
                    <a:pt x="155366" y="295059"/>
                  </a:lnTo>
                  <a:lnTo>
                    <a:pt x="160652" y="295349"/>
                  </a:lnTo>
                  <a:lnTo>
                    <a:pt x="165945" y="295471"/>
                  </a:lnTo>
                  <a:lnTo>
                    <a:pt x="171238" y="295426"/>
                  </a:lnTo>
                  <a:lnTo>
                    <a:pt x="176528" y="295213"/>
                  </a:lnTo>
                  <a:lnTo>
                    <a:pt x="181808" y="294832"/>
                  </a:lnTo>
                  <a:lnTo>
                    <a:pt x="187074" y="294285"/>
                  </a:lnTo>
                  <a:lnTo>
                    <a:pt x="192319" y="293571"/>
                  </a:lnTo>
                  <a:lnTo>
                    <a:pt x="197539" y="292691"/>
                  </a:lnTo>
                  <a:lnTo>
                    <a:pt x="202729" y="291647"/>
                  </a:lnTo>
                  <a:lnTo>
                    <a:pt x="207883" y="290438"/>
                  </a:lnTo>
                  <a:lnTo>
                    <a:pt x="212997" y="289067"/>
                  </a:lnTo>
                  <a:lnTo>
                    <a:pt x="218064" y="287535"/>
                  </a:lnTo>
                  <a:lnTo>
                    <a:pt x="223080" y="285843"/>
                  </a:lnTo>
                  <a:lnTo>
                    <a:pt x="228041" y="283994"/>
                  </a:lnTo>
                  <a:lnTo>
                    <a:pt x="232940" y="281988"/>
                  </a:lnTo>
                  <a:lnTo>
                    <a:pt x="237773" y="279828"/>
                  </a:lnTo>
                  <a:lnTo>
                    <a:pt x="242535" y="277516"/>
                  </a:lnTo>
                  <a:lnTo>
                    <a:pt x="247222" y="275054"/>
                  </a:lnTo>
                  <a:lnTo>
                    <a:pt x="251828" y="272445"/>
                  </a:lnTo>
                  <a:lnTo>
                    <a:pt x="256350" y="269692"/>
                  </a:lnTo>
                  <a:lnTo>
                    <a:pt x="260782" y="266796"/>
                  </a:lnTo>
                  <a:lnTo>
                    <a:pt x="265120" y="263762"/>
                  </a:lnTo>
                  <a:lnTo>
                    <a:pt x="269360" y="260593"/>
                  </a:lnTo>
                  <a:lnTo>
                    <a:pt x="273498" y="257290"/>
                  </a:lnTo>
                  <a:lnTo>
                    <a:pt x="277528" y="253858"/>
                  </a:lnTo>
                  <a:lnTo>
                    <a:pt x="281448" y="250300"/>
                  </a:lnTo>
                  <a:lnTo>
                    <a:pt x="285254" y="246620"/>
                  </a:lnTo>
                  <a:lnTo>
                    <a:pt x="288941" y="242821"/>
                  </a:lnTo>
                  <a:lnTo>
                    <a:pt x="292506" y="238908"/>
                  </a:lnTo>
                  <a:lnTo>
                    <a:pt x="295945" y="234883"/>
                  </a:lnTo>
                  <a:lnTo>
                    <a:pt x="299255" y="230751"/>
                  </a:lnTo>
                  <a:lnTo>
                    <a:pt x="302433" y="226517"/>
                  </a:lnTo>
                  <a:lnTo>
                    <a:pt x="305474" y="222185"/>
                  </a:lnTo>
                  <a:lnTo>
                    <a:pt x="308378" y="217758"/>
                  </a:lnTo>
                  <a:lnTo>
                    <a:pt x="311139" y="213241"/>
                  </a:lnTo>
                  <a:lnTo>
                    <a:pt x="313756" y="208639"/>
                  </a:lnTo>
                  <a:lnTo>
                    <a:pt x="316226" y="203957"/>
                  </a:lnTo>
                  <a:lnTo>
                    <a:pt x="318547" y="199199"/>
                  </a:lnTo>
                  <a:lnTo>
                    <a:pt x="320716" y="194370"/>
                  </a:lnTo>
                  <a:lnTo>
                    <a:pt x="322731" y="189474"/>
                  </a:lnTo>
                  <a:lnTo>
                    <a:pt x="324589" y="184517"/>
                  </a:lnTo>
                  <a:lnTo>
                    <a:pt x="326290" y="179504"/>
                  </a:lnTo>
                  <a:lnTo>
                    <a:pt x="327832" y="174440"/>
                  </a:lnTo>
                  <a:lnTo>
                    <a:pt x="329212" y="169329"/>
                  </a:lnTo>
                  <a:lnTo>
                    <a:pt x="330429" y="164177"/>
                  </a:lnTo>
                  <a:lnTo>
                    <a:pt x="331483" y="158989"/>
                  </a:lnTo>
                  <a:lnTo>
                    <a:pt x="332372" y="153770"/>
                  </a:lnTo>
                  <a:lnTo>
                    <a:pt x="333096" y="148526"/>
                  </a:lnTo>
                  <a:lnTo>
                    <a:pt x="333653" y="143261"/>
                  </a:lnTo>
                  <a:lnTo>
                    <a:pt x="334043" y="137982"/>
                  </a:lnTo>
                  <a:lnTo>
                    <a:pt x="334265" y="132693"/>
                  </a:lnTo>
                  <a:lnTo>
                    <a:pt x="334320" y="127399"/>
                  </a:lnTo>
                  <a:lnTo>
                    <a:pt x="334208" y="122106"/>
                  </a:lnTo>
                  <a:lnTo>
                    <a:pt x="333928" y="116820"/>
                  </a:lnTo>
                  <a:lnTo>
                    <a:pt x="333480" y="111545"/>
                  </a:lnTo>
                  <a:lnTo>
                    <a:pt x="332866" y="106287"/>
                  </a:lnTo>
                  <a:lnTo>
                    <a:pt x="332086" y="101051"/>
                  </a:lnTo>
                  <a:lnTo>
                    <a:pt x="331140" y="95842"/>
                  </a:lnTo>
                  <a:lnTo>
                    <a:pt x="330030" y="90666"/>
                  </a:lnTo>
                  <a:lnTo>
                    <a:pt x="328756" y="85527"/>
                  </a:lnTo>
                  <a:lnTo>
                    <a:pt x="327320" y="80432"/>
                  </a:lnTo>
                  <a:lnTo>
                    <a:pt x="325724" y="75384"/>
                  </a:lnTo>
                  <a:lnTo>
                    <a:pt x="323969" y="70390"/>
                  </a:lnTo>
                  <a:lnTo>
                    <a:pt x="322056" y="65454"/>
                  </a:lnTo>
                  <a:lnTo>
                    <a:pt x="319988" y="60580"/>
                  </a:lnTo>
                  <a:lnTo>
                    <a:pt x="317767" y="55775"/>
                  </a:lnTo>
                  <a:lnTo>
                    <a:pt x="315395" y="51042"/>
                  </a:lnTo>
                  <a:lnTo>
                    <a:pt x="312874" y="46387"/>
                  </a:lnTo>
                  <a:lnTo>
                    <a:pt x="310207" y="41814"/>
                  </a:lnTo>
                  <a:lnTo>
                    <a:pt x="167155" y="1283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212566" y="1546402"/>
              <a:ext cx="143051" cy="167167"/>
            </a:xfrm>
            <a:custGeom>
              <a:avLst/>
              <a:pathLst>
                <a:path w="143051" h="167167">
                  <a:moveTo>
                    <a:pt x="143051" y="80673"/>
                  </a:moveTo>
                  <a:lnTo>
                    <a:pt x="140108" y="75982"/>
                  </a:lnTo>
                  <a:lnTo>
                    <a:pt x="137011" y="71392"/>
                  </a:lnTo>
                  <a:lnTo>
                    <a:pt x="133763" y="66906"/>
                  </a:lnTo>
                  <a:lnTo>
                    <a:pt x="130369" y="62531"/>
                  </a:lnTo>
                  <a:lnTo>
                    <a:pt x="126832" y="58270"/>
                  </a:lnTo>
                  <a:lnTo>
                    <a:pt x="123155" y="54129"/>
                  </a:lnTo>
                  <a:lnTo>
                    <a:pt x="119343" y="50111"/>
                  </a:lnTo>
                  <a:lnTo>
                    <a:pt x="115401" y="46223"/>
                  </a:lnTo>
                  <a:lnTo>
                    <a:pt x="111332" y="42467"/>
                  </a:lnTo>
                  <a:lnTo>
                    <a:pt x="107140" y="38848"/>
                  </a:lnTo>
                  <a:lnTo>
                    <a:pt x="102831" y="35369"/>
                  </a:lnTo>
                  <a:lnTo>
                    <a:pt x="98409" y="32036"/>
                  </a:lnTo>
                  <a:lnTo>
                    <a:pt x="93879" y="28850"/>
                  </a:lnTo>
                  <a:lnTo>
                    <a:pt x="89247" y="25817"/>
                  </a:lnTo>
                  <a:lnTo>
                    <a:pt x="84516" y="22938"/>
                  </a:lnTo>
                  <a:lnTo>
                    <a:pt x="79692" y="20218"/>
                  </a:lnTo>
                  <a:lnTo>
                    <a:pt x="74781" y="17659"/>
                  </a:lnTo>
                  <a:lnTo>
                    <a:pt x="69788" y="15264"/>
                  </a:lnTo>
                  <a:lnTo>
                    <a:pt x="64718" y="13036"/>
                  </a:lnTo>
                  <a:lnTo>
                    <a:pt x="59578" y="10977"/>
                  </a:lnTo>
                  <a:lnTo>
                    <a:pt x="54372" y="9089"/>
                  </a:lnTo>
                  <a:lnTo>
                    <a:pt x="49106" y="7375"/>
                  </a:lnTo>
                  <a:lnTo>
                    <a:pt x="43786" y="5836"/>
                  </a:lnTo>
                  <a:lnTo>
                    <a:pt x="38419" y="4474"/>
                  </a:lnTo>
                  <a:lnTo>
                    <a:pt x="33009" y="3291"/>
                  </a:lnTo>
                  <a:lnTo>
                    <a:pt x="27563" y="2288"/>
                  </a:lnTo>
                  <a:lnTo>
                    <a:pt x="22087" y="1465"/>
                  </a:lnTo>
                  <a:lnTo>
                    <a:pt x="16586" y="824"/>
                  </a:lnTo>
                  <a:lnTo>
                    <a:pt x="11067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20529" y="1943516"/>
              <a:ext cx="58253" cy="167167"/>
            </a:xfrm>
            <a:custGeom>
              <a:avLst/>
              <a:pathLst>
                <a:path w="58253" h="167167">
                  <a:moveTo>
                    <a:pt x="58253" y="0"/>
                  </a:moveTo>
                  <a:lnTo>
                    <a:pt x="52304" y="105"/>
                  </a:lnTo>
                  <a:lnTo>
                    <a:pt x="46363" y="423"/>
                  </a:lnTo>
                  <a:lnTo>
                    <a:pt x="40436" y="952"/>
                  </a:lnTo>
                  <a:lnTo>
                    <a:pt x="34533" y="1691"/>
                  </a:lnTo>
                  <a:lnTo>
                    <a:pt x="28659" y="2640"/>
                  </a:lnTo>
                  <a:lnTo>
                    <a:pt x="22823" y="3797"/>
                  </a:lnTo>
                  <a:lnTo>
                    <a:pt x="17031" y="5162"/>
                  </a:lnTo>
                  <a:lnTo>
                    <a:pt x="11292" y="6731"/>
                  </a:lnTo>
                  <a:lnTo>
                    <a:pt x="5612" y="8504"/>
                  </a:lnTo>
                  <a:lnTo>
                    <a:pt x="0" y="10478"/>
                  </a:lnTo>
                  <a:lnTo>
                    <a:pt x="5825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20529" y="1953995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11625" y="1943516"/>
              <a:ext cx="334309" cy="334333"/>
            </a:xfrm>
            <a:custGeom>
              <a:avLst/>
              <a:pathLst>
                <a:path w="334309" h="334333">
                  <a:moveTo>
                    <a:pt x="108904" y="10478"/>
                  </a:moveTo>
                  <a:lnTo>
                    <a:pt x="103968" y="12403"/>
                  </a:lnTo>
                  <a:lnTo>
                    <a:pt x="99095" y="14483"/>
                  </a:lnTo>
                  <a:lnTo>
                    <a:pt x="94290" y="16717"/>
                  </a:lnTo>
                  <a:lnTo>
                    <a:pt x="89559" y="19102"/>
                  </a:lnTo>
                  <a:lnTo>
                    <a:pt x="84906" y="21635"/>
                  </a:lnTo>
                  <a:lnTo>
                    <a:pt x="80335" y="24315"/>
                  </a:lnTo>
                  <a:lnTo>
                    <a:pt x="75851" y="27138"/>
                  </a:lnTo>
                  <a:lnTo>
                    <a:pt x="71459" y="30102"/>
                  </a:lnTo>
                  <a:lnTo>
                    <a:pt x="67164" y="33204"/>
                  </a:lnTo>
                  <a:lnTo>
                    <a:pt x="62969" y="36440"/>
                  </a:lnTo>
                  <a:lnTo>
                    <a:pt x="58878" y="39808"/>
                  </a:lnTo>
                  <a:lnTo>
                    <a:pt x="54896" y="43303"/>
                  </a:lnTo>
                  <a:lnTo>
                    <a:pt x="51027" y="46923"/>
                  </a:lnTo>
                  <a:lnTo>
                    <a:pt x="47275" y="50664"/>
                  </a:lnTo>
                  <a:lnTo>
                    <a:pt x="43643" y="54521"/>
                  </a:lnTo>
                  <a:lnTo>
                    <a:pt x="40135" y="58492"/>
                  </a:lnTo>
                  <a:lnTo>
                    <a:pt x="36755" y="62572"/>
                  </a:lnTo>
                  <a:lnTo>
                    <a:pt x="33506" y="66758"/>
                  </a:lnTo>
                  <a:lnTo>
                    <a:pt x="30391" y="71044"/>
                  </a:lnTo>
                  <a:lnTo>
                    <a:pt x="27413" y="75426"/>
                  </a:lnTo>
                  <a:lnTo>
                    <a:pt x="24576" y="79901"/>
                  </a:lnTo>
                  <a:lnTo>
                    <a:pt x="21882" y="84463"/>
                  </a:lnTo>
                  <a:lnTo>
                    <a:pt x="19334" y="89109"/>
                  </a:lnTo>
                  <a:lnTo>
                    <a:pt x="16935" y="93833"/>
                  </a:lnTo>
                  <a:lnTo>
                    <a:pt x="14686" y="98630"/>
                  </a:lnTo>
                  <a:lnTo>
                    <a:pt x="12591" y="103497"/>
                  </a:lnTo>
                  <a:lnTo>
                    <a:pt x="10650" y="108427"/>
                  </a:lnTo>
                  <a:lnTo>
                    <a:pt x="8868" y="113417"/>
                  </a:lnTo>
                  <a:lnTo>
                    <a:pt x="7244" y="118460"/>
                  </a:lnTo>
                  <a:lnTo>
                    <a:pt x="5780" y="123552"/>
                  </a:lnTo>
                  <a:lnTo>
                    <a:pt x="4479" y="128689"/>
                  </a:lnTo>
                  <a:lnTo>
                    <a:pt x="3341" y="133863"/>
                  </a:lnTo>
                  <a:lnTo>
                    <a:pt x="2368" y="139072"/>
                  </a:lnTo>
                  <a:lnTo>
                    <a:pt x="1561" y="144308"/>
                  </a:lnTo>
                  <a:lnTo>
                    <a:pt x="919" y="149568"/>
                  </a:lnTo>
                  <a:lnTo>
                    <a:pt x="445" y="154845"/>
                  </a:lnTo>
                  <a:lnTo>
                    <a:pt x="138" y="160134"/>
                  </a:lnTo>
                  <a:lnTo>
                    <a:pt x="0" y="165431"/>
                  </a:lnTo>
                  <a:lnTo>
                    <a:pt x="28" y="170729"/>
                  </a:lnTo>
                  <a:lnTo>
                    <a:pt x="225" y="176024"/>
                  </a:lnTo>
                  <a:lnTo>
                    <a:pt x="590" y="181310"/>
                  </a:lnTo>
                  <a:lnTo>
                    <a:pt x="1122" y="186581"/>
                  </a:lnTo>
                  <a:lnTo>
                    <a:pt x="1820" y="191833"/>
                  </a:lnTo>
                  <a:lnTo>
                    <a:pt x="2685" y="197061"/>
                  </a:lnTo>
                  <a:lnTo>
                    <a:pt x="3715" y="202258"/>
                  </a:lnTo>
                  <a:lnTo>
                    <a:pt x="4909" y="207420"/>
                  </a:lnTo>
                  <a:lnTo>
                    <a:pt x="6266" y="212542"/>
                  </a:lnTo>
                  <a:lnTo>
                    <a:pt x="7785" y="217618"/>
                  </a:lnTo>
                  <a:lnTo>
                    <a:pt x="9464" y="222643"/>
                  </a:lnTo>
                  <a:lnTo>
                    <a:pt x="11301" y="227613"/>
                  </a:lnTo>
                  <a:lnTo>
                    <a:pt x="13295" y="232522"/>
                  </a:lnTo>
                  <a:lnTo>
                    <a:pt x="15444" y="237365"/>
                  </a:lnTo>
                  <a:lnTo>
                    <a:pt x="17745" y="242138"/>
                  </a:lnTo>
                  <a:lnTo>
                    <a:pt x="20196" y="246835"/>
                  </a:lnTo>
                  <a:lnTo>
                    <a:pt x="22794" y="251453"/>
                  </a:lnTo>
                  <a:lnTo>
                    <a:pt x="25538" y="255985"/>
                  </a:lnTo>
                  <a:lnTo>
                    <a:pt x="28424" y="260429"/>
                  </a:lnTo>
                  <a:lnTo>
                    <a:pt x="31449" y="264779"/>
                  </a:lnTo>
                  <a:lnTo>
                    <a:pt x="34611" y="269030"/>
                  </a:lnTo>
                  <a:lnTo>
                    <a:pt x="37905" y="273180"/>
                  </a:lnTo>
                  <a:lnTo>
                    <a:pt x="41330" y="277223"/>
                  </a:lnTo>
                  <a:lnTo>
                    <a:pt x="44881" y="281155"/>
                  </a:lnTo>
                  <a:lnTo>
                    <a:pt x="48555" y="284973"/>
                  </a:lnTo>
                  <a:lnTo>
                    <a:pt x="52348" y="288672"/>
                  </a:lnTo>
                  <a:lnTo>
                    <a:pt x="56256" y="292250"/>
                  </a:lnTo>
                  <a:lnTo>
                    <a:pt x="60276" y="295702"/>
                  </a:lnTo>
                  <a:lnTo>
                    <a:pt x="64403" y="299024"/>
                  </a:lnTo>
                  <a:lnTo>
                    <a:pt x="68633" y="302214"/>
                  </a:lnTo>
                  <a:lnTo>
                    <a:pt x="72962" y="305269"/>
                  </a:lnTo>
                  <a:lnTo>
                    <a:pt x="77386" y="308185"/>
                  </a:lnTo>
                  <a:lnTo>
                    <a:pt x="81901" y="310959"/>
                  </a:lnTo>
                  <a:lnTo>
                    <a:pt x="86500" y="313589"/>
                  </a:lnTo>
                  <a:lnTo>
                    <a:pt x="91181" y="316071"/>
                  </a:lnTo>
                  <a:lnTo>
                    <a:pt x="95938" y="318404"/>
                  </a:lnTo>
                  <a:lnTo>
                    <a:pt x="100767" y="320585"/>
                  </a:lnTo>
                  <a:lnTo>
                    <a:pt x="105662" y="322612"/>
                  </a:lnTo>
                  <a:lnTo>
                    <a:pt x="110619" y="324483"/>
                  </a:lnTo>
                  <a:lnTo>
                    <a:pt x="115633" y="326196"/>
                  </a:lnTo>
                  <a:lnTo>
                    <a:pt x="120699" y="327749"/>
                  </a:lnTo>
                  <a:lnTo>
                    <a:pt x="125811" y="329140"/>
                  </a:lnTo>
                  <a:lnTo>
                    <a:pt x="130965" y="330369"/>
                  </a:lnTo>
                  <a:lnTo>
                    <a:pt x="136155" y="331434"/>
                  </a:lnTo>
                  <a:lnTo>
                    <a:pt x="141377" y="332334"/>
                  </a:lnTo>
                  <a:lnTo>
                    <a:pt x="146624" y="333068"/>
                  </a:lnTo>
                  <a:lnTo>
                    <a:pt x="151892" y="333636"/>
                  </a:lnTo>
                  <a:lnTo>
                    <a:pt x="157175" y="334036"/>
                  </a:lnTo>
                  <a:lnTo>
                    <a:pt x="162469" y="334269"/>
                  </a:lnTo>
                  <a:lnTo>
                    <a:pt x="167767" y="334333"/>
                  </a:lnTo>
                  <a:lnTo>
                    <a:pt x="173064" y="334230"/>
                  </a:lnTo>
                  <a:lnTo>
                    <a:pt x="178355" y="333959"/>
                  </a:lnTo>
                  <a:lnTo>
                    <a:pt x="183636" y="333520"/>
                  </a:lnTo>
                  <a:lnTo>
                    <a:pt x="188899" y="332915"/>
                  </a:lnTo>
                  <a:lnTo>
                    <a:pt x="194141" y="332142"/>
                  </a:lnTo>
                  <a:lnTo>
                    <a:pt x="199356" y="331204"/>
                  </a:lnTo>
                  <a:lnTo>
                    <a:pt x="204538" y="330101"/>
                  </a:lnTo>
                  <a:lnTo>
                    <a:pt x="209683" y="328835"/>
                  </a:lnTo>
                  <a:lnTo>
                    <a:pt x="214785" y="327406"/>
                  </a:lnTo>
                  <a:lnTo>
                    <a:pt x="219839" y="325816"/>
                  </a:lnTo>
                  <a:lnTo>
                    <a:pt x="224841" y="324067"/>
                  </a:lnTo>
                  <a:lnTo>
                    <a:pt x="229784" y="322160"/>
                  </a:lnTo>
                  <a:lnTo>
                    <a:pt x="234665" y="320098"/>
                  </a:lnTo>
                  <a:lnTo>
                    <a:pt x="239477" y="317881"/>
                  </a:lnTo>
                  <a:lnTo>
                    <a:pt x="244217" y="315514"/>
                  </a:lnTo>
                  <a:lnTo>
                    <a:pt x="248880" y="312997"/>
                  </a:lnTo>
                  <a:lnTo>
                    <a:pt x="253460" y="310334"/>
                  </a:lnTo>
                  <a:lnTo>
                    <a:pt x="257954" y="307527"/>
                  </a:lnTo>
                  <a:lnTo>
                    <a:pt x="262357" y="304579"/>
                  </a:lnTo>
                  <a:lnTo>
                    <a:pt x="266664" y="301493"/>
                  </a:lnTo>
                  <a:lnTo>
                    <a:pt x="270871" y="298272"/>
                  </a:lnTo>
                  <a:lnTo>
                    <a:pt x="274973" y="294920"/>
                  </a:lnTo>
                  <a:lnTo>
                    <a:pt x="278968" y="291439"/>
                  </a:lnTo>
                  <a:lnTo>
                    <a:pt x="282850" y="287833"/>
                  </a:lnTo>
                  <a:lnTo>
                    <a:pt x="286616" y="284106"/>
                  </a:lnTo>
                  <a:lnTo>
                    <a:pt x="290262" y="280261"/>
                  </a:lnTo>
                  <a:lnTo>
                    <a:pt x="293784" y="276303"/>
                  </a:lnTo>
                  <a:lnTo>
                    <a:pt x="297179" y="272236"/>
                  </a:lnTo>
                  <a:lnTo>
                    <a:pt x="300444" y="268062"/>
                  </a:lnTo>
                  <a:lnTo>
                    <a:pt x="303574" y="263788"/>
                  </a:lnTo>
                  <a:lnTo>
                    <a:pt x="306568" y="259416"/>
                  </a:lnTo>
                  <a:lnTo>
                    <a:pt x="309421" y="254952"/>
                  </a:lnTo>
                  <a:lnTo>
                    <a:pt x="312132" y="250399"/>
                  </a:lnTo>
                  <a:lnTo>
                    <a:pt x="314697" y="245763"/>
                  </a:lnTo>
                  <a:lnTo>
                    <a:pt x="317113" y="241048"/>
                  </a:lnTo>
                  <a:lnTo>
                    <a:pt x="319379" y="236258"/>
                  </a:lnTo>
                  <a:lnTo>
                    <a:pt x="321492" y="231399"/>
                  </a:lnTo>
                  <a:lnTo>
                    <a:pt x="323450" y="226476"/>
                  </a:lnTo>
                  <a:lnTo>
                    <a:pt x="325252" y="221493"/>
                  </a:lnTo>
                  <a:lnTo>
                    <a:pt x="326894" y="216456"/>
                  </a:lnTo>
                  <a:lnTo>
                    <a:pt x="328376" y="211369"/>
                  </a:lnTo>
                  <a:lnTo>
                    <a:pt x="329695" y="206237"/>
                  </a:lnTo>
                  <a:lnTo>
                    <a:pt x="330852" y="201067"/>
                  </a:lnTo>
                  <a:lnTo>
                    <a:pt x="331844" y="195862"/>
                  </a:lnTo>
                  <a:lnTo>
                    <a:pt x="332671" y="190629"/>
                  </a:lnTo>
                  <a:lnTo>
                    <a:pt x="333331" y="185372"/>
                  </a:lnTo>
                  <a:lnTo>
                    <a:pt x="333825" y="180096"/>
                  </a:lnTo>
                  <a:lnTo>
                    <a:pt x="334151" y="174808"/>
                  </a:lnTo>
                  <a:lnTo>
                    <a:pt x="334309" y="169512"/>
                  </a:lnTo>
                  <a:lnTo>
                    <a:pt x="334299" y="164213"/>
                  </a:lnTo>
                  <a:lnTo>
                    <a:pt x="334122" y="158918"/>
                  </a:lnTo>
                  <a:lnTo>
                    <a:pt x="333776" y="153631"/>
                  </a:lnTo>
                  <a:lnTo>
                    <a:pt x="333264" y="148357"/>
                  </a:lnTo>
                  <a:lnTo>
                    <a:pt x="332584" y="143103"/>
                  </a:lnTo>
                  <a:lnTo>
                    <a:pt x="331739" y="137872"/>
                  </a:lnTo>
                  <a:lnTo>
                    <a:pt x="330727" y="132671"/>
                  </a:lnTo>
                  <a:lnTo>
                    <a:pt x="329552" y="127505"/>
                  </a:lnTo>
                  <a:lnTo>
                    <a:pt x="328214" y="122378"/>
                  </a:lnTo>
                  <a:lnTo>
                    <a:pt x="326713" y="117297"/>
                  </a:lnTo>
                  <a:lnTo>
                    <a:pt x="325053" y="112265"/>
                  </a:lnTo>
                  <a:lnTo>
                    <a:pt x="323233" y="107289"/>
                  </a:lnTo>
                  <a:lnTo>
                    <a:pt x="321257" y="102373"/>
                  </a:lnTo>
                  <a:lnTo>
                    <a:pt x="319127" y="97522"/>
                  </a:lnTo>
                  <a:lnTo>
                    <a:pt x="316843" y="92741"/>
                  </a:lnTo>
                  <a:lnTo>
                    <a:pt x="314409" y="88034"/>
                  </a:lnTo>
                  <a:lnTo>
                    <a:pt x="311828" y="83408"/>
                  </a:lnTo>
                  <a:lnTo>
                    <a:pt x="309101" y="78865"/>
                  </a:lnTo>
                  <a:lnTo>
                    <a:pt x="306231" y="74411"/>
                  </a:lnTo>
                  <a:lnTo>
                    <a:pt x="303221" y="70050"/>
                  </a:lnTo>
                  <a:lnTo>
                    <a:pt x="300075" y="65787"/>
                  </a:lnTo>
                  <a:lnTo>
                    <a:pt x="296796" y="61625"/>
                  </a:lnTo>
                  <a:lnTo>
                    <a:pt x="293386" y="57570"/>
                  </a:lnTo>
                  <a:lnTo>
                    <a:pt x="289849" y="53625"/>
                  </a:lnTo>
                  <a:lnTo>
                    <a:pt x="286189" y="49794"/>
                  </a:lnTo>
                  <a:lnTo>
                    <a:pt x="282410" y="46080"/>
                  </a:lnTo>
                  <a:lnTo>
                    <a:pt x="278515" y="42489"/>
                  </a:lnTo>
                  <a:lnTo>
                    <a:pt x="274507" y="39022"/>
                  </a:lnTo>
                  <a:lnTo>
                    <a:pt x="270392" y="35685"/>
                  </a:lnTo>
                  <a:lnTo>
                    <a:pt x="266174" y="32479"/>
                  </a:lnTo>
                  <a:lnTo>
                    <a:pt x="261856" y="29409"/>
                  </a:lnTo>
                  <a:lnTo>
                    <a:pt x="257442" y="26477"/>
                  </a:lnTo>
                  <a:lnTo>
                    <a:pt x="252938" y="23686"/>
                  </a:lnTo>
                  <a:lnTo>
                    <a:pt x="248348" y="21040"/>
                  </a:lnTo>
                  <a:lnTo>
                    <a:pt x="243676" y="18540"/>
                  </a:lnTo>
                  <a:lnTo>
                    <a:pt x="238928" y="16190"/>
                  </a:lnTo>
                  <a:lnTo>
                    <a:pt x="234107" y="13991"/>
                  </a:lnTo>
                  <a:lnTo>
                    <a:pt x="229219" y="11947"/>
                  </a:lnTo>
                  <a:lnTo>
                    <a:pt x="224269" y="10058"/>
                  </a:lnTo>
                  <a:lnTo>
                    <a:pt x="219261" y="8327"/>
                  </a:lnTo>
                  <a:lnTo>
                    <a:pt x="214201" y="6755"/>
                  </a:lnTo>
                  <a:lnTo>
                    <a:pt x="209094" y="5345"/>
                  </a:lnTo>
                  <a:lnTo>
                    <a:pt x="203945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51621" y="2406772"/>
              <a:ext cx="94111" cy="167167"/>
            </a:xfrm>
            <a:custGeom>
              <a:avLst/>
              <a:pathLst>
                <a:path w="94111" h="167167">
                  <a:moveTo>
                    <a:pt x="94111" y="0"/>
                  </a:moveTo>
                  <a:lnTo>
                    <a:pt x="88559" y="92"/>
                  </a:lnTo>
                  <a:lnTo>
                    <a:pt x="83012" y="368"/>
                  </a:lnTo>
                  <a:lnTo>
                    <a:pt x="77478" y="829"/>
                  </a:lnTo>
                  <a:lnTo>
                    <a:pt x="71962" y="1473"/>
                  </a:lnTo>
                  <a:lnTo>
                    <a:pt x="66471" y="2300"/>
                  </a:lnTo>
                  <a:lnTo>
                    <a:pt x="61010" y="3309"/>
                  </a:lnTo>
                  <a:lnTo>
                    <a:pt x="55586" y="4499"/>
                  </a:lnTo>
                  <a:lnTo>
                    <a:pt x="50204" y="5869"/>
                  </a:lnTo>
                  <a:lnTo>
                    <a:pt x="44871" y="7416"/>
                  </a:lnTo>
                  <a:lnTo>
                    <a:pt x="39592" y="9140"/>
                  </a:lnTo>
                  <a:lnTo>
                    <a:pt x="34373" y="11038"/>
                  </a:lnTo>
                  <a:lnTo>
                    <a:pt x="29220" y="13108"/>
                  </a:lnTo>
                  <a:lnTo>
                    <a:pt x="24139" y="15349"/>
                  </a:lnTo>
                  <a:lnTo>
                    <a:pt x="19135" y="17757"/>
                  </a:lnTo>
                  <a:lnTo>
                    <a:pt x="14213" y="20329"/>
                  </a:lnTo>
                  <a:lnTo>
                    <a:pt x="9380" y="23064"/>
                  </a:lnTo>
                  <a:lnTo>
                    <a:pt x="4640" y="25958"/>
                  </a:lnTo>
                  <a:lnTo>
                    <a:pt x="0" y="29008"/>
                  </a:lnTo>
                  <a:lnTo>
                    <a:pt x="9411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51621" y="2435780"/>
              <a:ext cx="94111" cy="138159"/>
            </a:xfrm>
            <a:custGeom>
              <a:avLst/>
              <a:pathLst>
                <a:path w="94111" h="138159">
                  <a:moveTo>
                    <a:pt x="0" y="0"/>
                  </a:moveTo>
                  <a:lnTo>
                    <a:pt x="94111" y="138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478571" y="2407399"/>
              <a:ext cx="334329" cy="333692"/>
            </a:xfrm>
            <a:custGeom>
              <a:avLst/>
              <a:pathLst>
                <a:path w="334329" h="333692">
                  <a:moveTo>
                    <a:pt x="73050" y="28380"/>
                  </a:moveTo>
                  <a:lnTo>
                    <a:pt x="68728" y="31426"/>
                  </a:lnTo>
                  <a:lnTo>
                    <a:pt x="64504" y="34606"/>
                  </a:lnTo>
                  <a:lnTo>
                    <a:pt x="60383" y="37919"/>
                  </a:lnTo>
                  <a:lnTo>
                    <a:pt x="56369" y="41360"/>
                  </a:lnTo>
                  <a:lnTo>
                    <a:pt x="52466" y="44927"/>
                  </a:lnTo>
                  <a:lnTo>
                    <a:pt x="48677" y="48615"/>
                  </a:lnTo>
                  <a:lnTo>
                    <a:pt x="45007" y="52421"/>
                  </a:lnTo>
                  <a:lnTo>
                    <a:pt x="41459" y="56341"/>
                  </a:lnTo>
                  <a:lnTo>
                    <a:pt x="38037" y="60371"/>
                  </a:lnTo>
                  <a:lnTo>
                    <a:pt x="34744" y="64508"/>
                  </a:lnTo>
                  <a:lnTo>
                    <a:pt x="31583" y="68747"/>
                  </a:lnTo>
                  <a:lnTo>
                    <a:pt x="28559" y="73083"/>
                  </a:lnTo>
                  <a:lnTo>
                    <a:pt x="25672" y="77513"/>
                  </a:lnTo>
                  <a:lnTo>
                    <a:pt x="22928" y="82033"/>
                  </a:lnTo>
                  <a:lnTo>
                    <a:pt x="20327" y="86636"/>
                  </a:lnTo>
                  <a:lnTo>
                    <a:pt x="17874" y="91320"/>
                  </a:lnTo>
                  <a:lnTo>
                    <a:pt x="15570" y="96079"/>
                  </a:lnTo>
                  <a:lnTo>
                    <a:pt x="13417" y="100908"/>
                  </a:lnTo>
                  <a:lnTo>
                    <a:pt x="11419" y="105803"/>
                  </a:lnTo>
                  <a:lnTo>
                    <a:pt x="9576" y="110759"/>
                  </a:lnTo>
                  <a:lnTo>
                    <a:pt x="7890" y="115770"/>
                  </a:lnTo>
                  <a:lnTo>
                    <a:pt x="6364" y="120833"/>
                  </a:lnTo>
                  <a:lnTo>
                    <a:pt x="4999" y="125941"/>
                  </a:lnTo>
                  <a:lnTo>
                    <a:pt x="3797" y="131089"/>
                  </a:lnTo>
                  <a:lnTo>
                    <a:pt x="2757" y="136273"/>
                  </a:lnTo>
                  <a:lnTo>
                    <a:pt x="1882" y="141488"/>
                  </a:lnTo>
                  <a:lnTo>
                    <a:pt x="1173" y="146727"/>
                  </a:lnTo>
                  <a:lnTo>
                    <a:pt x="629" y="151987"/>
                  </a:lnTo>
                  <a:lnTo>
                    <a:pt x="252" y="157260"/>
                  </a:lnTo>
                  <a:lnTo>
                    <a:pt x="42" y="162544"/>
                  </a:lnTo>
                  <a:lnTo>
                    <a:pt x="0" y="167831"/>
                  </a:lnTo>
                  <a:lnTo>
                    <a:pt x="124" y="173117"/>
                  </a:lnTo>
                  <a:lnTo>
                    <a:pt x="415" y="178396"/>
                  </a:lnTo>
                  <a:lnTo>
                    <a:pt x="874" y="183663"/>
                  </a:lnTo>
                  <a:lnTo>
                    <a:pt x="1499" y="188914"/>
                  </a:lnTo>
                  <a:lnTo>
                    <a:pt x="2289" y="194141"/>
                  </a:lnTo>
                  <a:lnTo>
                    <a:pt x="3244" y="199342"/>
                  </a:lnTo>
                  <a:lnTo>
                    <a:pt x="4364" y="204509"/>
                  </a:lnTo>
                  <a:lnTo>
                    <a:pt x="5646" y="209639"/>
                  </a:lnTo>
                  <a:lnTo>
                    <a:pt x="7090" y="214725"/>
                  </a:lnTo>
                  <a:lnTo>
                    <a:pt x="8694" y="219763"/>
                  </a:lnTo>
                  <a:lnTo>
                    <a:pt x="10456" y="224748"/>
                  </a:lnTo>
                  <a:lnTo>
                    <a:pt x="12375" y="229675"/>
                  </a:lnTo>
                  <a:lnTo>
                    <a:pt x="14449" y="234538"/>
                  </a:lnTo>
                  <a:lnTo>
                    <a:pt x="16676" y="239334"/>
                  </a:lnTo>
                  <a:lnTo>
                    <a:pt x="19054" y="244056"/>
                  </a:lnTo>
                  <a:lnTo>
                    <a:pt x="21579" y="248702"/>
                  </a:lnTo>
                  <a:lnTo>
                    <a:pt x="24250" y="253265"/>
                  </a:lnTo>
                  <a:lnTo>
                    <a:pt x="27064" y="257741"/>
                  </a:lnTo>
                  <a:lnTo>
                    <a:pt x="30019" y="262126"/>
                  </a:lnTo>
                  <a:lnTo>
                    <a:pt x="33110" y="266415"/>
                  </a:lnTo>
                  <a:lnTo>
                    <a:pt x="36336" y="270604"/>
                  </a:lnTo>
                  <a:lnTo>
                    <a:pt x="39692" y="274690"/>
                  </a:lnTo>
                  <a:lnTo>
                    <a:pt x="43176" y="278667"/>
                  </a:lnTo>
                  <a:lnTo>
                    <a:pt x="46784" y="282532"/>
                  </a:lnTo>
                  <a:lnTo>
                    <a:pt x="50513" y="286281"/>
                  </a:lnTo>
                  <a:lnTo>
                    <a:pt x="54358" y="289910"/>
                  </a:lnTo>
                  <a:lnTo>
                    <a:pt x="58316" y="293415"/>
                  </a:lnTo>
                  <a:lnTo>
                    <a:pt x="62383" y="296794"/>
                  </a:lnTo>
                  <a:lnTo>
                    <a:pt x="66555" y="300043"/>
                  </a:lnTo>
                  <a:lnTo>
                    <a:pt x="70827" y="303158"/>
                  </a:lnTo>
                  <a:lnTo>
                    <a:pt x="75196" y="306136"/>
                  </a:lnTo>
                  <a:lnTo>
                    <a:pt x="79656" y="308975"/>
                  </a:lnTo>
                  <a:lnTo>
                    <a:pt x="84205" y="311671"/>
                  </a:lnTo>
                  <a:lnTo>
                    <a:pt x="88836" y="314222"/>
                  </a:lnTo>
                  <a:lnTo>
                    <a:pt x="93545" y="316625"/>
                  </a:lnTo>
                  <a:lnTo>
                    <a:pt x="98329" y="318878"/>
                  </a:lnTo>
                  <a:lnTo>
                    <a:pt x="103181" y="320978"/>
                  </a:lnTo>
                  <a:lnTo>
                    <a:pt x="108097" y="322925"/>
                  </a:lnTo>
                  <a:lnTo>
                    <a:pt x="113072" y="324714"/>
                  </a:lnTo>
                  <a:lnTo>
                    <a:pt x="118101" y="326346"/>
                  </a:lnTo>
                  <a:lnTo>
                    <a:pt x="123180" y="327817"/>
                  </a:lnTo>
                  <a:lnTo>
                    <a:pt x="128302" y="329128"/>
                  </a:lnTo>
                  <a:lnTo>
                    <a:pt x="133463" y="330275"/>
                  </a:lnTo>
                  <a:lnTo>
                    <a:pt x="138658" y="331259"/>
                  </a:lnTo>
                  <a:lnTo>
                    <a:pt x="143882" y="332078"/>
                  </a:lnTo>
                  <a:lnTo>
                    <a:pt x="149129" y="332731"/>
                  </a:lnTo>
                  <a:lnTo>
                    <a:pt x="154393" y="333219"/>
                  </a:lnTo>
                  <a:lnTo>
                    <a:pt x="159671" y="333539"/>
                  </a:lnTo>
                  <a:lnTo>
                    <a:pt x="164956" y="333692"/>
                  </a:lnTo>
                  <a:lnTo>
                    <a:pt x="170243" y="333679"/>
                  </a:lnTo>
                  <a:lnTo>
                    <a:pt x="175528" y="333498"/>
                  </a:lnTo>
                  <a:lnTo>
                    <a:pt x="180803" y="333149"/>
                  </a:lnTo>
                  <a:lnTo>
                    <a:pt x="186066" y="332635"/>
                  </a:lnTo>
                  <a:lnTo>
                    <a:pt x="191309" y="331954"/>
                  </a:lnTo>
                  <a:lnTo>
                    <a:pt x="196528" y="331107"/>
                  </a:lnTo>
                  <a:lnTo>
                    <a:pt x="201718" y="330096"/>
                  </a:lnTo>
                  <a:lnTo>
                    <a:pt x="206873" y="328922"/>
                  </a:lnTo>
                  <a:lnTo>
                    <a:pt x="211988" y="327585"/>
                  </a:lnTo>
                  <a:lnTo>
                    <a:pt x="217059" y="326087"/>
                  </a:lnTo>
                  <a:lnTo>
                    <a:pt x="222080" y="324429"/>
                  </a:lnTo>
                  <a:lnTo>
                    <a:pt x="227046" y="322613"/>
                  </a:lnTo>
                  <a:lnTo>
                    <a:pt x="231951" y="320641"/>
                  </a:lnTo>
                  <a:lnTo>
                    <a:pt x="236792" y="318515"/>
                  </a:lnTo>
                  <a:lnTo>
                    <a:pt x="241564" y="316237"/>
                  </a:lnTo>
                  <a:lnTo>
                    <a:pt x="246261" y="313809"/>
                  </a:lnTo>
                  <a:lnTo>
                    <a:pt x="250879" y="311234"/>
                  </a:lnTo>
                  <a:lnTo>
                    <a:pt x="255413" y="308514"/>
                  </a:lnTo>
                  <a:lnTo>
                    <a:pt x="259858" y="305652"/>
                  </a:lnTo>
                  <a:lnTo>
                    <a:pt x="264211" y="302651"/>
                  </a:lnTo>
                  <a:lnTo>
                    <a:pt x="268467" y="299514"/>
                  </a:lnTo>
                  <a:lnTo>
                    <a:pt x="272622" y="296244"/>
                  </a:lnTo>
                  <a:lnTo>
                    <a:pt x="276671" y="292844"/>
                  </a:lnTo>
                  <a:lnTo>
                    <a:pt x="280611" y="289317"/>
                  </a:lnTo>
                  <a:lnTo>
                    <a:pt x="284437" y="285668"/>
                  </a:lnTo>
                  <a:lnTo>
                    <a:pt x="288146" y="281900"/>
                  </a:lnTo>
                  <a:lnTo>
                    <a:pt x="291733" y="278016"/>
                  </a:lnTo>
                  <a:lnTo>
                    <a:pt x="295196" y="274020"/>
                  </a:lnTo>
                  <a:lnTo>
                    <a:pt x="298531" y="269918"/>
                  </a:lnTo>
                  <a:lnTo>
                    <a:pt x="301735" y="265711"/>
                  </a:lnTo>
                  <a:lnTo>
                    <a:pt x="304804" y="261406"/>
                  </a:lnTo>
                  <a:lnTo>
                    <a:pt x="307735" y="257006"/>
                  </a:lnTo>
                  <a:lnTo>
                    <a:pt x="310526" y="252515"/>
                  </a:lnTo>
                  <a:lnTo>
                    <a:pt x="313173" y="247938"/>
                  </a:lnTo>
                  <a:lnTo>
                    <a:pt x="315674" y="243279"/>
                  </a:lnTo>
                  <a:lnTo>
                    <a:pt x="318027" y="238544"/>
                  </a:lnTo>
                  <a:lnTo>
                    <a:pt x="320229" y="233737"/>
                  </a:lnTo>
                  <a:lnTo>
                    <a:pt x="322277" y="228863"/>
                  </a:lnTo>
                  <a:lnTo>
                    <a:pt x="324171" y="223926"/>
                  </a:lnTo>
                  <a:lnTo>
                    <a:pt x="325907" y="218932"/>
                  </a:lnTo>
                  <a:lnTo>
                    <a:pt x="327484" y="213886"/>
                  </a:lnTo>
                  <a:lnTo>
                    <a:pt x="328902" y="208792"/>
                  </a:lnTo>
                  <a:lnTo>
                    <a:pt x="330157" y="203656"/>
                  </a:lnTo>
                  <a:lnTo>
                    <a:pt x="331249" y="198482"/>
                  </a:lnTo>
                  <a:lnTo>
                    <a:pt x="332177" y="193277"/>
                  </a:lnTo>
                  <a:lnTo>
                    <a:pt x="332940" y="188045"/>
                  </a:lnTo>
                  <a:lnTo>
                    <a:pt x="333537" y="182792"/>
                  </a:lnTo>
                  <a:lnTo>
                    <a:pt x="333968" y="177522"/>
                  </a:lnTo>
                  <a:lnTo>
                    <a:pt x="334232" y="172241"/>
                  </a:lnTo>
                  <a:lnTo>
                    <a:pt x="334329" y="166955"/>
                  </a:lnTo>
                  <a:lnTo>
                    <a:pt x="334258" y="161668"/>
                  </a:lnTo>
                  <a:lnTo>
                    <a:pt x="334021" y="156386"/>
                  </a:lnTo>
                  <a:lnTo>
                    <a:pt x="333616" y="151114"/>
                  </a:lnTo>
                  <a:lnTo>
                    <a:pt x="333045" y="145858"/>
                  </a:lnTo>
                  <a:lnTo>
                    <a:pt x="332308" y="140622"/>
                  </a:lnTo>
                  <a:lnTo>
                    <a:pt x="331406" y="135413"/>
                  </a:lnTo>
                  <a:lnTo>
                    <a:pt x="330339" y="130234"/>
                  </a:lnTo>
                  <a:lnTo>
                    <a:pt x="329110" y="125092"/>
                  </a:lnTo>
                  <a:lnTo>
                    <a:pt x="327718" y="119991"/>
                  </a:lnTo>
                  <a:lnTo>
                    <a:pt x="326165" y="114936"/>
                  </a:lnTo>
                  <a:lnTo>
                    <a:pt x="324454" y="109934"/>
                  </a:lnTo>
                  <a:lnTo>
                    <a:pt x="322585" y="104988"/>
                  </a:lnTo>
                  <a:lnTo>
                    <a:pt x="320561" y="100103"/>
                  </a:lnTo>
                  <a:lnTo>
                    <a:pt x="318383" y="95285"/>
                  </a:lnTo>
                  <a:lnTo>
                    <a:pt x="316054" y="90539"/>
                  </a:lnTo>
                  <a:lnTo>
                    <a:pt x="313576" y="85868"/>
                  </a:lnTo>
                  <a:lnTo>
                    <a:pt x="310951" y="81278"/>
                  </a:lnTo>
                  <a:lnTo>
                    <a:pt x="308183" y="76773"/>
                  </a:lnTo>
                  <a:lnTo>
                    <a:pt x="305274" y="72358"/>
                  </a:lnTo>
                  <a:lnTo>
                    <a:pt x="302226" y="68038"/>
                  </a:lnTo>
                  <a:lnTo>
                    <a:pt x="299044" y="63816"/>
                  </a:lnTo>
                  <a:lnTo>
                    <a:pt x="295729" y="59696"/>
                  </a:lnTo>
                  <a:lnTo>
                    <a:pt x="292286" y="55684"/>
                  </a:lnTo>
                  <a:lnTo>
                    <a:pt x="288717" y="51782"/>
                  </a:lnTo>
                  <a:lnTo>
                    <a:pt x="285027" y="47996"/>
                  </a:lnTo>
                  <a:lnTo>
                    <a:pt x="281220" y="44327"/>
                  </a:lnTo>
                  <a:lnTo>
                    <a:pt x="277298" y="40781"/>
                  </a:lnTo>
                  <a:lnTo>
                    <a:pt x="273265" y="37361"/>
                  </a:lnTo>
                  <a:lnTo>
                    <a:pt x="269127" y="34070"/>
                  </a:lnTo>
                  <a:lnTo>
                    <a:pt x="264887" y="30912"/>
                  </a:lnTo>
                  <a:lnTo>
                    <a:pt x="260549" y="27889"/>
                  </a:lnTo>
                  <a:lnTo>
                    <a:pt x="256117" y="25005"/>
                  </a:lnTo>
                  <a:lnTo>
                    <a:pt x="251597" y="22263"/>
                  </a:lnTo>
                  <a:lnTo>
                    <a:pt x="246992" y="19665"/>
                  </a:lnTo>
                  <a:lnTo>
                    <a:pt x="242307" y="17214"/>
                  </a:lnTo>
                  <a:lnTo>
                    <a:pt x="237547" y="14912"/>
                  </a:lnTo>
                  <a:lnTo>
                    <a:pt x="232716" y="12762"/>
                  </a:lnTo>
                  <a:lnTo>
                    <a:pt x="227820" y="10766"/>
                  </a:lnTo>
                  <a:lnTo>
                    <a:pt x="222864" y="8925"/>
                  </a:lnTo>
                  <a:lnTo>
                    <a:pt x="217851" y="7243"/>
                  </a:lnTo>
                  <a:lnTo>
                    <a:pt x="212788" y="5719"/>
                  </a:lnTo>
                  <a:lnTo>
                    <a:pt x="207680" y="4357"/>
                  </a:lnTo>
                  <a:lnTo>
                    <a:pt x="202530" y="3156"/>
                  </a:lnTo>
                  <a:lnTo>
                    <a:pt x="197346" y="2120"/>
                  </a:lnTo>
                  <a:lnTo>
                    <a:pt x="192131" y="1247"/>
                  </a:lnTo>
                  <a:lnTo>
                    <a:pt x="186891" y="540"/>
                  </a:lnTo>
                  <a:lnTo>
                    <a:pt x="181631" y="0"/>
                  </a:lnTo>
                  <a:lnTo>
                    <a:pt x="167162" y="1665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645733" y="2406772"/>
              <a:ext cx="14469" cy="167167"/>
            </a:xfrm>
            <a:custGeom>
              <a:avLst/>
              <a:pathLst>
                <a:path w="14469" h="167167">
                  <a:moveTo>
                    <a:pt x="14469" y="6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358832" y="2911194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0" y="2102"/>
                  </a:lnTo>
                  <a:lnTo>
                    <a:pt x="135494" y="3024"/>
                  </a:lnTo>
                  <a:lnTo>
                    <a:pt x="130299" y="4112"/>
                  </a:lnTo>
                  <a:lnTo>
                    <a:pt x="125141" y="5364"/>
                  </a:lnTo>
                  <a:lnTo>
                    <a:pt x="120025" y="6779"/>
                  </a:lnTo>
                  <a:lnTo>
                    <a:pt x="114957" y="8356"/>
                  </a:lnTo>
                  <a:lnTo>
                    <a:pt x="109942" y="10092"/>
                  </a:lnTo>
                  <a:lnTo>
                    <a:pt x="104984" y="11988"/>
                  </a:lnTo>
                  <a:lnTo>
                    <a:pt x="100089" y="14039"/>
                  </a:lnTo>
                  <a:lnTo>
                    <a:pt x="95262" y="16245"/>
                  </a:lnTo>
                  <a:lnTo>
                    <a:pt x="90507" y="18604"/>
                  </a:lnTo>
                  <a:lnTo>
                    <a:pt x="85829" y="21112"/>
                  </a:lnTo>
                  <a:lnTo>
                    <a:pt x="81233" y="23767"/>
                  </a:lnTo>
                  <a:lnTo>
                    <a:pt x="76724" y="26567"/>
                  </a:lnTo>
                  <a:lnTo>
                    <a:pt x="72306" y="29508"/>
                  </a:lnTo>
                  <a:lnTo>
                    <a:pt x="67984" y="32588"/>
                  </a:lnTo>
                  <a:lnTo>
                    <a:pt x="63762" y="35804"/>
                  </a:lnTo>
                  <a:lnTo>
                    <a:pt x="59643" y="39153"/>
                  </a:lnTo>
                  <a:lnTo>
                    <a:pt x="55634" y="42630"/>
                  </a:lnTo>
                  <a:lnTo>
                    <a:pt x="51736" y="46233"/>
                  </a:lnTo>
                  <a:lnTo>
                    <a:pt x="47955" y="49958"/>
                  </a:lnTo>
                  <a:lnTo>
                    <a:pt x="44294" y="53801"/>
                  </a:lnTo>
                  <a:lnTo>
                    <a:pt x="40757" y="57758"/>
                  </a:lnTo>
                  <a:lnTo>
                    <a:pt x="37348" y="61826"/>
                  </a:lnTo>
                  <a:lnTo>
                    <a:pt x="34069" y="65999"/>
                  </a:lnTo>
                  <a:lnTo>
                    <a:pt x="30924" y="70275"/>
                  </a:lnTo>
                  <a:lnTo>
                    <a:pt x="27917" y="74649"/>
                  </a:lnTo>
                  <a:lnTo>
                    <a:pt x="25050" y="79115"/>
                  </a:lnTo>
                  <a:lnTo>
                    <a:pt x="22326" y="83671"/>
                  </a:lnTo>
                  <a:lnTo>
                    <a:pt x="19749" y="88310"/>
                  </a:lnTo>
                  <a:lnTo>
                    <a:pt x="17320" y="93029"/>
                  </a:lnTo>
                  <a:lnTo>
                    <a:pt x="15042" y="97823"/>
                  </a:lnTo>
                  <a:lnTo>
                    <a:pt x="12917" y="102687"/>
                  </a:lnTo>
                  <a:lnTo>
                    <a:pt x="10948" y="107616"/>
                  </a:lnTo>
                  <a:lnTo>
                    <a:pt x="9136" y="112605"/>
                  </a:lnTo>
                  <a:lnTo>
                    <a:pt x="7483" y="117648"/>
                  </a:lnTo>
                  <a:lnTo>
                    <a:pt x="5992" y="122742"/>
                  </a:lnTo>
                  <a:lnTo>
                    <a:pt x="4663" y="127881"/>
                  </a:lnTo>
                  <a:lnTo>
                    <a:pt x="3497" y="133059"/>
                  </a:lnTo>
                  <a:lnTo>
                    <a:pt x="2497" y="138271"/>
                  </a:lnTo>
                  <a:lnTo>
                    <a:pt x="1663" y="143513"/>
                  </a:lnTo>
                  <a:lnTo>
                    <a:pt x="995" y="148778"/>
                  </a:lnTo>
                  <a:lnTo>
                    <a:pt x="495" y="154062"/>
                  </a:lnTo>
                  <a:lnTo>
                    <a:pt x="163" y="159360"/>
                  </a:lnTo>
                  <a:lnTo>
                    <a:pt x="0" y="164665"/>
                  </a:lnTo>
                  <a:lnTo>
                    <a:pt x="4" y="169972"/>
                  </a:lnTo>
                  <a:lnTo>
                    <a:pt x="178" y="175277"/>
                  </a:lnTo>
                  <a:lnTo>
                    <a:pt x="519" y="180574"/>
                  </a:lnTo>
                  <a:lnTo>
                    <a:pt x="1029" y="185857"/>
                  </a:lnTo>
                  <a:lnTo>
                    <a:pt x="1706" y="191121"/>
                  </a:lnTo>
                  <a:lnTo>
                    <a:pt x="2550" y="196361"/>
                  </a:lnTo>
                  <a:lnTo>
                    <a:pt x="3560" y="201572"/>
                  </a:lnTo>
                  <a:lnTo>
                    <a:pt x="4734" y="206748"/>
                  </a:lnTo>
                  <a:lnTo>
                    <a:pt x="6073" y="211884"/>
                  </a:lnTo>
                  <a:lnTo>
                    <a:pt x="7573" y="216975"/>
                  </a:lnTo>
                  <a:lnTo>
                    <a:pt x="9235" y="222016"/>
                  </a:lnTo>
                  <a:lnTo>
                    <a:pt x="11056" y="227001"/>
                  </a:lnTo>
                  <a:lnTo>
                    <a:pt x="13034" y="231926"/>
                  </a:lnTo>
                  <a:lnTo>
                    <a:pt x="15168" y="236786"/>
                  </a:lnTo>
                  <a:lnTo>
                    <a:pt x="17454" y="241576"/>
                  </a:lnTo>
                  <a:lnTo>
                    <a:pt x="19892" y="246291"/>
                  </a:lnTo>
                  <a:lnTo>
                    <a:pt x="22478" y="250926"/>
                  </a:lnTo>
                  <a:lnTo>
                    <a:pt x="25210" y="255476"/>
                  </a:lnTo>
                  <a:lnTo>
                    <a:pt x="28085" y="259938"/>
                  </a:lnTo>
                  <a:lnTo>
                    <a:pt x="31100" y="264306"/>
                  </a:lnTo>
                  <a:lnTo>
                    <a:pt x="34253" y="268576"/>
                  </a:lnTo>
                  <a:lnTo>
                    <a:pt x="37539" y="272743"/>
                  </a:lnTo>
                  <a:lnTo>
                    <a:pt x="40956" y="276805"/>
                  </a:lnTo>
                  <a:lnTo>
                    <a:pt x="44500" y="280756"/>
                  </a:lnTo>
                  <a:lnTo>
                    <a:pt x="48168" y="284592"/>
                  </a:lnTo>
                  <a:lnTo>
                    <a:pt x="51956" y="288310"/>
                  </a:lnTo>
                  <a:lnTo>
                    <a:pt x="55860" y="291906"/>
                  </a:lnTo>
                  <a:lnTo>
                    <a:pt x="59876" y="295376"/>
                  </a:lnTo>
                  <a:lnTo>
                    <a:pt x="64000" y="298717"/>
                  </a:lnTo>
                  <a:lnTo>
                    <a:pt x="68228" y="301925"/>
                  </a:lnTo>
                  <a:lnTo>
                    <a:pt x="72556" y="304998"/>
                  </a:lnTo>
                  <a:lnTo>
                    <a:pt x="76979" y="307931"/>
                  </a:lnTo>
                  <a:lnTo>
                    <a:pt x="81494" y="310723"/>
                  </a:lnTo>
                  <a:lnTo>
                    <a:pt x="86094" y="313369"/>
                  </a:lnTo>
                  <a:lnTo>
                    <a:pt x="90776" y="315869"/>
                  </a:lnTo>
                  <a:lnTo>
                    <a:pt x="95536" y="318219"/>
                  </a:lnTo>
                  <a:lnTo>
                    <a:pt x="100367" y="320416"/>
                  </a:lnTo>
                  <a:lnTo>
                    <a:pt x="105266" y="322459"/>
                  </a:lnTo>
                  <a:lnTo>
                    <a:pt x="110227" y="324345"/>
                  </a:lnTo>
                  <a:lnTo>
                    <a:pt x="115245" y="326073"/>
                  </a:lnTo>
                  <a:lnTo>
                    <a:pt x="120316" y="327640"/>
                  </a:lnTo>
                  <a:lnTo>
                    <a:pt x="125434" y="329046"/>
                  </a:lnTo>
                  <a:lnTo>
                    <a:pt x="130594" y="330289"/>
                  </a:lnTo>
                  <a:lnTo>
                    <a:pt x="135791" y="331367"/>
                  </a:lnTo>
                  <a:lnTo>
                    <a:pt x="141020" y="332280"/>
                  </a:lnTo>
                  <a:lnTo>
                    <a:pt x="146275" y="333026"/>
                  </a:lnTo>
                  <a:lnTo>
                    <a:pt x="151551" y="333605"/>
                  </a:lnTo>
                  <a:lnTo>
                    <a:pt x="156842" y="334016"/>
                  </a:lnTo>
                  <a:lnTo>
                    <a:pt x="162144" y="334259"/>
                  </a:lnTo>
                  <a:lnTo>
                    <a:pt x="167451" y="334334"/>
                  </a:lnTo>
                  <a:lnTo>
                    <a:pt x="172758" y="334240"/>
                  </a:lnTo>
                  <a:lnTo>
                    <a:pt x="178059" y="333978"/>
                  </a:lnTo>
                  <a:lnTo>
                    <a:pt x="183349" y="333547"/>
                  </a:lnTo>
                  <a:lnTo>
                    <a:pt x="188623" y="332949"/>
                  </a:lnTo>
                  <a:lnTo>
                    <a:pt x="193875" y="332184"/>
                  </a:lnTo>
                  <a:lnTo>
                    <a:pt x="199100" y="331252"/>
                  </a:lnTo>
                  <a:lnTo>
                    <a:pt x="204293" y="330155"/>
                  </a:lnTo>
                  <a:lnTo>
                    <a:pt x="209449" y="328894"/>
                  </a:lnTo>
                  <a:lnTo>
                    <a:pt x="214562" y="327469"/>
                  </a:lnTo>
                  <a:lnTo>
                    <a:pt x="219627" y="325883"/>
                  </a:lnTo>
                  <a:lnTo>
                    <a:pt x="224639" y="324137"/>
                  </a:lnTo>
                  <a:lnTo>
                    <a:pt x="229593" y="322233"/>
                  </a:lnTo>
                  <a:lnTo>
                    <a:pt x="234485" y="320173"/>
                  </a:lnTo>
                  <a:lnTo>
                    <a:pt x="239308" y="317958"/>
                  </a:lnTo>
                  <a:lnTo>
                    <a:pt x="244059" y="315591"/>
                  </a:lnTo>
                  <a:lnTo>
                    <a:pt x="248732" y="313075"/>
                  </a:lnTo>
                  <a:lnTo>
                    <a:pt x="253323" y="310411"/>
                  </a:lnTo>
                  <a:lnTo>
                    <a:pt x="257827" y="307603"/>
                  </a:lnTo>
                  <a:lnTo>
                    <a:pt x="262239" y="304654"/>
                  </a:lnTo>
                  <a:lnTo>
                    <a:pt x="266556" y="301566"/>
                  </a:lnTo>
                  <a:lnTo>
                    <a:pt x="270773" y="298342"/>
                  </a:lnTo>
                  <a:lnTo>
                    <a:pt x="274885" y="294986"/>
                  </a:lnTo>
                  <a:lnTo>
                    <a:pt x="278888" y="291502"/>
                  </a:lnTo>
                  <a:lnTo>
                    <a:pt x="282779" y="287892"/>
                  </a:lnTo>
                  <a:lnTo>
                    <a:pt x="286553" y="284160"/>
                  </a:lnTo>
                  <a:lnTo>
                    <a:pt x="290207" y="280310"/>
                  </a:lnTo>
                  <a:lnTo>
                    <a:pt x="293737" y="276347"/>
                  </a:lnTo>
                  <a:lnTo>
                    <a:pt x="297139" y="272273"/>
                  </a:lnTo>
                  <a:lnTo>
                    <a:pt x="300411" y="268093"/>
                  </a:lnTo>
                  <a:lnTo>
                    <a:pt x="303547" y="263812"/>
                  </a:lnTo>
                  <a:lnTo>
                    <a:pt x="306547" y="259433"/>
                  </a:lnTo>
                  <a:lnTo>
                    <a:pt x="309406" y="254961"/>
                  </a:lnTo>
                  <a:lnTo>
                    <a:pt x="312121" y="250400"/>
                  </a:lnTo>
                  <a:lnTo>
                    <a:pt x="314690" y="245756"/>
                  </a:lnTo>
                  <a:lnTo>
                    <a:pt x="317111" y="241033"/>
                  </a:lnTo>
                  <a:lnTo>
                    <a:pt x="319380" y="236235"/>
                  </a:lnTo>
                  <a:lnTo>
                    <a:pt x="321496" y="231367"/>
                  </a:lnTo>
                  <a:lnTo>
                    <a:pt x="323456" y="226435"/>
                  </a:lnTo>
                  <a:lnTo>
                    <a:pt x="325259" y="221443"/>
                  </a:lnTo>
                  <a:lnTo>
                    <a:pt x="326903" y="216396"/>
                  </a:lnTo>
                  <a:lnTo>
                    <a:pt x="328385" y="211299"/>
                  </a:lnTo>
                  <a:lnTo>
                    <a:pt x="329705" y="206159"/>
                  </a:lnTo>
                  <a:lnTo>
                    <a:pt x="330861" y="200978"/>
                  </a:lnTo>
                  <a:lnTo>
                    <a:pt x="331851" y="195764"/>
                  </a:lnTo>
                  <a:lnTo>
                    <a:pt x="332676" y="190521"/>
                  </a:lnTo>
                  <a:lnTo>
                    <a:pt x="333334" y="185254"/>
                  </a:lnTo>
                  <a:lnTo>
                    <a:pt x="333825" y="179969"/>
                  </a:lnTo>
                  <a:lnTo>
                    <a:pt x="334147" y="174672"/>
                  </a:lnTo>
                  <a:lnTo>
                    <a:pt x="334301" y="169366"/>
                  </a:lnTo>
                  <a:lnTo>
                    <a:pt x="334287" y="164059"/>
                  </a:lnTo>
                  <a:lnTo>
                    <a:pt x="334104" y="158754"/>
                  </a:lnTo>
                  <a:lnTo>
                    <a:pt x="333753" y="153458"/>
                  </a:lnTo>
                  <a:lnTo>
                    <a:pt x="333233" y="148176"/>
                  </a:lnTo>
                  <a:lnTo>
                    <a:pt x="332547" y="142913"/>
                  </a:lnTo>
                  <a:lnTo>
                    <a:pt x="331693" y="13767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48869"/>
              <a:ext cx="164545" cy="29492"/>
            </a:xfrm>
            <a:custGeom>
              <a:avLst/>
              <a:pathLst>
                <a:path w="164545" h="29492">
                  <a:moveTo>
                    <a:pt x="164545" y="0"/>
                  </a:moveTo>
                  <a:lnTo>
                    <a:pt x="0" y="294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2915919"/>
              <a:ext cx="164545" cy="162442"/>
            </a:xfrm>
            <a:custGeom>
              <a:avLst/>
              <a:pathLst>
                <a:path w="164545" h="162442">
                  <a:moveTo>
                    <a:pt x="164545" y="132949"/>
                  </a:moveTo>
                  <a:lnTo>
                    <a:pt x="163482" y="127536"/>
                  </a:lnTo>
                  <a:lnTo>
                    <a:pt x="162241" y="122160"/>
                  </a:lnTo>
                  <a:lnTo>
                    <a:pt x="160824" y="116829"/>
                  </a:lnTo>
                  <a:lnTo>
                    <a:pt x="159231" y="111547"/>
                  </a:lnTo>
                  <a:lnTo>
                    <a:pt x="157465" y="106320"/>
                  </a:lnTo>
                  <a:lnTo>
                    <a:pt x="155527" y="101155"/>
                  </a:lnTo>
                  <a:lnTo>
                    <a:pt x="153420" y="96056"/>
                  </a:lnTo>
                  <a:lnTo>
                    <a:pt x="151146" y="91030"/>
                  </a:lnTo>
                  <a:lnTo>
                    <a:pt x="148707" y="86081"/>
                  </a:lnTo>
                  <a:lnTo>
                    <a:pt x="146107" y="81216"/>
                  </a:lnTo>
                  <a:lnTo>
                    <a:pt x="143347" y="76439"/>
                  </a:lnTo>
                  <a:lnTo>
                    <a:pt x="140431" y="71756"/>
                  </a:lnTo>
                  <a:lnTo>
                    <a:pt x="137362" y="67171"/>
                  </a:lnTo>
                  <a:lnTo>
                    <a:pt x="134144" y="62691"/>
                  </a:lnTo>
                  <a:lnTo>
                    <a:pt x="130779" y="58319"/>
                  </a:lnTo>
                  <a:lnTo>
                    <a:pt x="127272" y="54060"/>
                  </a:lnTo>
                  <a:lnTo>
                    <a:pt x="123627" y="49919"/>
                  </a:lnTo>
                  <a:lnTo>
                    <a:pt x="119846" y="45901"/>
                  </a:lnTo>
                  <a:lnTo>
                    <a:pt x="115936" y="42010"/>
                  </a:lnTo>
                  <a:lnTo>
                    <a:pt x="111898" y="38250"/>
                  </a:lnTo>
                  <a:lnTo>
                    <a:pt x="107740" y="34625"/>
                  </a:lnTo>
                  <a:lnTo>
                    <a:pt x="103463" y="31140"/>
                  </a:lnTo>
                  <a:lnTo>
                    <a:pt x="99074" y="27797"/>
                  </a:lnTo>
                  <a:lnTo>
                    <a:pt x="94577" y="24601"/>
                  </a:lnTo>
                  <a:lnTo>
                    <a:pt x="89978" y="21556"/>
                  </a:lnTo>
                  <a:lnTo>
                    <a:pt x="85280" y="18663"/>
                  </a:lnTo>
                  <a:lnTo>
                    <a:pt x="80489" y="15928"/>
                  </a:lnTo>
                  <a:lnTo>
                    <a:pt x="75611" y="13352"/>
                  </a:lnTo>
                  <a:lnTo>
                    <a:pt x="70650" y="10938"/>
                  </a:lnTo>
                  <a:lnTo>
                    <a:pt x="65612" y="8689"/>
                  </a:lnTo>
                  <a:lnTo>
                    <a:pt x="60503" y="6608"/>
                  </a:lnTo>
                  <a:lnTo>
                    <a:pt x="55328" y="4696"/>
                  </a:lnTo>
                  <a:lnTo>
                    <a:pt x="50093" y="2956"/>
                  </a:lnTo>
                  <a:lnTo>
                    <a:pt x="44803" y="1390"/>
                  </a:lnTo>
                  <a:lnTo>
                    <a:pt x="39464" y="0"/>
                  </a:lnTo>
                  <a:lnTo>
                    <a:pt x="0" y="162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2911194"/>
              <a:ext cx="39464" cy="167167"/>
            </a:xfrm>
            <a:custGeom>
              <a:avLst/>
              <a:pathLst>
                <a:path w="39464" h="167167">
                  <a:moveTo>
                    <a:pt x="39464" y="4725"/>
                  </a:moveTo>
                  <a:lnTo>
                    <a:pt x="32982" y="3286"/>
                  </a:lnTo>
                  <a:lnTo>
                    <a:pt x="26448" y="2105"/>
                  </a:lnTo>
                  <a:lnTo>
                    <a:pt x="19873" y="1185"/>
                  </a:lnTo>
                  <a:lnTo>
                    <a:pt x="13266" y="527"/>
                  </a:lnTo>
                  <a:lnTo>
                    <a:pt x="6638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358824" y="3429590"/>
              <a:ext cx="334322" cy="334328"/>
            </a:xfrm>
            <a:custGeom>
              <a:avLst/>
              <a:pathLst>
                <a:path w="334322" h="334328">
                  <a:moveTo>
                    <a:pt x="167156" y="0"/>
                  </a:moveTo>
                  <a:lnTo>
                    <a:pt x="161866" y="83"/>
                  </a:lnTo>
                  <a:lnTo>
                    <a:pt x="156582" y="334"/>
                  </a:lnTo>
                  <a:lnTo>
                    <a:pt x="151309" y="752"/>
                  </a:lnTo>
                  <a:lnTo>
                    <a:pt x="146051" y="1337"/>
                  </a:lnTo>
                  <a:lnTo>
                    <a:pt x="140814" y="2088"/>
                  </a:lnTo>
                  <a:lnTo>
                    <a:pt x="135604" y="3004"/>
                  </a:lnTo>
                  <a:lnTo>
                    <a:pt x="130426" y="4085"/>
                  </a:lnTo>
                  <a:lnTo>
                    <a:pt x="125284" y="5328"/>
                  </a:lnTo>
                  <a:lnTo>
                    <a:pt x="120184" y="6734"/>
                  </a:lnTo>
                  <a:lnTo>
                    <a:pt x="115131" y="8301"/>
                  </a:lnTo>
                  <a:lnTo>
                    <a:pt x="110131" y="10027"/>
                  </a:lnTo>
                  <a:lnTo>
                    <a:pt x="105187" y="11910"/>
                  </a:lnTo>
                  <a:lnTo>
                    <a:pt x="100305" y="13948"/>
                  </a:lnTo>
                  <a:lnTo>
                    <a:pt x="95491" y="16140"/>
                  </a:lnTo>
                  <a:lnTo>
                    <a:pt x="90748" y="18483"/>
                  </a:lnTo>
                  <a:lnTo>
                    <a:pt x="86082" y="20976"/>
                  </a:lnTo>
                  <a:lnTo>
                    <a:pt x="81497" y="23614"/>
                  </a:lnTo>
                  <a:lnTo>
                    <a:pt x="76997" y="26396"/>
                  </a:lnTo>
                  <a:lnTo>
                    <a:pt x="72588" y="29320"/>
                  </a:lnTo>
                  <a:lnTo>
                    <a:pt x="68274" y="32381"/>
                  </a:lnTo>
                  <a:lnTo>
                    <a:pt x="64058" y="35577"/>
                  </a:lnTo>
                  <a:lnTo>
                    <a:pt x="59946" y="38905"/>
                  </a:lnTo>
                  <a:lnTo>
                    <a:pt x="55942" y="42362"/>
                  </a:lnTo>
                  <a:lnTo>
                    <a:pt x="52048" y="45943"/>
                  </a:lnTo>
                  <a:lnTo>
                    <a:pt x="48270" y="49646"/>
                  </a:lnTo>
                  <a:lnTo>
                    <a:pt x="44611" y="53467"/>
                  </a:lnTo>
                  <a:lnTo>
                    <a:pt x="41075" y="57401"/>
                  </a:lnTo>
                  <a:lnTo>
                    <a:pt x="37665" y="61445"/>
                  </a:lnTo>
                  <a:lnTo>
                    <a:pt x="34385" y="65596"/>
                  </a:lnTo>
                  <a:lnTo>
                    <a:pt x="31237" y="69848"/>
                  </a:lnTo>
                  <a:lnTo>
                    <a:pt x="28226" y="74197"/>
                  </a:lnTo>
                  <a:lnTo>
                    <a:pt x="25354" y="78639"/>
                  </a:lnTo>
                  <a:lnTo>
                    <a:pt x="22624" y="83171"/>
                  </a:lnTo>
                  <a:lnTo>
                    <a:pt x="20038" y="87786"/>
                  </a:lnTo>
                  <a:lnTo>
                    <a:pt x="17600" y="92481"/>
                  </a:lnTo>
                  <a:lnTo>
                    <a:pt x="15312" y="97250"/>
                  </a:lnTo>
                  <a:lnTo>
                    <a:pt x="13176" y="102090"/>
                  </a:lnTo>
                  <a:lnTo>
                    <a:pt x="11193" y="106995"/>
                  </a:lnTo>
                  <a:lnTo>
                    <a:pt x="9368" y="111960"/>
                  </a:lnTo>
                  <a:lnTo>
                    <a:pt x="7700" y="116980"/>
                  </a:lnTo>
                  <a:lnTo>
                    <a:pt x="6192" y="122050"/>
                  </a:lnTo>
                  <a:lnTo>
                    <a:pt x="4845" y="127166"/>
                  </a:lnTo>
                  <a:lnTo>
                    <a:pt x="3660" y="132322"/>
                  </a:lnTo>
                  <a:lnTo>
                    <a:pt x="2640" y="137513"/>
                  </a:lnTo>
                  <a:lnTo>
                    <a:pt x="1784" y="142733"/>
                  </a:lnTo>
                  <a:lnTo>
                    <a:pt x="1093" y="147978"/>
                  </a:lnTo>
                  <a:lnTo>
                    <a:pt x="569" y="153242"/>
                  </a:lnTo>
                  <a:lnTo>
                    <a:pt x="212" y="158520"/>
                  </a:lnTo>
                  <a:lnTo>
                    <a:pt x="22" y="163807"/>
                  </a:lnTo>
                  <a:lnTo>
                    <a:pt x="0" y="169097"/>
                  </a:lnTo>
                  <a:lnTo>
                    <a:pt x="144" y="174385"/>
                  </a:lnTo>
                  <a:lnTo>
                    <a:pt x="456" y="179666"/>
                  </a:lnTo>
                  <a:lnTo>
                    <a:pt x="935" y="184934"/>
                  </a:lnTo>
                  <a:lnTo>
                    <a:pt x="1581" y="190185"/>
                  </a:lnTo>
                  <a:lnTo>
                    <a:pt x="2392" y="195412"/>
                  </a:lnTo>
                  <a:lnTo>
                    <a:pt x="3368" y="200612"/>
                  </a:lnTo>
                  <a:lnTo>
                    <a:pt x="4508" y="205777"/>
                  </a:lnTo>
                  <a:lnTo>
                    <a:pt x="5811" y="210904"/>
                  </a:lnTo>
                  <a:lnTo>
                    <a:pt x="7276" y="215988"/>
                  </a:lnTo>
                  <a:lnTo>
                    <a:pt x="8901" y="221022"/>
                  </a:lnTo>
                  <a:lnTo>
                    <a:pt x="10684" y="226003"/>
                  </a:lnTo>
                  <a:lnTo>
                    <a:pt x="12624" y="230924"/>
                  </a:lnTo>
                  <a:lnTo>
                    <a:pt x="14719" y="235782"/>
                  </a:lnTo>
                  <a:lnTo>
                    <a:pt x="16966" y="240571"/>
                  </a:lnTo>
                  <a:lnTo>
                    <a:pt x="19364" y="245286"/>
                  </a:lnTo>
                  <a:lnTo>
                    <a:pt x="21910" y="249923"/>
                  </a:lnTo>
                  <a:lnTo>
                    <a:pt x="24601" y="254478"/>
                  </a:lnTo>
                  <a:lnTo>
                    <a:pt x="27435" y="258945"/>
                  </a:lnTo>
                  <a:lnTo>
                    <a:pt x="30409" y="263320"/>
                  </a:lnTo>
                  <a:lnTo>
                    <a:pt x="33520" y="267598"/>
                  </a:lnTo>
                  <a:lnTo>
                    <a:pt x="36765" y="271777"/>
                  </a:lnTo>
                  <a:lnTo>
                    <a:pt x="40140" y="275850"/>
                  </a:lnTo>
                  <a:lnTo>
                    <a:pt x="43643" y="279815"/>
                  </a:lnTo>
                  <a:lnTo>
                    <a:pt x="47269" y="283666"/>
                  </a:lnTo>
                  <a:lnTo>
                    <a:pt x="51015" y="287401"/>
                  </a:lnTo>
                  <a:lnTo>
                    <a:pt x="54878" y="291016"/>
                  </a:lnTo>
                  <a:lnTo>
                    <a:pt x="58853" y="294507"/>
                  </a:lnTo>
                  <a:lnTo>
                    <a:pt x="62936" y="297870"/>
                  </a:lnTo>
                  <a:lnTo>
                    <a:pt x="67124" y="301102"/>
                  </a:lnTo>
                  <a:lnTo>
                    <a:pt x="71412" y="304200"/>
                  </a:lnTo>
                  <a:lnTo>
                    <a:pt x="75796" y="307161"/>
                  </a:lnTo>
                  <a:lnTo>
                    <a:pt x="80271" y="309982"/>
                  </a:lnTo>
                  <a:lnTo>
                    <a:pt x="84834" y="312659"/>
                  </a:lnTo>
                  <a:lnTo>
                    <a:pt x="89478" y="315191"/>
                  </a:lnTo>
                  <a:lnTo>
                    <a:pt x="94201" y="317575"/>
                  </a:lnTo>
                  <a:lnTo>
                    <a:pt x="98997" y="319808"/>
                  </a:lnTo>
                  <a:lnTo>
                    <a:pt x="103861" y="321888"/>
                  </a:lnTo>
                  <a:lnTo>
                    <a:pt x="108788" y="323814"/>
                  </a:lnTo>
                  <a:lnTo>
                    <a:pt x="113774" y="325582"/>
                  </a:lnTo>
                  <a:lnTo>
                    <a:pt x="118813" y="327192"/>
                  </a:lnTo>
                  <a:lnTo>
                    <a:pt x="123901" y="328641"/>
                  </a:lnTo>
                  <a:lnTo>
                    <a:pt x="129032" y="329929"/>
                  </a:lnTo>
                  <a:lnTo>
                    <a:pt x="134201" y="331054"/>
                  </a:lnTo>
                  <a:lnTo>
                    <a:pt x="139403" y="332015"/>
                  </a:lnTo>
                  <a:lnTo>
                    <a:pt x="144633" y="332810"/>
                  </a:lnTo>
                  <a:lnTo>
                    <a:pt x="149885" y="333440"/>
                  </a:lnTo>
                  <a:lnTo>
                    <a:pt x="155155" y="333903"/>
                  </a:lnTo>
                  <a:lnTo>
                    <a:pt x="160437" y="334199"/>
                  </a:lnTo>
                  <a:lnTo>
                    <a:pt x="165725" y="334328"/>
                  </a:lnTo>
                  <a:lnTo>
                    <a:pt x="171015" y="334290"/>
                  </a:lnTo>
                  <a:lnTo>
                    <a:pt x="176301" y="334084"/>
                  </a:lnTo>
                  <a:lnTo>
                    <a:pt x="181578" y="333711"/>
                  </a:lnTo>
                  <a:lnTo>
                    <a:pt x="186841" y="333171"/>
                  </a:lnTo>
                  <a:lnTo>
                    <a:pt x="192084" y="332465"/>
                  </a:lnTo>
                  <a:lnTo>
                    <a:pt x="197301" y="331594"/>
                  </a:lnTo>
                  <a:lnTo>
                    <a:pt x="202489" y="330558"/>
                  </a:lnTo>
                  <a:lnTo>
                    <a:pt x="207641" y="329358"/>
                  </a:lnTo>
                  <a:lnTo>
                    <a:pt x="212753" y="327996"/>
                  </a:lnTo>
                  <a:lnTo>
                    <a:pt x="217819" y="326472"/>
                  </a:lnTo>
                  <a:lnTo>
                    <a:pt x="222834" y="324789"/>
                  </a:lnTo>
                  <a:lnTo>
                    <a:pt x="227794" y="322949"/>
                  </a:lnTo>
                  <a:lnTo>
                    <a:pt x="232693" y="320952"/>
                  </a:lnTo>
                  <a:lnTo>
                    <a:pt x="237526" y="318801"/>
                  </a:lnTo>
                  <a:lnTo>
                    <a:pt x="242289" y="316499"/>
                  </a:lnTo>
                  <a:lnTo>
                    <a:pt x="246976" y="314047"/>
                  </a:lnTo>
                  <a:lnTo>
                    <a:pt x="251584" y="311448"/>
                  </a:lnTo>
                  <a:lnTo>
                    <a:pt x="256107" y="308704"/>
                  </a:lnTo>
                  <a:lnTo>
                    <a:pt x="260540" y="305819"/>
                  </a:lnTo>
                  <a:lnTo>
                    <a:pt x="264881" y="302794"/>
                  </a:lnTo>
                  <a:lnTo>
                    <a:pt x="269123" y="299634"/>
                  </a:lnTo>
                  <a:lnTo>
                    <a:pt x="273264" y="296341"/>
                  </a:lnTo>
                  <a:lnTo>
                    <a:pt x="277298" y="292919"/>
                  </a:lnTo>
                  <a:lnTo>
                    <a:pt x="281222" y="289371"/>
                  </a:lnTo>
                  <a:lnTo>
                    <a:pt x="285031" y="285701"/>
                  </a:lnTo>
                  <a:lnTo>
                    <a:pt x="288723" y="281912"/>
                  </a:lnTo>
                  <a:lnTo>
                    <a:pt x="292293" y="278008"/>
                  </a:lnTo>
                  <a:lnTo>
                    <a:pt x="295737" y="273993"/>
                  </a:lnTo>
                  <a:lnTo>
                    <a:pt x="299053" y="269871"/>
                  </a:lnTo>
                  <a:lnTo>
                    <a:pt x="302237" y="265646"/>
                  </a:lnTo>
                  <a:lnTo>
                    <a:pt x="305285" y="261322"/>
                  </a:lnTo>
                  <a:lnTo>
                    <a:pt x="308195" y="256905"/>
                  </a:lnTo>
                  <a:lnTo>
                    <a:pt x="310964" y="252397"/>
                  </a:lnTo>
                  <a:lnTo>
                    <a:pt x="313589" y="247804"/>
                  </a:lnTo>
                  <a:lnTo>
                    <a:pt x="316067" y="243130"/>
                  </a:lnTo>
                  <a:lnTo>
                    <a:pt x="318396" y="238380"/>
                  </a:lnTo>
                  <a:lnTo>
                    <a:pt x="320574" y="233559"/>
                  </a:lnTo>
                  <a:lnTo>
                    <a:pt x="322597" y="228672"/>
                  </a:lnTo>
                  <a:lnTo>
                    <a:pt x="324466" y="223722"/>
                  </a:lnTo>
                  <a:lnTo>
                    <a:pt x="326177" y="218717"/>
                  </a:lnTo>
                  <a:lnTo>
                    <a:pt x="327728" y="213659"/>
                  </a:lnTo>
                  <a:lnTo>
                    <a:pt x="329119" y="208555"/>
                  </a:lnTo>
                  <a:lnTo>
                    <a:pt x="330347" y="203410"/>
                  </a:lnTo>
                  <a:lnTo>
                    <a:pt x="331412" y="198228"/>
                  </a:lnTo>
                  <a:lnTo>
                    <a:pt x="332313" y="193015"/>
                  </a:lnTo>
                  <a:lnTo>
                    <a:pt x="333048" y="187776"/>
                  </a:lnTo>
                  <a:lnTo>
                    <a:pt x="333617" y="182517"/>
                  </a:lnTo>
                  <a:lnTo>
                    <a:pt x="334019" y="177242"/>
                  </a:lnTo>
                  <a:lnTo>
                    <a:pt x="334255" y="171957"/>
                  </a:lnTo>
                  <a:lnTo>
                    <a:pt x="334322" y="166668"/>
                  </a:lnTo>
                  <a:lnTo>
                    <a:pt x="334223" y="161378"/>
                  </a:lnTo>
                  <a:lnTo>
                    <a:pt x="333956" y="156095"/>
                  </a:lnTo>
                  <a:lnTo>
                    <a:pt x="333522" y="150823"/>
                  </a:lnTo>
                  <a:lnTo>
                    <a:pt x="332922" y="145567"/>
                  </a:lnTo>
                  <a:lnTo>
                    <a:pt x="332155" y="140333"/>
                  </a:lnTo>
                  <a:lnTo>
                    <a:pt x="331224" y="135125"/>
                  </a:lnTo>
                  <a:lnTo>
                    <a:pt x="330128" y="129950"/>
                  </a:lnTo>
                  <a:lnTo>
                    <a:pt x="328868" y="124812"/>
                  </a:lnTo>
                  <a:lnTo>
                    <a:pt x="327447" y="119716"/>
                  </a:lnTo>
                  <a:lnTo>
                    <a:pt x="325866" y="114668"/>
                  </a:lnTo>
                  <a:lnTo>
                    <a:pt x="324125" y="109672"/>
                  </a:lnTo>
                  <a:lnTo>
                    <a:pt x="322227" y="104735"/>
                  </a:lnTo>
                  <a:lnTo>
                    <a:pt x="320174" y="99859"/>
                  </a:lnTo>
                  <a:lnTo>
                    <a:pt x="317968" y="95051"/>
                  </a:lnTo>
                  <a:lnTo>
                    <a:pt x="315610" y="90315"/>
                  </a:lnTo>
                  <a:lnTo>
                    <a:pt x="313104" y="85656"/>
                  </a:lnTo>
                  <a:lnTo>
                    <a:pt x="310452" y="81079"/>
                  </a:lnTo>
                  <a:lnTo>
                    <a:pt x="307656" y="76588"/>
                  </a:lnTo>
                  <a:lnTo>
                    <a:pt x="304720" y="72188"/>
                  </a:lnTo>
                  <a:lnTo>
                    <a:pt x="301646" y="67883"/>
                  </a:lnTo>
                  <a:lnTo>
                    <a:pt x="298437" y="63677"/>
                  </a:lnTo>
                  <a:lnTo>
                    <a:pt x="295097" y="59575"/>
                  </a:lnTo>
                  <a:lnTo>
                    <a:pt x="291628" y="55580"/>
                  </a:lnTo>
                  <a:lnTo>
                    <a:pt x="288035" y="51698"/>
                  </a:lnTo>
                  <a:lnTo>
                    <a:pt x="284321" y="47931"/>
                  </a:lnTo>
                  <a:lnTo>
                    <a:pt x="280490" y="44283"/>
                  </a:lnTo>
                  <a:lnTo>
                    <a:pt x="276545" y="40759"/>
                  </a:lnTo>
                  <a:lnTo>
                    <a:pt x="272490" y="37361"/>
                  </a:lnTo>
                  <a:lnTo>
                    <a:pt x="268330" y="34093"/>
                  </a:lnTo>
                  <a:lnTo>
                    <a:pt x="264069" y="30958"/>
                  </a:lnTo>
                  <a:lnTo>
                    <a:pt x="259710" y="27960"/>
                  </a:lnTo>
                  <a:lnTo>
                    <a:pt x="255259" y="25101"/>
                  </a:lnTo>
                  <a:lnTo>
                    <a:pt x="250720" y="22384"/>
                  </a:lnTo>
                  <a:lnTo>
                    <a:pt x="246097" y="19813"/>
                  </a:lnTo>
                  <a:lnTo>
                    <a:pt x="241395" y="17389"/>
                  </a:lnTo>
                  <a:lnTo>
                    <a:pt x="236619" y="15115"/>
                  </a:lnTo>
                  <a:lnTo>
                    <a:pt x="231773" y="12993"/>
                  </a:lnTo>
                  <a:lnTo>
                    <a:pt x="226862" y="1102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40616"/>
              <a:ext cx="59706" cy="156141"/>
            </a:xfrm>
            <a:custGeom>
              <a:avLst/>
              <a:pathLst>
                <a:path w="59706" h="156141">
                  <a:moveTo>
                    <a:pt x="59706" y="0"/>
                  </a:moveTo>
                  <a:lnTo>
                    <a:pt x="0" y="156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35102"/>
              <a:ext cx="59706" cy="161655"/>
            </a:xfrm>
            <a:custGeom>
              <a:avLst/>
              <a:pathLst>
                <a:path w="59706" h="161655">
                  <a:moveTo>
                    <a:pt x="59706" y="5513"/>
                  </a:moveTo>
                  <a:lnTo>
                    <a:pt x="51214" y="2526"/>
                  </a:lnTo>
                  <a:lnTo>
                    <a:pt x="42574" y="0"/>
                  </a:lnTo>
                  <a:lnTo>
                    <a:pt x="0" y="1616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29590"/>
              <a:ext cx="42574" cy="167167"/>
            </a:xfrm>
            <a:custGeom>
              <a:avLst/>
              <a:pathLst>
                <a:path w="42574" h="167167">
                  <a:moveTo>
                    <a:pt x="42574" y="5512"/>
                  </a:moveTo>
                  <a:lnTo>
                    <a:pt x="36599" y="4055"/>
                  </a:lnTo>
                  <a:lnTo>
                    <a:pt x="30575" y="2820"/>
                  </a:lnTo>
                  <a:lnTo>
                    <a:pt x="24510" y="1806"/>
                  </a:lnTo>
                  <a:lnTo>
                    <a:pt x="18411" y="1017"/>
                  </a:lnTo>
                  <a:lnTo>
                    <a:pt x="12288" y="452"/>
                  </a:lnTo>
                  <a:lnTo>
                    <a:pt x="6148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478582" y="3934012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5" y="5345"/>
                  </a:lnTo>
                  <a:lnTo>
                    <a:pt x="120108" y="6755"/>
                  </a:lnTo>
                  <a:lnTo>
                    <a:pt x="115048" y="8326"/>
                  </a:lnTo>
                  <a:lnTo>
                    <a:pt x="110041" y="10057"/>
                  </a:lnTo>
                  <a:lnTo>
                    <a:pt x="105091" y="11946"/>
                  </a:lnTo>
                  <a:lnTo>
                    <a:pt x="100203" y="13991"/>
                  </a:lnTo>
                  <a:lnTo>
                    <a:pt x="95382" y="16189"/>
                  </a:lnTo>
                  <a:lnTo>
                    <a:pt x="90634" y="18540"/>
                  </a:lnTo>
                  <a:lnTo>
                    <a:pt x="85962" y="21039"/>
                  </a:lnTo>
                  <a:lnTo>
                    <a:pt x="81372" y="23685"/>
                  </a:lnTo>
                  <a:lnTo>
                    <a:pt x="76868" y="26476"/>
                  </a:lnTo>
                  <a:lnTo>
                    <a:pt x="72455" y="29407"/>
                  </a:lnTo>
                  <a:lnTo>
                    <a:pt x="68137" y="32478"/>
                  </a:lnTo>
                  <a:lnTo>
                    <a:pt x="63918" y="35683"/>
                  </a:lnTo>
                  <a:lnTo>
                    <a:pt x="59803" y="39021"/>
                  </a:lnTo>
                  <a:lnTo>
                    <a:pt x="55796" y="42487"/>
                  </a:lnTo>
                  <a:lnTo>
                    <a:pt x="51901" y="46078"/>
                  </a:lnTo>
                  <a:lnTo>
                    <a:pt x="48121" y="49791"/>
                  </a:lnTo>
                  <a:lnTo>
                    <a:pt x="44461" y="53623"/>
                  </a:lnTo>
                  <a:lnTo>
                    <a:pt x="40925" y="57568"/>
                  </a:lnTo>
                  <a:lnTo>
                    <a:pt x="37515" y="61623"/>
                  </a:lnTo>
                  <a:lnTo>
                    <a:pt x="34235" y="65784"/>
                  </a:lnTo>
                  <a:lnTo>
                    <a:pt x="31089" y="70047"/>
                  </a:lnTo>
                  <a:lnTo>
                    <a:pt x="28080" y="74408"/>
                  </a:lnTo>
                  <a:lnTo>
                    <a:pt x="25210" y="78862"/>
                  </a:lnTo>
                  <a:lnTo>
                    <a:pt x="22483" y="83404"/>
                  </a:lnTo>
                  <a:lnTo>
                    <a:pt x="19901" y="88031"/>
                  </a:lnTo>
                  <a:lnTo>
                    <a:pt x="17467" y="92737"/>
                  </a:lnTo>
                  <a:lnTo>
                    <a:pt x="15184" y="97518"/>
                  </a:lnTo>
                  <a:lnTo>
                    <a:pt x="13053" y="102369"/>
                  </a:lnTo>
                  <a:lnTo>
                    <a:pt x="11077" y="107285"/>
                  </a:lnTo>
                  <a:lnTo>
                    <a:pt x="9257" y="112261"/>
                  </a:lnTo>
                  <a:lnTo>
                    <a:pt x="7597" y="117292"/>
                  </a:lnTo>
                  <a:lnTo>
                    <a:pt x="6096" y="122373"/>
                  </a:lnTo>
                  <a:lnTo>
                    <a:pt x="4758" y="127500"/>
                  </a:lnTo>
                  <a:lnTo>
                    <a:pt x="3582" y="132666"/>
                  </a:lnTo>
                  <a:lnTo>
                    <a:pt x="2571" y="137867"/>
                  </a:lnTo>
                  <a:lnTo>
                    <a:pt x="1725" y="143097"/>
                  </a:lnTo>
                  <a:lnTo>
                    <a:pt x="1045" y="148352"/>
                  </a:lnTo>
                  <a:lnTo>
                    <a:pt x="533" y="153625"/>
                  </a:lnTo>
                  <a:lnTo>
                    <a:pt x="187" y="158912"/>
                  </a:lnTo>
                  <a:lnTo>
                    <a:pt x="9" y="164207"/>
                  </a:lnTo>
                  <a:lnTo>
                    <a:pt x="0" y="169506"/>
                  </a:lnTo>
                  <a:lnTo>
                    <a:pt x="158" y="174802"/>
                  </a:lnTo>
                  <a:lnTo>
                    <a:pt x="483" y="180090"/>
                  </a:lnTo>
                  <a:lnTo>
                    <a:pt x="977" y="185365"/>
                  </a:lnTo>
                  <a:lnTo>
                    <a:pt x="1637" y="190622"/>
                  </a:lnTo>
                  <a:lnTo>
                    <a:pt x="2463" y="195856"/>
                  </a:lnTo>
                  <a:lnTo>
                    <a:pt x="3455" y="201060"/>
                  </a:lnTo>
                  <a:lnTo>
                    <a:pt x="4611" y="206231"/>
                  </a:lnTo>
                  <a:lnTo>
                    <a:pt x="5931" y="211362"/>
                  </a:lnTo>
                  <a:lnTo>
                    <a:pt x="7413" y="216449"/>
                  </a:lnTo>
                  <a:lnTo>
                    <a:pt x="9055" y="221486"/>
                  </a:lnTo>
                  <a:lnTo>
                    <a:pt x="10855" y="226469"/>
                  </a:lnTo>
                  <a:lnTo>
                    <a:pt x="12813" y="231392"/>
                  </a:lnTo>
                  <a:lnTo>
                    <a:pt x="14926" y="236251"/>
                  </a:lnTo>
                  <a:lnTo>
                    <a:pt x="17192" y="241041"/>
                  </a:lnTo>
                  <a:lnTo>
                    <a:pt x="19608" y="245756"/>
                  </a:lnTo>
                  <a:lnTo>
                    <a:pt x="22173" y="250392"/>
                  </a:lnTo>
                  <a:lnTo>
                    <a:pt x="24883" y="254945"/>
                  </a:lnTo>
                  <a:lnTo>
                    <a:pt x="27736" y="259409"/>
                  </a:lnTo>
                  <a:lnTo>
                    <a:pt x="30729" y="263781"/>
                  </a:lnTo>
                  <a:lnTo>
                    <a:pt x="33860" y="268055"/>
                  </a:lnTo>
                  <a:lnTo>
                    <a:pt x="37124" y="272229"/>
                  </a:lnTo>
                  <a:lnTo>
                    <a:pt x="40519" y="276297"/>
                  </a:lnTo>
                  <a:lnTo>
                    <a:pt x="44041" y="280255"/>
                  </a:lnTo>
                  <a:lnTo>
                    <a:pt x="47686" y="284099"/>
                  </a:lnTo>
                  <a:lnTo>
                    <a:pt x="51452" y="287827"/>
                  </a:lnTo>
                  <a:lnTo>
                    <a:pt x="55334" y="291433"/>
                  </a:lnTo>
                  <a:lnTo>
                    <a:pt x="59328" y="294914"/>
                  </a:lnTo>
                  <a:lnTo>
                    <a:pt x="63430" y="298266"/>
                  </a:lnTo>
                  <a:lnTo>
                    <a:pt x="67637" y="301488"/>
                  </a:lnTo>
                  <a:lnTo>
                    <a:pt x="71944" y="304574"/>
                  </a:lnTo>
                  <a:lnTo>
                    <a:pt x="76346" y="307522"/>
                  </a:lnTo>
                  <a:lnTo>
                    <a:pt x="80840" y="310329"/>
                  </a:lnTo>
                  <a:lnTo>
                    <a:pt x="85420" y="312992"/>
                  </a:lnTo>
                  <a:lnTo>
                    <a:pt x="90082" y="315509"/>
                  </a:lnTo>
                  <a:lnTo>
                    <a:pt x="94822" y="317877"/>
                  </a:lnTo>
                  <a:lnTo>
                    <a:pt x="99634" y="320093"/>
                  </a:lnTo>
                  <a:lnTo>
                    <a:pt x="104515" y="322156"/>
                  </a:lnTo>
                  <a:lnTo>
                    <a:pt x="109458" y="324063"/>
                  </a:lnTo>
                  <a:lnTo>
                    <a:pt x="114459" y="325813"/>
                  </a:lnTo>
                  <a:lnTo>
                    <a:pt x="119513" y="327403"/>
                  </a:lnTo>
                  <a:lnTo>
                    <a:pt x="124615" y="328832"/>
                  </a:lnTo>
                  <a:lnTo>
                    <a:pt x="129759" y="330099"/>
                  </a:lnTo>
                  <a:lnTo>
                    <a:pt x="134941" y="331202"/>
                  </a:lnTo>
                  <a:lnTo>
                    <a:pt x="140156" y="332140"/>
                  </a:lnTo>
                  <a:lnTo>
                    <a:pt x="145398" y="332913"/>
                  </a:lnTo>
                  <a:lnTo>
                    <a:pt x="150661" y="333519"/>
                  </a:lnTo>
                  <a:lnTo>
                    <a:pt x="155941" y="333958"/>
                  </a:lnTo>
                  <a:lnTo>
                    <a:pt x="161232" y="334230"/>
                  </a:lnTo>
                  <a:lnTo>
                    <a:pt x="166530" y="334333"/>
                  </a:lnTo>
                  <a:lnTo>
                    <a:pt x="171828" y="334269"/>
                  </a:lnTo>
                  <a:lnTo>
                    <a:pt x="177121" y="334037"/>
                  </a:lnTo>
                  <a:lnTo>
                    <a:pt x="182404" y="333637"/>
                  </a:lnTo>
                  <a:lnTo>
                    <a:pt x="187672" y="333070"/>
                  </a:lnTo>
                  <a:lnTo>
                    <a:pt x="192919" y="332336"/>
                  </a:lnTo>
                  <a:lnTo>
                    <a:pt x="198140" y="331437"/>
                  </a:lnTo>
                  <a:lnTo>
                    <a:pt x="203331" y="330372"/>
                  </a:lnTo>
                  <a:lnTo>
                    <a:pt x="208484" y="329144"/>
                  </a:lnTo>
                  <a:lnTo>
                    <a:pt x="213597" y="327752"/>
                  </a:lnTo>
                  <a:lnTo>
                    <a:pt x="218663" y="326200"/>
                  </a:lnTo>
                  <a:lnTo>
                    <a:pt x="223676" y="324488"/>
                  </a:lnTo>
                  <a:lnTo>
                    <a:pt x="228634" y="322617"/>
                  </a:lnTo>
                  <a:lnTo>
                    <a:pt x="233529" y="320591"/>
                  </a:lnTo>
                  <a:lnTo>
                    <a:pt x="238358" y="318410"/>
                  </a:lnTo>
                  <a:lnTo>
                    <a:pt x="243115" y="316078"/>
                  </a:lnTo>
                  <a:lnTo>
                    <a:pt x="247796" y="313595"/>
                  </a:lnTo>
                  <a:lnTo>
                    <a:pt x="252396" y="310966"/>
                  </a:lnTo>
                  <a:lnTo>
                    <a:pt x="256910" y="308192"/>
                  </a:lnTo>
                  <a:lnTo>
                    <a:pt x="261334" y="305277"/>
                  </a:lnTo>
                  <a:lnTo>
                    <a:pt x="265664" y="302223"/>
                  </a:lnTo>
                  <a:lnTo>
                    <a:pt x="269894" y="299033"/>
                  </a:lnTo>
                  <a:lnTo>
                    <a:pt x="274021" y="295711"/>
                  </a:lnTo>
                  <a:lnTo>
                    <a:pt x="278041" y="292260"/>
                  </a:lnTo>
                  <a:lnTo>
                    <a:pt x="281950" y="288683"/>
                  </a:lnTo>
                  <a:lnTo>
                    <a:pt x="285743" y="284984"/>
                  </a:lnTo>
                  <a:lnTo>
                    <a:pt x="289417" y="281166"/>
                  </a:lnTo>
                  <a:lnTo>
                    <a:pt x="292968" y="277234"/>
                  </a:lnTo>
                  <a:lnTo>
                    <a:pt x="296393" y="273192"/>
                  </a:lnTo>
                  <a:lnTo>
                    <a:pt x="299688" y="269043"/>
                  </a:lnTo>
                  <a:lnTo>
                    <a:pt x="302850" y="264791"/>
                  </a:lnTo>
                  <a:lnTo>
                    <a:pt x="305876" y="260442"/>
                  </a:lnTo>
                  <a:lnTo>
                    <a:pt x="308762" y="255999"/>
                  </a:lnTo>
                  <a:lnTo>
                    <a:pt x="311506" y="251467"/>
                  </a:lnTo>
                  <a:lnTo>
                    <a:pt x="314105" y="246850"/>
                  </a:lnTo>
                  <a:lnTo>
                    <a:pt x="316556" y="242152"/>
                  </a:lnTo>
                  <a:lnTo>
                    <a:pt x="318858" y="237380"/>
                  </a:lnTo>
                  <a:lnTo>
                    <a:pt x="321007" y="232537"/>
                  </a:lnTo>
                  <a:lnTo>
                    <a:pt x="323001" y="227629"/>
                  </a:lnTo>
                  <a:lnTo>
                    <a:pt x="324839" y="222659"/>
                  </a:lnTo>
                  <a:lnTo>
                    <a:pt x="326518" y="217634"/>
                  </a:lnTo>
                  <a:lnTo>
                    <a:pt x="328037" y="212558"/>
                  </a:lnTo>
                  <a:lnTo>
                    <a:pt x="329395" y="207437"/>
                  </a:lnTo>
                  <a:lnTo>
                    <a:pt x="330590" y="202275"/>
                  </a:lnTo>
                  <a:lnTo>
                    <a:pt x="331620" y="197078"/>
                  </a:lnTo>
                  <a:lnTo>
                    <a:pt x="332486" y="191851"/>
                  </a:lnTo>
                  <a:lnTo>
                    <a:pt x="333185" y="186599"/>
                  </a:lnTo>
                  <a:lnTo>
                    <a:pt x="333717" y="181328"/>
                  </a:lnTo>
                  <a:lnTo>
                    <a:pt x="334082" y="176042"/>
                  </a:lnTo>
                  <a:lnTo>
                    <a:pt x="334280" y="170747"/>
                  </a:lnTo>
                  <a:lnTo>
                    <a:pt x="334309" y="165449"/>
                  </a:lnTo>
                  <a:lnTo>
                    <a:pt x="334171" y="160153"/>
                  </a:lnTo>
                  <a:lnTo>
                    <a:pt x="333865" y="154863"/>
                  </a:lnTo>
                  <a:lnTo>
                    <a:pt x="333391" y="149586"/>
                  </a:lnTo>
                  <a:lnTo>
                    <a:pt x="332750" y="144327"/>
                  </a:lnTo>
                  <a:lnTo>
                    <a:pt x="331943" y="139090"/>
                  </a:lnTo>
                  <a:lnTo>
                    <a:pt x="330971" y="133882"/>
                  </a:lnTo>
                  <a:lnTo>
                    <a:pt x="329834" y="128707"/>
                  </a:lnTo>
                  <a:lnTo>
                    <a:pt x="328533" y="123571"/>
                  </a:lnTo>
                  <a:lnTo>
                    <a:pt x="327071" y="118479"/>
                  </a:lnTo>
                  <a:lnTo>
                    <a:pt x="325447" y="113435"/>
                  </a:lnTo>
                  <a:lnTo>
                    <a:pt x="323665" y="108446"/>
                  </a:lnTo>
                  <a:lnTo>
                    <a:pt x="321725" y="103515"/>
                  </a:lnTo>
                  <a:lnTo>
                    <a:pt x="319631" y="98649"/>
                  </a:lnTo>
                  <a:lnTo>
                    <a:pt x="317383" y="93851"/>
                  </a:lnTo>
                  <a:lnTo>
                    <a:pt x="314984" y="89127"/>
                  </a:lnTo>
                  <a:lnTo>
                    <a:pt x="312436" y="84481"/>
                  </a:lnTo>
                  <a:lnTo>
                    <a:pt x="309743" y="79918"/>
                  </a:lnTo>
                  <a:lnTo>
                    <a:pt x="306907" y="75443"/>
                  </a:lnTo>
                  <a:lnTo>
                    <a:pt x="303930" y="71060"/>
                  </a:lnTo>
                  <a:lnTo>
                    <a:pt x="300815" y="66774"/>
                  </a:lnTo>
                  <a:lnTo>
                    <a:pt x="297567" y="62589"/>
                  </a:lnTo>
                  <a:lnTo>
                    <a:pt x="294187" y="58508"/>
                  </a:lnTo>
                  <a:lnTo>
                    <a:pt x="290680" y="54537"/>
                  </a:lnTo>
                  <a:lnTo>
                    <a:pt x="287048" y="50679"/>
                  </a:lnTo>
                  <a:lnTo>
                    <a:pt x="283297" y="46938"/>
                  </a:lnTo>
                  <a:lnTo>
                    <a:pt x="279428" y="43317"/>
                  </a:lnTo>
                  <a:lnTo>
                    <a:pt x="275447" y="39822"/>
                  </a:lnTo>
                  <a:lnTo>
                    <a:pt x="271357" y="36454"/>
                  </a:lnTo>
                  <a:lnTo>
                    <a:pt x="267162" y="33217"/>
                  </a:lnTo>
                  <a:lnTo>
                    <a:pt x="262867" y="30115"/>
                  </a:lnTo>
                  <a:lnTo>
                    <a:pt x="258476" y="27150"/>
                  </a:lnTo>
                  <a:lnTo>
                    <a:pt x="253993" y="24326"/>
                  </a:lnTo>
                  <a:lnTo>
                    <a:pt x="249422" y="21646"/>
                  </a:lnTo>
                  <a:lnTo>
                    <a:pt x="244769" y="19112"/>
                  </a:lnTo>
                  <a:lnTo>
                    <a:pt x="240039" y="16727"/>
                  </a:lnTo>
                  <a:lnTo>
                    <a:pt x="235234" y="14492"/>
                  </a:lnTo>
                  <a:lnTo>
                    <a:pt x="230362" y="12411"/>
                  </a:lnTo>
                  <a:lnTo>
                    <a:pt x="225426" y="10486"/>
                  </a:lnTo>
                  <a:lnTo>
                    <a:pt x="220431" y="8718"/>
                  </a:lnTo>
                  <a:lnTo>
                    <a:pt x="215383" y="7109"/>
                  </a:lnTo>
                  <a:lnTo>
                    <a:pt x="210287" y="5661"/>
                  </a:lnTo>
                  <a:lnTo>
                    <a:pt x="205147" y="4375"/>
                  </a:lnTo>
                  <a:lnTo>
                    <a:pt x="199969" y="3253"/>
                  </a:lnTo>
                  <a:lnTo>
                    <a:pt x="194758" y="2295"/>
                  </a:lnTo>
                  <a:lnTo>
                    <a:pt x="189519" y="1503"/>
                  </a:lnTo>
                  <a:lnTo>
                    <a:pt x="184258" y="877"/>
                  </a:lnTo>
                  <a:lnTo>
                    <a:pt x="178979" y="419"/>
                  </a:lnTo>
                  <a:lnTo>
                    <a:pt x="173689" y="127"/>
                  </a:lnTo>
                  <a:lnTo>
                    <a:pt x="168392" y="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17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12"/>
              <a:ext cx="1241" cy="167167"/>
            </a:xfrm>
            <a:custGeom>
              <a:avLst/>
              <a:pathLst>
                <a:path w="1241" h="167167">
                  <a:moveTo>
                    <a:pt x="1241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711632" y="439726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5" y="5345"/>
                  </a:lnTo>
                  <a:lnTo>
                    <a:pt x="120108" y="6755"/>
                  </a:lnTo>
                  <a:lnTo>
                    <a:pt x="115048" y="8326"/>
                  </a:lnTo>
                  <a:lnTo>
                    <a:pt x="110041" y="10057"/>
                  </a:lnTo>
                  <a:lnTo>
                    <a:pt x="105091" y="11946"/>
                  </a:lnTo>
                  <a:lnTo>
                    <a:pt x="100203" y="13991"/>
                  </a:lnTo>
                  <a:lnTo>
                    <a:pt x="95382" y="16189"/>
                  </a:lnTo>
                  <a:lnTo>
                    <a:pt x="90634" y="18540"/>
                  </a:lnTo>
                  <a:lnTo>
                    <a:pt x="85962" y="21039"/>
                  </a:lnTo>
                  <a:lnTo>
                    <a:pt x="81372" y="23685"/>
                  </a:lnTo>
                  <a:lnTo>
                    <a:pt x="76868" y="26476"/>
                  </a:lnTo>
                  <a:lnTo>
                    <a:pt x="72455" y="29407"/>
                  </a:lnTo>
                  <a:lnTo>
                    <a:pt x="68137" y="32478"/>
                  </a:lnTo>
                  <a:lnTo>
                    <a:pt x="63918" y="35683"/>
                  </a:lnTo>
                  <a:lnTo>
                    <a:pt x="59803" y="39021"/>
                  </a:lnTo>
                  <a:lnTo>
                    <a:pt x="55796" y="42487"/>
                  </a:lnTo>
                  <a:lnTo>
                    <a:pt x="51901" y="46078"/>
                  </a:lnTo>
                  <a:lnTo>
                    <a:pt x="48121" y="49791"/>
                  </a:lnTo>
                  <a:lnTo>
                    <a:pt x="44461" y="53623"/>
                  </a:lnTo>
                  <a:lnTo>
                    <a:pt x="40925" y="57568"/>
                  </a:lnTo>
                  <a:lnTo>
                    <a:pt x="37515" y="61623"/>
                  </a:lnTo>
                  <a:lnTo>
                    <a:pt x="34235" y="65784"/>
                  </a:lnTo>
                  <a:lnTo>
                    <a:pt x="31089" y="70047"/>
                  </a:lnTo>
                  <a:lnTo>
                    <a:pt x="28080" y="74408"/>
                  </a:lnTo>
                  <a:lnTo>
                    <a:pt x="25210" y="78862"/>
                  </a:lnTo>
                  <a:lnTo>
                    <a:pt x="22483" y="83404"/>
                  </a:lnTo>
                  <a:lnTo>
                    <a:pt x="19901" y="88031"/>
                  </a:lnTo>
                  <a:lnTo>
                    <a:pt x="17467" y="92737"/>
                  </a:lnTo>
                  <a:lnTo>
                    <a:pt x="15184" y="97518"/>
                  </a:lnTo>
                  <a:lnTo>
                    <a:pt x="13053" y="102369"/>
                  </a:lnTo>
                  <a:lnTo>
                    <a:pt x="11077" y="107285"/>
                  </a:lnTo>
                  <a:lnTo>
                    <a:pt x="9257" y="112261"/>
                  </a:lnTo>
                  <a:lnTo>
                    <a:pt x="7597" y="117292"/>
                  </a:lnTo>
                  <a:lnTo>
                    <a:pt x="6096" y="122373"/>
                  </a:lnTo>
                  <a:lnTo>
                    <a:pt x="4758" y="127500"/>
                  </a:lnTo>
                  <a:lnTo>
                    <a:pt x="3582" y="132666"/>
                  </a:lnTo>
                  <a:lnTo>
                    <a:pt x="2571" y="137867"/>
                  </a:lnTo>
                  <a:lnTo>
                    <a:pt x="1725" y="143097"/>
                  </a:lnTo>
                  <a:lnTo>
                    <a:pt x="1045" y="148352"/>
                  </a:lnTo>
                  <a:lnTo>
                    <a:pt x="533" y="153625"/>
                  </a:lnTo>
                  <a:lnTo>
                    <a:pt x="187" y="158912"/>
                  </a:lnTo>
                  <a:lnTo>
                    <a:pt x="9" y="164207"/>
                  </a:lnTo>
                  <a:lnTo>
                    <a:pt x="0" y="169506"/>
                  </a:lnTo>
                  <a:lnTo>
                    <a:pt x="158" y="174802"/>
                  </a:lnTo>
                  <a:lnTo>
                    <a:pt x="483" y="180090"/>
                  </a:lnTo>
                  <a:lnTo>
                    <a:pt x="977" y="185365"/>
                  </a:lnTo>
                  <a:lnTo>
                    <a:pt x="1637" y="190622"/>
                  </a:lnTo>
                  <a:lnTo>
                    <a:pt x="2463" y="195856"/>
                  </a:lnTo>
                  <a:lnTo>
                    <a:pt x="3455" y="201060"/>
                  </a:lnTo>
                  <a:lnTo>
                    <a:pt x="4611" y="206231"/>
                  </a:lnTo>
                  <a:lnTo>
                    <a:pt x="5931" y="211362"/>
                  </a:lnTo>
                  <a:lnTo>
                    <a:pt x="7413" y="216449"/>
                  </a:lnTo>
                  <a:lnTo>
                    <a:pt x="9055" y="221486"/>
                  </a:lnTo>
                  <a:lnTo>
                    <a:pt x="10855" y="226469"/>
                  </a:lnTo>
                  <a:lnTo>
                    <a:pt x="12813" y="231392"/>
                  </a:lnTo>
                  <a:lnTo>
                    <a:pt x="14926" y="236251"/>
                  </a:lnTo>
                  <a:lnTo>
                    <a:pt x="17192" y="241041"/>
                  </a:lnTo>
                  <a:lnTo>
                    <a:pt x="19608" y="245756"/>
                  </a:lnTo>
                  <a:lnTo>
                    <a:pt x="22173" y="250392"/>
                  </a:lnTo>
                  <a:lnTo>
                    <a:pt x="24883" y="254945"/>
                  </a:lnTo>
                  <a:lnTo>
                    <a:pt x="27736" y="259409"/>
                  </a:lnTo>
                  <a:lnTo>
                    <a:pt x="30729" y="263781"/>
                  </a:lnTo>
                  <a:lnTo>
                    <a:pt x="33860" y="268055"/>
                  </a:lnTo>
                  <a:lnTo>
                    <a:pt x="37124" y="272229"/>
                  </a:lnTo>
                  <a:lnTo>
                    <a:pt x="40519" y="276297"/>
                  </a:lnTo>
                  <a:lnTo>
                    <a:pt x="44041" y="280255"/>
                  </a:lnTo>
                  <a:lnTo>
                    <a:pt x="47686" y="284099"/>
                  </a:lnTo>
                  <a:lnTo>
                    <a:pt x="51452" y="287827"/>
                  </a:lnTo>
                  <a:lnTo>
                    <a:pt x="55334" y="291433"/>
                  </a:lnTo>
                  <a:lnTo>
                    <a:pt x="59328" y="294914"/>
                  </a:lnTo>
                  <a:lnTo>
                    <a:pt x="63430" y="298266"/>
                  </a:lnTo>
                  <a:lnTo>
                    <a:pt x="67637" y="301488"/>
                  </a:lnTo>
                  <a:lnTo>
                    <a:pt x="71944" y="304574"/>
                  </a:lnTo>
                  <a:lnTo>
                    <a:pt x="76346" y="307522"/>
                  </a:lnTo>
                  <a:lnTo>
                    <a:pt x="80840" y="310329"/>
                  </a:lnTo>
                  <a:lnTo>
                    <a:pt x="85420" y="312992"/>
                  </a:lnTo>
                  <a:lnTo>
                    <a:pt x="90082" y="315509"/>
                  </a:lnTo>
                  <a:lnTo>
                    <a:pt x="94822" y="317877"/>
                  </a:lnTo>
                  <a:lnTo>
                    <a:pt x="99634" y="320093"/>
                  </a:lnTo>
                  <a:lnTo>
                    <a:pt x="104515" y="322156"/>
                  </a:lnTo>
                  <a:lnTo>
                    <a:pt x="109458" y="324063"/>
                  </a:lnTo>
                  <a:lnTo>
                    <a:pt x="114459" y="325813"/>
                  </a:lnTo>
                  <a:lnTo>
                    <a:pt x="119513" y="327403"/>
                  </a:lnTo>
                  <a:lnTo>
                    <a:pt x="124615" y="328832"/>
                  </a:lnTo>
                  <a:lnTo>
                    <a:pt x="129759" y="330099"/>
                  </a:lnTo>
                  <a:lnTo>
                    <a:pt x="134941" y="331202"/>
                  </a:lnTo>
                  <a:lnTo>
                    <a:pt x="140156" y="332140"/>
                  </a:lnTo>
                  <a:lnTo>
                    <a:pt x="145398" y="332913"/>
                  </a:lnTo>
                  <a:lnTo>
                    <a:pt x="150661" y="333519"/>
                  </a:lnTo>
                  <a:lnTo>
                    <a:pt x="155941" y="333958"/>
                  </a:lnTo>
                  <a:lnTo>
                    <a:pt x="161232" y="334230"/>
                  </a:lnTo>
                  <a:lnTo>
                    <a:pt x="166530" y="334333"/>
                  </a:lnTo>
                  <a:lnTo>
                    <a:pt x="171828" y="334269"/>
                  </a:lnTo>
                  <a:lnTo>
                    <a:pt x="177121" y="334037"/>
                  </a:lnTo>
                  <a:lnTo>
                    <a:pt x="182404" y="333637"/>
                  </a:lnTo>
                  <a:lnTo>
                    <a:pt x="187672" y="333070"/>
                  </a:lnTo>
                  <a:lnTo>
                    <a:pt x="192919" y="332336"/>
                  </a:lnTo>
                  <a:lnTo>
                    <a:pt x="198140" y="331437"/>
                  </a:lnTo>
                  <a:lnTo>
                    <a:pt x="203331" y="330372"/>
                  </a:lnTo>
                  <a:lnTo>
                    <a:pt x="208484" y="329144"/>
                  </a:lnTo>
                  <a:lnTo>
                    <a:pt x="213597" y="327752"/>
                  </a:lnTo>
                  <a:lnTo>
                    <a:pt x="218663" y="326200"/>
                  </a:lnTo>
                  <a:lnTo>
                    <a:pt x="223676" y="324488"/>
                  </a:lnTo>
                  <a:lnTo>
                    <a:pt x="228634" y="322617"/>
                  </a:lnTo>
                  <a:lnTo>
                    <a:pt x="233529" y="320591"/>
                  </a:lnTo>
                  <a:lnTo>
                    <a:pt x="238358" y="318410"/>
                  </a:lnTo>
                  <a:lnTo>
                    <a:pt x="243115" y="316078"/>
                  </a:lnTo>
                  <a:lnTo>
                    <a:pt x="247796" y="313595"/>
                  </a:lnTo>
                  <a:lnTo>
                    <a:pt x="252396" y="310966"/>
                  </a:lnTo>
                  <a:lnTo>
                    <a:pt x="256910" y="308192"/>
                  </a:lnTo>
                  <a:lnTo>
                    <a:pt x="261334" y="305277"/>
                  </a:lnTo>
                  <a:lnTo>
                    <a:pt x="265664" y="302223"/>
                  </a:lnTo>
                  <a:lnTo>
                    <a:pt x="269894" y="299033"/>
                  </a:lnTo>
                  <a:lnTo>
                    <a:pt x="274021" y="295711"/>
                  </a:lnTo>
                  <a:lnTo>
                    <a:pt x="278041" y="292260"/>
                  </a:lnTo>
                  <a:lnTo>
                    <a:pt x="281950" y="288683"/>
                  </a:lnTo>
                  <a:lnTo>
                    <a:pt x="285743" y="284984"/>
                  </a:lnTo>
                  <a:lnTo>
                    <a:pt x="289417" y="281166"/>
                  </a:lnTo>
                  <a:lnTo>
                    <a:pt x="292968" y="277234"/>
                  </a:lnTo>
                  <a:lnTo>
                    <a:pt x="296393" y="273192"/>
                  </a:lnTo>
                  <a:lnTo>
                    <a:pt x="299688" y="269043"/>
                  </a:lnTo>
                  <a:lnTo>
                    <a:pt x="302850" y="264791"/>
                  </a:lnTo>
                  <a:lnTo>
                    <a:pt x="305876" y="260442"/>
                  </a:lnTo>
                  <a:lnTo>
                    <a:pt x="308762" y="255999"/>
                  </a:lnTo>
                  <a:lnTo>
                    <a:pt x="311506" y="251467"/>
                  </a:lnTo>
                  <a:lnTo>
                    <a:pt x="314105" y="246850"/>
                  </a:lnTo>
                  <a:lnTo>
                    <a:pt x="316556" y="242152"/>
                  </a:lnTo>
                  <a:lnTo>
                    <a:pt x="318858" y="237380"/>
                  </a:lnTo>
                  <a:lnTo>
                    <a:pt x="321007" y="232537"/>
                  </a:lnTo>
                  <a:lnTo>
                    <a:pt x="323001" y="227629"/>
                  </a:lnTo>
                  <a:lnTo>
                    <a:pt x="324839" y="222659"/>
                  </a:lnTo>
                  <a:lnTo>
                    <a:pt x="326518" y="217634"/>
                  </a:lnTo>
                  <a:lnTo>
                    <a:pt x="328037" y="212558"/>
                  </a:lnTo>
                  <a:lnTo>
                    <a:pt x="329395" y="207437"/>
                  </a:lnTo>
                  <a:lnTo>
                    <a:pt x="330590" y="202275"/>
                  </a:lnTo>
                  <a:lnTo>
                    <a:pt x="331620" y="197078"/>
                  </a:lnTo>
                  <a:lnTo>
                    <a:pt x="332486" y="191851"/>
                  </a:lnTo>
                  <a:lnTo>
                    <a:pt x="333185" y="186599"/>
                  </a:lnTo>
                  <a:lnTo>
                    <a:pt x="333717" y="181328"/>
                  </a:lnTo>
                  <a:lnTo>
                    <a:pt x="334082" y="176042"/>
                  </a:lnTo>
                  <a:lnTo>
                    <a:pt x="334280" y="170747"/>
                  </a:lnTo>
                  <a:lnTo>
                    <a:pt x="334309" y="165449"/>
                  </a:lnTo>
                  <a:lnTo>
                    <a:pt x="334171" y="160153"/>
                  </a:lnTo>
                  <a:lnTo>
                    <a:pt x="333865" y="154863"/>
                  </a:lnTo>
                  <a:lnTo>
                    <a:pt x="333391" y="149586"/>
                  </a:lnTo>
                  <a:lnTo>
                    <a:pt x="332750" y="144327"/>
                  </a:lnTo>
                  <a:lnTo>
                    <a:pt x="331943" y="139090"/>
                  </a:lnTo>
                  <a:lnTo>
                    <a:pt x="330971" y="133882"/>
                  </a:lnTo>
                  <a:lnTo>
                    <a:pt x="329834" y="128707"/>
                  </a:lnTo>
                  <a:lnTo>
                    <a:pt x="328533" y="123571"/>
                  </a:lnTo>
                  <a:lnTo>
                    <a:pt x="327071" y="118479"/>
                  </a:lnTo>
                  <a:lnTo>
                    <a:pt x="325447" y="113435"/>
                  </a:lnTo>
                  <a:lnTo>
                    <a:pt x="323665" y="108446"/>
                  </a:lnTo>
                  <a:lnTo>
                    <a:pt x="321725" y="103515"/>
                  </a:lnTo>
                  <a:lnTo>
                    <a:pt x="319631" y="98649"/>
                  </a:lnTo>
                  <a:lnTo>
                    <a:pt x="317383" y="93851"/>
                  </a:lnTo>
                  <a:lnTo>
                    <a:pt x="314984" y="89127"/>
                  </a:lnTo>
                  <a:lnTo>
                    <a:pt x="312436" y="84481"/>
                  </a:lnTo>
                  <a:lnTo>
                    <a:pt x="309743" y="79918"/>
                  </a:lnTo>
                  <a:lnTo>
                    <a:pt x="306907" y="75443"/>
                  </a:lnTo>
                  <a:lnTo>
                    <a:pt x="303930" y="71060"/>
                  </a:lnTo>
                  <a:lnTo>
                    <a:pt x="300815" y="66774"/>
                  </a:lnTo>
                  <a:lnTo>
                    <a:pt x="297567" y="62589"/>
                  </a:lnTo>
                  <a:lnTo>
                    <a:pt x="294187" y="58508"/>
                  </a:lnTo>
                  <a:lnTo>
                    <a:pt x="290680" y="54537"/>
                  </a:lnTo>
                  <a:lnTo>
                    <a:pt x="287048" y="50679"/>
                  </a:lnTo>
                  <a:lnTo>
                    <a:pt x="283297" y="46938"/>
                  </a:lnTo>
                  <a:lnTo>
                    <a:pt x="279428" y="43317"/>
                  </a:lnTo>
                  <a:lnTo>
                    <a:pt x="275447" y="39822"/>
                  </a:lnTo>
                  <a:lnTo>
                    <a:pt x="271357" y="36454"/>
                  </a:lnTo>
                  <a:lnTo>
                    <a:pt x="267162" y="33217"/>
                  </a:lnTo>
                  <a:lnTo>
                    <a:pt x="262867" y="30115"/>
                  </a:lnTo>
                  <a:lnTo>
                    <a:pt x="258476" y="27150"/>
                  </a:lnTo>
                  <a:lnTo>
                    <a:pt x="253993" y="24326"/>
                  </a:lnTo>
                  <a:lnTo>
                    <a:pt x="249422" y="21646"/>
                  </a:lnTo>
                  <a:lnTo>
                    <a:pt x="244769" y="19112"/>
                  </a:lnTo>
                  <a:lnTo>
                    <a:pt x="240039" y="16727"/>
                  </a:lnTo>
                  <a:lnTo>
                    <a:pt x="235234" y="14492"/>
                  </a:lnTo>
                  <a:lnTo>
                    <a:pt x="230362" y="12411"/>
                  </a:lnTo>
                  <a:lnTo>
                    <a:pt x="225426" y="10486"/>
                  </a:lnTo>
                  <a:lnTo>
                    <a:pt x="220431" y="8718"/>
                  </a:lnTo>
                  <a:lnTo>
                    <a:pt x="215383" y="7109"/>
                  </a:lnTo>
                  <a:lnTo>
                    <a:pt x="210287" y="5661"/>
                  </a:lnTo>
                  <a:lnTo>
                    <a:pt x="205147" y="4375"/>
                  </a:lnTo>
                  <a:lnTo>
                    <a:pt x="199969" y="3253"/>
                  </a:lnTo>
                  <a:lnTo>
                    <a:pt x="194758" y="2295"/>
                  </a:lnTo>
                  <a:lnTo>
                    <a:pt x="189519" y="1503"/>
                  </a:lnTo>
                  <a:lnTo>
                    <a:pt x="184258" y="877"/>
                  </a:lnTo>
                  <a:lnTo>
                    <a:pt x="178979" y="419"/>
                  </a:lnTo>
                  <a:lnTo>
                    <a:pt x="173689" y="127"/>
                  </a:lnTo>
                  <a:lnTo>
                    <a:pt x="168392" y="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272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268"/>
              <a:ext cx="1241" cy="167167"/>
            </a:xfrm>
            <a:custGeom>
              <a:avLst/>
              <a:pathLst>
                <a:path w="1241" h="167167">
                  <a:moveTo>
                    <a:pt x="1241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052203" y="4794382"/>
              <a:ext cx="160362" cy="167167"/>
            </a:xfrm>
            <a:custGeom>
              <a:avLst/>
              <a:pathLst>
                <a:path w="160362" h="167167">
                  <a:moveTo>
                    <a:pt x="160362" y="0"/>
                  </a:moveTo>
                  <a:lnTo>
                    <a:pt x="154858" y="90"/>
                  </a:lnTo>
                  <a:lnTo>
                    <a:pt x="149359" y="362"/>
                  </a:lnTo>
                  <a:lnTo>
                    <a:pt x="143872" y="815"/>
                  </a:lnTo>
                  <a:lnTo>
                    <a:pt x="138403" y="1448"/>
                  </a:lnTo>
                  <a:lnTo>
                    <a:pt x="132958" y="2261"/>
                  </a:lnTo>
                  <a:lnTo>
                    <a:pt x="127542" y="3253"/>
                  </a:lnTo>
                  <a:lnTo>
                    <a:pt x="122162" y="4423"/>
                  </a:lnTo>
                  <a:lnTo>
                    <a:pt x="116824" y="5769"/>
                  </a:lnTo>
                  <a:lnTo>
                    <a:pt x="111533" y="7290"/>
                  </a:lnTo>
                  <a:lnTo>
                    <a:pt x="106295" y="8985"/>
                  </a:lnTo>
                  <a:lnTo>
                    <a:pt x="101115" y="10851"/>
                  </a:lnTo>
                  <a:lnTo>
                    <a:pt x="96000" y="12887"/>
                  </a:lnTo>
                  <a:lnTo>
                    <a:pt x="90954" y="15090"/>
                  </a:lnTo>
                  <a:lnTo>
                    <a:pt x="85984" y="17458"/>
                  </a:lnTo>
                  <a:lnTo>
                    <a:pt x="81094" y="19988"/>
                  </a:lnTo>
                  <a:lnTo>
                    <a:pt x="76291" y="22678"/>
                  </a:lnTo>
                  <a:lnTo>
                    <a:pt x="71578" y="25525"/>
                  </a:lnTo>
                  <a:lnTo>
                    <a:pt x="66962" y="28526"/>
                  </a:lnTo>
                  <a:lnTo>
                    <a:pt x="62448" y="31677"/>
                  </a:lnTo>
                  <a:lnTo>
                    <a:pt x="58039" y="34974"/>
                  </a:lnTo>
                  <a:lnTo>
                    <a:pt x="53741" y="38416"/>
                  </a:lnTo>
                  <a:lnTo>
                    <a:pt x="49559" y="41996"/>
                  </a:lnTo>
                  <a:lnTo>
                    <a:pt x="45498" y="45713"/>
                  </a:lnTo>
                  <a:lnTo>
                    <a:pt x="41561" y="49561"/>
                  </a:lnTo>
                  <a:lnTo>
                    <a:pt x="37752" y="53537"/>
                  </a:lnTo>
                  <a:lnTo>
                    <a:pt x="34077" y="57636"/>
                  </a:lnTo>
                  <a:lnTo>
                    <a:pt x="30539" y="61854"/>
                  </a:lnTo>
                  <a:lnTo>
                    <a:pt x="27141" y="66186"/>
                  </a:lnTo>
                  <a:lnTo>
                    <a:pt x="23888" y="70628"/>
                  </a:lnTo>
                  <a:lnTo>
                    <a:pt x="20783" y="75175"/>
                  </a:lnTo>
                  <a:lnTo>
                    <a:pt x="17830" y="79821"/>
                  </a:lnTo>
                  <a:lnTo>
                    <a:pt x="15031" y="84562"/>
                  </a:lnTo>
                  <a:lnTo>
                    <a:pt x="12389" y="89392"/>
                  </a:lnTo>
                  <a:lnTo>
                    <a:pt x="9908" y="94307"/>
                  </a:lnTo>
                  <a:lnTo>
                    <a:pt x="7591" y="99301"/>
                  </a:lnTo>
                  <a:lnTo>
                    <a:pt x="5439" y="104369"/>
                  </a:lnTo>
                  <a:lnTo>
                    <a:pt x="3455" y="109504"/>
                  </a:lnTo>
                  <a:lnTo>
                    <a:pt x="1641" y="114703"/>
                  </a:lnTo>
                  <a:lnTo>
                    <a:pt x="0" y="119958"/>
                  </a:lnTo>
                  <a:lnTo>
                    <a:pt x="16036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2203" y="4914340"/>
              <a:ext cx="160362" cy="47209"/>
            </a:xfrm>
            <a:custGeom>
              <a:avLst/>
              <a:pathLst>
                <a:path w="160362" h="47209">
                  <a:moveTo>
                    <a:pt x="0" y="0"/>
                  </a:moveTo>
                  <a:lnTo>
                    <a:pt x="160362" y="472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7389" y="4914340"/>
              <a:ext cx="165177" cy="47209"/>
            </a:xfrm>
            <a:custGeom>
              <a:avLst/>
              <a:pathLst>
                <a:path w="165177" h="47209">
                  <a:moveTo>
                    <a:pt x="4814" y="0"/>
                  </a:moveTo>
                  <a:lnTo>
                    <a:pt x="2895" y="7091"/>
                  </a:lnTo>
                  <a:lnTo>
                    <a:pt x="1289" y="14260"/>
                  </a:lnTo>
                  <a:lnTo>
                    <a:pt x="0" y="21493"/>
                  </a:lnTo>
                  <a:lnTo>
                    <a:pt x="165177" y="472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5401" y="4794382"/>
              <a:ext cx="334320" cy="334330"/>
            </a:xfrm>
            <a:custGeom>
              <a:avLst/>
              <a:pathLst>
                <a:path w="334320" h="334330">
                  <a:moveTo>
                    <a:pt x="1988" y="141451"/>
                  </a:moveTo>
                  <a:lnTo>
                    <a:pt x="1253" y="146717"/>
                  </a:lnTo>
                  <a:lnTo>
                    <a:pt x="687" y="152004"/>
                  </a:lnTo>
                  <a:lnTo>
                    <a:pt x="289" y="157306"/>
                  </a:lnTo>
                  <a:lnTo>
                    <a:pt x="60" y="162619"/>
                  </a:lnTo>
                  <a:lnTo>
                    <a:pt x="0" y="167936"/>
                  </a:lnTo>
                  <a:lnTo>
                    <a:pt x="109" y="173252"/>
                  </a:lnTo>
                  <a:lnTo>
                    <a:pt x="387" y="178562"/>
                  </a:lnTo>
                  <a:lnTo>
                    <a:pt x="833" y="183860"/>
                  </a:lnTo>
                  <a:lnTo>
                    <a:pt x="1448" y="189142"/>
                  </a:lnTo>
                  <a:lnTo>
                    <a:pt x="2231" y="194401"/>
                  </a:lnTo>
                  <a:lnTo>
                    <a:pt x="3181" y="199633"/>
                  </a:lnTo>
                  <a:lnTo>
                    <a:pt x="4296" y="204832"/>
                  </a:lnTo>
                  <a:lnTo>
                    <a:pt x="5576" y="209993"/>
                  </a:lnTo>
                  <a:lnTo>
                    <a:pt x="7020" y="215110"/>
                  </a:lnTo>
                  <a:lnTo>
                    <a:pt x="8626" y="220179"/>
                  </a:lnTo>
                  <a:lnTo>
                    <a:pt x="10392" y="225195"/>
                  </a:lnTo>
                  <a:lnTo>
                    <a:pt x="12317" y="230151"/>
                  </a:lnTo>
                  <a:lnTo>
                    <a:pt x="14399" y="235044"/>
                  </a:lnTo>
                  <a:lnTo>
                    <a:pt x="16635" y="239868"/>
                  </a:lnTo>
                  <a:lnTo>
                    <a:pt x="19023" y="244619"/>
                  </a:lnTo>
                  <a:lnTo>
                    <a:pt x="21561" y="249291"/>
                  </a:lnTo>
                  <a:lnTo>
                    <a:pt x="24247" y="253881"/>
                  </a:lnTo>
                  <a:lnTo>
                    <a:pt x="27077" y="258382"/>
                  </a:lnTo>
                  <a:lnTo>
                    <a:pt x="30049" y="262791"/>
                  </a:lnTo>
                  <a:lnTo>
                    <a:pt x="33159" y="267104"/>
                  </a:lnTo>
                  <a:lnTo>
                    <a:pt x="36406" y="271315"/>
                  </a:lnTo>
                  <a:lnTo>
                    <a:pt x="39784" y="275421"/>
                  </a:lnTo>
                  <a:lnTo>
                    <a:pt x="43291" y="279418"/>
                  </a:lnTo>
                  <a:lnTo>
                    <a:pt x="46924" y="283301"/>
                  </a:lnTo>
                  <a:lnTo>
                    <a:pt x="50678" y="287066"/>
                  </a:lnTo>
                  <a:lnTo>
                    <a:pt x="54551" y="290710"/>
                  </a:lnTo>
                  <a:lnTo>
                    <a:pt x="58537" y="294229"/>
                  </a:lnTo>
                  <a:lnTo>
                    <a:pt x="62633" y="297620"/>
                  </a:lnTo>
                  <a:lnTo>
                    <a:pt x="66835" y="300878"/>
                  </a:lnTo>
                  <a:lnTo>
                    <a:pt x="71138" y="304002"/>
                  </a:lnTo>
                  <a:lnTo>
                    <a:pt x="75538" y="306986"/>
                  </a:lnTo>
                  <a:lnTo>
                    <a:pt x="80032" y="309830"/>
                  </a:lnTo>
                  <a:lnTo>
                    <a:pt x="84613" y="312529"/>
                  </a:lnTo>
                  <a:lnTo>
                    <a:pt x="89278" y="315081"/>
                  </a:lnTo>
                  <a:lnTo>
                    <a:pt x="94022" y="317483"/>
                  </a:lnTo>
                  <a:lnTo>
                    <a:pt x="98839" y="319733"/>
                  </a:lnTo>
                  <a:lnTo>
                    <a:pt x="103726" y="321829"/>
                  </a:lnTo>
                  <a:lnTo>
                    <a:pt x="108677" y="323769"/>
                  </a:lnTo>
                  <a:lnTo>
                    <a:pt x="113687" y="325550"/>
                  </a:lnTo>
                  <a:lnTo>
                    <a:pt x="118751" y="327170"/>
                  </a:lnTo>
                  <a:lnTo>
                    <a:pt x="123865" y="328629"/>
                  </a:lnTo>
                  <a:lnTo>
                    <a:pt x="129022" y="329925"/>
                  </a:lnTo>
                  <a:lnTo>
                    <a:pt x="134217" y="331055"/>
                  </a:lnTo>
                  <a:lnTo>
                    <a:pt x="139446" y="332020"/>
                  </a:lnTo>
                  <a:lnTo>
                    <a:pt x="144703" y="332818"/>
                  </a:lnTo>
                  <a:lnTo>
                    <a:pt x="149983" y="333449"/>
                  </a:lnTo>
                  <a:lnTo>
                    <a:pt x="155280" y="333911"/>
                  </a:lnTo>
                  <a:lnTo>
                    <a:pt x="160589" y="334205"/>
                  </a:lnTo>
                  <a:lnTo>
                    <a:pt x="165905" y="334330"/>
                  </a:lnTo>
                  <a:lnTo>
                    <a:pt x="171222" y="334285"/>
                  </a:lnTo>
                  <a:lnTo>
                    <a:pt x="176535" y="334072"/>
                  </a:lnTo>
                  <a:lnTo>
                    <a:pt x="181839" y="333689"/>
                  </a:lnTo>
                  <a:lnTo>
                    <a:pt x="187127" y="333138"/>
                  </a:lnTo>
                  <a:lnTo>
                    <a:pt x="192396" y="332419"/>
                  </a:lnTo>
                  <a:lnTo>
                    <a:pt x="197639" y="331533"/>
                  </a:lnTo>
                  <a:lnTo>
                    <a:pt x="202851" y="330481"/>
                  </a:lnTo>
                  <a:lnTo>
                    <a:pt x="208027" y="329263"/>
                  </a:lnTo>
                  <a:lnTo>
                    <a:pt x="213161" y="327882"/>
                  </a:lnTo>
                  <a:lnTo>
                    <a:pt x="218250" y="326338"/>
                  </a:lnTo>
                  <a:lnTo>
                    <a:pt x="223286" y="324633"/>
                  </a:lnTo>
                  <a:lnTo>
                    <a:pt x="228266" y="322768"/>
                  </a:lnTo>
                  <a:lnTo>
                    <a:pt x="233184" y="320746"/>
                  </a:lnTo>
                  <a:lnTo>
                    <a:pt x="238035" y="318569"/>
                  </a:lnTo>
                  <a:lnTo>
                    <a:pt x="242814" y="316238"/>
                  </a:lnTo>
                  <a:lnTo>
                    <a:pt x="247517" y="313757"/>
                  </a:lnTo>
                  <a:lnTo>
                    <a:pt x="252138" y="311127"/>
                  </a:lnTo>
                  <a:lnTo>
                    <a:pt x="256674" y="308352"/>
                  </a:lnTo>
                  <a:lnTo>
                    <a:pt x="261119" y="305434"/>
                  </a:lnTo>
                  <a:lnTo>
                    <a:pt x="265469" y="302376"/>
                  </a:lnTo>
                  <a:lnTo>
                    <a:pt x="269719" y="299181"/>
                  </a:lnTo>
                  <a:lnTo>
                    <a:pt x="273866" y="295852"/>
                  </a:lnTo>
                  <a:lnTo>
                    <a:pt x="277904" y="292394"/>
                  </a:lnTo>
                  <a:lnTo>
                    <a:pt x="281831" y="288808"/>
                  </a:lnTo>
                  <a:lnTo>
                    <a:pt x="285642" y="285100"/>
                  </a:lnTo>
                  <a:lnTo>
                    <a:pt x="289333" y="281272"/>
                  </a:lnTo>
                  <a:lnTo>
                    <a:pt x="292900" y="277329"/>
                  </a:lnTo>
                  <a:lnTo>
                    <a:pt x="296340" y="273275"/>
                  </a:lnTo>
                  <a:lnTo>
                    <a:pt x="299649" y="269113"/>
                  </a:lnTo>
                  <a:lnTo>
                    <a:pt x="302824" y="264848"/>
                  </a:lnTo>
                  <a:lnTo>
                    <a:pt x="305862" y="260484"/>
                  </a:lnTo>
                  <a:lnTo>
                    <a:pt x="308760" y="256025"/>
                  </a:lnTo>
                  <a:lnTo>
                    <a:pt x="311515" y="251477"/>
                  </a:lnTo>
                  <a:lnTo>
                    <a:pt x="314123" y="246844"/>
                  </a:lnTo>
                  <a:lnTo>
                    <a:pt x="316583" y="242129"/>
                  </a:lnTo>
                  <a:lnTo>
                    <a:pt x="318891" y="237339"/>
                  </a:lnTo>
                  <a:lnTo>
                    <a:pt x="321046" y="232478"/>
                  </a:lnTo>
                  <a:lnTo>
                    <a:pt x="323046" y="227551"/>
                  </a:lnTo>
                  <a:lnTo>
                    <a:pt x="324887" y="222563"/>
                  </a:lnTo>
                  <a:lnTo>
                    <a:pt x="326569" y="217519"/>
                  </a:lnTo>
                  <a:lnTo>
                    <a:pt x="328090" y="212424"/>
                  </a:lnTo>
                  <a:lnTo>
                    <a:pt x="329448" y="207283"/>
                  </a:lnTo>
                  <a:lnTo>
                    <a:pt x="330642" y="202101"/>
                  </a:lnTo>
                  <a:lnTo>
                    <a:pt x="331670" y="196884"/>
                  </a:lnTo>
                  <a:lnTo>
                    <a:pt x="332532" y="191637"/>
                  </a:lnTo>
                  <a:lnTo>
                    <a:pt x="333226" y="186366"/>
                  </a:lnTo>
                  <a:lnTo>
                    <a:pt x="333753" y="181075"/>
                  </a:lnTo>
                  <a:lnTo>
                    <a:pt x="334111" y="175769"/>
                  </a:lnTo>
                  <a:lnTo>
                    <a:pt x="334300" y="170456"/>
                  </a:lnTo>
                  <a:lnTo>
                    <a:pt x="334320" y="165138"/>
                  </a:lnTo>
                  <a:lnTo>
                    <a:pt x="334171" y="159823"/>
                  </a:lnTo>
                  <a:lnTo>
                    <a:pt x="333853" y="154515"/>
                  </a:lnTo>
                  <a:lnTo>
                    <a:pt x="333366" y="149220"/>
                  </a:lnTo>
                  <a:lnTo>
                    <a:pt x="332712" y="143944"/>
                  </a:lnTo>
                  <a:lnTo>
                    <a:pt x="331889" y="138690"/>
                  </a:lnTo>
                  <a:lnTo>
                    <a:pt x="330900" y="133466"/>
                  </a:lnTo>
                  <a:lnTo>
                    <a:pt x="329746" y="128275"/>
                  </a:lnTo>
                  <a:lnTo>
                    <a:pt x="328426" y="123124"/>
                  </a:lnTo>
                  <a:lnTo>
                    <a:pt x="326944" y="118018"/>
                  </a:lnTo>
                  <a:lnTo>
                    <a:pt x="325300" y="112961"/>
                  </a:lnTo>
                  <a:lnTo>
                    <a:pt x="323496" y="107959"/>
                  </a:lnTo>
                  <a:lnTo>
                    <a:pt x="321534" y="103017"/>
                  </a:lnTo>
                  <a:lnTo>
                    <a:pt x="319416" y="98140"/>
                  </a:lnTo>
                  <a:lnTo>
                    <a:pt x="317143" y="93333"/>
                  </a:lnTo>
                  <a:lnTo>
                    <a:pt x="314719" y="88600"/>
                  </a:lnTo>
                  <a:lnTo>
                    <a:pt x="312146" y="83947"/>
                  </a:lnTo>
                  <a:lnTo>
                    <a:pt x="309426" y="79378"/>
                  </a:lnTo>
                  <a:lnTo>
                    <a:pt x="306562" y="74898"/>
                  </a:lnTo>
                  <a:lnTo>
                    <a:pt x="303557" y="70512"/>
                  </a:lnTo>
                  <a:lnTo>
                    <a:pt x="300414" y="66223"/>
                  </a:lnTo>
                  <a:lnTo>
                    <a:pt x="297136" y="62036"/>
                  </a:lnTo>
                  <a:lnTo>
                    <a:pt x="293727" y="57955"/>
                  </a:lnTo>
                  <a:lnTo>
                    <a:pt x="290189" y="53986"/>
                  </a:lnTo>
                  <a:lnTo>
                    <a:pt x="286527" y="50130"/>
                  </a:lnTo>
                  <a:lnTo>
                    <a:pt x="282745" y="46393"/>
                  </a:lnTo>
                  <a:lnTo>
                    <a:pt x="278845" y="42778"/>
                  </a:lnTo>
                  <a:lnTo>
                    <a:pt x="274833" y="39289"/>
                  </a:lnTo>
                  <a:lnTo>
                    <a:pt x="270711" y="35930"/>
                  </a:lnTo>
                  <a:lnTo>
                    <a:pt x="266485" y="32703"/>
                  </a:lnTo>
                  <a:lnTo>
                    <a:pt x="262158" y="29612"/>
                  </a:lnTo>
                  <a:lnTo>
                    <a:pt x="257735" y="26661"/>
                  </a:lnTo>
                  <a:lnTo>
                    <a:pt x="253221" y="23851"/>
                  </a:lnTo>
                  <a:lnTo>
                    <a:pt x="248619" y="21187"/>
                  </a:lnTo>
                  <a:lnTo>
                    <a:pt x="243935" y="18670"/>
                  </a:lnTo>
                  <a:lnTo>
                    <a:pt x="239174" y="16304"/>
                  </a:lnTo>
                  <a:lnTo>
                    <a:pt x="234339" y="14090"/>
                  </a:lnTo>
                  <a:lnTo>
                    <a:pt x="229437" y="12031"/>
                  </a:lnTo>
                  <a:lnTo>
                    <a:pt x="224471" y="10129"/>
                  </a:lnTo>
                  <a:lnTo>
                    <a:pt x="219448" y="8386"/>
                  </a:lnTo>
                  <a:lnTo>
                    <a:pt x="214372" y="6803"/>
                  </a:lnTo>
                  <a:lnTo>
                    <a:pt x="209247" y="5383"/>
                  </a:lnTo>
                  <a:lnTo>
                    <a:pt x="204081" y="4126"/>
                  </a:lnTo>
                  <a:lnTo>
                    <a:pt x="198877" y="3035"/>
                  </a:lnTo>
                  <a:lnTo>
                    <a:pt x="193641" y="2109"/>
                  </a:lnTo>
                  <a:lnTo>
                    <a:pt x="188378" y="1351"/>
                  </a:lnTo>
                  <a:lnTo>
                    <a:pt x="183093" y="760"/>
                  </a:lnTo>
                  <a:lnTo>
                    <a:pt x="177793" y="338"/>
                  </a:lnTo>
                  <a:lnTo>
                    <a:pt x="172482" y="84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7329" y="5103947"/>
              <a:ext cx="1759" cy="167167"/>
            </a:xfrm>
            <a:custGeom>
              <a:avLst/>
              <a:pathLst>
                <a:path w="1759" h="167167">
                  <a:moveTo>
                    <a:pt x="1759" y="0"/>
                  </a:moveTo>
                  <a:lnTo>
                    <a:pt x="0" y="9"/>
                  </a:lnTo>
                  <a:lnTo>
                    <a:pt x="17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7329" y="5103956"/>
              <a:ext cx="1759" cy="167158"/>
            </a:xfrm>
            <a:custGeom>
              <a:avLst/>
              <a:pathLst>
                <a:path w="1759" h="167158">
                  <a:moveTo>
                    <a:pt x="0" y="0"/>
                  </a:moveTo>
                  <a:lnTo>
                    <a:pt x="1759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7329" y="5103956"/>
              <a:ext cx="1759" cy="167158"/>
            </a:xfrm>
            <a:custGeom>
              <a:avLst/>
              <a:pathLst>
                <a:path w="1759" h="167158">
                  <a:moveTo>
                    <a:pt x="0" y="0"/>
                  </a:moveTo>
                  <a:lnTo>
                    <a:pt x="1759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7329" y="5103956"/>
              <a:ext cx="1759" cy="167158"/>
            </a:xfrm>
            <a:custGeom>
              <a:avLst/>
              <a:pathLst>
                <a:path w="1759" h="167158">
                  <a:moveTo>
                    <a:pt x="0" y="0"/>
                  </a:moveTo>
                  <a:lnTo>
                    <a:pt x="1759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7329" y="5103956"/>
              <a:ext cx="1759" cy="167158"/>
            </a:xfrm>
            <a:custGeom>
              <a:avLst/>
              <a:pathLst>
                <a:path w="1759" h="167158">
                  <a:moveTo>
                    <a:pt x="0" y="0"/>
                  </a:moveTo>
                  <a:lnTo>
                    <a:pt x="1759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7329" y="5103956"/>
              <a:ext cx="1759" cy="167158"/>
            </a:xfrm>
            <a:custGeom>
              <a:avLst/>
              <a:pathLst>
                <a:path w="1759" h="167158">
                  <a:moveTo>
                    <a:pt x="0" y="0"/>
                  </a:moveTo>
                  <a:lnTo>
                    <a:pt x="1759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7329" y="5103956"/>
              <a:ext cx="1759" cy="167158"/>
            </a:xfrm>
            <a:custGeom>
              <a:avLst/>
              <a:pathLst>
                <a:path w="1759" h="167158">
                  <a:moveTo>
                    <a:pt x="0" y="0"/>
                  </a:moveTo>
                  <a:lnTo>
                    <a:pt x="1759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7329" y="5103956"/>
              <a:ext cx="1759" cy="167158"/>
            </a:xfrm>
            <a:custGeom>
              <a:avLst/>
              <a:pathLst>
                <a:path w="1759" h="167158">
                  <a:moveTo>
                    <a:pt x="0" y="0"/>
                  </a:moveTo>
                  <a:lnTo>
                    <a:pt x="1759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7329" y="5103956"/>
              <a:ext cx="1759" cy="167158"/>
            </a:xfrm>
            <a:custGeom>
              <a:avLst/>
              <a:pathLst>
                <a:path w="1759" h="167158">
                  <a:moveTo>
                    <a:pt x="0" y="0"/>
                  </a:moveTo>
                  <a:lnTo>
                    <a:pt x="1759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461931" y="5103956"/>
              <a:ext cx="334318" cy="334325"/>
            </a:xfrm>
            <a:custGeom>
              <a:avLst/>
              <a:pathLst>
                <a:path w="334318" h="334325">
                  <a:moveTo>
                    <a:pt x="165397" y="0"/>
                  </a:moveTo>
                  <a:lnTo>
                    <a:pt x="160115" y="139"/>
                  </a:lnTo>
                  <a:lnTo>
                    <a:pt x="154839" y="445"/>
                  </a:lnTo>
                  <a:lnTo>
                    <a:pt x="149575" y="917"/>
                  </a:lnTo>
                  <a:lnTo>
                    <a:pt x="144329" y="1556"/>
                  </a:lnTo>
                  <a:lnTo>
                    <a:pt x="139106" y="2360"/>
                  </a:lnTo>
                  <a:lnTo>
                    <a:pt x="133911" y="3329"/>
                  </a:lnTo>
                  <a:lnTo>
                    <a:pt x="128749" y="4462"/>
                  </a:lnTo>
                  <a:lnTo>
                    <a:pt x="123626" y="5758"/>
                  </a:lnTo>
                  <a:lnTo>
                    <a:pt x="118546" y="7214"/>
                  </a:lnTo>
                  <a:lnTo>
                    <a:pt x="113514" y="8831"/>
                  </a:lnTo>
                  <a:lnTo>
                    <a:pt x="108537" y="10605"/>
                  </a:lnTo>
                  <a:lnTo>
                    <a:pt x="103617" y="12536"/>
                  </a:lnTo>
                  <a:lnTo>
                    <a:pt x="98762" y="14622"/>
                  </a:lnTo>
                  <a:lnTo>
                    <a:pt x="93974" y="16860"/>
                  </a:lnTo>
                  <a:lnTo>
                    <a:pt x="89260" y="19249"/>
                  </a:lnTo>
                  <a:lnTo>
                    <a:pt x="84624" y="21785"/>
                  </a:lnTo>
                  <a:lnTo>
                    <a:pt x="80070" y="24466"/>
                  </a:lnTo>
                  <a:lnTo>
                    <a:pt x="75603" y="27290"/>
                  </a:lnTo>
                  <a:lnTo>
                    <a:pt x="71228" y="30254"/>
                  </a:lnTo>
                  <a:lnTo>
                    <a:pt x="66948" y="33355"/>
                  </a:lnTo>
                  <a:lnTo>
                    <a:pt x="62769" y="36589"/>
                  </a:lnTo>
                  <a:lnTo>
                    <a:pt x="58694" y="39954"/>
                  </a:lnTo>
                  <a:lnTo>
                    <a:pt x="54727" y="43446"/>
                  </a:lnTo>
                  <a:lnTo>
                    <a:pt x="50873" y="47062"/>
                  </a:lnTo>
                  <a:lnTo>
                    <a:pt x="47135" y="50797"/>
                  </a:lnTo>
                  <a:lnTo>
                    <a:pt x="43517" y="54649"/>
                  </a:lnTo>
                  <a:lnTo>
                    <a:pt x="40022" y="58613"/>
                  </a:lnTo>
                  <a:lnTo>
                    <a:pt x="36655" y="62686"/>
                  </a:lnTo>
                  <a:lnTo>
                    <a:pt x="33418" y="66864"/>
                  </a:lnTo>
                  <a:lnTo>
                    <a:pt x="30314" y="71141"/>
                  </a:lnTo>
                  <a:lnTo>
                    <a:pt x="27348" y="75515"/>
                  </a:lnTo>
                  <a:lnTo>
                    <a:pt x="24521" y="79980"/>
                  </a:lnTo>
                  <a:lnTo>
                    <a:pt x="21837" y="84532"/>
                  </a:lnTo>
                  <a:lnTo>
                    <a:pt x="19297" y="89166"/>
                  </a:lnTo>
                  <a:lnTo>
                    <a:pt x="16906" y="93879"/>
                  </a:lnTo>
                  <a:lnTo>
                    <a:pt x="14665" y="98665"/>
                  </a:lnTo>
                  <a:lnTo>
                    <a:pt x="12576" y="103519"/>
                  </a:lnTo>
                  <a:lnTo>
                    <a:pt x="10642" y="108437"/>
                  </a:lnTo>
                  <a:lnTo>
                    <a:pt x="8864" y="113414"/>
                  </a:lnTo>
                  <a:lnTo>
                    <a:pt x="7244" y="118444"/>
                  </a:lnTo>
                  <a:lnTo>
                    <a:pt x="5784" y="123523"/>
                  </a:lnTo>
                  <a:lnTo>
                    <a:pt x="4486" y="128646"/>
                  </a:lnTo>
                  <a:lnTo>
                    <a:pt x="3350" y="133807"/>
                  </a:lnTo>
                  <a:lnTo>
                    <a:pt x="2377" y="139002"/>
                  </a:lnTo>
                  <a:lnTo>
                    <a:pt x="1570" y="144224"/>
                  </a:lnTo>
                  <a:lnTo>
                    <a:pt x="927" y="149470"/>
                  </a:lnTo>
                  <a:lnTo>
                    <a:pt x="451" y="154733"/>
                  </a:lnTo>
                  <a:lnTo>
                    <a:pt x="142" y="160009"/>
                  </a:lnTo>
                  <a:lnTo>
                    <a:pt x="0" y="165291"/>
                  </a:lnTo>
                  <a:lnTo>
                    <a:pt x="24" y="170576"/>
                  </a:lnTo>
                  <a:lnTo>
                    <a:pt x="216" y="175857"/>
                  </a:lnTo>
                  <a:lnTo>
                    <a:pt x="574" y="181130"/>
                  </a:lnTo>
                  <a:lnTo>
                    <a:pt x="1099" y="186388"/>
                  </a:lnTo>
                  <a:lnTo>
                    <a:pt x="1790" y="191628"/>
                  </a:lnTo>
                  <a:lnTo>
                    <a:pt x="2646" y="196843"/>
                  </a:lnTo>
                  <a:lnTo>
                    <a:pt x="3666" y="202028"/>
                  </a:lnTo>
                  <a:lnTo>
                    <a:pt x="4850" y="207178"/>
                  </a:lnTo>
                  <a:lnTo>
                    <a:pt x="6196" y="212288"/>
                  </a:lnTo>
                  <a:lnTo>
                    <a:pt x="7703" y="217354"/>
                  </a:lnTo>
                  <a:lnTo>
                    <a:pt x="9370" y="222369"/>
                  </a:lnTo>
                  <a:lnTo>
                    <a:pt x="11194" y="227329"/>
                  </a:lnTo>
                  <a:lnTo>
                    <a:pt x="13174" y="232229"/>
                  </a:lnTo>
                  <a:lnTo>
                    <a:pt x="15307" y="237063"/>
                  </a:lnTo>
                  <a:lnTo>
                    <a:pt x="17593" y="241828"/>
                  </a:lnTo>
                  <a:lnTo>
                    <a:pt x="20028" y="246518"/>
                  </a:lnTo>
                  <a:lnTo>
                    <a:pt x="22610" y="251129"/>
                  </a:lnTo>
                  <a:lnTo>
                    <a:pt x="25337" y="255656"/>
                  </a:lnTo>
                  <a:lnTo>
                    <a:pt x="28205" y="260095"/>
                  </a:lnTo>
                  <a:lnTo>
                    <a:pt x="31212" y="264441"/>
                  </a:lnTo>
                  <a:lnTo>
                    <a:pt x="34355" y="268689"/>
                  </a:lnTo>
                  <a:lnTo>
                    <a:pt x="37631" y="272836"/>
                  </a:lnTo>
                  <a:lnTo>
                    <a:pt x="41036" y="276878"/>
                  </a:lnTo>
                  <a:lnTo>
                    <a:pt x="44567" y="280809"/>
                  </a:lnTo>
                  <a:lnTo>
                    <a:pt x="48221" y="284628"/>
                  </a:lnTo>
                  <a:lnTo>
                    <a:pt x="51993" y="288328"/>
                  </a:lnTo>
                  <a:lnTo>
                    <a:pt x="55881" y="291908"/>
                  </a:lnTo>
                  <a:lnTo>
                    <a:pt x="59880" y="295363"/>
                  </a:lnTo>
                  <a:lnTo>
                    <a:pt x="63986" y="298690"/>
                  </a:lnTo>
                  <a:lnTo>
                    <a:pt x="68195" y="301885"/>
                  </a:lnTo>
                  <a:lnTo>
                    <a:pt x="72503" y="304946"/>
                  </a:lnTo>
                  <a:lnTo>
                    <a:pt x="76906" y="307869"/>
                  </a:lnTo>
                  <a:lnTo>
                    <a:pt x="81399" y="310652"/>
                  </a:lnTo>
                  <a:lnTo>
                    <a:pt x="85977" y="313291"/>
                  </a:lnTo>
                  <a:lnTo>
                    <a:pt x="90637" y="315784"/>
                  </a:lnTo>
                  <a:lnTo>
                    <a:pt x="95373" y="318128"/>
                  </a:lnTo>
                  <a:lnTo>
                    <a:pt x="100181" y="320322"/>
                  </a:lnTo>
                  <a:lnTo>
                    <a:pt x="105056" y="322362"/>
                  </a:lnTo>
                  <a:lnTo>
                    <a:pt x="109993" y="324248"/>
                  </a:lnTo>
                  <a:lnTo>
                    <a:pt x="114987" y="325976"/>
                  </a:lnTo>
                  <a:lnTo>
                    <a:pt x="120033" y="327546"/>
                  </a:lnTo>
                  <a:lnTo>
                    <a:pt x="125126" y="328955"/>
                  </a:lnTo>
                  <a:lnTo>
                    <a:pt x="130262" y="330203"/>
                  </a:lnTo>
                  <a:lnTo>
                    <a:pt x="135434" y="331288"/>
                  </a:lnTo>
                  <a:lnTo>
                    <a:pt x="140638" y="332208"/>
                  </a:lnTo>
                  <a:lnTo>
                    <a:pt x="145868" y="332964"/>
                  </a:lnTo>
                  <a:lnTo>
                    <a:pt x="151120" y="333554"/>
                  </a:lnTo>
                  <a:lnTo>
                    <a:pt x="156387" y="333978"/>
                  </a:lnTo>
                  <a:lnTo>
                    <a:pt x="161666" y="334235"/>
                  </a:lnTo>
                  <a:lnTo>
                    <a:pt x="166950" y="334325"/>
                  </a:lnTo>
                  <a:lnTo>
                    <a:pt x="172234" y="334248"/>
                  </a:lnTo>
                  <a:lnTo>
                    <a:pt x="177513" y="334004"/>
                  </a:lnTo>
                  <a:lnTo>
                    <a:pt x="182781" y="333593"/>
                  </a:lnTo>
                  <a:lnTo>
                    <a:pt x="188035" y="333016"/>
                  </a:lnTo>
                  <a:lnTo>
                    <a:pt x="193267" y="332273"/>
                  </a:lnTo>
                  <a:lnTo>
                    <a:pt x="198473" y="331366"/>
                  </a:lnTo>
                  <a:lnTo>
                    <a:pt x="203648" y="330294"/>
                  </a:lnTo>
                  <a:lnTo>
                    <a:pt x="208786" y="329059"/>
                  </a:lnTo>
                  <a:lnTo>
                    <a:pt x="213883" y="327662"/>
                  </a:lnTo>
                  <a:lnTo>
                    <a:pt x="218933" y="326105"/>
                  </a:lnTo>
                  <a:lnTo>
                    <a:pt x="223931" y="324389"/>
                  </a:lnTo>
                  <a:lnTo>
                    <a:pt x="228873" y="322516"/>
                  </a:lnTo>
                  <a:lnTo>
                    <a:pt x="233753" y="320487"/>
                  </a:lnTo>
                  <a:lnTo>
                    <a:pt x="238566" y="318305"/>
                  </a:lnTo>
                  <a:lnTo>
                    <a:pt x="243308" y="315973"/>
                  </a:lnTo>
                  <a:lnTo>
                    <a:pt x="247974" y="313491"/>
                  </a:lnTo>
                  <a:lnTo>
                    <a:pt x="252559" y="310864"/>
                  </a:lnTo>
                  <a:lnTo>
                    <a:pt x="257059" y="308092"/>
                  </a:lnTo>
                  <a:lnTo>
                    <a:pt x="261469" y="305180"/>
                  </a:lnTo>
                  <a:lnTo>
                    <a:pt x="265784" y="302130"/>
                  </a:lnTo>
                  <a:lnTo>
                    <a:pt x="270001" y="298945"/>
                  </a:lnTo>
                  <a:lnTo>
                    <a:pt x="274116" y="295628"/>
                  </a:lnTo>
                  <a:lnTo>
                    <a:pt x="278123" y="292183"/>
                  </a:lnTo>
                  <a:lnTo>
                    <a:pt x="282020" y="288613"/>
                  </a:lnTo>
                  <a:lnTo>
                    <a:pt x="285801" y="284922"/>
                  </a:lnTo>
                  <a:lnTo>
                    <a:pt x="289464" y="281113"/>
                  </a:lnTo>
                  <a:lnTo>
                    <a:pt x="293005" y="277190"/>
                  </a:lnTo>
                  <a:lnTo>
                    <a:pt x="296420" y="273157"/>
                  </a:lnTo>
                  <a:lnTo>
                    <a:pt x="299706" y="269018"/>
                  </a:lnTo>
                  <a:lnTo>
                    <a:pt x="302860" y="264777"/>
                  </a:lnTo>
                  <a:lnTo>
                    <a:pt x="305878" y="260439"/>
                  </a:lnTo>
                  <a:lnTo>
                    <a:pt x="308757" y="256007"/>
                  </a:lnTo>
                  <a:lnTo>
                    <a:pt x="311495" y="251487"/>
                  </a:lnTo>
                  <a:lnTo>
                    <a:pt x="314088" y="246883"/>
                  </a:lnTo>
                  <a:lnTo>
                    <a:pt x="316535" y="242198"/>
                  </a:lnTo>
                  <a:lnTo>
                    <a:pt x="318832" y="237439"/>
                  </a:lnTo>
                  <a:lnTo>
                    <a:pt x="320978" y="232610"/>
                  </a:lnTo>
                  <a:lnTo>
                    <a:pt x="322970" y="227715"/>
                  </a:lnTo>
                  <a:lnTo>
                    <a:pt x="324806" y="222759"/>
                  </a:lnTo>
                  <a:lnTo>
                    <a:pt x="326485" y="217748"/>
                  </a:lnTo>
                  <a:lnTo>
                    <a:pt x="328004" y="212687"/>
                  </a:lnTo>
                  <a:lnTo>
                    <a:pt x="329363" y="207580"/>
                  </a:lnTo>
                  <a:lnTo>
                    <a:pt x="330560" y="202432"/>
                  </a:lnTo>
                  <a:lnTo>
                    <a:pt x="331593" y="197250"/>
                  </a:lnTo>
                  <a:lnTo>
                    <a:pt x="332462" y="192037"/>
                  </a:lnTo>
                  <a:lnTo>
                    <a:pt x="333166" y="186799"/>
                  </a:lnTo>
                  <a:lnTo>
                    <a:pt x="333704" y="181542"/>
                  </a:lnTo>
                  <a:lnTo>
                    <a:pt x="334075" y="176271"/>
                  </a:lnTo>
                  <a:lnTo>
                    <a:pt x="334280" y="170990"/>
                  </a:lnTo>
                  <a:lnTo>
                    <a:pt x="334318" y="165705"/>
                  </a:lnTo>
                  <a:lnTo>
                    <a:pt x="334188" y="160422"/>
                  </a:lnTo>
                  <a:lnTo>
                    <a:pt x="333892" y="155146"/>
                  </a:lnTo>
                  <a:lnTo>
                    <a:pt x="333429" y="149881"/>
                  </a:lnTo>
                  <a:lnTo>
                    <a:pt x="332800" y="144634"/>
                  </a:lnTo>
                  <a:lnTo>
                    <a:pt x="332005" y="139410"/>
                  </a:lnTo>
                  <a:lnTo>
                    <a:pt x="331045" y="134213"/>
                  </a:lnTo>
                  <a:lnTo>
                    <a:pt x="329922" y="129049"/>
                  </a:lnTo>
                  <a:lnTo>
                    <a:pt x="328636" y="123923"/>
                  </a:lnTo>
                  <a:lnTo>
                    <a:pt x="327189" y="118840"/>
                  </a:lnTo>
                  <a:lnTo>
                    <a:pt x="325582" y="113806"/>
                  </a:lnTo>
                  <a:lnTo>
                    <a:pt x="323816" y="108825"/>
                  </a:lnTo>
                  <a:lnTo>
                    <a:pt x="321894" y="103902"/>
                  </a:lnTo>
                  <a:lnTo>
                    <a:pt x="319817" y="99043"/>
                  </a:lnTo>
                  <a:lnTo>
                    <a:pt x="317588" y="94251"/>
                  </a:lnTo>
                  <a:lnTo>
                    <a:pt x="315208" y="89533"/>
                  </a:lnTo>
                  <a:lnTo>
                    <a:pt x="312681" y="84892"/>
                  </a:lnTo>
                  <a:lnTo>
                    <a:pt x="310008" y="80333"/>
                  </a:lnTo>
                  <a:lnTo>
                    <a:pt x="307192" y="75861"/>
                  </a:lnTo>
                  <a:lnTo>
                    <a:pt x="304236" y="71480"/>
                  </a:lnTo>
                  <a:lnTo>
                    <a:pt x="301143" y="67195"/>
                  </a:lnTo>
                  <a:lnTo>
                    <a:pt x="297916" y="63010"/>
                  </a:lnTo>
                  <a:lnTo>
                    <a:pt x="294559" y="58929"/>
                  </a:lnTo>
                  <a:lnTo>
                    <a:pt x="291074" y="54956"/>
                  </a:lnTo>
                  <a:lnTo>
                    <a:pt x="287466" y="51095"/>
                  </a:lnTo>
                  <a:lnTo>
                    <a:pt x="283737" y="47350"/>
                  </a:lnTo>
                  <a:lnTo>
                    <a:pt x="279892" y="43725"/>
                  </a:lnTo>
                  <a:lnTo>
                    <a:pt x="275934" y="40223"/>
                  </a:lnTo>
                  <a:lnTo>
                    <a:pt x="271867" y="36848"/>
                  </a:lnTo>
                  <a:lnTo>
                    <a:pt x="267696" y="33603"/>
                  </a:lnTo>
                  <a:lnTo>
                    <a:pt x="263424" y="30492"/>
                  </a:lnTo>
                  <a:lnTo>
                    <a:pt x="259056" y="27517"/>
                  </a:lnTo>
                  <a:lnTo>
                    <a:pt x="254596" y="24682"/>
                  </a:lnTo>
                  <a:lnTo>
                    <a:pt x="250049" y="21990"/>
                  </a:lnTo>
                  <a:lnTo>
                    <a:pt x="245419" y="19442"/>
                  </a:lnTo>
                  <a:lnTo>
                    <a:pt x="240711" y="17042"/>
                  </a:lnTo>
                  <a:lnTo>
                    <a:pt x="235929" y="14792"/>
                  </a:lnTo>
                  <a:lnTo>
                    <a:pt x="231078" y="12694"/>
                  </a:lnTo>
                  <a:lnTo>
                    <a:pt x="226164" y="10751"/>
                  </a:lnTo>
                  <a:lnTo>
                    <a:pt x="221191" y="8964"/>
                  </a:lnTo>
                  <a:lnTo>
                    <a:pt x="216163" y="7335"/>
                  </a:lnTo>
                  <a:lnTo>
                    <a:pt x="211087" y="5866"/>
                  </a:lnTo>
                  <a:lnTo>
                    <a:pt x="205967" y="4558"/>
                  </a:lnTo>
                  <a:lnTo>
                    <a:pt x="200808" y="3412"/>
                  </a:lnTo>
                  <a:lnTo>
                    <a:pt x="195615" y="2430"/>
                  </a:lnTo>
                  <a:lnTo>
                    <a:pt x="190394" y="1613"/>
                  </a:lnTo>
                  <a:lnTo>
                    <a:pt x="185149" y="961"/>
                  </a:lnTo>
                  <a:lnTo>
                    <a:pt x="179887" y="476"/>
                  </a:lnTo>
                  <a:lnTo>
                    <a:pt x="174612" y="157"/>
                  </a:lnTo>
                  <a:lnTo>
                    <a:pt x="169330" y="4"/>
                  </a:lnTo>
                  <a:lnTo>
                    <a:pt x="167157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9088" y="5103947"/>
              <a:ext cx="2173" cy="167167"/>
            </a:xfrm>
            <a:custGeom>
              <a:avLst/>
              <a:pathLst>
                <a:path w="2173" h="167167">
                  <a:moveTo>
                    <a:pt x="2173" y="1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3942781" y="5309273"/>
              <a:ext cx="163113" cy="167167"/>
            </a:xfrm>
            <a:custGeom>
              <a:avLst/>
              <a:pathLst>
                <a:path w="163113" h="167167">
                  <a:moveTo>
                    <a:pt x="163113" y="0"/>
                  </a:moveTo>
                  <a:lnTo>
                    <a:pt x="157609" y="90"/>
                  </a:lnTo>
                  <a:lnTo>
                    <a:pt x="152111" y="362"/>
                  </a:lnTo>
                  <a:lnTo>
                    <a:pt x="146625" y="815"/>
                  </a:lnTo>
                  <a:lnTo>
                    <a:pt x="141157" y="1448"/>
                  </a:lnTo>
                  <a:lnTo>
                    <a:pt x="135713" y="2260"/>
                  </a:lnTo>
                  <a:lnTo>
                    <a:pt x="130299" y="3252"/>
                  </a:lnTo>
                  <a:lnTo>
                    <a:pt x="124920" y="4421"/>
                  </a:lnTo>
                  <a:lnTo>
                    <a:pt x="119582" y="5767"/>
                  </a:lnTo>
                  <a:lnTo>
                    <a:pt x="114292" y="7287"/>
                  </a:lnTo>
                  <a:lnTo>
                    <a:pt x="109055" y="8981"/>
                  </a:lnTo>
                  <a:lnTo>
                    <a:pt x="103876" y="10847"/>
                  </a:lnTo>
                  <a:lnTo>
                    <a:pt x="98762" y="12882"/>
                  </a:lnTo>
                  <a:lnTo>
                    <a:pt x="93717" y="15084"/>
                  </a:lnTo>
                  <a:lnTo>
                    <a:pt x="88747" y="17451"/>
                  </a:lnTo>
                  <a:lnTo>
                    <a:pt x="83858" y="19981"/>
                  </a:lnTo>
                  <a:lnTo>
                    <a:pt x="79056" y="22670"/>
                  </a:lnTo>
                  <a:lnTo>
                    <a:pt x="74344" y="25516"/>
                  </a:lnTo>
                  <a:lnTo>
                    <a:pt x="69728" y="28515"/>
                  </a:lnTo>
                  <a:lnTo>
                    <a:pt x="65214" y="31665"/>
                  </a:lnTo>
                  <a:lnTo>
                    <a:pt x="60806" y="34962"/>
                  </a:lnTo>
                  <a:lnTo>
                    <a:pt x="56509" y="38402"/>
                  </a:lnTo>
                  <a:lnTo>
                    <a:pt x="52327" y="41981"/>
                  </a:lnTo>
                  <a:lnTo>
                    <a:pt x="48265" y="45697"/>
                  </a:lnTo>
                  <a:lnTo>
                    <a:pt x="44328" y="49544"/>
                  </a:lnTo>
                  <a:lnTo>
                    <a:pt x="40520" y="53518"/>
                  </a:lnTo>
                  <a:lnTo>
                    <a:pt x="36845" y="57616"/>
                  </a:lnTo>
                  <a:lnTo>
                    <a:pt x="33307" y="61833"/>
                  </a:lnTo>
                  <a:lnTo>
                    <a:pt x="29909" y="66163"/>
                  </a:lnTo>
                  <a:lnTo>
                    <a:pt x="26656" y="70604"/>
                  </a:lnTo>
                  <a:lnTo>
                    <a:pt x="23551" y="75149"/>
                  </a:lnTo>
                  <a:lnTo>
                    <a:pt x="20597" y="79793"/>
                  </a:lnTo>
                  <a:lnTo>
                    <a:pt x="17797" y="84533"/>
                  </a:lnTo>
                  <a:lnTo>
                    <a:pt x="15155" y="89362"/>
                  </a:lnTo>
                  <a:lnTo>
                    <a:pt x="12674" y="94275"/>
                  </a:lnTo>
                  <a:lnTo>
                    <a:pt x="10356" y="99268"/>
                  </a:lnTo>
                  <a:lnTo>
                    <a:pt x="8203" y="104334"/>
                  </a:lnTo>
                  <a:lnTo>
                    <a:pt x="6218" y="109468"/>
                  </a:lnTo>
                  <a:lnTo>
                    <a:pt x="4404" y="114665"/>
                  </a:lnTo>
                  <a:lnTo>
                    <a:pt x="2761" y="119919"/>
                  </a:lnTo>
                  <a:lnTo>
                    <a:pt x="1293" y="125224"/>
                  </a:lnTo>
                  <a:lnTo>
                    <a:pt x="0" y="130574"/>
                  </a:lnTo>
                  <a:lnTo>
                    <a:pt x="16311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3938727" y="5309273"/>
              <a:ext cx="334325" cy="334324"/>
            </a:xfrm>
            <a:custGeom>
              <a:avLst/>
              <a:pathLst>
                <a:path w="334325" h="334324">
                  <a:moveTo>
                    <a:pt x="4054" y="130574"/>
                  </a:moveTo>
                  <a:lnTo>
                    <a:pt x="2978" y="135750"/>
                  </a:lnTo>
                  <a:lnTo>
                    <a:pt x="2067" y="140957"/>
                  </a:lnTo>
                  <a:lnTo>
                    <a:pt x="1321" y="146190"/>
                  </a:lnTo>
                  <a:lnTo>
                    <a:pt x="741" y="151444"/>
                  </a:lnTo>
                  <a:lnTo>
                    <a:pt x="327" y="156713"/>
                  </a:lnTo>
                  <a:lnTo>
                    <a:pt x="80" y="161994"/>
                  </a:lnTo>
                  <a:lnTo>
                    <a:pt x="0" y="167279"/>
                  </a:lnTo>
                  <a:lnTo>
                    <a:pt x="87" y="172564"/>
                  </a:lnTo>
                  <a:lnTo>
                    <a:pt x="341" y="177844"/>
                  </a:lnTo>
                  <a:lnTo>
                    <a:pt x="762" y="183113"/>
                  </a:lnTo>
                  <a:lnTo>
                    <a:pt x="1349" y="188367"/>
                  </a:lnTo>
                  <a:lnTo>
                    <a:pt x="2102" y="193599"/>
                  </a:lnTo>
                  <a:lnTo>
                    <a:pt x="3021" y="198804"/>
                  </a:lnTo>
                  <a:lnTo>
                    <a:pt x="4103" y="203978"/>
                  </a:lnTo>
                  <a:lnTo>
                    <a:pt x="5348" y="209116"/>
                  </a:lnTo>
                  <a:lnTo>
                    <a:pt x="6755" y="214211"/>
                  </a:lnTo>
                  <a:lnTo>
                    <a:pt x="8323" y="219259"/>
                  </a:lnTo>
                  <a:lnTo>
                    <a:pt x="10049" y="224255"/>
                  </a:lnTo>
                  <a:lnTo>
                    <a:pt x="11933" y="229194"/>
                  </a:lnTo>
                  <a:lnTo>
                    <a:pt x="13972" y="234071"/>
                  </a:lnTo>
                  <a:lnTo>
                    <a:pt x="16164" y="238881"/>
                  </a:lnTo>
                  <a:lnTo>
                    <a:pt x="18506" y="243620"/>
                  </a:lnTo>
                  <a:lnTo>
                    <a:pt x="20998" y="248282"/>
                  </a:lnTo>
                  <a:lnTo>
                    <a:pt x="23636" y="252863"/>
                  </a:lnTo>
                  <a:lnTo>
                    <a:pt x="26417" y="257358"/>
                  </a:lnTo>
                  <a:lnTo>
                    <a:pt x="29339" y="261763"/>
                  </a:lnTo>
                  <a:lnTo>
                    <a:pt x="32399" y="266073"/>
                  </a:lnTo>
                  <a:lnTo>
                    <a:pt x="35593" y="270285"/>
                  </a:lnTo>
                  <a:lnTo>
                    <a:pt x="38919" y="274393"/>
                  </a:lnTo>
                  <a:lnTo>
                    <a:pt x="42373" y="278394"/>
                  </a:lnTo>
                  <a:lnTo>
                    <a:pt x="45952" y="282284"/>
                  </a:lnTo>
                  <a:lnTo>
                    <a:pt x="49653" y="286059"/>
                  </a:lnTo>
                  <a:lnTo>
                    <a:pt x="53470" y="289715"/>
                  </a:lnTo>
                  <a:lnTo>
                    <a:pt x="57402" y="293249"/>
                  </a:lnTo>
                  <a:lnTo>
                    <a:pt x="61443" y="296656"/>
                  </a:lnTo>
                  <a:lnTo>
                    <a:pt x="65590" y="299934"/>
                  </a:lnTo>
                  <a:lnTo>
                    <a:pt x="69839" y="303079"/>
                  </a:lnTo>
                  <a:lnTo>
                    <a:pt x="74184" y="306088"/>
                  </a:lnTo>
                  <a:lnTo>
                    <a:pt x="78623" y="308959"/>
                  </a:lnTo>
                  <a:lnTo>
                    <a:pt x="83150" y="311687"/>
                  </a:lnTo>
                  <a:lnTo>
                    <a:pt x="87762" y="314272"/>
                  </a:lnTo>
                  <a:lnTo>
                    <a:pt x="92452" y="316709"/>
                  </a:lnTo>
                  <a:lnTo>
                    <a:pt x="97218" y="318996"/>
                  </a:lnTo>
                  <a:lnTo>
                    <a:pt x="102053" y="321132"/>
                  </a:lnTo>
                  <a:lnTo>
                    <a:pt x="106954" y="323113"/>
                  </a:lnTo>
                  <a:lnTo>
                    <a:pt x="111914" y="324939"/>
                  </a:lnTo>
                  <a:lnTo>
                    <a:pt x="116930" y="326607"/>
                  </a:lnTo>
                  <a:lnTo>
                    <a:pt x="121996" y="328116"/>
                  </a:lnTo>
                  <a:lnTo>
                    <a:pt x="127108" y="329464"/>
                  </a:lnTo>
                  <a:lnTo>
                    <a:pt x="132259" y="330649"/>
                  </a:lnTo>
                  <a:lnTo>
                    <a:pt x="137445" y="331671"/>
                  </a:lnTo>
                  <a:lnTo>
                    <a:pt x="142661" y="332528"/>
                  </a:lnTo>
                  <a:lnTo>
                    <a:pt x="147902" y="333221"/>
                  </a:lnTo>
                  <a:lnTo>
                    <a:pt x="153162" y="333747"/>
                  </a:lnTo>
                  <a:lnTo>
                    <a:pt x="158435" y="334106"/>
                  </a:lnTo>
                  <a:lnTo>
                    <a:pt x="163718" y="334299"/>
                  </a:lnTo>
                  <a:lnTo>
                    <a:pt x="169004" y="334324"/>
                  </a:lnTo>
                  <a:lnTo>
                    <a:pt x="174288" y="334183"/>
                  </a:lnTo>
                  <a:lnTo>
                    <a:pt x="179565" y="333874"/>
                  </a:lnTo>
                  <a:lnTo>
                    <a:pt x="184829" y="333399"/>
                  </a:lnTo>
                  <a:lnTo>
                    <a:pt x="190076" y="332757"/>
                  </a:lnTo>
                  <a:lnTo>
                    <a:pt x="195300" y="331950"/>
                  </a:lnTo>
                  <a:lnTo>
                    <a:pt x="200496" y="330978"/>
                  </a:lnTo>
                  <a:lnTo>
                    <a:pt x="205659" y="329842"/>
                  </a:lnTo>
                  <a:lnTo>
                    <a:pt x="210783" y="328544"/>
                  </a:lnTo>
                  <a:lnTo>
                    <a:pt x="215863" y="327084"/>
                  </a:lnTo>
                  <a:lnTo>
                    <a:pt x="220895" y="325465"/>
                  </a:lnTo>
                  <a:lnTo>
                    <a:pt x="225873" y="323687"/>
                  </a:lnTo>
                  <a:lnTo>
                    <a:pt x="230792" y="321753"/>
                  </a:lnTo>
                  <a:lnTo>
                    <a:pt x="235648" y="319664"/>
                  </a:lnTo>
                  <a:lnTo>
                    <a:pt x="240435" y="317422"/>
                  </a:lnTo>
                  <a:lnTo>
                    <a:pt x="245149" y="315031"/>
                  </a:lnTo>
                  <a:lnTo>
                    <a:pt x="249785" y="312491"/>
                  </a:lnTo>
                  <a:lnTo>
                    <a:pt x="254339" y="309806"/>
                  </a:lnTo>
                  <a:lnTo>
                    <a:pt x="258805" y="306979"/>
                  </a:lnTo>
                  <a:lnTo>
                    <a:pt x="263180" y="304012"/>
                  </a:lnTo>
                  <a:lnTo>
                    <a:pt x="267458" y="300908"/>
                  </a:lnTo>
                  <a:lnTo>
                    <a:pt x="271637" y="297670"/>
                  </a:lnTo>
                  <a:lnTo>
                    <a:pt x="275711" y="294302"/>
                  </a:lnTo>
                  <a:lnTo>
                    <a:pt x="279676" y="290806"/>
                  </a:lnTo>
                  <a:lnTo>
                    <a:pt x="283529" y="287187"/>
                  </a:lnTo>
                  <a:lnTo>
                    <a:pt x="287265" y="283448"/>
                  </a:lnTo>
                  <a:lnTo>
                    <a:pt x="290882" y="279593"/>
                  </a:lnTo>
                  <a:lnTo>
                    <a:pt x="294374" y="275625"/>
                  </a:lnTo>
                  <a:lnTo>
                    <a:pt x="297740" y="271549"/>
                  </a:lnTo>
                  <a:lnTo>
                    <a:pt x="300975" y="267369"/>
                  </a:lnTo>
                  <a:lnTo>
                    <a:pt x="304076" y="263088"/>
                  </a:lnTo>
                  <a:lnTo>
                    <a:pt x="307040" y="258711"/>
                  </a:lnTo>
                  <a:lnTo>
                    <a:pt x="309865" y="254243"/>
                  </a:lnTo>
                  <a:lnTo>
                    <a:pt x="312547" y="249688"/>
                  </a:lnTo>
                  <a:lnTo>
                    <a:pt x="315083" y="245050"/>
                  </a:lnTo>
                  <a:lnTo>
                    <a:pt x="317471" y="240335"/>
                  </a:lnTo>
                  <a:lnTo>
                    <a:pt x="319710" y="235546"/>
                  </a:lnTo>
                  <a:lnTo>
                    <a:pt x="321795" y="230689"/>
                  </a:lnTo>
                  <a:lnTo>
                    <a:pt x="323726" y="225768"/>
                  </a:lnTo>
                  <a:lnTo>
                    <a:pt x="325501" y="220789"/>
                  </a:lnTo>
                  <a:lnTo>
                    <a:pt x="327117" y="215756"/>
                  </a:lnTo>
                  <a:lnTo>
                    <a:pt x="328573" y="210675"/>
                  </a:lnTo>
                  <a:lnTo>
                    <a:pt x="329868" y="205550"/>
                  </a:lnTo>
                  <a:lnTo>
                    <a:pt x="331000" y="200386"/>
                  </a:lnTo>
                  <a:lnTo>
                    <a:pt x="331969" y="195190"/>
                  </a:lnTo>
                  <a:lnTo>
                    <a:pt x="332772" y="189965"/>
                  </a:lnTo>
                  <a:lnTo>
                    <a:pt x="333410" y="184718"/>
                  </a:lnTo>
                  <a:lnTo>
                    <a:pt x="333882" y="179453"/>
                  </a:lnTo>
                  <a:lnTo>
                    <a:pt x="334187" y="174176"/>
                  </a:lnTo>
                  <a:lnTo>
                    <a:pt x="334325" y="168892"/>
                  </a:lnTo>
                  <a:lnTo>
                    <a:pt x="334296" y="163606"/>
                  </a:lnTo>
                  <a:lnTo>
                    <a:pt x="334100" y="158323"/>
                  </a:lnTo>
                  <a:lnTo>
                    <a:pt x="333737" y="153050"/>
                  </a:lnTo>
                  <a:lnTo>
                    <a:pt x="333208" y="147790"/>
                  </a:lnTo>
                  <a:lnTo>
                    <a:pt x="332512" y="142550"/>
                  </a:lnTo>
                  <a:lnTo>
                    <a:pt x="331651" y="137335"/>
                  </a:lnTo>
                  <a:lnTo>
                    <a:pt x="330626" y="132149"/>
                  </a:lnTo>
                  <a:lnTo>
                    <a:pt x="329437" y="126999"/>
                  </a:lnTo>
                  <a:lnTo>
                    <a:pt x="328086" y="121888"/>
                  </a:lnTo>
                  <a:lnTo>
                    <a:pt x="326574" y="116823"/>
                  </a:lnTo>
                  <a:lnTo>
                    <a:pt x="324902" y="111809"/>
                  </a:lnTo>
                  <a:lnTo>
                    <a:pt x="323073" y="106849"/>
                  </a:lnTo>
                  <a:lnTo>
                    <a:pt x="321088" y="101950"/>
                  </a:lnTo>
                  <a:lnTo>
                    <a:pt x="318949" y="97116"/>
                  </a:lnTo>
                  <a:lnTo>
                    <a:pt x="316658" y="92352"/>
                  </a:lnTo>
                  <a:lnTo>
                    <a:pt x="314218" y="87663"/>
                  </a:lnTo>
                  <a:lnTo>
                    <a:pt x="311631" y="83054"/>
                  </a:lnTo>
                  <a:lnTo>
                    <a:pt x="308899" y="78528"/>
                  </a:lnTo>
                  <a:lnTo>
                    <a:pt x="306026" y="74091"/>
                  </a:lnTo>
                  <a:lnTo>
                    <a:pt x="303014" y="69747"/>
                  </a:lnTo>
                  <a:lnTo>
                    <a:pt x="299866" y="65501"/>
                  </a:lnTo>
                  <a:lnTo>
                    <a:pt x="296585" y="61356"/>
                  </a:lnTo>
                  <a:lnTo>
                    <a:pt x="293175" y="57317"/>
                  </a:lnTo>
                  <a:lnTo>
                    <a:pt x="289639" y="53388"/>
                  </a:lnTo>
                  <a:lnTo>
                    <a:pt x="285980" y="49573"/>
                  </a:lnTo>
                  <a:lnTo>
                    <a:pt x="282203" y="45875"/>
                  </a:lnTo>
                  <a:lnTo>
                    <a:pt x="278311" y="42299"/>
                  </a:lnTo>
                  <a:lnTo>
                    <a:pt x="274307" y="38847"/>
                  </a:lnTo>
                  <a:lnTo>
                    <a:pt x="270196" y="35524"/>
                  </a:lnTo>
                  <a:lnTo>
                    <a:pt x="265983" y="32332"/>
                  </a:lnTo>
                  <a:lnTo>
                    <a:pt x="261670" y="29275"/>
                  </a:lnTo>
                  <a:lnTo>
                    <a:pt x="257263" y="26356"/>
                  </a:lnTo>
                  <a:lnTo>
                    <a:pt x="252766" y="23578"/>
                  </a:lnTo>
                  <a:lnTo>
                    <a:pt x="248184" y="20944"/>
                  </a:lnTo>
                  <a:lnTo>
                    <a:pt x="243520" y="18455"/>
                  </a:lnTo>
                  <a:lnTo>
                    <a:pt x="238780" y="16116"/>
                  </a:lnTo>
                  <a:lnTo>
                    <a:pt x="233968" y="13927"/>
                  </a:lnTo>
                  <a:lnTo>
                    <a:pt x="229090" y="11891"/>
                  </a:lnTo>
                  <a:lnTo>
                    <a:pt x="224150" y="10011"/>
                  </a:lnTo>
                  <a:lnTo>
                    <a:pt x="219152" y="8288"/>
                  </a:lnTo>
                  <a:lnTo>
                    <a:pt x="214103" y="6724"/>
                  </a:lnTo>
                  <a:lnTo>
                    <a:pt x="209007" y="5320"/>
                  </a:lnTo>
                  <a:lnTo>
                    <a:pt x="203869" y="4078"/>
                  </a:lnTo>
                  <a:lnTo>
                    <a:pt x="198694" y="2999"/>
                  </a:lnTo>
                  <a:lnTo>
                    <a:pt x="193488" y="2085"/>
                  </a:lnTo>
                  <a:lnTo>
                    <a:pt x="188255" y="1335"/>
                  </a:lnTo>
                  <a:lnTo>
                    <a:pt x="183002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592842" y="5399291"/>
              <a:ext cx="24437" cy="167167"/>
            </a:xfrm>
            <a:custGeom>
              <a:avLst/>
              <a:pathLst>
                <a:path w="24437" h="167167">
                  <a:moveTo>
                    <a:pt x="24437" y="0"/>
                  </a:moveTo>
                  <a:lnTo>
                    <a:pt x="16265" y="199"/>
                  </a:lnTo>
                  <a:lnTo>
                    <a:pt x="8113" y="798"/>
                  </a:lnTo>
                  <a:lnTo>
                    <a:pt x="0" y="1795"/>
                  </a:lnTo>
                  <a:lnTo>
                    <a:pt x="2443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92842" y="5401087"/>
              <a:ext cx="24437" cy="165371"/>
            </a:xfrm>
            <a:custGeom>
              <a:avLst/>
              <a:pathLst>
                <a:path w="24437" h="165371">
                  <a:moveTo>
                    <a:pt x="0" y="0"/>
                  </a:moveTo>
                  <a:lnTo>
                    <a:pt x="24437" y="165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92842" y="5401087"/>
              <a:ext cx="24437" cy="165371"/>
            </a:xfrm>
            <a:custGeom>
              <a:avLst/>
              <a:pathLst>
                <a:path w="24437" h="165371">
                  <a:moveTo>
                    <a:pt x="0" y="0"/>
                  </a:moveTo>
                  <a:lnTo>
                    <a:pt x="24437" y="165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2842" y="5401087"/>
              <a:ext cx="24437" cy="165371"/>
            </a:xfrm>
            <a:custGeom>
              <a:avLst/>
              <a:pathLst>
                <a:path w="24437" h="165371">
                  <a:moveTo>
                    <a:pt x="0" y="0"/>
                  </a:moveTo>
                  <a:lnTo>
                    <a:pt x="24437" y="165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2842" y="5401087"/>
              <a:ext cx="24437" cy="165371"/>
            </a:xfrm>
            <a:custGeom>
              <a:avLst/>
              <a:pathLst>
                <a:path w="24437" h="165371">
                  <a:moveTo>
                    <a:pt x="0" y="0"/>
                  </a:moveTo>
                  <a:lnTo>
                    <a:pt x="24437" y="165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2842" y="5401087"/>
              <a:ext cx="24437" cy="165371"/>
            </a:xfrm>
            <a:custGeom>
              <a:avLst/>
              <a:pathLst>
                <a:path w="24437" h="165371">
                  <a:moveTo>
                    <a:pt x="0" y="0"/>
                  </a:moveTo>
                  <a:lnTo>
                    <a:pt x="24437" y="1653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2842" y="5401087"/>
              <a:ext cx="24437" cy="165371"/>
            </a:xfrm>
            <a:custGeom>
              <a:avLst/>
              <a:pathLst>
                <a:path w="24437" h="165371">
                  <a:moveTo>
                    <a:pt x="0" y="0"/>
                  </a:moveTo>
                  <a:lnTo>
                    <a:pt x="24437" y="1653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450113" y="5401087"/>
              <a:ext cx="334321" cy="332532"/>
            </a:xfrm>
            <a:custGeom>
              <a:avLst/>
              <a:pathLst>
                <a:path w="334321" h="332532">
                  <a:moveTo>
                    <a:pt x="142729" y="0"/>
                  </a:moveTo>
                  <a:lnTo>
                    <a:pt x="137514" y="855"/>
                  </a:lnTo>
                  <a:lnTo>
                    <a:pt x="132327" y="1874"/>
                  </a:lnTo>
                  <a:lnTo>
                    <a:pt x="127176" y="3058"/>
                  </a:lnTo>
                  <a:lnTo>
                    <a:pt x="122064" y="4403"/>
                  </a:lnTo>
                  <a:lnTo>
                    <a:pt x="116998" y="5909"/>
                  </a:lnTo>
                  <a:lnTo>
                    <a:pt x="111982" y="7575"/>
                  </a:lnTo>
                  <a:lnTo>
                    <a:pt x="107021" y="9399"/>
                  </a:lnTo>
                  <a:lnTo>
                    <a:pt x="102120" y="11378"/>
                  </a:lnTo>
                  <a:lnTo>
                    <a:pt x="97284" y="13512"/>
                  </a:lnTo>
                  <a:lnTo>
                    <a:pt x="92518" y="15797"/>
                  </a:lnTo>
                  <a:lnTo>
                    <a:pt x="87826" y="18232"/>
                  </a:lnTo>
                  <a:lnTo>
                    <a:pt x="83214" y="20813"/>
                  </a:lnTo>
                  <a:lnTo>
                    <a:pt x="78686" y="23540"/>
                  </a:lnTo>
                  <a:lnTo>
                    <a:pt x="74246" y="26408"/>
                  </a:lnTo>
                  <a:lnTo>
                    <a:pt x="69900" y="29415"/>
                  </a:lnTo>
                  <a:lnTo>
                    <a:pt x="65650" y="32558"/>
                  </a:lnTo>
                  <a:lnTo>
                    <a:pt x="61502" y="35834"/>
                  </a:lnTo>
                  <a:lnTo>
                    <a:pt x="57459" y="39239"/>
                  </a:lnTo>
                  <a:lnTo>
                    <a:pt x="53527" y="42771"/>
                  </a:lnTo>
                  <a:lnTo>
                    <a:pt x="49708" y="46425"/>
                  </a:lnTo>
                  <a:lnTo>
                    <a:pt x="46006" y="50197"/>
                  </a:lnTo>
                  <a:lnTo>
                    <a:pt x="42425" y="54085"/>
                  </a:lnTo>
                  <a:lnTo>
                    <a:pt x="38969" y="58085"/>
                  </a:lnTo>
                  <a:lnTo>
                    <a:pt x="35642" y="62191"/>
                  </a:lnTo>
                  <a:lnTo>
                    <a:pt x="32445" y="66401"/>
                  </a:lnTo>
                  <a:lnTo>
                    <a:pt x="29384" y="70710"/>
                  </a:lnTo>
                  <a:lnTo>
                    <a:pt x="26460" y="75113"/>
                  </a:lnTo>
                  <a:lnTo>
                    <a:pt x="23677" y="79606"/>
                  </a:lnTo>
                  <a:lnTo>
                    <a:pt x="21037" y="84186"/>
                  </a:lnTo>
                  <a:lnTo>
                    <a:pt x="18544" y="88846"/>
                  </a:lnTo>
                  <a:lnTo>
                    <a:pt x="16199" y="93583"/>
                  </a:lnTo>
                  <a:lnTo>
                    <a:pt x="14004" y="98392"/>
                  </a:lnTo>
                  <a:lnTo>
                    <a:pt x="11964" y="103267"/>
                  </a:lnTo>
                  <a:lnTo>
                    <a:pt x="10078" y="108205"/>
                  </a:lnTo>
                  <a:lnTo>
                    <a:pt x="8349" y="113200"/>
                  </a:lnTo>
                  <a:lnTo>
                    <a:pt x="6779" y="118247"/>
                  </a:lnTo>
                  <a:lnTo>
                    <a:pt x="5369" y="123341"/>
                  </a:lnTo>
                  <a:lnTo>
                    <a:pt x="4121" y="128477"/>
                  </a:lnTo>
                  <a:lnTo>
                    <a:pt x="3037" y="133650"/>
                  </a:lnTo>
                  <a:lnTo>
                    <a:pt x="2116" y="138855"/>
                  </a:lnTo>
                  <a:lnTo>
                    <a:pt x="1360" y="144086"/>
                  </a:lnTo>
                  <a:lnTo>
                    <a:pt x="770" y="149339"/>
                  </a:lnTo>
                  <a:lnTo>
                    <a:pt x="346" y="154607"/>
                  </a:lnTo>
                  <a:lnTo>
                    <a:pt x="89" y="159887"/>
                  </a:lnTo>
                  <a:lnTo>
                    <a:pt x="0" y="165172"/>
                  </a:lnTo>
                  <a:lnTo>
                    <a:pt x="77" y="170457"/>
                  </a:lnTo>
                  <a:lnTo>
                    <a:pt x="321" y="175736"/>
                  </a:lnTo>
                  <a:lnTo>
                    <a:pt x="732" y="181006"/>
                  </a:lnTo>
                  <a:lnTo>
                    <a:pt x="1310" y="186260"/>
                  </a:lnTo>
                  <a:lnTo>
                    <a:pt x="2053" y="191493"/>
                  </a:lnTo>
                  <a:lnTo>
                    <a:pt x="2961" y="196700"/>
                  </a:lnTo>
                  <a:lnTo>
                    <a:pt x="4034" y="201876"/>
                  </a:lnTo>
                  <a:lnTo>
                    <a:pt x="5269" y="207015"/>
                  </a:lnTo>
                  <a:lnTo>
                    <a:pt x="6667" y="212112"/>
                  </a:lnTo>
                  <a:lnTo>
                    <a:pt x="8225" y="217163"/>
                  </a:lnTo>
                  <a:lnTo>
                    <a:pt x="9942" y="222162"/>
                  </a:lnTo>
                  <a:lnTo>
                    <a:pt x="11816" y="227104"/>
                  </a:lnTo>
                  <a:lnTo>
                    <a:pt x="13845" y="231985"/>
                  </a:lnTo>
                  <a:lnTo>
                    <a:pt x="16028" y="236799"/>
                  </a:lnTo>
                  <a:lnTo>
                    <a:pt x="18361" y="241541"/>
                  </a:lnTo>
                  <a:lnTo>
                    <a:pt x="20844" y="246207"/>
                  </a:lnTo>
                  <a:lnTo>
                    <a:pt x="23473" y="250793"/>
                  </a:lnTo>
                  <a:lnTo>
                    <a:pt x="26245" y="255293"/>
                  </a:lnTo>
                  <a:lnTo>
                    <a:pt x="29158" y="259703"/>
                  </a:lnTo>
                  <a:lnTo>
                    <a:pt x="32209" y="264019"/>
                  </a:lnTo>
                  <a:lnTo>
                    <a:pt x="35396" y="268237"/>
                  </a:lnTo>
                  <a:lnTo>
                    <a:pt x="38714" y="272351"/>
                  </a:lnTo>
                  <a:lnTo>
                    <a:pt x="42160" y="276359"/>
                  </a:lnTo>
                  <a:lnTo>
                    <a:pt x="45731" y="280255"/>
                  </a:lnTo>
                  <a:lnTo>
                    <a:pt x="49424" y="284037"/>
                  </a:lnTo>
                  <a:lnTo>
                    <a:pt x="53234" y="287700"/>
                  </a:lnTo>
                  <a:lnTo>
                    <a:pt x="57159" y="291241"/>
                  </a:lnTo>
                  <a:lnTo>
                    <a:pt x="61193" y="294656"/>
                  </a:lnTo>
                  <a:lnTo>
                    <a:pt x="65333" y="297941"/>
                  </a:lnTo>
                  <a:lnTo>
                    <a:pt x="69575" y="301094"/>
                  </a:lnTo>
                  <a:lnTo>
                    <a:pt x="73915" y="304112"/>
                  </a:lnTo>
                  <a:lnTo>
                    <a:pt x="78348" y="306991"/>
                  </a:lnTo>
                  <a:lnTo>
                    <a:pt x="82869" y="309728"/>
                  </a:lnTo>
                  <a:lnTo>
                    <a:pt x="87475" y="312321"/>
                  </a:lnTo>
                  <a:lnTo>
                    <a:pt x="92161" y="314767"/>
                  </a:lnTo>
                  <a:lnTo>
                    <a:pt x="96921" y="317063"/>
                  </a:lnTo>
                  <a:lnTo>
                    <a:pt x="101752" y="319208"/>
                  </a:lnTo>
                  <a:lnTo>
                    <a:pt x="106648" y="321199"/>
                  </a:lnTo>
                  <a:lnTo>
                    <a:pt x="111605" y="323035"/>
                  </a:lnTo>
                  <a:lnTo>
                    <a:pt x="116617" y="324713"/>
                  </a:lnTo>
                  <a:lnTo>
                    <a:pt x="121680" y="326231"/>
                  </a:lnTo>
                  <a:lnTo>
                    <a:pt x="126788" y="327589"/>
                  </a:lnTo>
                  <a:lnTo>
                    <a:pt x="131937" y="328784"/>
                  </a:lnTo>
                  <a:lnTo>
                    <a:pt x="137121" y="329816"/>
                  </a:lnTo>
                  <a:lnTo>
                    <a:pt x="142335" y="330684"/>
                  </a:lnTo>
                  <a:lnTo>
                    <a:pt x="147573" y="331386"/>
                  </a:lnTo>
                  <a:lnTo>
                    <a:pt x="152832" y="331923"/>
                  </a:lnTo>
                  <a:lnTo>
                    <a:pt x="158104" y="332293"/>
                  </a:lnTo>
                  <a:lnTo>
                    <a:pt x="163386" y="332496"/>
                  </a:lnTo>
                  <a:lnTo>
                    <a:pt x="168671" y="332532"/>
                  </a:lnTo>
                  <a:lnTo>
                    <a:pt x="173955" y="332401"/>
                  </a:lnTo>
                  <a:lnTo>
                    <a:pt x="179233" y="332103"/>
                  </a:lnTo>
                  <a:lnTo>
                    <a:pt x="184498" y="331638"/>
                  </a:lnTo>
                  <a:lnTo>
                    <a:pt x="189745" y="331007"/>
                  </a:lnTo>
                  <a:lnTo>
                    <a:pt x="194971" y="330210"/>
                  </a:lnTo>
                  <a:lnTo>
                    <a:pt x="200168" y="329249"/>
                  </a:lnTo>
                  <a:lnTo>
                    <a:pt x="205332" y="328123"/>
                  </a:lnTo>
                  <a:lnTo>
                    <a:pt x="210459" y="326836"/>
                  </a:lnTo>
                  <a:lnTo>
                    <a:pt x="215542" y="325386"/>
                  </a:lnTo>
                  <a:lnTo>
                    <a:pt x="220576" y="323777"/>
                  </a:lnTo>
                  <a:lnTo>
                    <a:pt x="225558" y="322009"/>
                  </a:lnTo>
                  <a:lnTo>
                    <a:pt x="230480" y="320085"/>
                  </a:lnTo>
                  <a:lnTo>
                    <a:pt x="235340" y="318006"/>
                  </a:lnTo>
                  <a:lnTo>
                    <a:pt x="240131" y="315774"/>
                  </a:lnTo>
                  <a:lnTo>
                    <a:pt x="244850" y="313392"/>
                  </a:lnTo>
                  <a:lnTo>
                    <a:pt x="249491" y="310862"/>
                  </a:lnTo>
                  <a:lnTo>
                    <a:pt x="254049" y="308187"/>
                  </a:lnTo>
                  <a:lnTo>
                    <a:pt x="258521" y="305369"/>
                  </a:lnTo>
                  <a:lnTo>
                    <a:pt x="262901" y="302411"/>
                  </a:lnTo>
                  <a:lnTo>
                    <a:pt x="267186" y="299316"/>
                  </a:lnTo>
                  <a:lnTo>
                    <a:pt x="271370" y="296087"/>
                  </a:lnTo>
                  <a:lnTo>
                    <a:pt x="275451" y="292727"/>
                  </a:lnTo>
                  <a:lnTo>
                    <a:pt x="279423" y="289240"/>
                  </a:lnTo>
                  <a:lnTo>
                    <a:pt x="283283" y="285629"/>
                  </a:lnTo>
                  <a:lnTo>
                    <a:pt x="287027" y="281898"/>
                  </a:lnTo>
                  <a:lnTo>
                    <a:pt x="290651" y="278051"/>
                  </a:lnTo>
                  <a:lnTo>
                    <a:pt x="294151" y="274090"/>
                  </a:lnTo>
                  <a:lnTo>
                    <a:pt x="297525" y="270022"/>
                  </a:lnTo>
                  <a:lnTo>
                    <a:pt x="300768" y="265848"/>
                  </a:lnTo>
                  <a:lnTo>
                    <a:pt x="303878" y="261574"/>
                  </a:lnTo>
                  <a:lnTo>
                    <a:pt x="306851" y="257204"/>
                  </a:lnTo>
                  <a:lnTo>
                    <a:pt x="309685" y="252742"/>
                  </a:lnTo>
                  <a:lnTo>
                    <a:pt x="312375" y="248193"/>
                  </a:lnTo>
                  <a:lnTo>
                    <a:pt x="314921" y="243561"/>
                  </a:lnTo>
                  <a:lnTo>
                    <a:pt x="317319" y="238850"/>
                  </a:lnTo>
                  <a:lnTo>
                    <a:pt x="319567" y="234067"/>
                  </a:lnTo>
                  <a:lnTo>
                    <a:pt x="321663" y="229214"/>
                  </a:lnTo>
                  <a:lnTo>
                    <a:pt x="323604" y="224298"/>
                  </a:lnTo>
                  <a:lnTo>
                    <a:pt x="325389" y="219323"/>
                  </a:lnTo>
                  <a:lnTo>
                    <a:pt x="327015" y="214294"/>
                  </a:lnTo>
                  <a:lnTo>
                    <a:pt x="328482" y="209216"/>
                  </a:lnTo>
                  <a:lnTo>
                    <a:pt x="329788" y="204094"/>
                  </a:lnTo>
                  <a:lnTo>
                    <a:pt x="330930" y="198933"/>
                  </a:lnTo>
                  <a:lnTo>
                    <a:pt x="331910" y="193739"/>
                  </a:lnTo>
                  <a:lnTo>
                    <a:pt x="332724" y="188517"/>
                  </a:lnTo>
                  <a:lnTo>
                    <a:pt x="333373" y="183271"/>
                  </a:lnTo>
                  <a:lnTo>
                    <a:pt x="333856" y="178008"/>
                  </a:lnTo>
                  <a:lnTo>
                    <a:pt x="334172" y="172732"/>
                  </a:lnTo>
                  <a:lnTo>
                    <a:pt x="334321" y="167448"/>
                  </a:lnTo>
                  <a:lnTo>
                    <a:pt x="334303" y="162163"/>
                  </a:lnTo>
                  <a:lnTo>
                    <a:pt x="334118" y="156880"/>
                  </a:lnTo>
                  <a:lnTo>
                    <a:pt x="333767" y="151606"/>
                  </a:lnTo>
                  <a:lnTo>
                    <a:pt x="333248" y="146346"/>
                  </a:lnTo>
                  <a:lnTo>
                    <a:pt x="332564" y="141105"/>
                  </a:lnTo>
                  <a:lnTo>
                    <a:pt x="331714" y="135888"/>
                  </a:lnTo>
                  <a:lnTo>
                    <a:pt x="330700" y="130701"/>
                  </a:lnTo>
                  <a:lnTo>
                    <a:pt x="329522" y="125548"/>
                  </a:lnTo>
                  <a:lnTo>
                    <a:pt x="328182" y="120435"/>
                  </a:lnTo>
                  <a:lnTo>
                    <a:pt x="326680" y="115368"/>
                  </a:lnTo>
                  <a:lnTo>
                    <a:pt x="325020" y="110350"/>
                  </a:lnTo>
                  <a:lnTo>
                    <a:pt x="323201" y="105387"/>
                  </a:lnTo>
                  <a:lnTo>
                    <a:pt x="321227" y="100484"/>
                  </a:lnTo>
                  <a:lnTo>
                    <a:pt x="319099" y="95646"/>
                  </a:lnTo>
                  <a:lnTo>
                    <a:pt x="316818" y="90877"/>
                  </a:lnTo>
                  <a:lnTo>
                    <a:pt x="314389" y="86183"/>
                  </a:lnTo>
                  <a:lnTo>
                    <a:pt x="311811" y="81568"/>
                  </a:lnTo>
                  <a:lnTo>
                    <a:pt x="309090" y="77037"/>
                  </a:lnTo>
                  <a:lnTo>
                    <a:pt x="306226" y="72595"/>
                  </a:lnTo>
                  <a:lnTo>
                    <a:pt x="303224" y="68245"/>
                  </a:lnTo>
                  <a:lnTo>
                    <a:pt x="300085" y="63992"/>
                  </a:lnTo>
                  <a:lnTo>
                    <a:pt x="296813" y="59841"/>
                  </a:lnTo>
                  <a:lnTo>
                    <a:pt x="293412" y="55795"/>
                  </a:lnTo>
                  <a:lnTo>
                    <a:pt x="289885" y="51858"/>
                  </a:lnTo>
                  <a:lnTo>
                    <a:pt x="286235" y="48035"/>
                  </a:lnTo>
                  <a:lnTo>
                    <a:pt x="282466" y="44330"/>
                  </a:lnTo>
                  <a:lnTo>
                    <a:pt x="278582" y="40745"/>
                  </a:lnTo>
                  <a:lnTo>
                    <a:pt x="274586" y="37285"/>
                  </a:lnTo>
                  <a:lnTo>
                    <a:pt x="270483" y="33953"/>
                  </a:lnTo>
                  <a:lnTo>
                    <a:pt x="266277" y="30752"/>
                  </a:lnTo>
                  <a:lnTo>
                    <a:pt x="261971" y="27686"/>
                  </a:lnTo>
                  <a:lnTo>
                    <a:pt x="257571" y="24758"/>
                  </a:lnTo>
                  <a:lnTo>
                    <a:pt x="253080" y="21970"/>
                  </a:lnTo>
                  <a:lnTo>
                    <a:pt x="248504" y="19326"/>
                  </a:lnTo>
                  <a:lnTo>
                    <a:pt x="243846" y="16827"/>
                  </a:lnTo>
                  <a:lnTo>
                    <a:pt x="239111" y="14477"/>
                  </a:lnTo>
                  <a:lnTo>
                    <a:pt x="234305" y="12278"/>
                  </a:lnTo>
                  <a:lnTo>
                    <a:pt x="229432" y="10232"/>
                  </a:lnTo>
                  <a:lnTo>
                    <a:pt x="224496" y="8341"/>
                  </a:lnTo>
                  <a:lnTo>
                    <a:pt x="219503" y="6607"/>
                  </a:lnTo>
                  <a:lnTo>
                    <a:pt x="214457" y="5032"/>
                  </a:lnTo>
                  <a:lnTo>
                    <a:pt x="209365" y="3617"/>
                  </a:lnTo>
                  <a:lnTo>
                    <a:pt x="204230" y="2364"/>
                  </a:lnTo>
                  <a:lnTo>
                    <a:pt x="199058" y="1274"/>
                  </a:lnTo>
                  <a:lnTo>
                    <a:pt x="193854" y="348"/>
                  </a:lnTo>
                  <a:lnTo>
                    <a:pt x="167167" y="1653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617280" y="5399291"/>
              <a:ext cx="26687" cy="167167"/>
            </a:xfrm>
            <a:custGeom>
              <a:avLst/>
              <a:pathLst>
                <a:path w="26687" h="167167">
                  <a:moveTo>
                    <a:pt x="26687" y="2143"/>
                  </a:moveTo>
                  <a:lnTo>
                    <a:pt x="20053" y="1207"/>
                  </a:lnTo>
                  <a:lnTo>
                    <a:pt x="13386" y="536"/>
                  </a:lnTo>
                  <a:lnTo>
                    <a:pt x="6698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4968513" y="5369149"/>
              <a:ext cx="167162" cy="285938"/>
            </a:xfrm>
            <a:custGeom>
              <a:avLst/>
              <a:pathLst>
                <a:path w="167162" h="285938">
                  <a:moveTo>
                    <a:pt x="167162" y="0"/>
                  </a:moveTo>
                  <a:lnTo>
                    <a:pt x="161830" y="85"/>
                  </a:lnTo>
                  <a:lnTo>
                    <a:pt x="156503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8" y="2122"/>
                  </a:lnTo>
                  <a:lnTo>
                    <a:pt x="135356" y="3053"/>
                  </a:lnTo>
                  <a:lnTo>
                    <a:pt x="130137" y="4151"/>
                  </a:lnTo>
                  <a:lnTo>
                    <a:pt x="124956" y="5415"/>
                  </a:lnTo>
                  <a:lnTo>
                    <a:pt x="119818" y="6844"/>
                  </a:lnTo>
                  <a:lnTo>
                    <a:pt x="114727" y="8436"/>
                  </a:lnTo>
                  <a:lnTo>
                    <a:pt x="109691" y="10189"/>
                  </a:lnTo>
                  <a:lnTo>
                    <a:pt x="104712" y="12103"/>
                  </a:lnTo>
                  <a:lnTo>
                    <a:pt x="99797" y="14174"/>
                  </a:lnTo>
                  <a:lnTo>
                    <a:pt x="94951" y="16401"/>
                  </a:lnTo>
                  <a:lnTo>
                    <a:pt x="90179" y="18781"/>
                  </a:lnTo>
                  <a:lnTo>
                    <a:pt x="85484" y="21312"/>
                  </a:lnTo>
                  <a:lnTo>
                    <a:pt x="80873" y="23992"/>
                  </a:lnTo>
                  <a:lnTo>
                    <a:pt x="76350" y="26817"/>
                  </a:lnTo>
                  <a:lnTo>
                    <a:pt x="71919" y="29786"/>
                  </a:lnTo>
                  <a:lnTo>
                    <a:pt x="67585" y="32894"/>
                  </a:lnTo>
                  <a:lnTo>
                    <a:pt x="63352" y="36139"/>
                  </a:lnTo>
                  <a:lnTo>
                    <a:pt x="59225" y="39517"/>
                  </a:lnTo>
                  <a:lnTo>
                    <a:pt x="55208" y="43025"/>
                  </a:lnTo>
                  <a:lnTo>
                    <a:pt x="51305" y="46660"/>
                  </a:lnTo>
                  <a:lnTo>
                    <a:pt x="47520" y="50417"/>
                  </a:lnTo>
                  <a:lnTo>
                    <a:pt x="43856" y="54293"/>
                  </a:lnTo>
                  <a:lnTo>
                    <a:pt x="40318" y="58284"/>
                  </a:lnTo>
                  <a:lnTo>
                    <a:pt x="36910" y="62385"/>
                  </a:lnTo>
                  <a:lnTo>
                    <a:pt x="33633" y="66594"/>
                  </a:lnTo>
                  <a:lnTo>
                    <a:pt x="30493" y="70904"/>
                  </a:lnTo>
                  <a:lnTo>
                    <a:pt x="27492" y="75313"/>
                  </a:lnTo>
                  <a:lnTo>
                    <a:pt x="24633" y="79815"/>
                  </a:lnTo>
                  <a:lnTo>
                    <a:pt x="21919" y="84406"/>
                  </a:lnTo>
                  <a:lnTo>
                    <a:pt x="19353" y="89082"/>
                  </a:lnTo>
                  <a:lnTo>
                    <a:pt x="16937" y="93837"/>
                  </a:lnTo>
                  <a:lnTo>
                    <a:pt x="14674" y="98666"/>
                  </a:lnTo>
                  <a:lnTo>
                    <a:pt x="12567" y="103565"/>
                  </a:lnTo>
                  <a:lnTo>
                    <a:pt x="10617" y="108529"/>
                  </a:lnTo>
                  <a:lnTo>
                    <a:pt x="8826" y="113553"/>
                  </a:lnTo>
                  <a:lnTo>
                    <a:pt x="7196" y="118631"/>
                  </a:lnTo>
                  <a:lnTo>
                    <a:pt x="5729" y="123759"/>
                  </a:lnTo>
                  <a:lnTo>
                    <a:pt x="4427" y="128931"/>
                  </a:lnTo>
                  <a:lnTo>
                    <a:pt x="3290" y="134141"/>
                  </a:lnTo>
                  <a:lnTo>
                    <a:pt x="2320" y="139386"/>
                  </a:lnTo>
                  <a:lnTo>
                    <a:pt x="1517" y="144658"/>
                  </a:lnTo>
                  <a:lnTo>
                    <a:pt x="883" y="149954"/>
                  </a:lnTo>
                  <a:lnTo>
                    <a:pt x="419" y="155267"/>
                  </a:lnTo>
                  <a:lnTo>
                    <a:pt x="124" y="160592"/>
                  </a:lnTo>
                  <a:lnTo>
                    <a:pt x="0" y="165924"/>
                  </a:lnTo>
                  <a:lnTo>
                    <a:pt x="45" y="171257"/>
                  </a:lnTo>
                  <a:lnTo>
                    <a:pt x="260" y="176586"/>
                  </a:lnTo>
                  <a:lnTo>
                    <a:pt x="646" y="181905"/>
                  </a:lnTo>
                  <a:lnTo>
                    <a:pt x="1201" y="187210"/>
                  </a:lnTo>
                  <a:lnTo>
                    <a:pt x="1925" y="192493"/>
                  </a:lnTo>
                  <a:lnTo>
                    <a:pt x="2817" y="197752"/>
                  </a:lnTo>
                  <a:lnTo>
                    <a:pt x="3876" y="202979"/>
                  </a:lnTo>
                  <a:lnTo>
                    <a:pt x="5101" y="208169"/>
                  </a:lnTo>
                  <a:lnTo>
                    <a:pt x="6492" y="213318"/>
                  </a:lnTo>
                  <a:lnTo>
                    <a:pt x="8046" y="218420"/>
                  </a:lnTo>
                  <a:lnTo>
                    <a:pt x="9762" y="223470"/>
                  </a:lnTo>
                  <a:lnTo>
                    <a:pt x="11638" y="228462"/>
                  </a:lnTo>
                  <a:lnTo>
                    <a:pt x="13672" y="233392"/>
                  </a:lnTo>
                  <a:lnTo>
                    <a:pt x="15863" y="238255"/>
                  </a:lnTo>
                  <a:lnTo>
                    <a:pt x="18208" y="243045"/>
                  </a:lnTo>
                  <a:lnTo>
                    <a:pt x="20704" y="247758"/>
                  </a:lnTo>
                  <a:lnTo>
                    <a:pt x="23349" y="252389"/>
                  </a:lnTo>
                  <a:lnTo>
                    <a:pt x="26141" y="256933"/>
                  </a:lnTo>
                  <a:lnTo>
                    <a:pt x="29077" y="261386"/>
                  </a:lnTo>
                  <a:lnTo>
                    <a:pt x="32152" y="265743"/>
                  </a:lnTo>
                  <a:lnTo>
                    <a:pt x="35366" y="270000"/>
                  </a:lnTo>
                  <a:lnTo>
                    <a:pt x="38713" y="274152"/>
                  </a:lnTo>
                  <a:lnTo>
                    <a:pt x="42191" y="278195"/>
                  </a:lnTo>
                  <a:lnTo>
                    <a:pt x="45797" y="282125"/>
                  </a:lnTo>
                  <a:lnTo>
                    <a:pt x="49526" y="28593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018039" y="5536317"/>
              <a:ext cx="117636" cy="118770"/>
            </a:xfrm>
            <a:custGeom>
              <a:avLst/>
              <a:pathLst>
                <a:path w="117636" h="118770">
                  <a:moveTo>
                    <a:pt x="0" y="118770"/>
                  </a:moveTo>
                  <a:lnTo>
                    <a:pt x="1176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018039" y="5536317"/>
              <a:ext cx="117636" cy="118770"/>
            </a:xfrm>
            <a:custGeom>
              <a:avLst/>
              <a:pathLst>
                <a:path w="117636" h="118770">
                  <a:moveTo>
                    <a:pt x="0" y="118770"/>
                  </a:moveTo>
                  <a:lnTo>
                    <a:pt x="1176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18039" y="5536317"/>
              <a:ext cx="117636" cy="118770"/>
            </a:xfrm>
            <a:custGeom>
              <a:avLst/>
              <a:pathLst>
                <a:path w="117636" h="118770">
                  <a:moveTo>
                    <a:pt x="0" y="118770"/>
                  </a:moveTo>
                  <a:lnTo>
                    <a:pt x="1176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18039" y="5536317"/>
              <a:ext cx="117636" cy="118770"/>
            </a:xfrm>
            <a:custGeom>
              <a:avLst/>
              <a:pathLst>
                <a:path w="117636" h="118770">
                  <a:moveTo>
                    <a:pt x="0" y="118770"/>
                  </a:moveTo>
                  <a:lnTo>
                    <a:pt x="11763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18039" y="5536317"/>
              <a:ext cx="117636" cy="118770"/>
            </a:xfrm>
            <a:custGeom>
              <a:avLst/>
              <a:pathLst>
                <a:path w="117636" h="118770">
                  <a:moveTo>
                    <a:pt x="0" y="118770"/>
                  </a:moveTo>
                  <a:lnTo>
                    <a:pt x="11763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18039" y="5536317"/>
              <a:ext cx="117636" cy="166992"/>
            </a:xfrm>
            <a:custGeom>
              <a:avLst/>
              <a:pathLst>
                <a:path w="117636" h="166992">
                  <a:moveTo>
                    <a:pt x="0" y="118770"/>
                  </a:moveTo>
                  <a:lnTo>
                    <a:pt x="4031" y="122633"/>
                  </a:lnTo>
                  <a:lnTo>
                    <a:pt x="8190" y="126358"/>
                  </a:lnTo>
                  <a:lnTo>
                    <a:pt x="12470" y="129942"/>
                  </a:lnTo>
                  <a:lnTo>
                    <a:pt x="16868" y="133381"/>
                  </a:lnTo>
                  <a:lnTo>
                    <a:pt x="21379" y="136672"/>
                  </a:lnTo>
                  <a:lnTo>
                    <a:pt x="25996" y="139810"/>
                  </a:lnTo>
                  <a:lnTo>
                    <a:pt x="30716" y="142792"/>
                  </a:lnTo>
                  <a:lnTo>
                    <a:pt x="35533" y="145615"/>
                  </a:lnTo>
                  <a:lnTo>
                    <a:pt x="40441" y="148276"/>
                  </a:lnTo>
                  <a:lnTo>
                    <a:pt x="45436" y="150771"/>
                  </a:lnTo>
                  <a:lnTo>
                    <a:pt x="50511" y="153098"/>
                  </a:lnTo>
                  <a:lnTo>
                    <a:pt x="55661" y="155254"/>
                  </a:lnTo>
                  <a:lnTo>
                    <a:pt x="60880" y="157237"/>
                  </a:lnTo>
                  <a:lnTo>
                    <a:pt x="66162" y="159045"/>
                  </a:lnTo>
                  <a:lnTo>
                    <a:pt x="71502" y="160675"/>
                  </a:lnTo>
                  <a:lnTo>
                    <a:pt x="76893" y="162126"/>
                  </a:lnTo>
                  <a:lnTo>
                    <a:pt x="82330" y="163396"/>
                  </a:lnTo>
                  <a:lnTo>
                    <a:pt x="87806" y="164484"/>
                  </a:lnTo>
                  <a:lnTo>
                    <a:pt x="93315" y="165388"/>
                  </a:lnTo>
                  <a:lnTo>
                    <a:pt x="98852" y="166108"/>
                  </a:lnTo>
                  <a:lnTo>
                    <a:pt x="104409" y="166643"/>
                  </a:lnTo>
                  <a:lnTo>
                    <a:pt x="109981" y="166992"/>
                  </a:lnTo>
                  <a:lnTo>
                    <a:pt x="11763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128021" y="5369149"/>
              <a:ext cx="174815" cy="334318"/>
            </a:xfrm>
            <a:custGeom>
              <a:avLst/>
              <a:pathLst>
                <a:path w="174815" h="334318">
                  <a:moveTo>
                    <a:pt x="0" y="334159"/>
                  </a:moveTo>
                  <a:lnTo>
                    <a:pt x="5325" y="334318"/>
                  </a:lnTo>
                  <a:lnTo>
                    <a:pt x="10653" y="334307"/>
                  </a:lnTo>
                  <a:lnTo>
                    <a:pt x="15978" y="334127"/>
                  </a:lnTo>
                  <a:lnTo>
                    <a:pt x="21295" y="333777"/>
                  </a:lnTo>
                  <a:lnTo>
                    <a:pt x="26598" y="333258"/>
                  </a:lnTo>
                  <a:lnTo>
                    <a:pt x="31881" y="332570"/>
                  </a:lnTo>
                  <a:lnTo>
                    <a:pt x="37140" y="331713"/>
                  </a:lnTo>
                  <a:lnTo>
                    <a:pt x="42369" y="330690"/>
                  </a:lnTo>
                  <a:lnTo>
                    <a:pt x="47562" y="329501"/>
                  </a:lnTo>
                  <a:lnTo>
                    <a:pt x="52715" y="328147"/>
                  </a:lnTo>
                  <a:lnTo>
                    <a:pt x="57823" y="326629"/>
                  </a:lnTo>
                  <a:lnTo>
                    <a:pt x="62879" y="324949"/>
                  </a:lnTo>
                  <a:lnTo>
                    <a:pt x="67879" y="323109"/>
                  </a:lnTo>
                  <a:lnTo>
                    <a:pt x="72818" y="321110"/>
                  </a:lnTo>
                  <a:lnTo>
                    <a:pt x="77691" y="318956"/>
                  </a:lnTo>
                  <a:lnTo>
                    <a:pt x="82493" y="316647"/>
                  </a:lnTo>
                  <a:lnTo>
                    <a:pt x="87219" y="314186"/>
                  </a:lnTo>
                  <a:lnTo>
                    <a:pt x="91864" y="311575"/>
                  </a:lnTo>
                  <a:lnTo>
                    <a:pt x="96423" y="308818"/>
                  </a:lnTo>
                  <a:lnTo>
                    <a:pt x="100892" y="305917"/>
                  </a:lnTo>
                  <a:lnTo>
                    <a:pt x="105266" y="302876"/>
                  </a:lnTo>
                  <a:lnTo>
                    <a:pt x="109542" y="299696"/>
                  </a:lnTo>
                  <a:lnTo>
                    <a:pt x="113714" y="296382"/>
                  </a:lnTo>
                  <a:lnTo>
                    <a:pt x="117778" y="292936"/>
                  </a:lnTo>
                  <a:lnTo>
                    <a:pt x="121730" y="289363"/>
                  </a:lnTo>
                  <a:lnTo>
                    <a:pt x="125566" y="285665"/>
                  </a:lnTo>
                  <a:lnTo>
                    <a:pt x="129282" y="281847"/>
                  </a:lnTo>
                  <a:lnTo>
                    <a:pt x="132875" y="277913"/>
                  </a:lnTo>
                  <a:lnTo>
                    <a:pt x="136341" y="273866"/>
                  </a:lnTo>
                  <a:lnTo>
                    <a:pt x="139676" y="269711"/>
                  </a:lnTo>
                  <a:lnTo>
                    <a:pt x="142877" y="265451"/>
                  </a:lnTo>
                  <a:lnTo>
                    <a:pt x="145940" y="261092"/>
                  </a:lnTo>
                  <a:lnTo>
                    <a:pt x="148863" y="256637"/>
                  </a:lnTo>
                  <a:lnTo>
                    <a:pt x="151643" y="252092"/>
                  </a:lnTo>
                  <a:lnTo>
                    <a:pt x="154276" y="247460"/>
                  </a:lnTo>
                  <a:lnTo>
                    <a:pt x="156761" y="242747"/>
                  </a:lnTo>
                  <a:lnTo>
                    <a:pt x="159094" y="237956"/>
                  </a:lnTo>
                  <a:lnTo>
                    <a:pt x="161273" y="233094"/>
                  </a:lnTo>
                  <a:lnTo>
                    <a:pt x="163296" y="228165"/>
                  </a:lnTo>
                  <a:lnTo>
                    <a:pt x="165161" y="223174"/>
                  </a:lnTo>
                  <a:lnTo>
                    <a:pt x="166865" y="218126"/>
                  </a:lnTo>
                  <a:lnTo>
                    <a:pt x="168409" y="213027"/>
                  </a:lnTo>
                  <a:lnTo>
                    <a:pt x="169788" y="207880"/>
                  </a:lnTo>
                  <a:lnTo>
                    <a:pt x="171003" y="202693"/>
                  </a:lnTo>
                  <a:lnTo>
                    <a:pt x="172053" y="197469"/>
                  </a:lnTo>
                  <a:lnTo>
                    <a:pt x="172935" y="192214"/>
                  </a:lnTo>
                  <a:lnTo>
                    <a:pt x="173649" y="186934"/>
                  </a:lnTo>
                  <a:lnTo>
                    <a:pt x="174195" y="181634"/>
                  </a:lnTo>
                  <a:lnTo>
                    <a:pt x="174571" y="176320"/>
                  </a:lnTo>
                  <a:lnTo>
                    <a:pt x="174778" y="170995"/>
                  </a:lnTo>
                  <a:lnTo>
                    <a:pt x="174815" y="165668"/>
                  </a:lnTo>
                  <a:lnTo>
                    <a:pt x="174683" y="160341"/>
                  </a:lnTo>
                  <a:lnTo>
                    <a:pt x="174380" y="155022"/>
                  </a:lnTo>
                  <a:lnTo>
                    <a:pt x="173908" y="149714"/>
                  </a:lnTo>
                  <a:lnTo>
                    <a:pt x="173268" y="144425"/>
                  </a:lnTo>
                  <a:lnTo>
                    <a:pt x="172459" y="139159"/>
                  </a:lnTo>
                  <a:lnTo>
                    <a:pt x="171483" y="133921"/>
                  </a:lnTo>
                  <a:lnTo>
                    <a:pt x="170340" y="128717"/>
                  </a:lnTo>
                  <a:lnTo>
                    <a:pt x="169032" y="123552"/>
                  </a:lnTo>
                  <a:lnTo>
                    <a:pt x="167560" y="118431"/>
                  </a:lnTo>
                  <a:lnTo>
                    <a:pt x="165926" y="113360"/>
                  </a:lnTo>
                  <a:lnTo>
                    <a:pt x="164130" y="108343"/>
                  </a:lnTo>
                  <a:lnTo>
                    <a:pt x="162176" y="103386"/>
                  </a:lnTo>
                  <a:lnTo>
                    <a:pt x="160065" y="98494"/>
                  </a:lnTo>
                  <a:lnTo>
                    <a:pt x="157799" y="93672"/>
                  </a:lnTo>
                  <a:lnTo>
                    <a:pt x="155381" y="88925"/>
                  </a:lnTo>
                  <a:lnTo>
                    <a:pt x="152812" y="84257"/>
                  </a:lnTo>
                  <a:lnTo>
                    <a:pt x="150096" y="79673"/>
                  </a:lnTo>
                  <a:lnTo>
                    <a:pt x="147236" y="75178"/>
                  </a:lnTo>
                  <a:lnTo>
                    <a:pt x="144233" y="70776"/>
                  </a:lnTo>
                  <a:lnTo>
                    <a:pt x="141092" y="66473"/>
                  </a:lnTo>
                  <a:lnTo>
                    <a:pt x="137815" y="62271"/>
                  </a:lnTo>
                  <a:lnTo>
                    <a:pt x="134406" y="58176"/>
                  </a:lnTo>
                  <a:lnTo>
                    <a:pt x="130869" y="54192"/>
                  </a:lnTo>
                  <a:lnTo>
                    <a:pt x="127206" y="50323"/>
                  </a:lnTo>
                  <a:lnTo>
                    <a:pt x="123421" y="46573"/>
                  </a:lnTo>
                  <a:lnTo>
                    <a:pt x="119519" y="42944"/>
                  </a:lnTo>
                  <a:lnTo>
                    <a:pt x="115504" y="39443"/>
                  </a:lnTo>
                  <a:lnTo>
                    <a:pt x="111379" y="36070"/>
                  </a:lnTo>
                  <a:lnTo>
                    <a:pt x="107148" y="32832"/>
                  </a:lnTo>
                  <a:lnTo>
                    <a:pt x="102816" y="29729"/>
                  </a:lnTo>
                  <a:lnTo>
                    <a:pt x="98388" y="26766"/>
                  </a:lnTo>
                  <a:lnTo>
                    <a:pt x="93868" y="23946"/>
                  </a:lnTo>
                  <a:lnTo>
                    <a:pt x="89260" y="21271"/>
                  </a:lnTo>
                  <a:lnTo>
                    <a:pt x="84569" y="18745"/>
                  </a:lnTo>
                  <a:lnTo>
                    <a:pt x="79800" y="16369"/>
                  </a:lnTo>
                  <a:lnTo>
                    <a:pt x="74957" y="14146"/>
                  </a:lnTo>
                  <a:lnTo>
                    <a:pt x="70046" y="12079"/>
                  </a:lnTo>
                  <a:lnTo>
                    <a:pt x="65072" y="10170"/>
                  </a:lnTo>
                  <a:lnTo>
                    <a:pt x="60040" y="8420"/>
                  </a:lnTo>
                  <a:lnTo>
                    <a:pt x="54954" y="6831"/>
                  </a:lnTo>
                  <a:lnTo>
                    <a:pt x="49820" y="5405"/>
                  </a:lnTo>
                  <a:lnTo>
                    <a:pt x="44644" y="4143"/>
                  </a:lnTo>
                  <a:lnTo>
                    <a:pt x="39430" y="3047"/>
                  </a:lnTo>
                  <a:lnTo>
                    <a:pt x="34183" y="2118"/>
                  </a:lnTo>
                  <a:lnTo>
                    <a:pt x="28910" y="1356"/>
                  </a:lnTo>
                  <a:lnTo>
                    <a:pt x="23615" y="763"/>
                  </a:lnTo>
                  <a:lnTo>
                    <a:pt x="18304" y="339"/>
                  </a:lnTo>
                  <a:lnTo>
                    <a:pt x="12982" y="84"/>
                  </a:lnTo>
                  <a:lnTo>
                    <a:pt x="7655" y="0"/>
                  </a:lnTo>
                  <a:lnTo>
                    <a:pt x="76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516088" y="5220472"/>
              <a:ext cx="117047" cy="167167"/>
            </a:xfrm>
            <a:custGeom>
              <a:avLst/>
              <a:pathLst>
                <a:path w="117047" h="167167">
                  <a:moveTo>
                    <a:pt x="117047" y="0"/>
                  </a:moveTo>
                  <a:lnTo>
                    <a:pt x="111410" y="95"/>
                  </a:lnTo>
                  <a:lnTo>
                    <a:pt x="105780" y="380"/>
                  </a:lnTo>
                  <a:lnTo>
                    <a:pt x="100163" y="854"/>
                  </a:lnTo>
                  <a:lnTo>
                    <a:pt x="94565" y="1518"/>
                  </a:lnTo>
                  <a:lnTo>
                    <a:pt x="88992" y="2370"/>
                  </a:lnTo>
                  <a:lnTo>
                    <a:pt x="83452" y="3410"/>
                  </a:lnTo>
                  <a:lnTo>
                    <a:pt x="77949" y="4636"/>
                  </a:lnTo>
                  <a:lnTo>
                    <a:pt x="72492" y="6046"/>
                  </a:lnTo>
                  <a:lnTo>
                    <a:pt x="67084" y="7640"/>
                  </a:lnTo>
                  <a:lnTo>
                    <a:pt x="61734" y="9416"/>
                  </a:lnTo>
                  <a:lnTo>
                    <a:pt x="56446" y="11370"/>
                  </a:lnTo>
                  <a:lnTo>
                    <a:pt x="51228" y="13502"/>
                  </a:lnTo>
                  <a:lnTo>
                    <a:pt x="46084" y="15809"/>
                  </a:lnTo>
                  <a:lnTo>
                    <a:pt x="41021" y="18288"/>
                  </a:lnTo>
                  <a:lnTo>
                    <a:pt x="36044" y="20936"/>
                  </a:lnTo>
                  <a:lnTo>
                    <a:pt x="31160" y="23750"/>
                  </a:lnTo>
                  <a:lnTo>
                    <a:pt x="26373" y="26727"/>
                  </a:lnTo>
                  <a:lnTo>
                    <a:pt x="21689" y="29865"/>
                  </a:lnTo>
                  <a:lnTo>
                    <a:pt x="17114" y="33158"/>
                  </a:lnTo>
                  <a:lnTo>
                    <a:pt x="12652" y="36604"/>
                  </a:lnTo>
                  <a:lnTo>
                    <a:pt x="8310" y="40198"/>
                  </a:lnTo>
                  <a:lnTo>
                    <a:pt x="4090" y="43936"/>
                  </a:lnTo>
                  <a:lnTo>
                    <a:pt x="0" y="47815"/>
                  </a:lnTo>
                  <a:lnTo>
                    <a:pt x="1170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516088" y="5268287"/>
              <a:ext cx="117047" cy="119352"/>
            </a:xfrm>
            <a:custGeom>
              <a:avLst/>
              <a:pathLst>
                <a:path w="117047" h="119352">
                  <a:moveTo>
                    <a:pt x="0" y="0"/>
                  </a:moveTo>
                  <a:lnTo>
                    <a:pt x="117047" y="119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516088" y="5268287"/>
              <a:ext cx="117047" cy="119352"/>
            </a:xfrm>
            <a:custGeom>
              <a:avLst/>
              <a:pathLst>
                <a:path w="117047" h="119352">
                  <a:moveTo>
                    <a:pt x="0" y="0"/>
                  </a:moveTo>
                  <a:lnTo>
                    <a:pt x="117047" y="119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16088" y="5268287"/>
              <a:ext cx="117047" cy="119352"/>
            </a:xfrm>
            <a:custGeom>
              <a:avLst/>
              <a:pathLst>
                <a:path w="117047" h="119352">
                  <a:moveTo>
                    <a:pt x="0" y="0"/>
                  </a:moveTo>
                  <a:lnTo>
                    <a:pt x="117047" y="1193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16088" y="5268287"/>
              <a:ext cx="117047" cy="119352"/>
            </a:xfrm>
            <a:custGeom>
              <a:avLst/>
              <a:pathLst>
                <a:path w="117047" h="119352">
                  <a:moveTo>
                    <a:pt x="0" y="0"/>
                  </a:moveTo>
                  <a:lnTo>
                    <a:pt x="117047" y="1193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82366" y="5268287"/>
              <a:ext cx="150769" cy="119352"/>
            </a:xfrm>
            <a:custGeom>
              <a:avLst/>
              <a:pathLst>
                <a:path w="150769" h="119352">
                  <a:moveTo>
                    <a:pt x="33722" y="0"/>
                  </a:moveTo>
                  <a:lnTo>
                    <a:pt x="29634" y="4150"/>
                  </a:lnTo>
                  <a:lnTo>
                    <a:pt x="25694" y="8441"/>
                  </a:lnTo>
                  <a:lnTo>
                    <a:pt x="21905" y="12867"/>
                  </a:lnTo>
                  <a:lnTo>
                    <a:pt x="18273" y="17422"/>
                  </a:lnTo>
                  <a:lnTo>
                    <a:pt x="14801" y="22100"/>
                  </a:lnTo>
                  <a:lnTo>
                    <a:pt x="11495" y="26897"/>
                  </a:lnTo>
                  <a:lnTo>
                    <a:pt x="8358" y="31806"/>
                  </a:lnTo>
                  <a:lnTo>
                    <a:pt x="5394" y="36822"/>
                  </a:lnTo>
                  <a:lnTo>
                    <a:pt x="2607" y="41937"/>
                  </a:lnTo>
                  <a:lnTo>
                    <a:pt x="0" y="47147"/>
                  </a:lnTo>
                  <a:lnTo>
                    <a:pt x="150769" y="1193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465969" y="5220472"/>
              <a:ext cx="334322" cy="334329"/>
            </a:xfrm>
            <a:custGeom>
              <a:avLst/>
              <a:pathLst>
                <a:path w="334322" h="334329">
                  <a:moveTo>
                    <a:pt x="16396" y="94962"/>
                  </a:moveTo>
                  <a:lnTo>
                    <a:pt x="14187" y="99769"/>
                  </a:lnTo>
                  <a:lnTo>
                    <a:pt x="12131" y="104644"/>
                  </a:lnTo>
                  <a:lnTo>
                    <a:pt x="10230" y="109582"/>
                  </a:lnTo>
                  <a:lnTo>
                    <a:pt x="8486" y="114577"/>
                  </a:lnTo>
                  <a:lnTo>
                    <a:pt x="6902" y="119625"/>
                  </a:lnTo>
                  <a:lnTo>
                    <a:pt x="5477" y="124720"/>
                  </a:lnTo>
                  <a:lnTo>
                    <a:pt x="4215" y="129858"/>
                  </a:lnTo>
                  <a:lnTo>
                    <a:pt x="3116" y="135033"/>
                  </a:lnTo>
                  <a:lnTo>
                    <a:pt x="2181" y="140241"/>
                  </a:lnTo>
                  <a:lnTo>
                    <a:pt x="1412" y="145475"/>
                  </a:lnTo>
                  <a:lnTo>
                    <a:pt x="808" y="150731"/>
                  </a:lnTo>
                  <a:lnTo>
                    <a:pt x="372" y="156004"/>
                  </a:lnTo>
                  <a:lnTo>
                    <a:pt x="102" y="161288"/>
                  </a:lnTo>
                  <a:lnTo>
                    <a:pt x="0" y="166577"/>
                  </a:lnTo>
                  <a:lnTo>
                    <a:pt x="65" y="171868"/>
                  </a:lnTo>
                  <a:lnTo>
                    <a:pt x="297" y="177153"/>
                  </a:lnTo>
                  <a:lnTo>
                    <a:pt x="697" y="182429"/>
                  </a:lnTo>
                  <a:lnTo>
                    <a:pt x="1263" y="187689"/>
                  </a:lnTo>
                  <a:lnTo>
                    <a:pt x="1995" y="192929"/>
                  </a:lnTo>
                  <a:lnTo>
                    <a:pt x="2893" y="198143"/>
                  </a:lnTo>
                  <a:lnTo>
                    <a:pt x="3956" y="203326"/>
                  </a:lnTo>
                  <a:lnTo>
                    <a:pt x="5182" y="208473"/>
                  </a:lnTo>
                  <a:lnTo>
                    <a:pt x="6570" y="213578"/>
                  </a:lnTo>
                  <a:lnTo>
                    <a:pt x="8119" y="218637"/>
                  </a:lnTo>
                  <a:lnTo>
                    <a:pt x="9828" y="223644"/>
                  </a:lnTo>
                  <a:lnTo>
                    <a:pt x="11694" y="228595"/>
                  </a:lnTo>
                  <a:lnTo>
                    <a:pt x="13716" y="233484"/>
                  </a:lnTo>
                  <a:lnTo>
                    <a:pt x="15891" y="238307"/>
                  </a:lnTo>
                  <a:lnTo>
                    <a:pt x="18218" y="243058"/>
                  </a:lnTo>
                  <a:lnTo>
                    <a:pt x="20694" y="247734"/>
                  </a:lnTo>
                  <a:lnTo>
                    <a:pt x="23317" y="252328"/>
                  </a:lnTo>
                  <a:lnTo>
                    <a:pt x="26084" y="256838"/>
                  </a:lnTo>
                  <a:lnTo>
                    <a:pt x="28992" y="261257"/>
                  </a:lnTo>
                  <a:lnTo>
                    <a:pt x="32039" y="265583"/>
                  </a:lnTo>
                  <a:lnTo>
                    <a:pt x="35221" y="269810"/>
                  </a:lnTo>
                  <a:lnTo>
                    <a:pt x="38535" y="273934"/>
                  </a:lnTo>
                  <a:lnTo>
                    <a:pt x="41978" y="277951"/>
                  </a:lnTo>
                  <a:lnTo>
                    <a:pt x="45547" y="281857"/>
                  </a:lnTo>
                  <a:lnTo>
                    <a:pt x="49237" y="285648"/>
                  </a:lnTo>
                  <a:lnTo>
                    <a:pt x="53046" y="289321"/>
                  </a:lnTo>
                  <a:lnTo>
                    <a:pt x="56968" y="292871"/>
                  </a:lnTo>
                  <a:lnTo>
                    <a:pt x="61001" y="296295"/>
                  </a:lnTo>
                  <a:lnTo>
                    <a:pt x="65141" y="299590"/>
                  </a:lnTo>
                  <a:lnTo>
                    <a:pt x="69383" y="302752"/>
                  </a:lnTo>
                  <a:lnTo>
                    <a:pt x="73722" y="305779"/>
                  </a:lnTo>
                  <a:lnTo>
                    <a:pt x="78155" y="308666"/>
                  </a:lnTo>
                  <a:lnTo>
                    <a:pt x="82678" y="311412"/>
                  </a:lnTo>
                  <a:lnTo>
                    <a:pt x="87285" y="314014"/>
                  </a:lnTo>
                  <a:lnTo>
                    <a:pt x="91972" y="316468"/>
                  </a:lnTo>
                  <a:lnTo>
                    <a:pt x="96734" y="318773"/>
                  </a:lnTo>
                  <a:lnTo>
                    <a:pt x="101567" y="320926"/>
                  </a:lnTo>
                  <a:lnTo>
                    <a:pt x="106465" y="322924"/>
                  </a:lnTo>
                  <a:lnTo>
                    <a:pt x="111425" y="324767"/>
                  </a:lnTo>
                  <a:lnTo>
                    <a:pt x="116440" y="326452"/>
                  </a:lnTo>
                  <a:lnTo>
                    <a:pt x="121506" y="327978"/>
                  </a:lnTo>
                  <a:lnTo>
                    <a:pt x="126618" y="329342"/>
                  </a:lnTo>
                  <a:lnTo>
                    <a:pt x="131770" y="330544"/>
                  </a:lnTo>
                  <a:lnTo>
                    <a:pt x="136958" y="331582"/>
                  </a:lnTo>
                  <a:lnTo>
                    <a:pt x="142176" y="332456"/>
                  </a:lnTo>
                  <a:lnTo>
                    <a:pt x="147419" y="333164"/>
                  </a:lnTo>
                  <a:lnTo>
                    <a:pt x="152682" y="333706"/>
                  </a:lnTo>
                  <a:lnTo>
                    <a:pt x="157959" y="334081"/>
                  </a:lnTo>
                  <a:lnTo>
                    <a:pt x="163246" y="334288"/>
                  </a:lnTo>
                  <a:lnTo>
                    <a:pt x="168537" y="334329"/>
                  </a:lnTo>
                  <a:lnTo>
                    <a:pt x="173826" y="334202"/>
                  </a:lnTo>
                  <a:lnTo>
                    <a:pt x="179108" y="333907"/>
                  </a:lnTo>
                  <a:lnTo>
                    <a:pt x="184379" y="333446"/>
                  </a:lnTo>
                  <a:lnTo>
                    <a:pt x="189632" y="332818"/>
                  </a:lnTo>
                  <a:lnTo>
                    <a:pt x="194863" y="332024"/>
                  </a:lnTo>
                  <a:lnTo>
                    <a:pt x="200066" y="331065"/>
                  </a:lnTo>
                  <a:lnTo>
                    <a:pt x="205236" y="329942"/>
                  </a:lnTo>
                  <a:lnTo>
                    <a:pt x="210368" y="328655"/>
                  </a:lnTo>
                  <a:lnTo>
                    <a:pt x="215457" y="327207"/>
                  </a:lnTo>
                  <a:lnTo>
                    <a:pt x="220497" y="325599"/>
                  </a:lnTo>
                  <a:lnTo>
                    <a:pt x="225484" y="323832"/>
                  </a:lnTo>
                  <a:lnTo>
                    <a:pt x="230412" y="321908"/>
                  </a:lnTo>
                  <a:lnTo>
                    <a:pt x="235278" y="319829"/>
                  </a:lnTo>
                  <a:lnTo>
                    <a:pt x="240074" y="317597"/>
                  </a:lnTo>
                  <a:lnTo>
                    <a:pt x="244798" y="315215"/>
                  </a:lnTo>
                  <a:lnTo>
                    <a:pt x="249444" y="312684"/>
                  </a:lnTo>
                  <a:lnTo>
                    <a:pt x="254008" y="310007"/>
                  </a:lnTo>
                  <a:lnTo>
                    <a:pt x="258485" y="307188"/>
                  </a:lnTo>
                  <a:lnTo>
                    <a:pt x="262870" y="304228"/>
                  </a:lnTo>
                  <a:lnTo>
                    <a:pt x="267159" y="301131"/>
                  </a:lnTo>
                  <a:lnTo>
                    <a:pt x="271349" y="297899"/>
                  </a:lnTo>
                  <a:lnTo>
                    <a:pt x="275434" y="294537"/>
                  </a:lnTo>
                  <a:lnTo>
                    <a:pt x="279410" y="291047"/>
                  </a:lnTo>
                  <a:lnTo>
                    <a:pt x="283274" y="287433"/>
                  </a:lnTo>
                  <a:lnTo>
                    <a:pt x="287022" y="283698"/>
                  </a:lnTo>
                  <a:lnTo>
                    <a:pt x="290649" y="279847"/>
                  </a:lnTo>
                  <a:lnTo>
                    <a:pt x="294153" y="275883"/>
                  </a:lnTo>
                  <a:lnTo>
                    <a:pt x="297530" y="271810"/>
                  </a:lnTo>
                  <a:lnTo>
                    <a:pt x="300776" y="267632"/>
                  </a:lnTo>
                  <a:lnTo>
                    <a:pt x="303888" y="263354"/>
                  </a:lnTo>
                  <a:lnTo>
                    <a:pt x="306864" y="258979"/>
                  </a:lnTo>
                  <a:lnTo>
                    <a:pt x="309699" y="254512"/>
                  </a:lnTo>
                  <a:lnTo>
                    <a:pt x="312392" y="249958"/>
                  </a:lnTo>
                  <a:lnTo>
                    <a:pt x="314939" y="245321"/>
                  </a:lnTo>
                  <a:lnTo>
                    <a:pt x="317338" y="240605"/>
                  </a:lnTo>
                  <a:lnTo>
                    <a:pt x="319587" y="235816"/>
                  </a:lnTo>
                  <a:lnTo>
                    <a:pt x="321683" y="230959"/>
                  </a:lnTo>
                  <a:lnTo>
                    <a:pt x="323624" y="226037"/>
                  </a:lnTo>
                  <a:lnTo>
                    <a:pt x="325409" y="221056"/>
                  </a:lnTo>
                  <a:lnTo>
                    <a:pt x="327035" y="216022"/>
                  </a:lnTo>
                  <a:lnTo>
                    <a:pt x="328501" y="210938"/>
                  </a:lnTo>
                  <a:lnTo>
                    <a:pt x="329805" y="205811"/>
                  </a:lnTo>
                  <a:lnTo>
                    <a:pt x="330947" y="200645"/>
                  </a:lnTo>
                  <a:lnTo>
                    <a:pt x="331924" y="195445"/>
                  </a:lnTo>
                  <a:lnTo>
                    <a:pt x="332737" y="190217"/>
                  </a:lnTo>
                  <a:lnTo>
                    <a:pt x="333383" y="184966"/>
                  </a:lnTo>
                  <a:lnTo>
                    <a:pt x="333863" y="179697"/>
                  </a:lnTo>
                  <a:lnTo>
                    <a:pt x="334176" y="174416"/>
                  </a:lnTo>
                  <a:lnTo>
                    <a:pt x="334322" y="169127"/>
                  </a:lnTo>
                  <a:lnTo>
                    <a:pt x="334300" y="163836"/>
                  </a:lnTo>
                  <a:lnTo>
                    <a:pt x="334111" y="158549"/>
                  </a:lnTo>
                  <a:lnTo>
                    <a:pt x="333755" y="153270"/>
                  </a:lnTo>
                  <a:lnTo>
                    <a:pt x="333232" y="148006"/>
                  </a:lnTo>
                  <a:lnTo>
                    <a:pt x="332542" y="142760"/>
                  </a:lnTo>
                  <a:lnTo>
                    <a:pt x="331687" y="137539"/>
                  </a:lnTo>
                  <a:lnTo>
                    <a:pt x="330667" y="132347"/>
                  </a:lnTo>
                  <a:lnTo>
                    <a:pt x="329483" y="127191"/>
                  </a:lnTo>
                  <a:lnTo>
                    <a:pt x="328137" y="122074"/>
                  </a:lnTo>
                  <a:lnTo>
                    <a:pt x="326629" y="117003"/>
                  </a:lnTo>
                  <a:lnTo>
                    <a:pt x="324962" y="111982"/>
                  </a:lnTo>
                  <a:lnTo>
                    <a:pt x="323136" y="107016"/>
                  </a:lnTo>
                  <a:lnTo>
                    <a:pt x="321155" y="102110"/>
                  </a:lnTo>
                  <a:lnTo>
                    <a:pt x="319019" y="97270"/>
                  </a:lnTo>
                  <a:lnTo>
                    <a:pt x="316731" y="92500"/>
                  </a:lnTo>
                  <a:lnTo>
                    <a:pt x="314293" y="87804"/>
                  </a:lnTo>
                  <a:lnTo>
                    <a:pt x="311708" y="83188"/>
                  </a:lnTo>
                  <a:lnTo>
                    <a:pt x="308978" y="78656"/>
                  </a:lnTo>
                  <a:lnTo>
                    <a:pt x="306106" y="74213"/>
                  </a:lnTo>
                  <a:lnTo>
                    <a:pt x="303095" y="69862"/>
                  </a:lnTo>
                  <a:lnTo>
                    <a:pt x="299948" y="65610"/>
                  </a:lnTo>
                  <a:lnTo>
                    <a:pt x="296668" y="61458"/>
                  </a:lnTo>
                  <a:lnTo>
                    <a:pt x="293258" y="57413"/>
                  </a:lnTo>
                  <a:lnTo>
                    <a:pt x="289721" y="53478"/>
                  </a:lnTo>
                  <a:lnTo>
                    <a:pt x="286062" y="49657"/>
                  </a:lnTo>
                  <a:lnTo>
                    <a:pt x="282284" y="45953"/>
                  </a:lnTo>
                  <a:lnTo>
                    <a:pt x="278390" y="42371"/>
                  </a:lnTo>
                  <a:lnTo>
                    <a:pt x="274386" y="38914"/>
                  </a:lnTo>
                  <a:lnTo>
                    <a:pt x="270273" y="35585"/>
                  </a:lnTo>
                  <a:lnTo>
                    <a:pt x="266058" y="32388"/>
                  </a:lnTo>
                  <a:lnTo>
                    <a:pt x="261743" y="29326"/>
                  </a:lnTo>
                  <a:lnTo>
                    <a:pt x="257334" y="26402"/>
                  </a:lnTo>
                  <a:lnTo>
                    <a:pt x="252834" y="23619"/>
                  </a:lnTo>
                  <a:lnTo>
                    <a:pt x="248249" y="20980"/>
                  </a:lnTo>
                  <a:lnTo>
                    <a:pt x="243582" y="18488"/>
                  </a:lnTo>
                  <a:lnTo>
                    <a:pt x="238839" y="16144"/>
                  </a:lnTo>
                  <a:lnTo>
                    <a:pt x="234024" y="13951"/>
                  </a:lnTo>
                  <a:lnTo>
                    <a:pt x="229141" y="11912"/>
                  </a:lnTo>
                  <a:lnTo>
                    <a:pt x="224197" y="10029"/>
                  </a:lnTo>
                  <a:lnTo>
                    <a:pt x="219196" y="8303"/>
                  </a:lnTo>
                  <a:lnTo>
                    <a:pt x="214143" y="6736"/>
                  </a:lnTo>
                  <a:lnTo>
                    <a:pt x="209042" y="5330"/>
                  </a:lnTo>
                  <a:lnTo>
                    <a:pt x="203900" y="4086"/>
                  </a:lnTo>
                  <a:lnTo>
                    <a:pt x="198721" y="3005"/>
                  </a:lnTo>
                  <a:lnTo>
                    <a:pt x="193510" y="2088"/>
                  </a:lnTo>
                  <a:lnTo>
                    <a:pt x="188273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5926097" y="4961274"/>
              <a:ext cx="156743" cy="167167"/>
            </a:xfrm>
            <a:custGeom>
              <a:avLst/>
              <a:pathLst>
                <a:path w="156743" h="167167">
                  <a:moveTo>
                    <a:pt x="156743" y="0"/>
                  </a:moveTo>
                  <a:lnTo>
                    <a:pt x="151251" y="90"/>
                  </a:lnTo>
                  <a:lnTo>
                    <a:pt x="145765" y="360"/>
                  </a:lnTo>
                  <a:lnTo>
                    <a:pt x="140290" y="811"/>
                  </a:lnTo>
                  <a:lnTo>
                    <a:pt x="134834" y="1441"/>
                  </a:lnTo>
                  <a:lnTo>
                    <a:pt x="129401" y="2251"/>
                  </a:lnTo>
                  <a:lnTo>
                    <a:pt x="123998" y="3238"/>
                  </a:lnTo>
                  <a:lnTo>
                    <a:pt x="118630" y="4402"/>
                  </a:lnTo>
                  <a:lnTo>
                    <a:pt x="113303" y="5742"/>
                  </a:lnTo>
                  <a:lnTo>
                    <a:pt x="108024" y="7256"/>
                  </a:lnTo>
                  <a:lnTo>
                    <a:pt x="102796" y="8943"/>
                  </a:lnTo>
                  <a:lnTo>
                    <a:pt x="97627" y="10801"/>
                  </a:lnTo>
                  <a:lnTo>
                    <a:pt x="92522" y="12827"/>
                  </a:lnTo>
                  <a:lnTo>
                    <a:pt x="87486" y="15021"/>
                  </a:lnTo>
                  <a:lnTo>
                    <a:pt x="82525" y="17378"/>
                  </a:lnTo>
                  <a:lnTo>
                    <a:pt x="77644" y="19897"/>
                  </a:lnTo>
                  <a:lnTo>
                    <a:pt x="72849" y="22575"/>
                  </a:lnTo>
                  <a:lnTo>
                    <a:pt x="68144" y="25409"/>
                  </a:lnTo>
                  <a:lnTo>
                    <a:pt x="63534" y="28397"/>
                  </a:lnTo>
                  <a:lnTo>
                    <a:pt x="59026" y="31534"/>
                  </a:lnTo>
                  <a:lnTo>
                    <a:pt x="54622" y="34817"/>
                  </a:lnTo>
                  <a:lnTo>
                    <a:pt x="50329" y="38244"/>
                  </a:lnTo>
                  <a:lnTo>
                    <a:pt x="46151" y="41809"/>
                  </a:lnTo>
                  <a:lnTo>
                    <a:pt x="42093" y="45510"/>
                  </a:lnTo>
                  <a:lnTo>
                    <a:pt x="38158" y="49343"/>
                  </a:lnTo>
                  <a:lnTo>
                    <a:pt x="34351" y="53302"/>
                  </a:lnTo>
                  <a:lnTo>
                    <a:pt x="30676" y="57384"/>
                  </a:lnTo>
                  <a:lnTo>
                    <a:pt x="27137" y="61585"/>
                  </a:lnTo>
                  <a:lnTo>
                    <a:pt x="23739" y="65900"/>
                  </a:lnTo>
                  <a:lnTo>
                    <a:pt x="20484" y="70324"/>
                  </a:lnTo>
                  <a:lnTo>
                    <a:pt x="17376" y="74853"/>
                  </a:lnTo>
                  <a:lnTo>
                    <a:pt x="14418" y="79482"/>
                  </a:lnTo>
                  <a:lnTo>
                    <a:pt x="11614" y="84205"/>
                  </a:lnTo>
                  <a:lnTo>
                    <a:pt x="8967" y="89018"/>
                  </a:lnTo>
                  <a:lnTo>
                    <a:pt x="6479" y="93915"/>
                  </a:lnTo>
                  <a:lnTo>
                    <a:pt x="4154" y="98891"/>
                  </a:lnTo>
                  <a:lnTo>
                    <a:pt x="1993" y="103941"/>
                  </a:lnTo>
                  <a:lnTo>
                    <a:pt x="0" y="109059"/>
                  </a:lnTo>
                  <a:lnTo>
                    <a:pt x="1567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26097" y="5070333"/>
              <a:ext cx="156743" cy="58108"/>
            </a:xfrm>
            <a:custGeom>
              <a:avLst/>
              <a:pathLst>
                <a:path w="156743" h="58108">
                  <a:moveTo>
                    <a:pt x="0" y="0"/>
                  </a:moveTo>
                  <a:lnTo>
                    <a:pt x="156743" y="58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26097" y="5070333"/>
              <a:ext cx="156743" cy="58108"/>
            </a:xfrm>
            <a:custGeom>
              <a:avLst/>
              <a:pathLst>
                <a:path w="156743" h="58108">
                  <a:moveTo>
                    <a:pt x="0" y="0"/>
                  </a:moveTo>
                  <a:lnTo>
                    <a:pt x="156743" y="581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26097" y="5070333"/>
              <a:ext cx="156743" cy="58108"/>
            </a:xfrm>
            <a:custGeom>
              <a:avLst/>
              <a:pathLst>
                <a:path w="156743" h="58108">
                  <a:moveTo>
                    <a:pt x="0" y="0"/>
                  </a:moveTo>
                  <a:lnTo>
                    <a:pt x="156743" y="581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15697" y="5070333"/>
              <a:ext cx="167143" cy="58108"/>
            </a:xfrm>
            <a:custGeom>
              <a:avLst/>
              <a:pathLst>
                <a:path w="167143" h="58108">
                  <a:moveTo>
                    <a:pt x="10400" y="0"/>
                  </a:moveTo>
                  <a:lnTo>
                    <a:pt x="8328" y="5926"/>
                  </a:lnTo>
                  <a:lnTo>
                    <a:pt x="6481" y="11925"/>
                  </a:lnTo>
                  <a:lnTo>
                    <a:pt x="4861" y="17990"/>
                  </a:lnTo>
                  <a:lnTo>
                    <a:pt x="3469" y="24111"/>
                  </a:lnTo>
                  <a:lnTo>
                    <a:pt x="2308" y="30280"/>
                  </a:lnTo>
                  <a:lnTo>
                    <a:pt x="1379" y="36489"/>
                  </a:lnTo>
                  <a:lnTo>
                    <a:pt x="684" y="42728"/>
                  </a:lnTo>
                  <a:lnTo>
                    <a:pt x="224" y="48989"/>
                  </a:lnTo>
                  <a:lnTo>
                    <a:pt x="0" y="55262"/>
                  </a:lnTo>
                  <a:lnTo>
                    <a:pt x="167143" y="58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15691" y="4961274"/>
              <a:ext cx="334296" cy="334334"/>
            </a:xfrm>
            <a:custGeom>
              <a:avLst/>
              <a:pathLst>
                <a:path w="334296" h="334334">
                  <a:moveTo>
                    <a:pt x="6" y="164321"/>
                  </a:moveTo>
                  <a:lnTo>
                    <a:pt x="0" y="169627"/>
                  </a:lnTo>
                  <a:lnTo>
                    <a:pt x="162" y="174931"/>
                  </a:lnTo>
                  <a:lnTo>
                    <a:pt x="492" y="180226"/>
                  </a:lnTo>
                  <a:lnTo>
                    <a:pt x="991" y="185508"/>
                  </a:lnTo>
                  <a:lnTo>
                    <a:pt x="1656" y="190772"/>
                  </a:lnTo>
                  <a:lnTo>
                    <a:pt x="2489" y="196012"/>
                  </a:lnTo>
                  <a:lnTo>
                    <a:pt x="3487" y="201224"/>
                  </a:lnTo>
                  <a:lnTo>
                    <a:pt x="4651" y="206400"/>
                  </a:lnTo>
                  <a:lnTo>
                    <a:pt x="5977" y="211538"/>
                  </a:lnTo>
                  <a:lnTo>
                    <a:pt x="7467" y="216630"/>
                  </a:lnTo>
                  <a:lnTo>
                    <a:pt x="9117" y="221673"/>
                  </a:lnTo>
                  <a:lnTo>
                    <a:pt x="10926" y="226661"/>
                  </a:lnTo>
                  <a:lnTo>
                    <a:pt x="12893" y="231588"/>
                  </a:lnTo>
                  <a:lnTo>
                    <a:pt x="15015" y="236451"/>
                  </a:lnTo>
                  <a:lnTo>
                    <a:pt x="17291" y="241245"/>
                  </a:lnTo>
                  <a:lnTo>
                    <a:pt x="19717" y="245963"/>
                  </a:lnTo>
                  <a:lnTo>
                    <a:pt x="22292" y="250602"/>
                  </a:lnTo>
                  <a:lnTo>
                    <a:pt x="25013" y="255157"/>
                  </a:lnTo>
                  <a:lnTo>
                    <a:pt x="27877" y="259624"/>
                  </a:lnTo>
                  <a:lnTo>
                    <a:pt x="30881" y="263997"/>
                  </a:lnTo>
                  <a:lnTo>
                    <a:pt x="34023" y="268273"/>
                  </a:lnTo>
                  <a:lnTo>
                    <a:pt x="37299" y="272447"/>
                  </a:lnTo>
                  <a:lnTo>
                    <a:pt x="40705" y="276515"/>
                  </a:lnTo>
                  <a:lnTo>
                    <a:pt x="44239" y="280472"/>
                  </a:lnTo>
                  <a:lnTo>
                    <a:pt x="47897" y="284316"/>
                  </a:lnTo>
                  <a:lnTo>
                    <a:pt x="51675" y="288041"/>
                  </a:lnTo>
                  <a:lnTo>
                    <a:pt x="55569" y="291645"/>
                  </a:lnTo>
                  <a:lnTo>
                    <a:pt x="59575" y="295124"/>
                  </a:lnTo>
                  <a:lnTo>
                    <a:pt x="63690" y="298473"/>
                  </a:lnTo>
                  <a:lnTo>
                    <a:pt x="67910" y="301690"/>
                  </a:lnTo>
                  <a:lnTo>
                    <a:pt x="72229" y="304772"/>
                  </a:lnTo>
                  <a:lnTo>
                    <a:pt x="76644" y="307715"/>
                  </a:lnTo>
                  <a:lnTo>
                    <a:pt x="81150" y="310516"/>
                  </a:lnTo>
                  <a:lnTo>
                    <a:pt x="85742" y="313173"/>
                  </a:lnTo>
                  <a:lnTo>
                    <a:pt x="90417" y="315683"/>
                  </a:lnTo>
                  <a:lnTo>
                    <a:pt x="95169" y="318044"/>
                  </a:lnTo>
                  <a:lnTo>
                    <a:pt x="99993" y="320252"/>
                  </a:lnTo>
                  <a:lnTo>
                    <a:pt x="104885" y="322306"/>
                  </a:lnTo>
                  <a:lnTo>
                    <a:pt x="109840" y="324204"/>
                  </a:lnTo>
                  <a:lnTo>
                    <a:pt x="114853" y="325944"/>
                  </a:lnTo>
                  <a:lnTo>
                    <a:pt x="119918" y="327523"/>
                  </a:lnTo>
                  <a:lnTo>
                    <a:pt x="125031" y="328942"/>
                  </a:lnTo>
                  <a:lnTo>
                    <a:pt x="130186" y="330197"/>
                  </a:lnTo>
                  <a:lnTo>
                    <a:pt x="135378" y="331288"/>
                  </a:lnTo>
                  <a:lnTo>
                    <a:pt x="140603" y="332213"/>
                  </a:lnTo>
                  <a:lnTo>
                    <a:pt x="145854" y="332973"/>
                  </a:lnTo>
                  <a:lnTo>
                    <a:pt x="151127" y="333565"/>
                  </a:lnTo>
                  <a:lnTo>
                    <a:pt x="156416" y="333989"/>
                  </a:lnTo>
                  <a:lnTo>
                    <a:pt x="161715" y="334246"/>
                  </a:lnTo>
                  <a:lnTo>
                    <a:pt x="167020" y="334334"/>
                  </a:lnTo>
                  <a:lnTo>
                    <a:pt x="172326" y="334254"/>
                  </a:lnTo>
                  <a:lnTo>
                    <a:pt x="177626" y="334006"/>
                  </a:lnTo>
                  <a:lnTo>
                    <a:pt x="182915" y="333589"/>
                  </a:lnTo>
                  <a:lnTo>
                    <a:pt x="188189" y="333005"/>
                  </a:lnTo>
                  <a:lnTo>
                    <a:pt x="193441" y="332254"/>
                  </a:lnTo>
                  <a:lnTo>
                    <a:pt x="198667" y="331336"/>
                  </a:lnTo>
                  <a:lnTo>
                    <a:pt x="203861" y="330253"/>
                  </a:lnTo>
                  <a:lnTo>
                    <a:pt x="209018" y="329006"/>
                  </a:lnTo>
                  <a:lnTo>
                    <a:pt x="214133" y="327596"/>
                  </a:lnTo>
                  <a:lnTo>
                    <a:pt x="219201" y="326024"/>
                  </a:lnTo>
                  <a:lnTo>
                    <a:pt x="224216" y="324292"/>
                  </a:lnTo>
                  <a:lnTo>
                    <a:pt x="229174" y="322402"/>
                  </a:lnTo>
                  <a:lnTo>
                    <a:pt x="234069" y="320355"/>
                  </a:lnTo>
                  <a:lnTo>
                    <a:pt x="238897" y="318154"/>
                  </a:lnTo>
                  <a:lnTo>
                    <a:pt x="243652" y="315801"/>
                  </a:lnTo>
                  <a:lnTo>
                    <a:pt x="248331" y="313298"/>
                  </a:lnTo>
                  <a:lnTo>
                    <a:pt x="252928" y="310648"/>
                  </a:lnTo>
                  <a:lnTo>
                    <a:pt x="257438" y="307854"/>
                  </a:lnTo>
                  <a:lnTo>
                    <a:pt x="261857" y="304918"/>
                  </a:lnTo>
                  <a:lnTo>
                    <a:pt x="266181" y="301843"/>
                  </a:lnTo>
                  <a:lnTo>
                    <a:pt x="270405" y="298632"/>
                  </a:lnTo>
                  <a:lnTo>
                    <a:pt x="274525" y="295289"/>
                  </a:lnTo>
                  <a:lnTo>
                    <a:pt x="278537" y="291817"/>
                  </a:lnTo>
                  <a:lnTo>
                    <a:pt x="282437" y="288219"/>
                  </a:lnTo>
                  <a:lnTo>
                    <a:pt x="286221" y="284499"/>
                  </a:lnTo>
                  <a:lnTo>
                    <a:pt x="289884" y="280661"/>
                  </a:lnTo>
                  <a:lnTo>
                    <a:pt x="293424" y="276709"/>
                  </a:lnTo>
                  <a:lnTo>
                    <a:pt x="296837" y="272646"/>
                  </a:lnTo>
                  <a:lnTo>
                    <a:pt x="300119" y="268477"/>
                  </a:lnTo>
                  <a:lnTo>
                    <a:pt x="303267" y="264207"/>
                  </a:lnTo>
                  <a:lnTo>
                    <a:pt x="306279" y="259838"/>
                  </a:lnTo>
                  <a:lnTo>
                    <a:pt x="309149" y="255376"/>
                  </a:lnTo>
                  <a:lnTo>
                    <a:pt x="311877" y="250825"/>
                  </a:lnTo>
                  <a:lnTo>
                    <a:pt x="314459" y="246190"/>
                  </a:lnTo>
                  <a:lnTo>
                    <a:pt x="316893" y="241475"/>
                  </a:lnTo>
                  <a:lnTo>
                    <a:pt x="319176" y="236685"/>
                  </a:lnTo>
                  <a:lnTo>
                    <a:pt x="321305" y="231825"/>
                  </a:lnTo>
                  <a:lnTo>
                    <a:pt x="323280" y="226901"/>
                  </a:lnTo>
                  <a:lnTo>
                    <a:pt x="325097" y="221916"/>
                  </a:lnTo>
                  <a:lnTo>
                    <a:pt x="326755" y="216875"/>
                  </a:lnTo>
                  <a:lnTo>
                    <a:pt x="328252" y="211785"/>
                  </a:lnTo>
                  <a:lnTo>
                    <a:pt x="329587" y="206650"/>
                  </a:lnTo>
                  <a:lnTo>
                    <a:pt x="330758" y="201475"/>
                  </a:lnTo>
                  <a:lnTo>
                    <a:pt x="331764" y="196266"/>
                  </a:lnTo>
                  <a:lnTo>
                    <a:pt x="332605" y="191027"/>
                  </a:lnTo>
                  <a:lnTo>
                    <a:pt x="333279" y="185764"/>
                  </a:lnTo>
                  <a:lnTo>
                    <a:pt x="333785" y="180482"/>
                  </a:lnTo>
                  <a:lnTo>
                    <a:pt x="334124" y="175187"/>
                  </a:lnTo>
                  <a:lnTo>
                    <a:pt x="334294" y="169884"/>
                  </a:lnTo>
                  <a:lnTo>
                    <a:pt x="334296" y="164578"/>
                  </a:lnTo>
                  <a:lnTo>
                    <a:pt x="334130" y="159275"/>
                  </a:lnTo>
                  <a:lnTo>
                    <a:pt x="333795" y="153980"/>
                  </a:lnTo>
                  <a:lnTo>
                    <a:pt x="333293" y="148698"/>
                  </a:lnTo>
                  <a:lnTo>
                    <a:pt x="332623" y="143434"/>
                  </a:lnTo>
                  <a:lnTo>
                    <a:pt x="331787" y="138195"/>
                  </a:lnTo>
                  <a:lnTo>
                    <a:pt x="330784" y="132985"/>
                  </a:lnTo>
                  <a:lnTo>
                    <a:pt x="329617" y="127809"/>
                  </a:lnTo>
                  <a:lnTo>
                    <a:pt x="328286" y="122672"/>
                  </a:lnTo>
                  <a:lnTo>
                    <a:pt x="326793" y="117581"/>
                  </a:lnTo>
                  <a:lnTo>
                    <a:pt x="325139" y="112540"/>
                  </a:lnTo>
                  <a:lnTo>
                    <a:pt x="323326" y="107553"/>
                  </a:lnTo>
                  <a:lnTo>
                    <a:pt x="321355" y="102627"/>
                  </a:lnTo>
                  <a:lnTo>
                    <a:pt x="319229" y="97766"/>
                  </a:lnTo>
                  <a:lnTo>
                    <a:pt x="316950" y="92974"/>
                  </a:lnTo>
                  <a:lnTo>
                    <a:pt x="314520" y="88257"/>
                  </a:lnTo>
                  <a:lnTo>
                    <a:pt x="311941" y="83620"/>
                  </a:lnTo>
                  <a:lnTo>
                    <a:pt x="309217" y="79067"/>
                  </a:lnTo>
                  <a:lnTo>
                    <a:pt x="306350" y="74603"/>
                  </a:lnTo>
                  <a:lnTo>
                    <a:pt x="303342" y="70232"/>
                  </a:lnTo>
                  <a:lnTo>
                    <a:pt x="300197" y="65959"/>
                  </a:lnTo>
                  <a:lnTo>
                    <a:pt x="296918" y="61787"/>
                  </a:lnTo>
                  <a:lnTo>
                    <a:pt x="293509" y="57722"/>
                  </a:lnTo>
                  <a:lnTo>
                    <a:pt x="289972" y="53767"/>
                  </a:lnTo>
                  <a:lnTo>
                    <a:pt x="286311" y="49926"/>
                  </a:lnTo>
                  <a:lnTo>
                    <a:pt x="282530" y="46204"/>
                  </a:lnTo>
                  <a:lnTo>
                    <a:pt x="278633" y="42603"/>
                  </a:lnTo>
                  <a:lnTo>
                    <a:pt x="274624" y="39128"/>
                  </a:lnTo>
                  <a:lnTo>
                    <a:pt x="270506" y="35781"/>
                  </a:lnTo>
                  <a:lnTo>
                    <a:pt x="266285" y="32567"/>
                  </a:lnTo>
                  <a:lnTo>
                    <a:pt x="261963" y="29489"/>
                  </a:lnTo>
                  <a:lnTo>
                    <a:pt x="257546" y="26549"/>
                  </a:lnTo>
                  <a:lnTo>
                    <a:pt x="253038" y="23751"/>
                  </a:lnTo>
                  <a:lnTo>
                    <a:pt x="248443" y="21098"/>
                  </a:lnTo>
                  <a:lnTo>
                    <a:pt x="243767" y="18592"/>
                  </a:lnTo>
                  <a:lnTo>
                    <a:pt x="239013" y="16235"/>
                  </a:lnTo>
                  <a:lnTo>
                    <a:pt x="234187" y="14030"/>
                  </a:lnTo>
                  <a:lnTo>
                    <a:pt x="229293" y="11980"/>
                  </a:lnTo>
                  <a:lnTo>
                    <a:pt x="224337" y="10086"/>
                  </a:lnTo>
                  <a:lnTo>
                    <a:pt x="219323" y="8350"/>
                  </a:lnTo>
                  <a:lnTo>
                    <a:pt x="214257" y="6774"/>
                  </a:lnTo>
                  <a:lnTo>
                    <a:pt x="209143" y="5360"/>
                  </a:lnTo>
                  <a:lnTo>
                    <a:pt x="203986" y="4109"/>
                  </a:lnTo>
                  <a:lnTo>
                    <a:pt x="198793" y="3022"/>
                  </a:lnTo>
                  <a:lnTo>
                    <a:pt x="193568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293398" y="4605529"/>
              <a:ext cx="328194" cy="334334"/>
            </a:xfrm>
            <a:custGeom>
              <a:avLst/>
              <a:pathLst>
                <a:path w="328194" h="334334">
                  <a:moveTo>
                    <a:pt x="167147" y="0"/>
                  </a:moveTo>
                  <a:lnTo>
                    <a:pt x="161846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3" y="1343"/>
                  </a:lnTo>
                  <a:lnTo>
                    <a:pt x="140745" y="2098"/>
                  </a:lnTo>
                  <a:lnTo>
                    <a:pt x="135523" y="3018"/>
                  </a:lnTo>
                  <a:lnTo>
                    <a:pt x="130333" y="4104"/>
                  </a:lnTo>
                  <a:lnTo>
                    <a:pt x="125180" y="5353"/>
                  </a:lnTo>
                  <a:lnTo>
                    <a:pt x="120069" y="6766"/>
                  </a:lnTo>
                  <a:lnTo>
                    <a:pt x="115005" y="8340"/>
                  </a:lnTo>
                  <a:lnTo>
                    <a:pt x="109994" y="10073"/>
                  </a:lnTo>
                  <a:lnTo>
                    <a:pt x="105040" y="11965"/>
                  </a:lnTo>
                  <a:lnTo>
                    <a:pt x="100149" y="14013"/>
                  </a:lnTo>
                  <a:lnTo>
                    <a:pt x="95326" y="16215"/>
                  </a:lnTo>
                  <a:lnTo>
                    <a:pt x="90574" y="18569"/>
                  </a:lnTo>
                  <a:lnTo>
                    <a:pt x="85900" y="21072"/>
                  </a:lnTo>
                  <a:lnTo>
                    <a:pt x="81307" y="23722"/>
                  </a:lnTo>
                  <a:lnTo>
                    <a:pt x="76801" y="26517"/>
                  </a:lnTo>
                  <a:lnTo>
                    <a:pt x="72386" y="29453"/>
                  </a:lnTo>
                  <a:lnTo>
                    <a:pt x="68066" y="32528"/>
                  </a:lnTo>
                  <a:lnTo>
                    <a:pt x="63845" y="35738"/>
                  </a:lnTo>
                  <a:lnTo>
                    <a:pt x="59729" y="39080"/>
                  </a:lnTo>
                  <a:lnTo>
                    <a:pt x="55720" y="42552"/>
                  </a:lnTo>
                  <a:lnTo>
                    <a:pt x="51824" y="46148"/>
                  </a:lnTo>
                  <a:lnTo>
                    <a:pt x="48044" y="49867"/>
                  </a:lnTo>
                  <a:lnTo>
                    <a:pt x="44384" y="53703"/>
                  </a:lnTo>
                  <a:lnTo>
                    <a:pt x="40847" y="57654"/>
                  </a:lnTo>
                  <a:lnTo>
                    <a:pt x="37437" y="61715"/>
                  </a:lnTo>
                  <a:lnTo>
                    <a:pt x="34158" y="65882"/>
                  </a:lnTo>
                  <a:lnTo>
                    <a:pt x="31013" y="70150"/>
                  </a:lnTo>
                  <a:lnTo>
                    <a:pt x="28004" y="74517"/>
                  </a:lnTo>
                  <a:lnTo>
                    <a:pt x="25136" y="78976"/>
                  </a:lnTo>
                  <a:lnTo>
                    <a:pt x="22410" y="83525"/>
                  </a:lnTo>
                  <a:lnTo>
                    <a:pt x="19830" y="88157"/>
                  </a:lnTo>
                  <a:lnTo>
                    <a:pt x="17398" y="92869"/>
                  </a:lnTo>
                  <a:lnTo>
                    <a:pt x="15117" y="97656"/>
                  </a:lnTo>
                  <a:lnTo>
                    <a:pt x="12989" y="102513"/>
                  </a:lnTo>
                  <a:lnTo>
                    <a:pt x="11016" y="107435"/>
                  </a:lnTo>
                  <a:lnTo>
                    <a:pt x="9200" y="112416"/>
                  </a:lnTo>
                  <a:lnTo>
                    <a:pt x="7543" y="117453"/>
                  </a:lnTo>
                  <a:lnTo>
                    <a:pt x="6047" y="122540"/>
                  </a:lnTo>
                  <a:lnTo>
                    <a:pt x="4713" y="127672"/>
                  </a:lnTo>
                  <a:lnTo>
                    <a:pt x="3542" y="132844"/>
                  </a:lnTo>
                  <a:lnTo>
                    <a:pt x="2535" y="138050"/>
                  </a:lnTo>
                  <a:lnTo>
                    <a:pt x="1695" y="143285"/>
                  </a:lnTo>
                  <a:lnTo>
                    <a:pt x="1021" y="148545"/>
                  </a:lnTo>
                  <a:lnTo>
                    <a:pt x="513" y="153823"/>
                  </a:lnTo>
                  <a:lnTo>
                    <a:pt x="174" y="159115"/>
                  </a:lnTo>
                  <a:lnTo>
                    <a:pt x="3" y="164414"/>
                  </a:lnTo>
                  <a:lnTo>
                    <a:pt x="0" y="169717"/>
                  </a:lnTo>
                  <a:lnTo>
                    <a:pt x="164" y="175017"/>
                  </a:lnTo>
                  <a:lnTo>
                    <a:pt x="497" y="180309"/>
                  </a:lnTo>
                  <a:lnTo>
                    <a:pt x="998" y="185588"/>
                  </a:lnTo>
                  <a:lnTo>
                    <a:pt x="1666" y="190848"/>
                  </a:lnTo>
                  <a:lnTo>
                    <a:pt x="2500" y="196084"/>
                  </a:lnTo>
                  <a:lnTo>
                    <a:pt x="3500" y="201292"/>
                  </a:lnTo>
                  <a:lnTo>
                    <a:pt x="4665" y="206465"/>
                  </a:lnTo>
                  <a:lnTo>
                    <a:pt x="5993" y="211598"/>
                  </a:lnTo>
                  <a:lnTo>
                    <a:pt x="7483" y="216687"/>
                  </a:lnTo>
                  <a:lnTo>
                    <a:pt x="9134" y="221726"/>
                  </a:lnTo>
                  <a:lnTo>
                    <a:pt x="10944" y="226710"/>
                  </a:lnTo>
                  <a:lnTo>
                    <a:pt x="12911" y="231634"/>
                  </a:lnTo>
                  <a:lnTo>
                    <a:pt x="15033" y="236494"/>
                  </a:lnTo>
                  <a:lnTo>
                    <a:pt x="17308" y="241283"/>
                  </a:lnTo>
                  <a:lnTo>
                    <a:pt x="19734" y="245998"/>
                  </a:lnTo>
                  <a:lnTo>
                    <a:pt x="22309" y="250634"/>
                  </a:lnTo>
                  <a:lnTo>
                    <a:pt x="25029" y="255185"/>
                  </a:lnTo>
                  <a:lnTo>
                    <a:pt x="27892" y="259648"/>
                  </a:lnTo>
                  <a:lnTo>
                    <a:pt x="30895" y="264019"/>
                  </a:lnTo>
                  <a:lnTo>
                    <a:pt x="34035" y="268291"/>
                  </a:lnTo>
                  <a:lnTo>
                    <a:pt x="37310" y="272462"/>
                  </a:lnTo>
                  <a:lnTo>
                    <a:pt x="40714" y="276527"/>
                  </a:lnTo>
                  <a:lnTo>
                    <a:pt x="44246" y="280482"/>
                  </a:lnTo>
                  <a:lnTo>
                    <a:pt x="47902" y="284323"/>
                  </a:lnTo>
                  <a:lnTo>
                    <a:pt x="51678" y="288046"/>
                  </a:lnTo>
                  <a:lnTo>
                    <a:pt x="55570" y="291647"/>
                  </a:lnTo>
                  <a:lnTo>
                    <a:pt x="59574" y="295123"/>
                  </a:lnTo>
                  <a:lnTo>
                    <a:pt x="63686" y="298471"/>
                  </a:lnTo>
                  <a:lnTo>
                    <a:pt x="67902" y="301686"/>
                  </a:lnTo>
                  <a:lnTo>
                    <a:pt x="72219" y="304766"/>
                  </a:lnTo>
                  <a:lnTo>
                    <a:pt x="76631" y="307707"/>
                  </a:lnTo>
                  <a:lnTo>
                    <a:pt x="81133" y="310508"/>
                  </a:lnTo>
                  <a:lnTo>
                    <a:pt x="85723" y="313163"/>
                  </a:lnTo>
                  <a:lnTo>
                    <a:pt x="90394" y="315672"/>
                  </a:lnTo>
                  <a:lnTo>
                    <a:pt x="95143" y="318032"/>
                  </a:lnTo>
                  <a:lnTo>
                    <a:pt x="99964" y="320240"/>
                  </a:lnTo>
                  <a:lnTo>
                    <a:pt x="104852" y="322294"/>
                  </a:lnTo>
                  <a:lnTo>
                    <a:pt x="109804" y="324191"/>
                  </a:lnTo>
                  <a:lnTo>
                    <a:pt x="114813" y="325931"/>
                  </a:lnTo>
                  <a:lnTo>
                    <a:pt x="119874" y="327511"/>
                  </a:lnTo>
                  <a:lnTo>
                    <a:pt x="124984" y="328930"/>
                  </a:lnTo>
                  <a:lnTo>
                    <a:pt x="130135" y="330185"/>
                  </a:lnTo>
                  <a:lnTo>
                    <a:pt x="135324" y="331277"/>
                  </a:lnTo>
                  <a:lnTo>
                    <a:pt x="140545" y="332204"/>
                  </a:lnTo>
                  <a:lnTo>
                    <a:pt x="145793" y="332965"/>
                  </a:lnTo>
                  <a:lnTo>
                    <a:pt x="151062" y="333559"/>
                  </a:lnTo>
                  <a:lnTo>
                    <a:pt x="156347" y="333985"/>
                  </a:lnTo>
                  <a:lnTo>
                    <a:pt x="161643" y="334244"/>
                  </a:lnTo>
                  <a:lnTo>
                    <a:pt x="166945" y="334334"/>
                  </a:lnTo>
                  <a:lnTo>
                    <a:pt x="172247" y="334257"/>
                  </a:lnTo>
                  <a:lnTo>
                    <a:pt x="177544" y="334011"/>
                  </a:lnTo>
                  <a:lnTo>
                    <a:pt x="182830" y="333597"/>
                  </a:lnTo>
                  <a:lnTo>
                    <a:pt x="188101" y="333016"/>
                  </a:lnTo>
                  <a:lnTo>
                    <a:pt x="193350" y="332268"/>
                  </a:lnTo>
                  <a:lnTo>
                    <a:pt x="198573" y="331354"/>
                  </a:lnTo>
                  <a:lnTo>
                    <a:pt x="203765" y="330275"/>
                  </a:lnTo>
                  <a:lnTo>
                    <a:pt x="208919" y="329031"/>
                  </a:lnTo>
                  <a:lnTo>
                    <a:pt x="214032" y="327625"/>
                  </a:lnTo>
                  <a:lnTo>
                    <a:pt x="219097" y="326057"/>
                  </a:lnTo>
                  <a:lnTo>
                    <a:pt x="224111" y="324330"/>
                  </a:lnTo>
                  <a:lnTo>
                    <a:pt x="229066" y="322444"/>
                  </a:lnTo>
                  <a:lnTo>
                    <a:pt x="233960" y="320402"/>
                  </a:lnTo>
                  <a:lnTo>
                    <a:pt x="238786" y="318206"/>
                  </a:lnTo>
                  <a:lnTo>
                    <a:pt x="243541" y="315858"/>
                  </a:lnTo>
                  <a:lnTo>
                    <a:pt x="248218" y="313360"/>
                  </a:lnTo>
                  <a:lnTo>
                    <a:pt x="252814" y="310716"/>
                  </a:lnTo>
                  <a:lnTo>
                    <a:pt x="257324" y="307926"/>
                  </a:lnTo>
                  <a:lnTo>
                    <a:pt x="261743" y="304996"/>
                  </a:lnTo>
                  <a:lnTo>
                    <a:pt x="266066" y="301926"/>
                  </a:lnTo>
                  <a:lnTo>
                    <a:pt x="270290" y="298721"/>
                  </a:lnTo>
                  <a:lnTo>
                    <a:pt x="274411" y="295384"/>
                  </a:lnTo>
                  <a:lnTo>
                    <a:pt x="278423" y="291917"/>
                  </a:lnTo>
                  <a:lnTo>
                    <a:pt x="282324" y="288325"/>
                  </a:lnTo>
                  <a:lnTo>
                    <a:pt x="286109" y="284611"/>
                  </a:lnTo>
                  <a:lnTo>
                    <a:pt x="289774" y="280779"/>
                  </a:lnTo>
                  <a:lnTo>
                    <a:pt x="293315" y="276833"/>
                  </a:lnTo>
                  <a:lnTo>
                    <a:pt x="296730" y="272776"/>
                  </a:lnTo>
                  <a:lnTo>
                    <a:pt x="300014" y="268613"/>
                  </a:lnTo>
                  <a:lnTo>
                    <a:pt x="303165" y="264348"/>
                  </a:lnTo>
                  <a:lnTo>
                    <a:pt x="306179" y="259986"/>
                  </a:lnTo>
                  <a:lnTo>
                    <a:pt x="309052" y="255529"/>
                  </a:lnTo>
                  <a:lnTo>
                    <a:pt x="311784" y="250984"/>
                  </a:lnTo>
                  <a:lnTo>
                    <a:pt x="314369" y="246355"/>
                  </a:lnTo>
                  <a:lnTo>
                    <a:pt x="316807" y="241646"/>
                  </a:lnTo>
                  <a:lnTo>
                    <a:pt x="319093" y="236862"/>
                  </a:lnTo>
                  <a:lnTo>
                    <a:pt x="321227" y="232008"/>
                  </a:lnTo>
                  <a:lnTo>
                    <a:pt x="323206" y="227088"/>
                  </a:lnTo>
                  <a:lnTo>
                    <a:pt x="325028" y="222109"/>
                  </a:lnTo>
                  <a:lnTo>
                    <a:pt x="326691" y="217074"/>
                  </a:lnTo>
                  <a:lnTo>
                    <a:pt x="328194" y="21198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772696"/>
              <a:ext cx="161046" cy="44821"/>
            </a:xfrm>
            <a:custGeom>
              <a:avLst/>
              <a:pathLst>
                <a:path w="161046" h="44821">
                  <a:moveTo>
                    <a:pt x="161046" y="448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772696"/>
              <a:ext cx="161046" cy="44821"/>
            </a:xfrm>
            <a:custGeom>
              <a:avLst/>
              <a:pathLst>
                <a:path w="161046" h="44821">
                  <a:moveTo>
                    <a:pt x="161046" y="448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672564"/>
              <a:ext cx="167158" cy="144954"/>
            </a:xfrm>
            <a:custGeom>
              <a:avLst/>
              <a:pathLst>
                <a:path w="167158" h="144954">
                  <a:moveTo>
                    <a:pt x="161046" y="144954"/>
                  </a:moveTo>
                  <a:lnTo>
                    <a:pt x="162423" y="139676"/>
                  </a:lnTo>
                  <a:lnTo>
                    <a:pt x="163626" y="134355"/>
                  </a:lnTo>
                  <a:lnTo>
                    <a:pt x="164656" y="128999"/>
                  </a:lnTo>
                  <a:lnTo>
                    <a:pt x="165510" y="123611"/>
                  </a:lnTo>
                  <a:lnTo>
                    <a:pt x="166188" y="118199"/>
                  </a:lnTo>
                  <a:lnTo>
                    <a:pt x="166689" y="112767"/>
                  </a:lnTo>
                  <a:lnTo>
                    <a:pt x="167012" y="107322"/>
                  </a:lnTo>
                  <a:lnTo>
                    <a:pt x="167158" y="101869"/>
                  </a:lnTo>
                  <a:lnTo>
                    <a:pt x="167126" y="96414"/>
                  </a:lnTo>
                  <a:lnTo>
                    <a:pt x="166915" y="90964"/>
                  </a:lnTo>
                  <a:lnTo>
                    <a:pt x="166527" y="85523"/>
                  </a:lnTo>
                  <a:lnTo>
                    <a:pt x="165962" y="80097"/>
                  </a:lnTo>
                  <a:lnTo>
                    <a:pt x="165220" y="74693"/>
                  </a:lnTo>
                  <a:lnTo>
                    <a:pt x="164302" y="69316"/>
                  </a:lnTo>
                  <a:lnTo>
                    <a:pt x="163209" y="63972"/>
                  </a:lnTo>
                  <a:lnTo>
                    <a:pt x="161943" y="58667"/>
                  </a:lnTo>
                  <a:lnTo>
                    <a:pt x="160504" y="53405"/>
                  </a:lnTo>
                  <a:lnTo>
                    <a:pt x="158894" y="48193"/>
                  </a:lnTo>
                  <a:lnTo>
                    <a:pt x="157114" y="43037"/>
                  </a:lnTo>
                  <a:lnTo>
                    <a:pt x="155168" y="37941"/>
                  </a:lnTo>
                  <a:lnTo>
                    <a:pt x="153056" y="32912"/>
                  </a:lnTo>
                  <a:lnTo>
                    <a:pt x="150782" y="27954"/>
                  </a:lnTo>
                  <a:lnTo>
                    <a:pt x="148347" y="23073"/>
                  </a:lnTo>
                  <a:lnTo>
                    <a:pt x="145753" y="18274"/>
                  </a:lnTo>
                  <a:lnTo>
                    <a:pt x="143005" y="13562"/>
                  </a:lnTo>
                  <a:lnTo>
                    <a:pt x="140105" y="8943"/>
                  </a:lnTo>
                  <a:lnTo>
                    <a:pt x="137055" y="4420"/>
                  </a:lnTo>
                  <a:lnTo>
                    <a:pt x="133859" y="0"/>
                  </a:lnTo>
                  <a:lnTo>
                    <a:pt x="0" y="100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60546" y="4605529"/>
              <a:ext cx="133859" cy="167167"/>
            </a:xfrm>
            <a:custGeom>
              <a:avLst/>
              <a:pathLst>
                <a:path w="133859" h="167167">
                  <a:moveTo>
                    <a:pt x="133859" y="67034"/>
                  </a:moveTo>
                  <a:lnTo>
                    <a:pt x="130466" y="62651"/>
                  </a:lnTo>
                  <a:lnTo>
                    <a:pt x="126928" y="58383"/>
                  </a:lnTo>
                  <a:lnTo>
                    <a:pt x="123252" y="54234"/>
                  </a:lnTo>
                  <a:lnTo>
                    <a:pt x="119440" y="50210"/>
                  </a:lnTo>
                  <a:lnTo>
                    <a:pt x="115496" y="46314"/>
                  </a:lnTo>
                  <a:lnTo>
                    <a:pt x="111425" y="42551"/>
                  </a:lnTo>
                  <a:lnTo>
                    <a:pt x="107232" y="38925"/>
                  </a:lnTo>
                  <a:lnTo>
                    <a:pt x="102921" y="35440"/>
                  </a:lnTo>
                  <a:lnTo>
                    <a:pt x="98497" y="32100"/>
                  </a:lnTo>
                  <a:lnTo>
                    <a:pt x="93965" y="28908"/>
                  </a:lnTo>
                  <a:lnTo>
                    <a:pt x="89329" y="25869"/>
                  </a:lnTo>
                  <a:lnTo>
                    <a:pt x="84595" y="22984"/>
                  </a:lnTo>
                  <a:lnTo>
                    <a:pt x="79768" y="20259"/>
                  </a:lnTo>
                  <a:lnTo>
                    <a:pt x="74853" y="17695"/>
                  </a:lnTo>
                  <a:lnTo>
                    <a:pt x="69856" y="15295"/>
                  </a:lnTo>
                  <a:lnTo>
                    <a:pt x="64782" y="13062"/>
                  </a:lnTo>
                  <a:lnTo>
                    <a:pt x="59637" y="10999"/>
                  </a:lnTo>
                  <a:lnTo>
                    <a:pt x="54426" y="9108"/>
                  </a:lnTo>
                  <a:lnTo>
                    <a:pt x="49155" y="7390"/>
                  </a:lnTo>
                  <a:lnTo>
                    <a:pt x="43831" y="5848"/>
                  </a:lnTo>
                  <a:lnTo>
                    <a:pt x="38458" y="4483"/>
                  </a:lnTo>
                  <a:lnTo>
                    <a:pt x="33043" y="3298"/>
                  </a:lnTo>
                  <a:lnTo>
                    <a:pt x="27591" y="2292"/>
                  </a:lnTo>
                  <a:lnTo>
                    <a:pt x="22109" y="1468"/>
                  </a:lnTo>
                  <a:lnTo>
                    <a:pt x="16603" y="826"/>
                  </a:lnTo>
                  <a:lnTo>
                    <a:pt x="11079" y="367"/>
                  </a:lnTo>
                  <a:lnTo>
                    <a:pt x="554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578745" y="4172415"/>
              <a:ext cx="319274" cy="334334"/>
            </a:xfrm>
            <a:custGeom>
              <a:avLst/>
              <a:pathLst>
                <a:path w="319274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8" y="2100"/>
                  </a:lnTo>
                  <a:lnTo>
                    <a:pt x="135503" y="3022"/>
                  </a:lnTo>
                  <a:lnTo>
                    <a:pt x="130310" y="4109"/>
                  </a:lnTo>
                  <a:lnTo>
                    <a:pt x="125154" y="5360"/>
                  </a:lnTo>
                  <a:lnTo>
                    <a:pt x="120040" y="6774"/>
                  </a:lnTo>
                  <a:lnTo>
                    <a:pt x="114974" y="8350"/>
                  </a:lnTo>
                  <a:lnTo>
                    <a:pt x="109960" y="10085"/>
                  </a:lnTo>
                  <a:lnTo>
                    <a:pt x="105004" y="11979"/>
                  </a:lnTo>
                  <a:lnTo>
                    <a:pt x="100110" y="14030"/>
                  </a:lnTo>
                  <a:lnTo>
                    <a:pt x="95284" y="16234"/>
                  </a:lnTo>
                  <a:lnTo>
                    <a:pt x="90530" y="18591"/>
                  </a:lnTo>
                  <a:lnTo>
                    <a:pt x="85854" y="21097"/>
                  </a:lnTo>
                  <a:lnTo>
                    <a:pt x="81259" y="23750"/>
                  </a:lnTo>
                  <a:lnTo>
                    <a:pt x="76751" y="26548"/>
                  </a:lnTo>
                  <a:lnTo>
                    <a:pt x="72334" y="29488"/>
                  </a:lnTo>
                  <a:lnTo>
                    <a:pt x="68013" y="32566"/>
                  </a:lnTo>
                  <a:lnTo>
                    <a:pt x="63791" y="35780"/>
                  </a:lnTo>
                  <a:lnTo>
                    <a:pt x="59674" y="39126"/>
                  </a:lnTo>
                  <a:lnTo>
                    <a:pt x="55664" y="42601"/>
                  </a:lnTo>
                  <a:lnTo>
                    <a:pt x="51767" y="46202"/>
                  </a:lnTo>
                  <a:lnTo>
                    <a:pt x="47987" y="49924"/>
                  </a:lnTo>
                  <a:lnTo>
                    <a:pt x="44326" y="53765"/>
                  </a:lnTo>
                  <a:lnTo>
                    <a:pt x="40789" y="57720"/>
                  </a:lnTo>
                  <a:lnTo>
                    <a:pt x="37379" y="61785"/>
                  </a:lnTo>
                  <a:lnTo>
                    <a:pt x="34101" y="65956"/>
                  </a:lnTo>
                  <a:lnTo>
                    <a:pt x="30956" y="70229"/>
                  </a:lnTo>
                  <a:lnTo>
                    <a:pt x="27948" y="74600"/>
                  </a:lnTo>
                  <a:lnTo>
                    <a:pt x="25080" y="79064"/>
                  </a:lnTo>
                  <a:lnTo>
                    <a:pt x="22356" y="83617"/>
                  </a:lnTo>
                  <a:lnTo>
                    <a:pt x="19777" y="88254"/>
                  </a:lnTo>
                  <a:lnTo>
                    <a:pt x="17347" y="92971"/>
                  </a:lnTo>
                  <a:lnTo>
                    <a:pt x="15068" y="97762"/>
                  </a:lnTo>
                  <a:lnTo>
                    <a:pt x="12942" y="102623"/>
                  </a:lnTo>
                  <a:lnTo>
                    <a:pt x="10972" y="107549"/>
                  </a:lnTo>
                  <a:lnTo>
                    <a:pt x="9158" y="112535"/>
                  </a:lnTo>
                  <a:lnTo>
                    <a:pt x="7504" y="117577"/>
                  </a:lnTo>
                  <a:lnTo>
                    <a:pt x="6011" y="122668"/>
                  </a:lnTo>
                  <a:lnTo>
                    <a:pt x="4680" y="127804"/>
                  </a:lnTo>
                  <a:lnTo>
                    <a:pt x="3512" y="132980"/>
                  </a:lnTo>
                  <a:lnTo>
                    <a:pt x="2510" y="138190"/>
                  </a:lnTo>
                  <a:lnTo>
                    <a:pt x="1673" y="143429"/>
                  </a:lnTo>
                  <a:lnTo>
                    <a:pt x="1003" y="148693"/>
                  </a:lnTo>
                  <a:lnTo>
                    <a:pt x="501" y="153974"/>
                  </a:lnTo>
                  <a:lnTo>
                    <a:pt x="166" y="159270"/>
                  </a:lnTo>
                  <a:lnTo>
                    <a:pt x="0" y="164573"/>
                  </a:lnTo>
                  <a:lnTo>
                    <a:pt x="1" y="169878"/>
                  </a:lnTo>
                  <a:lnTo>
                    <a:pt x="172" y="175181"/>
                  </a:lnTo>
                  <a:lnTo>
                    <a:pt x="510" y="180476"/>
                  </a:lnTo>
                  <a:lnTo>
                    <a:pt x="1016" y="185758"/>
                  </a:lnTo>
                  <a:lnTo>
                    <a:pt x="1690" y="191021"/>
                  </a:lnTo>
                  <a:lnTo>
                    <a:pt x="2530" y="196259"/>
                  </a:lnTo>
                  <a:lnTo>
                    <a:pt x="3537" y="201469"/>
                  </a:lnTo>
                  <a:lnTo>
                    <a:pt x="4707" y="206644"/>
                  </a:lnTo>
                  <a:lnTo>
                    <a:pt x="6042" y="211779"/>
                  </a:lnTo>
                  <a:lnTo>
                    <a:pt x="7539" y="216869"/>
                  </a:lnTo>
                  <a:lnTo>
                    <a:pt x="9197" y="221909"/>
                  </a:lnTo>
                  <a:lnTo>
                    <a:pt x="11014" y="226894"/>
                  </a:lnTo>
                  <a:lnTo>
                    <a:pt x="12988" y="231819"/>
                  </a:lnTo>
                  <a:lnTo>
                    <a:pt x="15117" y="236679"/>
                  </a:lnTo>
                  <a:lnTo>
                    <a:pt x="17400" y="241468"/>
                  </a:lnTo>
                  <a:lnTo>
                    <a:pt x="19833" y="246183"/>
                  </a:lnTo>
                  <a:lnTo>
                    <a:pt x="22415" y="250818"/>
                  </a:lnTo>
                  <a:lnTo>
                    <a:pt x="25142" y="255369"/>
                  </a:lnTo>
                  <a:lnTo>
                    <a:pt x="28013" y="259831"/>
                  </a:lnTo>
                  <a:lnTo>
                    <a:pt x="31024" y="264200"/>
                  </a:lnTo>
                  <a:lnTo>
                    <a:pt x="34172" y="268471"/>
                  </a:lnTo>
                  <a:lnTo>
                    <a:pt x="37453" y="272640"/>
                  </a:lnTo>
                  <a:lnTo>
                    <a:pt x="40866" y="276703"/>
                  </a:lnTo>
                  <a:lnTo>
                    <a:pt x="44406" y="280655"/>
                  </a:lnTo>
                  <a:lnTo>
                    <a:pt x="48069" y="284493"/>
                  </a:lnTo>
                  <a:lnTo>
                    <a:pt x="51852" y="288213"/>
                  </a:lnTo>
                  <a:lnTo>
                    <a:pt x="55752" y="291811"/>
                  </a:lnTo>
                  <a:lnTo>
                    <a:pt x="59764" y="295283"/>
                  </a:lnTo>
                  <a:lnTo>
                    <a:pt x="63883" y="298627"/>
                  </a:lnTo>
                  <a:lnTo>
                    <a:pt x="68107" y="301837"/>
                  </a:lnTo>
                  <a:lnTo>
                    <a:pt x="72431" y="304913"/>
                  </a:lnTo>
                  <a:lnTo>
                    <a:pt x="76850" y="307849"/>
                  </a:lnTo>
                  <a:lnTo>
                    <a:pt x="81360" y="310644"/>
                  </a:lnTo>
                  <a:lnTo>
                    <a:pt x="85956" y="313294"/>
                  </a:lnTo>
                  <a:lnTo>
                    <a:pt x="90635" y="315797"/>
                  </a:lnTo>
                  <a:lnTo>
                    <a:pt x="95390" y="318150"/>
                  </a:lnTo>
                  <a:lnTo>
                    <a:pt x="100218" y="320351"/>
                  </a:lnTo>
                  <a:lnTo>
                    <a:pt x="105113" y="322398"/>
                  </a:lnTo>
                  <a:lnTo>
                    <a:pt x="110070" y="324289"/>
                  </a:lnTo>
                  <a:lnTo>
                    <a:pt x="115085" y="326021"/>
                  </a:lnTo>
                  <a:lnTo>
                    <a:pt x="120153" y="327593"/>
                  </a:lnTo>
                  <a:lnTo>
                    <a:pt x="125267" y="329003"/>
                  </a:lnTo>
                  <a:lnTo>
                    <a:pt x="130424" y="330251"/>
                  </a:lnTo>
                  <a:lnTo>
                    <a:pt x="135618" y="331334"/>
                  </a:lnTo>
                  <a:lnTo>
                    <a:pt x="140844" y="332252"/>
                  </a:lnTo>
                  <a:lnTo>
                    <a:pt x="146096" y="333004"/>
                  </a:lnTo>
                  <a:lnTo>
                    <a:pt x="151370" y="333588"/>
                  </a:lnTo>
                  <a:lnTo>
                    <a:pt x="156659" y="334005"/>
                  </a:lnTo>
                  <a:lnTo>
                    <a:pt x="161959" y="334254"/>
                  </a:lnTo>
                  <a:lnTo>
                    <a:pt x="167264" y="334334"/>
                  </a:lnTo>
                  <a:lnTo>
                    <a:pt x="172569" y="334246"/>
                  </a:lnTo>
                  <a:lnTo>
                    <a:pt x="177869" y="333990"/>
                  </a:lnTo>
                  <a:lnTo>
                    <a:pt x="183157" y="333566"/>
                  </a:lnTo>
                  <a:lnTo>
                    <a:pt x="188430" y="332974"/>
                  </a:lnTo>
                  <a:lnTo>
                    <a:pt x="193681" y="332215"/>
                  </a:lnTo>
                  <a:lnTo>
                    <a:pt x="198906" y="331290"/>
                  </a:lnTo>
                  <a:lnTo>
                    <a:pt x="204098" y="330199"/>
                  </a:lnTo>
                  <a:lnTo>
                    <a:pt x="209253" y="328945"/>
                  </a:lnTo>
                  <a:lnTo>
                    <a:pt x="214366" y="327527"/>
                  </a:lnTo>
                  <a:lnTo>
                    <a:pt x="219431" y="325948"/>
                  </a:lnTo>
                  <a:lnTo>
                    <a:pt x="224444" y="324208"/>
                  </a:lnTo>
                  <a:lnTo>
                    <a:pt x="229399" y="322311"/>
                  </a:lnTo>
                  <a:lnTo>
                    <a:pt x="234291" y="320257"/>
                  </a:lnTo>
                  <a:lnTo>
                    <a:pt x="239115" y="318049"/>
                  </a:lnTo>
                  <a:lnTo>
                    <a:pt x="243867" y="315689"/>
                  </a:lnTo>
                  <a:lnTo>
                    <a:pt x="248542" y="313180"/>
                  </a:lnTo>
                  <a:lnTo>
                    <a:pt x="253135" y="310523"/>
                  </a:lnTo>
                  <a:lnTo>
                    <a:pt x="257641" y="307722"/>
                  </a:lnTo>
                  <a:lnTo>
                    <a:pt x="262056" y="304780"/>
                  </a:lnTo>
                  <a:lnTo>
                    <a:pt x="266375" y="301698"/>
                  </a:lnTo>
                  <a:lnTo>
                    <a:pt x="270595" y="298482"/>
                  </a:lnTo>
                  <a:lnTo>
                    <a:pt x="274710" y="295132"/>
                  </a:lnTo>
                  <a:lnTo>
                    <a:pt x="278717" y="291654"/>
                  </a:lnTo>
                  <a:lnTo>
                    <a:pt x="282611" y="288051"/>
                  </a:lnTo>
                  <a:lnTo>
                    <a:pt x="286389" y="284326"/>
                  </a:lnTo>
                  <a:lnTo>
                    <a:pt x="290047" y="280483"/>
                  </a:lnTo>
                  <a:lnTo>
                    <a:pt x="293581" y="276525"/>
                  </a:lnTo>
                  <a:lnTo>
                    <a:pt x="296988" y="272458"/>
                  </a:lnTo>
                  <a:lnTo>
                    <a:pt x="300264" y="268284"/>
                  </a:lnTo>
                  <a:lnTo>
                    <a:pt x="303406" y="264009"/>
                  </a:lnTo>
                  <a:lnTo>
                    <a:pt x="306411" y="259636"/>
                  </a:lnTo>
                  <a:lnTo>
                    <a:pt x="309275" y="255170"/>
                  </a:lnTo>
                  <a:lnTo>
                    <a:pt x="311996" y="250615"/>
                  </a:lnTo>
                  <a:lnTo>
                    <a:pt x="314571" y="245976"/>
                  </a:lnTo>
                  <a:lnTo>
                    <a:pt x="316998" y="241258"/>
                  </a:lnTo>
                  <a:lnTo>
                    <a:pt x="319274" y="23646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339583"/>
              <a:ext cx="152127" cy="69298"/>
            </a:xfrm>
            <a:custGeom>
              <a:avLst/>
              <a:pathLst>
                <a:path w="152127" h="69298">
                  <a:moveTo>
                    <a:pt x="152127" y="692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260732"/>
              <a:ext cx="167167" cy="148149"/>
            </a:xfrm>
            <a:custGeom>
              <a:avLst/>
              <a:pathLst>
                <a:path w="167167" h="148149">
                  <a:moveTo>
                    <a:pt x="152127" y="148149"/>
                  </a:moveTo>
                  <a:lnTo>
                    <a:pt x="154318" y="143121"/>
                  </a:lnTo>
                  <a:lnTo>
                    <a:pt x="156343" y="138024"/>
                  </a:lnTo>
                  <a:lnTo>
                    <a:pt x="158200" y="132864"/>
                  </a:lnTo>
                  <a:lnTo>
                    <a:pt x="159887" y="127645"/>
                  </a:lnTo>
                  <a:lnTo>
                    <a:pt x="161401" y="122374"/>
                  </a:lnTo>
                  <a:lnTo>
                    <a:pt x="162742" y="117057"/>
                  </a:lnTo>
                  <a:lnTo>
                    <a:pt x="163908" y="111698"/>
                  </a:lnTo>
                  <a:lnTo>
                    <a:pt x="164897" y="106303"/>
                  </a:lnTo>
                  <a:lnTo>
                    <a:pt x="165709" y="100879"/>
                  </a:lnTo>
                  <a:lnTo>
                    <a:pt x="166343" y="95432"/>
                  </a:lnTo>
                  <a:lnTo>
                    <a:pt x="166797" y="89966"/>
                  </a:lnTo>
                  <a:lnTo>
                    <a:pt x="167072" y="84489"/>
                  </a:lnTo>
                  <a:lnTo>
                    <a:pt x="167167" y="79005"/>
                  </a:lnTo>
                  <a:lnTo>
                    <a:pt x="167082" y="73522"/>
                  </a:lnTo>
                  <a:lnTo>
                    <a:pt x="166817" y="68044"/>
                  </a:lnTo>
                  <a:lnTo>
                    <a:pt x="166373" y="62578"/>
                  </a:lnTo>
                  <a:lnTo>
                    <a:pt x="165750" y="57129"/>
                  </a:lnTo>
                  <a:lnTo>
                    <a:pt x="164948" y="51703"/>
                  </a:lnTo>
                  <a:lnTo>
                    <a:pt x="163969" y="46307"/>
                  </a:lnTo>
                  <a:lnTo>
                    <a:pt x="162813" y="40946"/>
                  </a:lnTo>
                  <a:lnTo>
                    <a:pt x="161482" y="35626"/>
                  </a:lnTo>
                  <a:lnTo>
                    <a:pt x="159977" y="30352"/>
                  </a:lnTo>
                  <a:lnTo>
                    <a:pt x="158300" y="25130"/>
                  </a:lnTo>
                  <a:lnTo>
                    <a:pt x="156453" y="19966"/>
                  </a:lnTo>
                  <a:lnTo>
                    <a:pt x="154437" y="14866"/>
                  </a:lnTo>
                  <a:lnTo>
                    <a:pt x="152255" y="9834"/>
                  </a:lnTo>
                  <a:lnTo>
                    <a:pt x="149909" y="4877"/>
                  </a:lnTo>
                  <a:lnTo>
                    <a:pt x="147402" y="0"/>
                  </a:lnTo>
                  <a:lnTo>
                    <a:pt x="0" y="78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745892" y="4172415"/>
              <a:ext cx="147402" cy="167167"/>
            </a:xfrm>
            <a:custGeom>
              <a:avLst/>
              <a:pathLst>
                <a:path w="147402" h="167167">
                  <a:moveTo>
                    <a:pt x="147402" y="88316"/>
                  </a:moveTo>
                  <a:lnTo>
                    <a:pt x="144744" y="83537"/>
                  </a:lnTo>
                  <a:lnTo>
                    <a:pt x="141931" y="78847"/>
                  </a:lnTo>
                  <a:lnTo>
                    <a:pt x="138966" y="74252"/>
                  </a:lnTo>
                  <a:lnTo>
                    <a:pt x="135853" y="69756"/>
                  </a:lnTo>
                  <a:lnTo>
                    <a:pt x="132594" y="65365"/>
                  </a:lnTo>
                  <a:lnTo>
                    <a:pt x="129193" y="61082"/>
                  </a:lnTo>
                  <a:lnTo>
                    <a:pt x="125654" y="56913"/>
                  </a:lnTo>
                  <a:lnTo>
                    <a:pt x="121981" y="52862"/>
                  </a:lnTo>
                  <a:lnTo>
                    <a:pt x="118176" y="48933"/>
                  </a:lnTo>
                  <a:lnTo>
                    <a:pt x="114246" y="45131"/>
                  </a:lnTo>
                  <a:lnTo>
                    <a:pt x="110193" y="41460"/>
                  </a:lnTo>
                  <a:lnTo>
                    <a:pt x="106022" y="37923"/>
                  </a:lnTo>
                  <a:lnTo>
                    <a:pt x="101738" y="34524"/>
                  </a:lnTo>
                  <a:lnTo>
                    <a:pt x="97345" y="31267"/>
                  </a:lnTo>
                  <a:lnTo>
                    <a:pt x="92848" y="28156"/>
                  </a:lnTo>
                  <a:lnTo>
                    <a:pt x="88251" y="25193"/>
                  </a:lnTo>
                  <a:lnTo>
                    <a:pt x="83560" y="22382"/>
                  </a:lnTo>
                  <a:lnTo>
                    <a:pt x="78780" y="19727"/>
                  </a:lnTo>
                  <a:lnTo>
                    <a:pt x="73915" y="17229"/>
                  </a:lnTo>
                  <a:lnTo>
                    <a:pt x="68971" y="14891"/>
                  </a:lnTo>
                  <a:lnTo>
                    <a:pt x="63953" y="12717"/>
                  </a:lnTo>
                  <a:lnTo>
                    <a:pt x="58867" y="10707"/>
                  </a:lnTo>
                  <a:lnTo>
                    <a:pt x="53718" y="8866"/>
                  </a:lnTo>
                  <a:lnTo>
                    <a:pt x="48511" y="7193"/>
                  </a:lnTo>
                  <a:lnTo>
                    <a:pt x="43253" y="5692"/>
                  </a:lnTo>
                  <a:lnTo>
                    <a:pt x="37948" y="4364"/>
                  </a:lnTo>
                  <a:lnTo>
                    <a:pt x="32602" y="3210"/>
                  </a:lnTo>
                  <a:lnTo>
                    <a:pt x="27222" y="2231"/>
                  </a:lnTo>
                  <a:lnTo>
                    <a:pt x="21813" y="1429"/>
                  </a:lnTo>
                  <a:lnTo>
                    <a:pt x="16380" y="804"/>
                  </a:lnTo>
                  <a:lnTo>
                    <a:pt x="10929" y="357"/>
                  </a:lnTo>
                  <a:lnTo>
                    <a:pt x="546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756331" y="3685283"/>
              <a:ext cx="167163" cy="333826"/>
            </a:xfrm>
            <a:custGeom>
              <a:avLst/>
              <a:pathLst>
                <a:path w="167163" h="333826">
                  <a:moveTo>
                    <a:pt x="167163" y="0"/>
                  </a:moveTo>
                  <a:lnTo>
                    <a:pt x="161829" y="85"/>
                  </a:lnTo>
                  <a:lnTo>
                    <a:pt x="156501" y="340"/>
                  </a:lnTo>
                  <a:lnTo>
                    <a:pt x="151183" y="765"/>
                  </a:lnTo>
                  <a:lnTo>
                    <a:pt x="145882" y="1360"/>
                  </a:lnTo>
                  <a:lnTo>
                    <a:pt x="140602" y="2123"/>
                  </a:lnTo>
                  <a:lnTo>
                    <a:pt x="135350" y="3055"/>
                  </a:lnTo>
                  <a:lnTo>
                    <a:pt x="130130" y="4153"/>
                  </a:lnTo>
                  <a:lnTo>
                    <a:pt x="124947" y="5418"/>
                  </a:lnTo>
                  <a:lnTo>
                    <a:pt x="119808" y="6847"/>
                  </a:lnTo>
                  <a:lnTo>
                    <a:pt x="114716" y="8440"/>
                  </a:lnTo>
                  <a:lnTo>
                    <a:pt x="109679" y="10194"/>
                  </a:lnTo>
                  <a:lnTo>
                    <a:pt x="104699" y="12108"/>
                  </a:lnTo>
                  <a:lnTo>
                    <a:pt x="99784" y="14180"/>
                  </a:lnTo>
                  <a:lnTo>
                    <a:pt x="94937" y="16408"/>
                  </a:lnTo>
                  <a:lnTo>
                    <a:pt x="90163" y="18789"/>
                  </a:lnTo>
                  <a:lnTo>
                    <a:pt x="85468" y="21321"/>
                  </a:lnTo>
                  <a:lnTo>
                    <a:pt x="80856" y="24002"/>
                  </a:lnTo>
                  <a:lnTo>
                    <a:pt x="76332" y="26829"/>
                  </a:lnTo>
                  <a:lnTo>
                    <a:pt x="71901" y="29799"/>
                  </a:lnTo>
                  <a:lnTo>
                    <a:pt x="67566" y="32908"/>
                  </a:lnTo>
                  <a:lnTo>
                    <a:pt x="63333" y="36154"/>
                  </a:lnTo>
                  <a:lnTo>
                    <a:pt x="59206" y="39534"/>
                  </a:lnTo>
                  <a:lnTo>
                    <a:pt x="55188" y="43043"/>
                  </a:lnTo>
                  <a:lnTo>
                    <a:pt x="51285" y="46679"/>
                  </a:lnTo>
                  <a:lnTo>
                    <a:pt x="47499" y="50438"/>
                  </a:lnTo>
                  <a:lnTo>
                    <a:pt x="43836" y="54316"/>
                  </a:lnTo>
                  <a:lnTo>
                    <a:pt x="40298" y="58308"/>
                  </a:lnTo>
                  <a:lnTo>
                    <a:pt x="36889" y="62411"/>
                  </a:lnTo>
                  <a:lnTo>
                    <a:pt x="33613" y="66621"/>
                  </a:lnTo>
                  <a:lnTo>
                    <a:pt x="30473" y="70934"/>
                  </a:lnTo>
                  <a:lnTo>
                    <a:pt x="27472" y="75344"/>
                  </a:lnTo>
                  <a:lnTo>
                    <a:pt x="24613" y="79848"/>
                  </a:lnTo>
                  <a:lnTo>
                    <a:pt x="21900" y="84441"/>
                  </a:lnTo>
                  <a:lnTo>
                    <a:pt x="19334" y="89118"/>
                  </a:lnTo>
                  <a:lnTo>
                    <a:pt x="16919" y="93874"/>
                  </a:lnTo>
                  <a:lnTo>
                    <a:pt x="14657" y="98705"/>
                  </a:lnTo>
                  <a:lnTo>
                    <a:pt x="12550" y="103606"/>
                  </a:lnTo>
                  <a:lnTo>
                    <a:pt x="10601" y="108572"/>
                  </a:lnTo>
                  <a:lnTo>
                    <a:pt x="8811" y="113597"/>
                  </a:lnTo>
                  <a:lnTo>
                    <a:pt x="7183" y="118677"/>
                  </a:lnTo>
                  <a:lnTo>
                    <a:pt x="5717" y="123806"/>
                  </a:lnTo>
                  <a:lnTo>
                    <a:pt x="4415" y="128979"/>
                  </a:lnTo>
                  <a:lnTo>
                    <a:pt x="3280" y="134192"/>
                  </a:lnTo>
                  <a:lnTo>
                    <a:pt x="2311" y="139437"/>
                  </a:lnTo>
                  <a:lnTo>
                    <a:pt x="1510" y="144711"/>
                  </a:lnTo>
                  <a:lnTo>
                    <a:pt x="878" y="150008"/>
                  </a:lnTo>
                  <a:lnTo>
                    <a:pt x="415" y="155323"/>
                  </a:lnTo>
                  <a:lnTo>
                    <a:pt x="122" y="160649"/>
                  </a:lnTo>
                  <a:lnTo>
                    <a:pt x="0" y="165982"/>
                  </a:lnTo>
                  <a:lnTo>
                    <a:pt x="47" y="171317"/>
                  </a:lnTo>
                  <a:lnTo>
                    <a:pt x="264" y="176647"/>
                  </a:lnTo>
                  <a:lnTo>
                    <a:pt x="652" y="181967"/>
                  </a:lnTo>
                  <a:lnTo>
                    <a:pt x="1209" y="187272"/>
                  </a:lnTo>
                  <a:lnTo>
                    <a:pt x="1935" y="192557"/>
                  </a:lnTo>
                  <a:lnTo>
                    <a:pt x="2829" y="197816"/>
                  </a:lnTo>
                  <a:lnTo>
                    <a:pt x="3891" y="203044"/>
                  </a:lnTo>
                  <a:lnTo>
                    <a:pt x="5118" y="208235"/>
                  </a:lnTo>
                  <a:lnTo>
                    <a:pt x="6511" y="213385"/>
                  </a:lnTo>
                  <a:lnTo>
                    <a:pt x="8068" y="218487"/>
                  </a:lnTo>
                  <a:lnTo>
                    <a:pt x="9786" y="223537"/>
                  </a:lnTo>
                  <a:lnTo>
                    <a:pt x="11665" y="228530"/>
                  </a:lnTo>
                  <a:lnTo>
                    <a:pt x="13702" y="233460"/>
                  </a:lnTo>
                  <a:lnTo>
                    <a:pt x="15895" y="238323"/>
                  </a:lnTo>
                  <a:lnTo>
                    <a:pt x="18243" y="243113"/>
                  </a:lnTo>
                  <a:lnTo>
                    <a:pt x="20742" y="247826"/>
                  </a:lnTo>
                  <a:lnTo>
                    <a:pt x="23390" y="252457"/>
                  </a:lnTo>
                  <a:lnTo>
                    <a:pt x="26185" y="257001"/>
                  </a:lnTo>
                  <a:lnTo>
                    <a:pt x="29123" y="261453"/>
                  </a:lnTo>
                  <a:lnTo>
                    <a:pt x="32201" y="265810"/>
                  </a:lnTo>
                  <a:lnTo>
                    <a:pt x="35418" y="270066"/>
                  </a:lnTo>
                  <a:lnTo>
                    <a:pt x="38768" y="274217"/>
                  </a:lnTo>
                  <a:lnTo>
                    <a:pt x="42249" y="278259"/>
                  </a:lnTo>
                  <a:lnTo>
                    <a:pt x="45857" y="282188"/>
                  </a:lnTo>
                  <a:lnTo>
                    <a:pt x="49589" y="286000"/>
                  </a:lnTo>
                  <a:lnTo>
                    <a:pt x="53440" y="289691"/>
                  </a:lnTo>
                  <a:lnTo>
                    <a:pt x="57408" y="293257"/>
                  </a:lnTo>
                  <a:lnTo>
                    <a:pt x="61487" y="296695"/>
                  </a:lnTo>
                  <a:lnTo>
                    <a:pt x="65673" y="300001"/>
                  </a:lnTo>
                  <a:lnTo>
                    <a:pt x="69963" y="303171"/>
                  </a:lnTo>
                  <a:lnTo>
                    <a:pt x="74352" y="306203"/>
                  </a:lnTo>
                  <a:lnTo>
                    <a:pt x="78836" y="309094"/>
                  </a:lnTo>
                  <a:lnTo>
                    <a:pt x="83409" y="311840"/>
                  </a:lnTo>
                  <a:lnTo>
                    <a:pt x="88068" y="314439"/>
                  </a:lnTo>
                  <a:lnTo>
                    <a:pt x="92807" y="316887"/>
                  </a:lnTo>
                  <a:lnTo>
                    <a:pt x="97622" y="319184"/>
                  </a:lnTo>
                  <a:lnTo>
                    <a:pt x="102508" y="321325"/>
                  </a:lnTo>
                  <a:lnTo>
                    <a:pt x="107460" y="323309"/>
                  </a:lnTo>
                  <a:lnTo>
                    <a:pt x="112472" y="325135"/>
                  </a:lnTo>
                  <a:lnTo>
                    <a:pt x="117540" y="326800"/>
                  </a:lnTo>
                  <a:lnTo>
                    <a:pt x="122659" y="328302"/>
                  </a:lnTo>
                  <a:lnTo>
                    <a:pt x="127823" y="329639"/>
                  </a:lnTo>
                  <a:lnTo>
                    <a:pt x="133027" y="330812"/>
                  </a:lnTo>
                  <a:lnTo>
                    <a:pt x="138266" y="331818"/>
                  </a:lnTo>
                  <a:lnTo>
                    <a:pt x="143534" y="332656"/>
                  </a:lnTo>
                  <a:lnTo>
                    <a:pt x="148826" y="333326"/>
                  </a:lnTo>
                  <a:lnTo>
                    <a:pt x="154137" y="333826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10469" y="3685520"/>
              <a:ext cx="180175" cy="334081"/>
            </a:xfrm>
            <a:custGeom>
              <a:avLst/>
              <a:pathLst>
                <a:path w="180175" h="334081">
                  <a:moveTo>
                    <a:pt x="0" y="333589"/>
                  </a:moveTo>
                  <a:lnTo>
                    <a:pt x="5336" y="333921"/>
                  </a:lnTo>
                  <a:lnTo>
                    <a:pt x="10680" y="334081"/>
                  </a:lnTo>
                  <a:lnTo>
                    <a:pt x="16026" y="334071"/>
                  </a:lnTo>
                  <a:lnTo>
                    <a:pt x="21369" y="333889"/>
                  </a:lnTo>
                  <a:lnTo>
                    <a:pt x="26704" y="333537"/>
                  </a:lnTo>
                  <a:lnTo>
                    <a:pt x="32025" y="333014"/>
                  </a:lnTo>
                  <a:lnTo>
                    <a:pt x="37326" y="332322"/>
                  </a:lnTo>
                  <a:lnTo>
                    <a:pt x="42602" y="331460"/>
                  </a:lnTo>
                  <a:lnTo>
                    <a:pt x="47849" y="330430"/>
                  </a:lnTo>
                  <a:lnTo>
                    <a:pt x="53059" y="329233"/>
                  </a:lnTo>
                  <a:lnTo>
                    <a:pt x="58229" y="327870"/>
                  </a:lnTo>
                  <a:lnTo>
                    <a:pt x="63352" y="326342"/>
                  </a:lnTo>
                  <a:lnTo>
                    <a:pt x="68424" y="324651"/>
                  </a:lnTo>
                  <a:lnTo>
                    <a:pt x="73439" y="322799"/>
                  </a:lnTo>
                  <a:lnTo>
                    <a:pt x="78393" y="320787"/>
                  </a:lnTo>
                  <a:lnTo>
                    <a:pt x="83279" y="318618"/>
                  </a:lnTo>
                  <a:lnTo>
                    <a:pt x="88094" y="316294"/>
                  </a:lnTo>
                  <a:lnTo>
                    <a:pt x="92832" y="313817"/>
                  </a:lnTo>
                  <a:lnTo>
                    <a:pt x="97488" y="311190"/>
                  </a:lnTo>
                  <a:lnTo>
                    <a:pt x="102058" y="308415"/>
                  </a:lnTo>
                  <a:lnTo>
                    <a:pt x="106537" y="305496"/>
                  </a:lnTo>
                  <a:lnTo>
                    <a:pt x="110920" y="302434"/>
                  </a:lnTo>
                  <a:lnTo>
                    <a:pt x="115204" y="299235"/>
                  </a:lnTo>
                  <a:lnTo>
                    <a:pt x="119382" y="295900"/>
                  </a:lnTo>
                  <a:lnTo>
                    <a:pt x="123452" y="292433"/>
                  </a:lnTo>
                  <a:lnTo>
                    <a:pt x="127409" y="288837"/>
                  </a:lnTo>
                  <a:lnTo>
                    <a:pt x="131249" y="285117"/>
                  </a:lnTo>
                  <a:lnTo>
                    <a:pt x="134967" y="281276"/>
                  </a:lnTo>
                  <a:lnTo>
                    <a:pt x="138562" y="277318"/>
                  </a:lnTo>
                  <a:lnTo>
                    <a:pt x="142027" y="273247"/>
                  </a:lnTo>
                  <a:lnTo>
                    <a:pt x="145361" y="269068"/>
                  </a:lnTo>
                  <a:lnTo>
                    <a:pt x="148560" y="264784"/>
                  </a:lnTo>
                  <a:lnTo>
                    <a:pt x="151620" y="260399"/>
                  </a:lnTo>
                  <a:lnTo>
                    <a:pt x="154538" y="255920"/>
                  </a:lnTo>
                  <a:lnTo>
                    <a:pt x="157311" y="251349"/>
                  </a:lnTo>
                  <a:lnTo>
                    <a:pt x="159937" y="246692"/>
                  </a:lnTo>
                  <a:lnTo>
                    <a:pt x="162412" y="241953"/>
                  </a:lnTo>
                  <a:lnTo>
                    <a:pt x="164735" y="237138"/>
                  </a:lnTo>
                  <a:lnTo>
                    <a:pt x="166902" y="232250"/>
                  </a:lnTo>
                  <a:lnTo>
                    <a:pt x="168912" y="227296"/>
                  </a:lnTo>
                  <a:lnTo>
                    <a:pt x="170763" y="222280"/>
                  </a:lnTo>
                  <a:lnTo>
                    <a:pt x="172452" y="217208"/>
                  </a:lnTo>
                  <a:lnTo>
                    <a:pt x="173979" y="212084"/>
                  </a:lnTo>
                  <a:lnTo>
                    <a:pt x="175340" y="206914"/>
                  </a:lnTo>
                  <a:lnTo>
                    <a:pt x="176536" y="201703"/>
                  </a:lnTo>
                  <a:lnTo>
                    <a:pt x="177564" y="196457"/>
                  </a:lnTo>
                  <a:lnTo>
                    <a:pt x="178424" y="191180"/>
                  </a:lnTo>
                  <a:lnTo>
                    <a:pt x="179115" y="185878"/>
                  </a:lnTo>
                  <a:lnTo>
                    <a:pt x="179636" y="180557"/>
                  </a:lnTo>
                  <a:lnTo>
                    <a:pt x="179987" y="175223"/>
                  </a:lnTo>
                  <a:lnTo>
                    <a:pt x="180166" y="169879"/>
                  </a:lnTo>
                  <a:lnTo>
                    <a:pt x="180175" y="164533"/>
                  </a:lnTo>
                  <a:lnTo>
                    <a:pt x="180013" y="159189"/>
                  </a:lnTo>
                  <a:lnTo>
                    <a:pt x="179680" y="153853"/>
                  </a:lnTo>
                  <a:lnTo>
                    <a:pt x="179177" y="148530"/>
                  </a:lnTo>
                  <a:lnTo>
                    <a:pt x="178503" y="143227"/>
                  </a:lnTo>
                  <a:lnTo>
                    <a:pt x="177661" y="137947"/>
                  </a:lnTo>
                  <a:lnTo>
                    <a:pt x="176650" y="132697"/>
                  </a:lnTo>
                  <a:lnTo>
                    <a:pt x="175471" y="127482"/>
                  </a:lnTo>
                  <a:lnTo>
                    <a:pt x="174127" y="122308"/>
                  </a:lnTo>
                  <a:lnTo>
                    <a:pt x="172618" y="117179"/>
                  </a:lnTo>
                  <a:lnTo>
                    <a:pt x="170945" y="112101"/>
                  </a:lnTo>
                  <a:lnTo>
                    <a:pt x="169111" y="107079"/>
                  </a:lnTo>
                  <a:lnTo>
                    <a:pt x="167117" y="102118"/>
                  </a:lnTo>
                  <a:lnTo>
                    <a:pt x="164966" y="97224"/>
                  </a:lnTo>
                  <a:lnTo>
                    <a:pt x="162659" y="92401"/>
                  </a:lnTo>
                  <a:lnTo>
                    <a:pt x="160199" y="87654"/>
                  </a:lnTo>
                  <a:lnTo>
                    <a:pt x="157589" y="82988"/>
                  </a:lnTo>
                  <a:lnTo>
                    <a:pt x="154831" y="78408"/>
                  </a:lnTo>
                  <a:lnTo>
                    <a:pt x="151927" y="73919"/>
                  </a:lnTo>
                  <a:lnTo>
                    <a:pt x="148882" y="69525"/>
                  </a:lnTo>
                  <a:lnTo>
                    <a:pt x="145698" y="65230"/>
                  </a:lnTo>
                  <a:lnTo>
                    <a:pt x="142378" y="61039"/>
                  </a:lnTo>
                  <a:lnTo>
                    <a:pt x="138925" y="56957"/>
                  </a:lnTo>
                  <a:lnTo>
                    <a:pt x="135344" y="52987"/>
                  </a:lnTo>
                  <a:lnTo>
                    <a:pt x="131638" y="49134"/>
                  </a:lnTo>
                  <a:lnTo>
                    <a:pt x="127811" y="45401"/>
                  </a:lnTo>
                  <a:lnTo>
                    <a:pt x="123866" y="41793"/>
                  </a:lnTo>
                  <a:lnTo>
                    <a:pt x="119807" y="38312"/>
                  </a:lnTo>
                  <a:lnTo>
                    <a:pt x="115640" y="34964"/>
                  </a:lnTo>
                  <a:lnTo>
                    <a:pt x="111367" y="31750"/>
                  </a:lnTo>
                  <a:lnTo>
                    <a:pt x="106994" y="28674"/>
                  </a:lnTo>
                  <a:lnTo>
                    <a:pt x="102525" y="25740"/>
                  </a:lnTo>
                  <a:lnTo>
                    <a:pt x="97964" y="22950"/>
                  </a:lnTo>
                  <a:lnTo>
                    <a:pt x="93317" y="20307"/>
                  </a:lnTo>
                  <a:lnTo>
                    <a:pt x="88587" y="17815"/>
                  </a:lnTo>
                  <a:lnTo>
                    <a:pt x="83780" y="15475"/>
                  </a:lnTo>
                  <a:lnTo>
                    <a:pt x="78900" y="13290"/>
                  </a:lnTo>
                  <a:lnTo>
                    <a:pt x="73954" y="11262"/>
                  </a:lnTo>
                  <a:lnTo>
                    <a:pt x="68945" y="9393"/>
                  </a:lnTo>
                  <a:lnTo>
                    <a:pt x="63878" y="7685"/>
                  </a:lnTo>
                  <a:lnTo>
                    <a:pt x="58760" y="6141"/>
                  </a:lnTo>
                  <a:lnTo>
                    <a:pt x="53595" y="4760"/>
                  </a:lnTo>
                  <a:lnTo>
                    <a:pt x="48388" y="3546"/>
                  </a:lnTo>
                  <a:lnTo>
                    <a:pt x="43145" y="2499"/>
                  </a:lnTo>
                  <a:lnTo>
                    <a:pt x="37872" y="1620"/>
                  </a:lnTo>
                  <a:lnTo>
                    <a:pt x="32573" y="910"/>
                  </a:lnTo>
                  <a:lnTo>
                    <a:pt x="27254" y="369"/>
                  </a:lnTo>
                  <a:lnTo>
                    <a:pt x="21920" y="0"/>
                  </a:lnTo>
                  <a:lnTo>
                    <a:pt x="13025" y="1669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8895" cy="167167"/>
            </a:xfrm>
            <a:custGeom>
              <a:avLst/>
              <a:pathLst>
                <a:path w="8895" h="167167">
                  <a:moveTo>
                    <a:pt x="8895" y="23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tx95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2025-06-26T12:23:30Z</dcterms:modified>
  <cp:category/>
</cp:coreProperties>
</file>