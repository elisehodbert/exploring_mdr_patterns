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3736648" y="1531973"/>
              <a:ext cx="2616338" cy="3112755"/>
            </a:xfrm>
            <a:custGeom>
              <a:avLst/>
              <a:pathLst>
                <a:path w="2616338" h="3112755">
                  <a:moveTo>
                    <a:pt x="0" y="0"/>
                  </a:moveTo>
                  <a:lnTo>
                    <a:pt x="2616338" y="3112755"/>
                  </a:lnTo>
                </a:path>
              </a:pathLst>
            </a:custGeom>
            <a:ln w="2101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763258" y="1503722"/>
              <a:ext cx="3026066" cy="2249011"/>
            </a:xfrm>
            <a:custGeom>
              <a:avLst/>
              <a:pathLst>
                <a:path w="3026066" h="2249011">
                  <a:moveTo>
                    <a:pt x="0" y="0"/>
                  </a:moveTo>
                  <a:lnTo>
                    <a:pt x="3026066" y="2249011"/>
                  </a:lnTo>
                </a:path>
              </a:pathLst>
            </a:custGeom>
            <a:ln w="1663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346736" y="1503722"/>
              <a:ext cx="148182" cy="110131"/>
            </a:xfrm>
            <a:custGeom>
              <a:avLst/>
              <a:pathLst>
                <a:path w="148182" h="110131">
                  <a:moveTo>
                    <a:pt x="148182" y="0"/>
                  </a:moveTo>
                  <a:lnTo>
                    <a:pt x="0" y="110131"/>
                  </a:lnTo>
                </a:path>
              </a:pathLst>
            </a:custGeom>
            <a:ln w="1132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795974" y="1413708"/>
              <a:ext cx="2119980" cy="123265"/>
            </a:xfrm>
            <a:custGeom>
              <a:avLst/>
              <a:pathLst>
                <a:path w="2119980" h="123265">
                  <a:moveTo>
                    <a:pt x="2119980" y="123265"/>
                  </a:moveTo>
                  <a:lnTo>
                    <a:pt x="0" y="0"/>
                  </a:lnTo>
                </a:path>
              </a:pathLst>
            </a:custGeom>
            <a:ln w="1190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777968" y="1370958"/>
              <a:ext cx="160039" cy="92242"/>
            </a:xfrm>
            <a:custGeom>
              <a:avLst/>
              <a:pathLst>
                <a:path w="160039" h="92242">
                  <a:moveTo>
                    <a:pt x="160039" y="92242"/>
                  </a:moveTo>
                  <a:lnTo>
                    <a:pt x="0" y="0"/>
                  </a:lnTo>
                </a:path>
              </a:pathLst>
            </a:custGeom>
            <a:ln w="1179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74289" y="1709325"/>
              <a:ext cx="869937" cy="3664345"/>
            </a:xfrm>
            <a:custGeom>
              <a:avLst/>
              <a:pathLst>
                <a:path w="869937" h="3664345">
                  <a:moveTo>
                    <a:pt x="869937" y="0"/>
                  </a:moveTo>
                  <a:lnTo>
                    <a:pt x="0" y="3664345"/>
                  </a:lnTo>
                </a:path>
              </a:pathLst>
            </a:custGeom>
            <a:ln w="12539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77447" y="1156530"/>
              <a:ext cx="1145226" cy="342278"/>
            </a:xfrm>
            <a:custGeom>
              <a:avLst/>
              <a:pathLst>
                <a:path w="1145226" h="342278">
                  <a:moveTo>
                    <a:pt x="1145226" y="342278"/>
                  </a:moveTo>
                  <a:lnTo>
                    <a:pt x="0" y="0"/>
                  </a:lnTo>
                </a:path>
              </a:pathLst>
            </a:custGeom>
            <a:ln w="2140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121453" y="1709325"/>
              <a:ext cx="585825" cy="2467611"/>
            </a:xfrm>
            <a:custGeom>
              <a:avLst/>
              <a:pathLst>
                <a:path w="585825" h="2467611">
                  <a:moveTo>
                    <a:pt x="0" y="0"/>
                  </a:moveTo>
                  <a:lnTo>
                    <a:pt x="585825" y="2467611"/>
                  </a:lnTo>
                </a:path>
              </a:pathLst>
            </a:custGeom>
            <a:ln w="1456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102279" y="1712711"/>
              <a:ext cx="338827" cy="2893951"/>
            </a:xfrm>
            <a:custGeom>
              <a:avLst/>
              <a:pathLst>
                <a:path w="338827" h="2893951">
                  <a:moveTo>
                    <a:pt x="0" y="0"/>
                  </a:moveTo>
                  <a:lnTo>
                    <a:pt x="338827" y="2893951"/>
                  </a:lnTo>
                </a:path>
              </a:pathLst>
            </a:custGeom>
            <a:ln w="1679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270531" y="1227659"/>
              <a:ext cx="1647673" cy="290037"/>
            </a:xfrm>
            <a:custGeom>
              <a:avLst/>
              <a:pathLst>
                <a:path w="1647673" h="290037">
                  <a:moveTo>
                    <a:pt x="1647673" y="290037"/>
                  </a:moveTo>
                  <a:lnTo>
                    <a:pt x="0" y="0"/>
                  </a:lnTo>
                </a:path>
              </a:pathLst>
            </a:custGeom>
            <a:ln w="16508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289212" y="1204919"/>
              <a:ext cx="640091" cy="275641"/>
            </a:xfrm>
            <a:custGeom>
              <a:avLst/>
              <a:pathLst>
                <a:path w="640091" h="275641">
                  <a:moveTo>
                    <a:pt x="640091" y="275641"/>
                  </a:moveTo>
                  <a:lnTo>
                    <a:pt x="0" y="0"/>
                  </a:lnTo>
                </a:path>
              </a:pathLst>
            </a:custGeom>
            <a:ln w="1684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140100" y="1703733"/>
              <a:ext cx="726134" cy="1991662"/>
            </a:xfrm>
            <a:custGeom>
              <a:avLst/>
              <a:pathLst>
                <a:path w="726134" h="1991662">
                  <a:moveTo>
                    <a:pt x="0" y="0"/>
                  </a:moveTo>
                  <a:lnTo>
                    <a:pt x="726134" y="1991662"/>
                  </a:lnTo>
                </a:path>
              </a:pathLst>
            </a:custGeom>
            <a:ln w="1718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795974" y="1297183"/>
              <a:ext cx="1670275" cy="97117"/>
            </a:xfrm>
            <a:custGeom>
              <a:avLst/>
              <a:pathLst>
                <a:path w="1670275" h="97117">
                  <a:moveTo>
                    <a:pt x="1670275" y="0"/>
                  </a:moveTo>
                  <a:lnTo>
                    <a:pt x="0" y="97117"/>
                  </a:lnTo>
                </a:path>
              </a:pathLst>
            </a:custGeom>
            <a:ln w="1960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781916" y="1137641"/>
              <a:ext cx="686582" cy="120858"/>
            </a:xfrm>
            <a:custGeom>
              <a:avLst/>
              <a:pathLst>
                <a:path w="686582" h="120858">
                  <a:moveTo>
                    <a:pt x="686582" y="120858"/>
                  </a:moveTo>
                  <a:lnTo>
                    <a:pt x="0" y="0"/>
                  </a:lnTo>
                </a:path>
              </a:pathLst>
            </a:custGeom>
            <a:ln w="2154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690395" y="1444535"/>
              <a:ext cx="998236" cy="2737993"/>
            </a:xfrm>
            <a:custGeom>
              <a:avLst/>
              <a:pathLst>
                <a:path w="998236" h="2737993">
                  <a:moveTo>
                    <a:pt x="0" y="0"/>
                  </a:moveTo>
                  <a:lnTo>
                    <a:pt x="998236" y="2737993"/>
                  </a:lnTo>
                </a:path>
              </a:pathLst>
            </a:custGeom>
            <a:ln w="1180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671748" y="1450127"/>
              <a:ext cx="750184" cy="3159922"/>
            </a:xfrm>
            <a:custGeom>
              <a:avLst/>
              <a:pathLst>
                <a:path w="750184" h="3159922">
                  <a:moveTo>
                    <a:pt x="0" y="0"/>
                  </a:moveTo>
                  <a:lnTo>
                    <a:pt x="750184" y="3159922"/>
                  </a:lnTo>
                </a:path>
              </a:pathLst>
            </a:custGeom>
            <a:ln w="1391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272780" y="1208382"/>
              <a:ext cx="1193469" cy="69394"/>
            </a:xfrm>
            <a:custGeom>
              <a:avLst/>
              <a:pathLst>
                <a:path w="1193469" h="69394">
                  <a:moveTo>
                    <a:pt x="1193469" y="69394"/>
                  </a:moveTo>
                  <a:lnTo>
                    <a:pt x="0" y="0"/>
                  </a:lnTo>
                </a:path>
              </a:pathLst>
            </a:custGeom>
            <a:ln w="14482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295843" y="1186672"/>
              <a:ext cx="177125" cy="52938"/>
            </a:xfrm>
            <a:custGeom>
              <a:avLst/>
              <a:pathLst>
                <a:path w="177125" h="52938">
                  <a:moveTo>
                    <a:pt x="177125" y="52938"/>
                  </a:moveTo>
                  <a:lnTo>
                    <a:pt x="0" y="0"/>
                  </a:lnTo>
                </a:path>
              </a:pathLst>
            </a:custGeom>
            <a:ln w="2065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708261" y="1436815"/>
              <a:ext cx="1140107" cy="2266299"/>
            </a:xfrm>
            <a:custGeom>
              <a:avLst/>
              <a:pathLst>
                <a:path w="1140107" h="2266299">
                  <a:moveTo>
                    <a:pt x="0" y="0"/>
                  </a:moveTo>
                  <a:lnTo>
                    <a:pt x="1140107" y="2266299"/>
                  </a:lnTo>
                </a:path>
              </a:pathLst>
            </a:custGeom>
            <a:ln w="2432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377202" y="1316461"/>
              <a:ext cx="2091296" cy="368128"/>
            </a:xfrm>
            <a:custGeom>
              <a:avLst/>
              <a:pathLst>
                <a:path w="2091296" h="368128">
                  <a:moveTo>
                    <a:pt x="2091296" y="0"/>
                  </a:moveTo>
                  <a:lnTo>
                    <a:pt x="0" y="368128"/>
                  </a:lnTo>
                </a:path>
              </a:pathLst>
            </a:custGeom>
            <a:ln w="2480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295843" y="5435509"/>
              <a:ext cx="177125" cy="52938"/>
            </a:xfrm>
            <a:custGeom>
              <a:avLst/>
              <a:pathLst>
                <a:path w="177125" h="52938">
                  <a:moveTo>
                    <a:pt x="0" y="52938"/>
                  </a:moveTo>
                  <a:lnTo>
                    <a:pt x="177125" y="0"/>
                  </a:lnTo>
                </a:path>
              </a:pathLst>
            </a:custGeom>
            <a:ln w="3188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89255" y="1156530"/>
              <a:ext cx="667857" cy="199605"/>
            </a:xfrm>
            <a:custGeom>
              <a:avLst/>
              <a:pathLst>
                <a:path w="667857" h="199605">
                  <a:moveTo>
                    <a:pt x="667857" y="0"/>
                  </a:moveTo>
                  <a:lnTo>
                    <a:pt x="0" y="199605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552515" y="4479178"/>
              <a:ext cx="101408" cy="153923"/>
            </a:xfrm>
            <a:custGeom>
              <a:avLst/>
              <a:pathLst>
                <a:path w="101408" h="153923">
                  <a:moveTo>
                    <a:pt x="0" y="153923"/>
                  </a:moveTo>
                  <a:lnTo>
                    <a:pt x="101408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35673" y="4001785"/>
              <a:ext cx="312696" cy="621575"/>
            </a:xfrm>
            <a:custGeom>
              <a:avLst/>
              <a:pathLst>
                <a:path w="312696" h="621575">
                  <a:moveTo>
                    <a:pt x="0" y="621575"/>
                  </a:moveTo>
                  <a:lnTo>
                    <a:pt x="312696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782625" y="1264796"/>
              <a:ext cx="169732" cy="73091"/>
            </a:xfrm>
            <a:custGeom>
              <a:avLst/>
              <a:pathLst>
                <a:path w="169732" h="73091">
                  <a:moveTo>
                    <a:pt x="169732" y="0"/>
                  </a:moveTo>
                  <a:lnTo>
                    <a:pt x="0" y="73091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012953" y="1298395"/>
              <a:ext cx="958771" cy="712571"/>
            </a:xfrm>
            <a:custGeom>
              <a:avLst/>
              <a:pathLst>
                <a:path w="958771" h="712571">
                  <a:moveTo>
                    <a:pt x="958771" y="0"/>
                  </a:moveTo>
                  <a:lnTo>
                    <a:pt x="0" y="712571"/>
                  </a:lnTo>
                </a:path>
              </a:pathLst>
            </a:custGeom>
            <a:ln w="38100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197863" y="1338274"/>
              <a:ext cx="2170714" cy="3294827"/>
            </a:xfrm>
            <a:custGeom>
              <a:avLst/>
              <a:pathLst>
                <a:path w="2170714" h="3294827">
                  <a:moveTo>
                    <a:pt x="0" y="0"/>
                  </a:moveTo>
                  <a:lnTo>
                    <a:pt x="2170714" y="3294827"/>
                  </a:lnTo>
                </a:path>
              </a:pathLst>
            </a:custGeom>
            <a:ln w="38100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227584" y="1313293"/>
              <a:ext cx="2574220" cy="2424542"/>
            </a:xfrm>
            <a:custGeom>
              <a:avLst/>
              <a:pathLst>
                <a:path w="2574220" h="2424542">
                  <a:moveTo>
                    <a:pt x="0" y="0"/>
                  </a:moveTo>
                  <a:lnTo>
                    <a:pt x="2574220" y="2424542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793724" y="1167783"/>
              <a:ext cx="1177315" cy="207241"/>
            </a:xfrm>
            <a:custGeom>
              <a:avLst/>
              <a:pathLst>
                <a:path w="1177315" h="207241">
                  <a:moveTo>
                    <a:pt x="1177315" y="0"/>
                  </a:moveTo>
                  <a:lnTo>
                    <a:pt x="0" y="20724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84165" y="1118364"/>
              <a:ext cx="184624" cy="10734"/>
            </a:xfrm>
            <a:custGeom>
              <a:avLst/>
              <a:pathLst>
                <a:path w="184624" h="10734">
                  <a:moveTo>
                    <a:pt x="184624" y="10734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210802" y="1288138"/>
              <a:ext cx="1459964" cy="2902110"/>
            </a:xfrm>
            <a:custGeom>
              <a:avLst/>
              <a:pathLst>
                <a:path w="1459964" h="2902110">
                  <a:moveTo>
                    <a:pt x="0" y="0"/>
                  </a:moveTo>
                  <a:lnTo>
                    <a:pt x="1459964" y="290211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92936" y="1295857"/>
              <a:ext cx="1210350" cy="3319784"/>
            </a:xfrm>
            <a:custGeom>
              <a:avLst/>
              <a:pathLst>
                <a:path w="1210350" h="3319784">
                  <a:moveTo>
                    <a:pt x="0" y="0"/>
                  </a:moveTo>
                  <a:lnTo>
                    <a:pt x="1210350" y="3319784"/>
                  </a:lnTo>
                </a:path>
              </a:pathLst>
            </a:custGeom>
            <a:ln w="1179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272780" y="1148506"/>
              <a:ext cx="696010" cy="40469"/>
            </a:xfrm>
            <a:custGeom>
              <a:avLst/>
              <a:pathLst>
                <a:path w="696010" h="40469">
                  <a:moveTo>
                    <a:pt x="696010" y="0"/>
                  </a:moveTo>
                  <a:lnTo>
                    <a:pt x="0" y="40469"/>
                  </a:lnTo>
                </a:path>
              </a:pathLst>
            </a:custGeom>
            <a:ln w="11905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227644" y="1278397"/>
              <a:ext cx="1603881" cy="2434458"/>
            </a:xfrm>
            <a:custGeom>
              <a:avLst/>
              <a:pathLst>
                <a:path w="1603881" h="2434458">
                  <a:moveTo>
                    <a:pt x="0" y="0"/>
                  </a:moveTo>
                  <a:lnTo>
                    <a:pt x="1603881" y="2434458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372733" y="1186672"/>
              <a:ext cx="1602775" cy="479027"/>
            </a:xfrm>
            <a:custGeom>
              <a:avLst/>
              <a:pathLst>
                <a:path w="1602775" h="479027">
                  <a:moveTo>
                    <a:pt x="1602775" y="0"/>
                  </a:moveTo>
                  <a:lnTo>
                    <a:pt x="0" y="479027"/>
                  </a:lnTo>
                </a:path>
              </a:pathLst>
            </a:custGeom>
            <a:ln w="1253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1145" y="3170392"/>
              <a:ext cx="2633" cy="167167"/>
            </a:xfrm>
            <a:custGeom>
              <a:avLst/>
              <a:pathLst>
                <a:path w="2633" h="167167">
                  <a:moveTo>
                    <a:pt x="2633" y="0"/>
                  </a:moveTo>
                  <a:lnTo>
                    <a:pt x="0" y="20"/>
                  </a:lnTo>
                  <a:lnTo>
                    <a:pt x="263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1145" y="3170413"/>
              <a:ext cx="2633" cy="167146"/>
            </a:xfrm>
            <a:custGeom>
              <a:avLst/>
              <a:pathLst>
                <a:path w="2633" h="167146">
                  <a:moveTo>
                    <a:pt x="0" y="0"/>
                  </a:moveTo>
                  <a:lnTo>
                    <a:pt x="2633" y="16714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1145" y="3170413"/>
              <a:ext cx="2633" cy="167146"/>
            </a:xfrm>
            <a:custGeom>
              <a:avLst/>
              <a:pathLst>
                <a:path w="2633" h="167146">
                  <a:moveTo>
                    <a:pt x="0" y="0"/>
                  </a:moveTo>
                  <a:lnTo>
                    <a:pt x="2633" y="16714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1145" y="3170413"/>
              <a:ext cx="2633" cy="167146"/>
            </a:xfrm>
            <a:custGeom>
              <a:avLst/>
              <a:pathLst>
                <a:path w="2633" h="167146">
                  <a:moveTo>
                    <a:pt x="0" y="0"/>
                  </a:moveTo>
                  <a:lnTo>
                    <a:pt x="2633" y="16714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1145" y="3170413"/>
              <a:ext cx="2633" cy="167146"/>
            </a:xfrm>
            <a:custGeom>
              <a:avLst/>
              <a:pathLst>
                <a:path w="2633" h="167146">
                  <a:moveTo>
                    <a:pt x="0" y="0"/>
                  </a:moveTo>
                  <a:lnTo>
                    <a:pt x="2633" y="16714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1145" y="3170413"/>
              <a:ext cx="2633" cy="167146"/>
            </a:xfrm>
            <a:custGeom>
              <a:avLst/>
              <a:pathLst>
                <a:path w="2633" h="167146">
                  <a:moveTo>
                    <a:pt x="0" y="0"/>
                  </a:moveTo>
                  <a:lnTo>
                    <a:pt x="2633" y="16714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1145" y="3170413"/>
              <a:ext cx="2633" cy="167146"/>
            </a:xfrm>
            <a:custGeom>
              <a:avLst/>
              <a:pathLst>
                <a:path w="2633" h="167146">
                  <a:moveTo>
                    <a:pt x="0" y="0"/>
                  </a:moveTo>
                  <a:lnTo>
                    <a:pt x="2633" y="16714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1145" y="3170413"/>
              <a:ext cx="2633" cy="167146"/>
            </a:xfrm>
            <a:custGeom>
              <a:avLst/>
              <a:pathLst>
                <a:path w="2633" h="167146">
                  <a:moveTo>
                    <a:pt x="0" y="0"/>
                  </a:moveTo>
                  <a:lnTo>
                    <a:pt x="2633" y="16714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1145" y="3170413"/>
              <a:ext cx="2633" cy="167146"/>
            </a:xfrm>
            <a:custGeom>
              <a:avLst/>
              <a:pathLst>
                <a:path w="2633" h="167146">
                  <a:moveTo>
                    <a:pt x="0" y="0"/>
                  </a:moveTo>
                  <a:lnTo>
                    <a:pt x="2633" y="16714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1145" y="3170413"/>
              <a:ext cx="2633" cy="167146"/>
            </a:xfrm>
            <a:custGeom>
              <a:avLst/>
              <a:pathLst>
                <a:path w="2633" h="167146">
                  <a:moveTo>
                    <a:pt x="0" y="0"/>
                  </a:moveTo>
                  <a:lnTo>
                    <a:pt x="2633" y="16714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1145" y="3170413"/>
              <a:ext cx="2633" cy="167146"/>
            </a:xfrm>
            <a:custGeom>
              <a:avLst/>
              <a:pathLst>
                <a:path w="2633" h="167146">
                  <a:moveTo>
                    <a:pt x="0" y="0"/>
                  </a:moveTo>
                  <a:lnTo>
                    <a:pt x="2633" y="16714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1145" y="3170413"/>
              <a:ext cx="2633" cy="167146"/>
            </a:xfrm>
            <a:custGeom>
              <a:avLst/>
              <a:pathLst>
                <a:path w="2633" h="167146">
                  <a:moveTo>
                    <a:pt x="0" y="0"/>
                  </a:moveTo>
                  <a:lnTo>
                    <a:pt x="2633" y="16714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1145" y="3170413"/>
              <a:ext cx="2633" cy="167146"/>
            </a:xfrm>
            <a:custGeom>
              <a:avLst/>
              <a:pathLst>
                <a:path w="2633" h="167146">
                  <a:moveTo>
                    <a:pt x="0" y="0"/>
                  </a:moveTo>
                  <a:lnTo>
                    <a:pt x="2633" y="16714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1145" y="3170413"/>
              <a:ext cx="2633" cy="167146"/>
            </a:xfrm>
            <a:custGeom>
              <a:avLst/>
              <a:pathLst>
                <a:path w="2633" h="167146">
                  <a:moveTo>
                    <a:pt x="0" y="0"/>
                  </a:moveTo>
                  <a:lnTo>
                    <a:pt x="2633" y="1671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1145" y="3170413"/>
              <a:ext cx="2633" cy="167146"/>
            </a:xfrm>
            <a:custGeom>
              <a:avLst/>
              <a:pathLst>
                <a:path w="2633" h="167146">
                  <a:moveTo>
                    <a:pt x="0" y="0"/>
                  </a:moveTo>
                  <a:lnTo>
                    <a:pt x="2633" y="1671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1145" y="3170413"/>
              <a:ext cx="2633" cy="167146"/>
            </a:xfrm>
            <a:custGeom>
              <a:avLst/>
              <a:pathLst>
                <a:path w="2633" h="167146">
                  <a:moveTo>
                    <a:pt x="0" y="0"/>
                  </a:moveTo>
                  <a:lnTo>
                    <a:pt x="2633" y="1671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1145" y="3170413"/>
              <a:ext cx="2633" cy="167146"/>
            </a:xfrm>
            <a:custGeom>
              <a:avLst/>
              <a:pathLst>
                <a:path w="2633" h="167146">
                  <a:moveTo>
                    <a:pt x="0" y="0"/>
                  </a:moveTo>
                  <a:lnTo>
                    <a:pt x="2633" y="1671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1145" y="3170413"/>
              <a:ext cx="2633" cy="167146"/>
            </a:xfrm>
            <a:custGeom>
              <a:avLst/>
              <a:pathLst>
                <a:path w="2633" h="167146">
                  <a:moveTo>
                    <a:pt x="0" y="0"/>
                  </a:moveTo>
                  <a:lnTo>
                    <a:pt x="2633" y="16714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1145" y="3170413"/>
              <a:ext cx="2633" cy="167146"/>
            </a:xfrm>
            <a:custGeom>
              <a:avLst/>
              <a:pathLst>
                <a:path w="2633" h="167146">
                  <a:moveTo>
                    <a:pt x="0" y="0"/>
                  </a:moveTo>
                  <a:lnTo>
                    <a:pt x="2633" y="1671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1145" y="3170413"/>
              <a:ext cx="2633" cy="167146"/>
            </a:xfrm>
            <a:custGeom>
              <a:avLst/>
              <a:pathLst>
                <a:path w="2633" h="167146">
                  <a:moveTo>
                    <a:pt x="0" y="0"/>
                  </a:moveTo>
                  <a:lnTo>
                    <a:pt x="2633" y="1671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1145" y="3170413"/>
              <a:ext cx="2633" cy="167146"/>
            </a:xfrm>
            <a:custGeom>
              <a:avLst/>
              <a:pathLst>
                <a:path w="2633" h="167146">
                  <a:moveTo>
                    <a:pt x="0" y="0"/>
                  </a:moveTo>
                  <a:lnTo>
                    <a:pt x="2633" y="16714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1145" y="3170413"/>
              <a:ext cx="2633" cy="167146"/>
            </a:xfrm>
            <a:custGeom>
              <a:avLst/>
              <a:pathLst>
                <a:path w="2633" h="167146">
                  <a:moveTo>
                    <a:pt x="0" y="0"/>
                  </a:moveTo>
                  <a:lnTo>
                    <a:pt x="2633" y="16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1145" y="3170413"/>
              <a:ext cx="2633" cy="167146"/>
            </a:xfrm>
            <a:custGeom>
              <a:avLst/>
              <a:pathLst>
                <a:path w="2633" h="167146">
                  <a:moveTo>
                    <a:pt x="0" y="0"/>
                  </a:moveTo>
                  <a:lnTo>
                    <a:pt x="2633" y="16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1145" y="3170413"/>
              <a:ext cx="2633" cy="167146"/>
            </a:xfrm>
            <a:custGeom>
              <a:avLst/>
              <a:pathLst>
                <a:path w="2633" h="167146">
                  <a:moveTo>
                    <a:pt x="0" y="0"/>
                  </a:moveTo>
                  <a:lnTo>
                    <a:pt x="2633" y="16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1145" y="3170413"/>
              <a:ext cx="2633" cy="167146"/>
            </a:xfrm>
            <a:custGeom>
              <a:avLst/>
              <a:pathLst>
                <a:path w="2633" h="167146">
                  <a:moveTo>
                    <a:pt x="0" y="0"/>
                  </a:moveTo>
                  <a:lnTo>
                    <a:pt x="2633" y="1671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1145" y="3170413"/>
              <a:ext cx="2633" cy="167146"/>
            </a:xfrm>
            <a:custGeom>
              <a:avLst/>
              <a:pathLst>
                <a:path w="2633" h="167146">
                  <a:moveTo>
                    <a:pt x="0" y="0"/>
                  </a:moveTo>
                  <a:lnTo>
                    <a:pt x="2633" y="1671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981145" y="3170413"/>
              <a:ext cx="2633" cy="167146"/>
            </a:xfrm>
            <a:custGeom>
              <a:avLst/>
              <a:pathLst>
                <a:path w="2633" h="167146">
                  <a:moveTo>
                    <a:pt x="0" y="0"/>
                  </a:moveTo>
                  <a:lnTo>
                    <a:pt x="2633" y="1671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16611" y="3170413"/>
              <a:ext cx="334334" cy="334296"/>
            </a:xfrm>
            <a:custGeom>
              <a:avLst/>
              <a:pathLst>
                <a:path w="334334" h="334296">
                  <a:moveTo>
                    <a:pt x="164533" y="0"/>
                  </a:moveTo>
                  <a:lnTo>
                    <a:pt x="159233" y="167"/>
                  </a:lnTo>
                  <a:lnTo>
                    <a:pt x="153941" y="503"/>
                  </a:lnTo>
                  <a:lnTo>
                    <a:pt x="148662" y="1006"/>
                  </a:lnTo>
                  <a:lnTo>
                    <a:pt x="143402" y="1677"/>
                  </a:lnTo>
                  <a:lnTo>
                    <a:pt x="138165" y="2514"/>
                  </a:lnTo>
                  <a:lnTo>
                    <a:pt x="132958" y="3516"/>
                  </a:lnTo>
                  <a:lnTo>
                    <a:pt x="127786" y="4684"/>
                  </a:lnTo>
                  <a:lnTo>
                    <a:pt x="122653" y="6015"/>
                  </a:lnTo>
                  <a:lnTo>
                    <a:pt x="117564" y="7507"/>
                  </a:lnTo>
                  <a:lnTo>
                    <a:pt x="112526" y="9161"/>
                  </a:lnTo>
                  <a:lnTo>
                    <a:pt x="107542" y="10974"/>
                  </a:lnTo>
                  <a:lnTo>
                    <a:pt x="102619" y="12943"/>
                  </a:lnTo>
                  <a:lnTo>
                    <a:pt x="97761" y="15068"/>
                  </a:lnTo>
                  <a:lnTo>
                    <a:pt x="92972" y="17346"/>
                  </a:lnTo>
                  <a:lnTo>
                    <a:pt x="88258" y="19775"/>
                  </a:lnTo>
                  <a:lnTo>
                    <a:pt x="83623" y="22352"/>
                  </a:lnTo>
                  <a:lnTo>
                    <a:pt x="79073" y="25074"/>
                  </a:lnTo>
                  <a:lnTo>
                    <a:pt x="74611" y="27940"/>
                  </a:lnTo>
                  <a:lnTo>
                    <a:pt x="70242" y="30946"/>
                  </a:lnTo>
                  <a:lnTo>
                    <a:pt x="65971" y="34088"/>
                  </a:lnTo>
                  <a:lnTo>
                    <a:pt x="61802" y="37365"/>
                  </a:lnTo>
                  <a:lnTo>
                    <a:pt x="57739" y="40772"/>
                  </a:lnTo>
                  <a:lnTo>
                    <a:pt x="53785" y="44307"/>
                  </a:lnTo>
                  <a:lnTo>
                    <a:pt x="49946" y="47965"/>
                  </a:lnTo>
                  <a:lnTo>
                    <a:pt x="46225" y="51742"/>
                  </a:lnTo>
                  <a:lnTo>
                    <a:pt x="42626" y="55636"/>
                  </a:lnTo>
                  <a:lnTo>
                    <a:pt x="39151" y="59643"/>
                  </a:lnTo>
                  <a:lnTo>
                    <a:pt x="35806" y="63757"/>
                  </a:lnTo>
                  <a:lnTo>
                    <a:pt x="32593" y="67976"/>
                  </a:lnTo>
                  <a:lnTo>
                    <a:pt x="29515" y="72294"/>
                  </a:lnTo>
                  <a:lnTo>
                    <a:pt x="26576" y="76708"/>
                  </a:lnTo>
                  <a:lnTo>
                    <a:pt x="23778" y="81212"/>
                  </a:lnTo>
                  <a:lnTo>
                    <a:pt x="21125" y="85803"/>
                  </a:lnTo>
                  <a:lnTo>
                    <a:pt x="18618" y="90476"/>
                  </a:lnTo>
                  <a:lnTo>
                    <a:pt x="16261" y="95227"/>
                  </a:lnTo>
                  <a:lnTo>
                    <a:pt x="14056" y="100049"/>
                  </a:lnTo>
                  <a:lnTo>
                    <a:pt x="12005" y="104939"/>
                  </a:lnTo>
                  <a:lnTo>
                    <a:pt x="10110" y="109892"/>
                  </a:lnTo>
                  <a:lnTo>
                    <a:pt x="8373" y="114902"/>
                  </a:lnTo>
                  <a:lnTo>
                    <a:pt x="6796" y="119965"/>
                  </a:lnTo>
                  <a:lnTo>
                    <a:pt x="5380" y="125075"/>
                  </a:lnTo>
                  <a:lnTo>
                    <a:pt x="4127" y="130228"/>
                  </a:lnTo>
                  <a:lnTo>
                    <a:pt x="3038" y="135418"/>
                  </a:lnTo>
                  <a:lnTo>
                    <a:pt x="2114" y="140639"/>
                  </a:lnTo>
                  <a:lnTo>
                    <a:pt x="1357" y="145888"/>
                  </a:lnTo>
                  <a:lnTo>
                    <a:pt x="766" y="151158"/>
                  </a:lnTo>
                  <a:lnTo>
                    <a:pt x="342" y="156443"/>
                  </a:lnTo>
                  <a:lnTo>
                    <a:pt x="87" y="161740"/>
                  </a:lnTo>
                  <a:lnTo>
                    <a:pt x="0" y="167042"/>
                  </a:lnTo>
                  <a:lnTo>
                    <a:pt x="80" y="172344"/>
                  </a:lnTo>
                  <a:lnTo>
                    <a:pt x="329" y="177641"/>
                  </a:lnTo>
                  <a:lnTo>
                    <a:pt x="746" y="182928"/>
                  </a:lnTo>
                  <a:lnTo>
                    <a:pt x="1330" y="188198"/>
                  </a:lnTo>
                  <a:lnTo>
                    <a:pt x="2081" y="193447"/>
                  </a:lnTo>
                  <a:lnTo>
                    <a:pt x="2999" y="198670"/>
                  </a:lnTo>
                  <a:lnTo>
                    <a:pt x="4081" y="203861"/>
                  </a:lnTo>
                  <a:lnTo>
                    <a:pt x="5328" y="209016"/>
                  </a:lnTo>
                  <a:lnTo>
                    <a:pt x="6737" y="214128"/>
                  </a:lnTo>
                  <a:lnTo>
                    <a:pt x="8308" y="219193"/>
                  </a:lnTo>
                  <a:lnTo>
                    <a:pt x="10039" y="224205"/>
                  </a:lnTo>
                  <a:lnTo>
                    <a:pt x="11928" y="229160"/>
                  </a:lnTo>
                  <a:lnTo>
                    <a:pt x="13973" y="234053"/>
                  </a:lnTo>
                  <a:lnTo>
                    <a:pt x="16172" y="238878"/>
                  </a:lnTo>
                  <a:lnTo>
                    <a:pt x="18523" y="243631"/>
                  </a:lnTo>
                  <a:lnTo>
                    <a:pt x="21024" y="248307"/>
                  </a:lnTo>
                  <a:lnTo>
                    <a:pt x="23671" y="252902"/>
                  </a:lnTo>
                  <a:lnTo>
                    <a:pt x="26463" y="257410"/>
                  </a:lnTo>
                  <a:lnTo>
                    <a:pt x="29397" y="261827"/>
                  </a:lnTo>
                  <a:lnTo>
                    <a:pt x="32470" y="266149"/>
                  </a:lnTo>
                  <a:lnTo>
                    <a:pt x="35677" y="270372"/>
                  </a:lnTo>
                  <a:lnTo>
                    <a:pt x="39018" y="274490"/>
                  </a:lnTo>
                  <a:lnTo>
                    <a:pt x="42487" y="278501"/>
                  </a:lnTo>
                  <a:lnTo>
                    <a:pt x="46081" y="282399"/>
                  </a:lnTo>
                  <a:lnTo>
                    <a:pt x="49798" y="286182"/>
                  </a:lnTo>
                  <a:lnTo>
                    <a:pt x="53632" y="289845"/>
                  </a:lnTo>
                  <a:lnTo>
                    <a:pt x="57581" y="293384"/>
                  </a:lnTo>
                  <a:lnTo>
                    <a:pt x="61640" y="296796"/>
                  </a:lnTo>
                  <a:lnTo>
                    <a:pt x="65806" y="300078"/>
                  </a:lnTo>
                  <a:lnTo>
                    <a:pt x="70073" y="303226"/>
                  </a:lnTo>
                  <a:lnTo>
                    <a:pt x="74438" y="306237"/>
                  </a:lnTo>
                  <a:lnTo>
                    <a:pt x="78896" y="309108"/>
                  </a:lnTo>
                  <a:lnTo>
                    <a:pt x="83443" y="311837"/>
                  </a:lnTo>
                  <a:lnTo>
                    <a:pt x="88075" y="314419"/>
                  </a:lnTo>
                  <a:lnTo>
                    <a:pt x="92785" y="316854"/>
                  </a:lnTo>
                  <a:lnTo>
                    <a:pt x="97571" y="319138"/>
                  </a:lnTo>
                  <a:lnTo>
                    <a:pt x="102427" y="321269"/>
                  </a:lnTo>
                  <a:lnTo>
                    <a:pt x="107348" y="323244"/>
                  </a:lnTo>
                  <a:lnTo>
                    <a:pt x="112329" y="325063"/>
                  </a:lnTo>
                  <a:lnTo>
                    <a:pt x="117365" y="326723"/>
                  </a:lnTo>
                  <a:lnTo>
                    <a:pt x="122452" y="328222"/>
                  </a:lnTo>
                  <a:lnTo>
                    <a:pt x="127583" y="329560"/>
                  </a:lnTo>
                  <a:lnTo>
                    <a:pt x="132755" y="330733"/>
                  </a:lnTo>
                  <a:lnTo>
                    <a:pt x="137960" y="331742"/>
                  </a:lnTo>
                  <a:lnTo>
                    <a:pt x="143196" y="332586"/>
                  </a:lnTo>
                  <a:lnTo>
                    <a:pt x="148455" y="333263"/>
                  </a:lnTo>
                  <a:lnTo>
                    <a:pt x="153733" y="333773"/>
                  </a:lnTo>
                  <a:lnTo>
                    <a:pt x="159025" y="334115"/>
                  </a:lnTo>
                  <a:lnTo>
                    <a:pt x="164325" y="334289"/>
                  </a:lnTo>
                  <a:lnTo>
                    <a:pt x="169628" y="334296"/>
                  </a:lnTo>
                  <a:lnTo>
                    <a:pt x="174928" y="334133"/>
                  </a:lnTo>
                  <a:lnTo>
                    <a:pt x="180221" y="333803"/>
                  </a:lnTo>
                  <a:lnTo>
                    <a:pt x="185500" y="333305"/>
                  </a:lnTo>
                  <a:lnTo>
                    <a:pt x="190761" y="332640"/>
                  </a:lnTo>
                  <a:lnTo>
                    <a:pt x="195998" y="331809"/>
                  </a:lnTo>
                  <a:lnTo>
                    <a:pt x="201206" y="330811"/>
                  </a:lnTo>
                  <a:lnTo>
                    <a:pt x="206380" y="329649"/>
                  </a:lnTo>
                  <a:lnTo>
                    <a:pt x="211515" y="328324"/>
                  </a:lnTo>
                  <a:lnTo>
                    <a:pt x="216605" y="326836"/>
                  </a:lnTo>
                  <a:lnTo>
                    <a:pt x="221645" y="325188"/>
                  </a:lnTo>
                  <a:lnTo>
                    <a:pt x="226630" y="323380"/>
                  </a:lnTo>
                  <a:lnTo>
                    <a:pt x="231555" y="321416"/>
                  </a:lnTo>
                  <a:lnTo>
                    <a:pt x="236416" y="319296"/>
                  </a:lnTo>
                  <a:lnTo>
                    <a:pt x="241207" y="317023"/>
                  </a:lnTo>
                  <a:lnTo>
                    <a:pt x="245923" y="314599"/>
                  </a:lnTo>
                  <a:lnTo>
                    <a:pt x="250561" y="312027"/>
                  </a:lnTo>
                  <a:lnTo>
                    <a:pt x="255114" y="309309"/>
                  </a:lnTo>
                  <a:lnTo>
                    <a:pt x="259579" y="306448"/>
                  </a:lnTo>
                  <a:lnTo>
                    <a:pt x="263951" y="303447"/>
                  </a:lnTo>
                  <a:lnTo>
                    <a:pt x="268225" y="300309"/>
                  </a:lnTo>
                  <a:lnTo>
                    <a:pt x="272398" y="297036"/>
                  </a:lnTo>
                  <a:lnTo>
                    <a:pt x="276465" y="293633"/>
                  </a:lnTo>
                  <a:lnTo>
                    <a:pt x="280421" y="290103"/>
                  </a:lnTo>
                  <a:lnTo>
                    <a:pt x="284264" y="286449"/>
                  </a:lnTo>
                  <a:lnTo>
                    <a:pt x="287989" y="282675"/>
                  </a:lnTo>
                  <a:lnTo>
                    <a:pt x="291593" y="278785"/>
                  </a:lnTo>
                  <a:lnTo>
                    <a:pt x="295071" y="274782"/>
                  </a:lnTo>
                  <a:lnTo>
                    <a:pt x="298421" y="270671"/>
                  </a:lnTo>
                  <a:lnTo>
                    <a:pt x="301638" y="266456"/>
                  </a:lnTo>
                  <a:lnTo>
                    <a:pt x="304720" y="262141"/>
                  </a:lnTo>
                  <a:lnTo>
                    <a:pt x="307664" y="257730"/>
                  </a:lnTo>
                  <a:lnTo>
                    <a:pt x="310467" y="253228"/>
                  </a:lnTo>
                  <a:lnTo>
                    <a:pt x="313125" y="248640"/>
                  </a:lnTo>
                  <a:lnTo>
                    <a:pt x="315636" y="243970"/>
                  </a:lnTo>
                  <a:lnTo>
                    <a:pt x="317998" y="239222"/>
                  </a:lnTo>
                  <a:lnTo>
                    <a:pt x="320208" y="234402"/>
                  </a:lnTo>
                  <a:lnTo>
                    <a:pt x="322264" y="229514"/>
                  </a:lnTo>
                  <a:lnTo>
                    <a:pt x="324165" y="224563"/>
                  </a:lnTo>
                  <a:lnTo>
                    <a:pt x="325907" y="219554"/>
                  </a:lnTo>
                  <a:lnTo>
                    <a:pt x="327489" y="214493"/>
                  </a:lnTo>
                  <a:lnTo>
                    <a:pt x="328910" y="209384"/>
                  </a:lnTo>
                  <a:lnTo>
                    <a:pt x="330168" y="204233"/>
                  </a:lnTo>
                  <a:lnTo>
                    <a:pt x="331263" y="199044"/>
                  </a:lnTo>
                  <a:lnTo>
                    <a:pt x="332192" y="193824"/>
                  </a:lnTo>
                  <a:lnTo>
                    <a:pt x="332955" y="188576"/>
                  </a:lnTo>
                  <a:lnTo>
                    <a:pt x="333551" y="183307"/>
                  </a:lnTo>
                  <a:lnTo>
                    <a:pt x="333980" y="178021"/>
                  </a:lnTo>
                  <a:lnTo>
                    <a:pt x="334241" y="172725"/>
                  </a:lnTo>
                  <a:lnTo>
                    <a:pt x="334334" y="167423"/>
                  </a:lnTo>
                  <a:lnTo>
                    <a:pt x="334259" y="162121"/>
                  </a:lnTo>
                  <a:lnTo>
                    <a:pt x="334015" y="156824"/>
                  </a:lnTo>
                  <a:lnTo>
                    <a:pt x="333604" y="151537"/>
                  </a:lnTo>
                  <a:lnTo>
                    <a:pt x="333025" y="146266"/>
                  </a:lnTo>
                  <a:lnTo>
                    <a:pt x="332279" y="141016"/>
                  </a:lnTo>
                  <a:lnTo>
                    <a:pt x="331368" y="135792"/>
                  </a:lnTo>
                  <a:lnTo>
                    <a:pt x="330290" y="130600"/>
                  </a:lnTo>
                  <a:lnTo>
                    <a:pt x="329049" y="125444"/>
                  </a:lnTo>
                  <a:lnTo>
                    <a:pt x="327645" y="120331"/>
                  </a:lnTo>
                  <a:lnTo>
                    <a:pt x="326079" y="115264"/>
                  </a:lnTo>
                  <a:lnTo>
                    <a:pt x="324354" y="110250"/>
                  </a:lnTo>
                  <a:lnTo>
                    <a:pt x="322470" y="105293"/>
                  </a:lnTo>
                  <a:lnTo>
                    <a:pt x="320430" y="100398"/>
                  </a:lnTo>
                  <a:lnTo>
                    <a:pt x="318236" y="95571"/>
                  </a:lnTo>
                  <a:lnTo>
                    <a:pt x="315890" y="90815"/>
                  </a:lnTo>
                  <a:lnTo>
                    <a:pt x="313394" y="86136"/>
                  </a:lnTo>
                  <a:lnTo>
                    <a:pt x="310751" y="81539"/>
                  </a:lnTo>
                  <a:lnTo>
                    <a:pt x="307964" y="77028"/>
                  </a:lnTo>
                  <a:lnTo>
                    <a:pt x="305034" y="72608"/>
                  </a:lnTo>
                  <a:lnTo>
                    <a:pt x="301967" y="68283"/>
                  </a:lnTo>
                  <a:lnTo>
                    <a:pt x="298763" y="64057"/>
                  </a:lnTo>
                  <a:lnTo>
                    <a:pt x="295427" y="59935"/>
                  </a:lnTo>
                  <a:lnTo>
                    <a:pt x="291962" y="55921"/>
                  </a:lnTo>
                  <a:lnTo>
                    <a:pt x="288371" y="52018"/>
                  </a:lnTo>
                  <a:lnTo>
                    <a:pt x="284659" y="48232"/>
                  </a:lnTo>
                  <a:lnTo>
                    <a:pt x="280828" y="44565"/>
                  </a:lnTo>
                  <a:lnTo>
                    <a:pt x="276883" y="41022"/>
                  </a:lnTo>
                  <a:lnTo>
                    <a:pt x="272827" y="37605"/>
                  </a:lnTo>
                  <a:lnTo>
                    <a:pt x="268666" y="34319"/>
                  </a:lnTo>
                  <a:lnTo>
                    <a:pt x="264402" y="31167"/>
                  </a:lnTo>
                  <a:lnTo>
                    <a:pt x="260040" y="28151"/>
                  </a:lnTo>
                  <a:lnTo>
                    <a:pt x="255584" y="25275"/>
                  </a:lnTo>
                  <a:lnTo>
                    <a:pt x="251040" y="22542"/>
                  </a:lnTo>
                  <a:lnTo>
                    <a:pt x="246411" y="19955"/>
                  </a:lnTo>
                  <a:lnTo>
                    <a:pt x="241703" y="17516"/>
                  </a:lnTo>
                  <a:lnTo>
                    <a:pt x="236920" y="15227"/>
                  </a:lnTo>
                  <a:lnTo>
                    <a:pt x="232066" y="13091"/>
                  </a:lnTo>
                  <a:lnTo>
                    <a:pt x="227147" y="11110"/>
                  </a:lnTo>
                  <a:lnTo>
                    <a:pt x="222168" y="9286"/>
                  </a:lnTo>
                  <a:lnTo>
                    <a:pt x="217133" y="7621"/>
                  </a:lnTo>
                  <a:lnTo>
                    <a:pt x="212048" y="6116"/>
                  </a:lnTo>
                  <a:lnTo>
                    <a:pt x="206918" y="4774"/>
                  </a:lnTo>
                  <a:lnTo>
                    <a:pt x="201748" y="3595"/>
                  </a:lnTo>
                  <a:lnTo>
                    <a:pt x="196543" y="2580"/>
                  </a:lnTo>
                  <a:lnTo>
                    <a:pt x="191309" y="1731"/>
                  </a:lnTo>
                  <a:lnTo>
                    <a:pt x="186050" y="1049"/>
                  </a:lnTo>
                  <a:lnTo>
                    <a:pt x="180773" y="533"/>
                  </a:lnTo>
                  <a:lnTo>
                    <a:pt x="175481" y="186"/>
                  </a:lnTo>
                  <a:lnTo>
                    <a:pt x="170182" y="6"/>
                  </a:lnTo>
                  <a:lnTo>
                    <a:pt x="167167" y="1671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983779" y="3170392"/>
              <a:ext cx="3014" cy="167167"/>
            </a:xfrm>
            <a:custGeom>
              <a:avLst/>
              <a:pathLst>
                <a:path w="3014" h="167167">
                  <a:moveTo>
                    <a:pt x="3014" y="2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923495" y="265550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0417" y="2655501"/>
              <a:ext cx="33078" cy="167167"/>
            </a:xfrm>
            <a:custGeom>
              <a:avLst/>
              <a:pathLst>
                <a:path w="33078" h="167167">
                  <a:moveTo>
                    <a:pt x="33078" y="0"/>
                  </a:moveTo>
                  <a:lnTo>
                    <a:pt x="26420" y="132"/>
                  </a:lnTo>
                  <a:lnTo>
                    <a:pt x="19773" y="530"/>
                  </a:lnTo>
                  <a:lnTo>
                    <a:pt x="13146" y="1192"/>
                  </a:lnTo>
                  <a:lnTo>
                    <a:pt x="6552" y="2117"/>
                  </a:lnTo>
                  <a:lnTo>
                    <a:pt x="0" y="3305"/>
                  </a:lnTo>
                  <a:lnTo>
                    <a:pt x="3307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0417" y="2658807"/>
              <a:ext cx="33078" cy="163862"/>
            </a:xfrm>
            <a:custGeom>
              <a:avLst/>
              <a:pathLst>
                <a:path w="33078" h="163862">
                  <a:moveTo>
                    <a:pt x="0" y="0"/>
                  </a:moveTo>
                  <a:lnTo>
                    <a:pt x="33078" y="16386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0417" y="2658807"/>
              <a:ext cx="33078" cy="163862"/>
            </a:xfrm>
            <a:custGeom>
              <a:avLst/>
              <a:pathLst>
                <a:path w="33078" h="163862">
                  <a:moveTo>
                    <a:pt x="0" y="0"/>
                  </a:moveTo>
                  <a:lnTo>
                    <a:pt x="33078" y="16386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0417" y="2658807"/>
              <a:ext cx="33078" cy="163862"/>
            </a:xfrm>
            <a:custGeom>
              <a:avLst/>
              <a:pathLst>
                <a:path w="33078" h="163862">
                  <a:moveTo>
                    <a:pt x="0" y="0"/>
                  </a:moveTo>
                  <a:lnTo>
                    <a:pt x="33078" y="1638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0417" y="2658807"/>
              <a:ext cx="33078" cy="163862"/>
            </a:xfrm>
            <a:custGeom>
              <a:avLst/>
              <a:pathLst>
                <a:path w="33078" h="163862">
                  <a:moveTo>
                    <a:pt x="0" y="0"/>
                  </a:moveTo>
                  <a:lnTo>
                    <a:pt x="33078" y="1638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0417" y="2658807"/>
              <a:ext cx="33078" cy="163862"/>
            </a:xfrm>
            <a:custGeom>
              <a:avLst/>
              <a:pathLst>
                <a:path w="33078" h="163862">
                  <a:moveTo>
                    <a:pt x="0" y="0"/>
                  </a:moveTo>
                  <a:lnTo>
                    <a:pt x="33078" y="1638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0417" y="2658807"/>
              <a:ext cx="33078" cy="163862"/>
            </a:xfrm>
            <a:custGeom>
              <a:avLst/>
              <a:pathLst>
                <a:path w="33078" h="163862">
                  <a:moveTo>
                    <a:pt x="0" y="0"/>
                  </a:moveTo>
                  <a:lnTo>
                    <a:pt x="33078" y="1638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0417" y="2658807"/>
              <a:ext cx="33078" cy="163862"/>
            </a:xfrm>
            <a:custGeom>
              <a:avLst/>
              <a:pathLst>
                <a:path w="33078" h="163862">
                  <a:moveTo>
                    <a:pt x="0" y="0"/>
                  </a:moveTo>
                  <a:lnTo>
                    <a:pt x="33078" y="1638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0417" y="2658807"/>
              <a:ext cx="33078" cy="163862"/>
            </a:xfrm>
            <a:custGeom>
              <a:avLst/>
              <a:pathLst>
                <a:path w="33078" h="163862">
                  <a:moveTo>
                    <a:pt x="0" y="0"/>
                  </a:moveTo>
                  <a:lnTo>
                    <a:pt x="33078" y="16386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0417" y="2658807"/>
              <a:ext cx="33078" cy="163862"/>
            </a:xfrm>
            <a:custGeom>
              <a:avLst/>
              <a:pathLst>
                <a:path w="33078" h="163862">
                  <a:moveTo>
                    <a:pt x="0" y="0"/>
                  </a:moveTo>
                  <a:lnTo>
                    <a:pt x="33078" y="16386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0417" y="2658807"/>
              <a:ext cx="33078" cy="163862"/>
            </a:xfrm>
            <a:custGeom>
              <a:avLst/>
              <a:pathLst>
                <a:path w="33078" h="163862">
                  <a:moveTo>
                    <a:pt x="0" y="0"/>
                  </a:moveTo>
                  <a:lnTo>
                    <a:pt x="33078" y="16386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0417" y="2658807"/>
              <a:ext cx="33078" cy="163862"/>
            </a:xfrm>
            <a:custGeom>
              <a:avLst/>
              <a:pathLst>
                <a:path w="33078" h="163862">
                  <a:moveTo>
                    <a:pt x="0" y="0"/>
                  </a:moveTo>
                  <a:lnTo>
                    <a:pt x="33078" y="16386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0417" y="2658807"/>
              <a:ext cx="33078" cy="163862"/>
            </a:xfrm>
            <a:custGeom>
              <a:avLst/>
              <a:pathLst>
                <a:path w="33078" h="163862">
                  <a:moveTo>
                    <a:pt x="0" y="0"/>
                  </a:moveTo>
                  <a:lnTo>
                    <a:pt x="33078" y="1638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0417" y="2658807"/>
              <a:ext cx="33078" cy="163862"/>
            </a:xfrm>
            <a:custGeom>
              <a:avLst/>
              <a:pathLst>
                <a:path w="33078" h="163862">
                  <a:moveTo>
                    <a:pt x="0" y="0"/>
                  </a:moveTo>
                  <a:lnTo>
                    <a:pt x="33078" y="1638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90417" y="2658807"/>
              <a:ext cx="33078" cy="163862"/>
            </a:xfrm>
            <a:custGeom>
              <a:avLst/>
              <a:pathLst>
                <a:path w="33078" h="163862">
                  <a:moveTo>
                    <a:pt x="0" y="0"/>
                  </a:moveTo>
                  <a:lnTo>
                    <a:pt x="33078" y="1638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90417" y="2658807"/>
              <a:ext cx="33078" cy="163862"/>
            </a:xfrm>
            <a:custGeom>
              <a:avLst/>
              <a:pathLst>
                <a:path w="33078" h="163862">
                  <a:moveTo>
                    <a:pt x="0" y="0"/>
                  </a:moveTo>
                  <a:lnTo>
                    <a:pt x="33078" y="1638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90417" y="2658807"/>
              <a:ext cx="33078" cy="163862"/>
            </a:xfrm>
            <a:custGeom>
              <a:avLst/>
              <a:pathLst>
                <a:path w="33078" h="163862">
                  <a:moveTo>
                    <a:pt x="0" y="0"/>
                  </a:moveTo>
                  <a:lnTo>
                    <a:pt x="33078" y="16386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90417" y="2658807"/>
              <a:ext cx="33078" cy="163862"/>
            </a:xfrm>
            <a:custGeom>
              <a:avLst/>
              <a:pathLst>
                <a:path w="33078" h="163862">
                  <a:moveTo>
                    <a:pt x="0" y="0"/>
                  </a:moveTo>
                  <a:lnTo>
                    <a:pt x="33078" y="1638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90417" y="2658807"/>
              <a:ext cx="33078" cy="163862"/>
            </a:xfrm>
            <a:custGeom>
              <a:avLst/>
              <a:pathLst>
                <a:path w="33078" h="163862">
                  <a:moveTo>
                    <a:pt x="0" y="0"/>
                  </a:moveTo>
                  <a:lnTo>
                    <a:pt x="33078" y="1638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90417" y="2658807"/>
              <a:ext cx="33078" cy="163862"/>
            </a:xfrm>
            <a:custGeom>
              <a:avLst/>
              <a:pathLst>
                <a:path w="33078" h="163862">
                  <a:moveTo>
                    <a:pt x="0" y="0"/>
                  </a:moveTo>
                  <a:lnTo>
                    <a:pt x="33078" y="1638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90417" y="2658807"/>
              <a:ext cx="33078" cy="163862"/>
            </a:xfrm>
            <a:custGeom>
              <a:avLst/>
              <a:pathLst>
                <a:path w="33078" h="163862">
                  <a:moveTo>
                    <a:pt x="0" y="0"/>
                  </a:moveTo>
                  <a:lnTo>
                    <a:pt x="33078" y="1638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90417" y="2658807"/>
              <a:ext cx="33078" cy="163862"/>
            </a:xfrm>
            <a:custGeom>
              <a:avLst/>
              <a:pathLst>
                <a:path w="33078" h="163862">
                  <a:moveTo>
                    <a:pt x="0" y="0"/>
                  </a:moveTo>
                  <a:lnTo>
                    <a:pt x="33078" y="1638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90417" y="2658807"/>
              <a:ext cx="33078" cy="163862"/>
            </a:xfrm>
            <a:custGeom>
              <a:avLst/>
              <a:pathLst>
                <a:path w="33078" h="163862">
                  <a:moveTo>
                    <a:pt x="0" y="0"/>
                  </a:moveTo>
                  <a:lnTo>
                    <a:pt x="33078" y="1638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90417" y="2658807"/>
              <a:ext cx="33078" cy="163862"/>
            </a:xfrm>
            <a:custGeom>
              <a:avLst/>
              <a:pathLst>
                <a:path w="33078" h="163862">
                  <a:moveTo>
                    <a:pt x="0" y="0"/>
                  </a:moveTo>
                  <a:lnTo>
                    <a:pt x="33078" y="1638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890417" y="2658807"/>
              <a:ext cx="33078" cy="163862"/>
            </a:xfrm>
            <a:custGeom>
              <a:avLst/>
              <a:pathLst>
                <a:path w="33078" h="163862">
                  <a:moveTo>
                    <a:pt x="0" y="0"/>
                  </a:moveTo>
                  <a:lnTo>
                    <a:pt x="33078" y="1638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890417" y="2658807"/>
              <a:ext cx="33078" cy="163862"/>
            </a:xfrm>
            <a:custGeom>
              <a:avLst/>
              <a:pathLst>
                <a:path w="33078" h="163862">
                  <a:moveTo>
                    <a:pt x="0" y="0"/>
                  </a:moveTo>
                  <a:lnTo>
                    <a:pt x="33078" y="1638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56333" y="2658807"/>
              <a:ext cx="334320" cy="331025"/>
            </a:xfrm>
            <a:custGeom>
              <a:avLst/>
              <a:pathLst>
                <a:path w="334320" h="331025">
                  <a:moveTo>
                    <a:pt x="134083" y="0"/>
                  </a:moveTo>
                  <a:lnTo>
                    <a:pt x="128905" y="1131"/>
                  </a:lnTo>
                  <a:lnTo>
                    <a:pt x="123764" y="2425"/>
                  </a:lnTo>
                  <a:lnTo>
                    <a:pt x="118668" y="3883"/>
                  </a:lnTo>
                  <a:lnTo>
                    <a:pt x="113620" y="5501"/>
                  </a:lnTo>
                  <a:lnTo>
                    <a:pt x="108626" y="7278"/>
                  </a:lnTo>
                  <a:lnTo>
                    <a:pt x="103691" y="9212"/>
                  </a:lnTo>
                  <a:lnTo>
                    <a:pt x="98819" y="11302"/>
                  </a:lnTo>
                  <a:lnTo>
                    <a:pt x="94017" y="13546"/>
                  </a:lnTo>
                  <a:lnTo>
                    <a:pt x="89288" y="15941"/>
                  </a:lnTo>
                  <a:lnTo>
                    <a:pt x="84637" y="18484"/>
                  </a:lnTo>
                  <a:lnTo>
                    <a:pt x="80069" y="21174"/>
                  </a:lnTo>
                  <a:lnTo>
                    <a:pt x="75589" y="24007"/>
                  </a:lnTo>
                  <a:lnTo>
                    <a:pt x="71200" y="26981"/>
                  </a:lnTo>
                  <a:lnTo>
                    <a:pt x="66909" y="30092"/>
                  </a:lnTo>
                  <a:lnTo>
                    <a:pt x="62718" y="33338"/>
                  </a:lnTo>
                  <a:lnTo>
                    <a:pt x="58632" y="36715"/>
                  </a:lnTo>
                  <a:lnTo>
                    <a:pt x="54655" y="40220"/>
                  </a:lnTo>
                  <a:lnTo>
                    <a:pt x="50792" y="43849"/>
                  </a:lnTo>
                  <a:lnTo>
                    <a:pt x="47045" y="47599"/>
                  </a:lnTo>
                  <a:lnTo>
                    <a:pt x="43419" y="51466"/>
                  </a:lnTo>
                  <a:lnTo>
                    <a:pt x="39918" y="55446"/>
                  </a:lnTo>
                  <a:lnTo>
                    <a:pt x="36544" y="59535"/>
                  </a:lnTo>
                  <a:lnTo>
                    <a:pt x="33302" y="63728"/>
                  </a:lnTo>
                  <a:lnTo>
                    <a:pt x="30195" y="68023"/>
                  </a:lnTo>
                  <a:lnTo>
                    <a:pt x="27225" y="72414"/>
                  </a:lnTo>
                  <a:lnTo>
                    <a:pt x="24396" y="76896"/>
                  </a:lnTo>
                  <a:lnTo>
                    <a:pt x="21710" y="81467"/>
                  </a:lnTo>
                  <a:lnTo>
                    <a:pt x="19171" y="86120"/>
                  </a:lnTo>
                  <a:lnTo>
                    <a:pt x="16781" y="90851"/>
                  </a:lnTo>
                  <a:lnTo>
                    <a:pt x="14541" y="95656"/>
                  </a:lnTo>
                  <a:lnTo>
                    <a:pt x="12456" y="100529"/>
                  </a:lnTo>
                  <a:lnTo>
                    <a:pt x="10525" y="105466"/>
                  </a:lnTo>
                  <a:lnTo>
                    <a:pt x="8753" y="110461"/>
                  </a:lnTo>
                  <a:lnTo>
                    <a:pt x="7139" y="115511"/>
                  </a:lnTo>
                  <a:lnTo>
                    <a:pt x="5687" y="120609"/>
                  </a:lnTo>
                  <a:lnTo>
                    <a:pt x="4397" y="125750"/>
                  </a:lnTo>
                  <a:lnTo>
                    <a:pt x="3270" y="130930"/>
                  </a:lnTo>
                  <a:lnTo>
                    <a:pt x="2308" y="136143"/>
                  </a:lnTo>
                  <a:lnTo>
                    <a:pt x="1512" y="141383"/>
                  </a:lnTo>
                  <a:lnTo>
                    <a:pt x="883" y="146647"/>
                  </a:lnTo>
                  <a:lnTo>
                    <a:pt x="421" y="151927"/>
                  </a:lnTo>
                  <a:lnTo>
                    <a:pt x="126" y="157220"/>
                  </a:lnTo>
                  <a:lnTo>
                    <a:pt x="0" y="162519"/>
                  </a:lnTo>
                  <a:lnTo>
                    <a:pt x="41" y="167820"/>
                  </a:lnTo>
                  <a:lnTo>
                    <a:pt x="251" y="173117"/>
                  </a:lnTo>
                  <a:lnTo>
                    <a:pt x="628" y="178404"/>
                  </a:lnTo>
                  <a:lnTo>
                    <a:pt x="1173" y="183677"/>
                  </a:lnTo>
                  <a:lnTo>
                    <a:pt x="1884" y="188930"/>
                  </a:lnTo>
                  <a:lnTo>
                    <a:pt x="2762" y="194157"/>
                  </a:lnTo>
                  <a:lnTo>
                    <a:pt x="3806" y="199355"/>
                  </a:lnTo>
                  <a:lnTo>
                    <a:pt x="5013" y="204516"/>
                  </a:lnTo>
                  <a:lnTo>
                    <a:pt x="6383" y="209637"/>
                  </a:lnTo>
                  <a:lnTo>
                    <a:pt x="7916" y="214711"/>
                  </a:lnTo>
                  <a:lnTo>
                    <a:pt x="9608" y="219735"/>
                  </a:lnTo>
                  <a:lnTo>
                    <a:pt x="11459" y="224702"/>
                  </a:lnTo>
                  <a:lnTo>
                    <a:pt x="13466" y="229608"/>
                  </a:lnTo>
                  <a:lnTo>
                    <a:pt x="15628" y="234448"/>
                  </a:lnTo>
                  <a:lnTo>
                    <a:pt x="17942" y="239217"/>
                  </a:lnTo>
                  <a:lnTo>
                    <a:pt x="20406" y="243910"/>
                  </a:lnTo>
                  <a:lnTo>
                    <a:pt x="23018" y="248523"/>
                  </a:lnTo>
                  <a:lnTo>
                    <a:pt x="25775" y="253051"/>
                  </a:lnTo>
                  <a:lnTo>
                    <a:pt x="28674" y="257489"/>
                  </a:lnTo>
                  <a:lnTo>
                    <a:pt x="31712" y="261833"/>
                  </a:lnTo>
                  <a:lnTo>
                    <a:pt x="34886" y="266078"/>
                  </a:lnTo>
                  <a:lnTo>
                    <a:pt x="38193" y="270220"/>
                  </a:lnTo>
                  <a:lnTo>
                    <a:pt x="41630" y="274256"/>
                  </a:lnTo>
                  <a:lnTo>
                    <a:pt x="45194" y="278180"/>
                  </a:lnTo>
                  <a:lnTo>
                    <a:pt x="48880" y="281990"/>
                  </a:lnTo>
                  <a:lnTo>
                    <a:pt x="52684" y="285681"/>
                  </a:lnTo>
                  <a:lnTo>
                    <a:pt x="56604" y="289249"/>
                  </a:lnTo>
                  <a:lnTo>
                    <a:pt x="60635" y="292692"/>
                  </a:lnTo>
                  <a:lnTo>
                    <a:pt x="64774" y="296004"/>
                  </a:lnTo>
                  <a:lnTo>
                    <a:pt x="69015" y="299184"/>
                  </a:lnTo>
                  <a:lnTo>
                    <a:pt x="73355" y="302228"/>
                  </a:lnTo>
                  <a:lnTo>
                    <a:pt x="77789" y="305133"/>
                  </a:lnTo>
                  <a:lnTo>
                    <a:pt x="82313" y="307895"/>
                  </a:lnTo>
                  <a:lnTo>
                    <a:pt x="86922" y="310513"/>
                  </a:lnTo>
                  <a:lnTo>
                    <a:pt x="91612" y="312983"/>
                  </a:lnTo>
                  <a:lnTo>
                    <a:pt x="96378" y="315304"/>
                  </a:lnTo>
                  <a:lnTo>
                    <a:pt x="101215" y="317472"/>
                  </a:lnTo>
                  <a:lnTo>
                    <a:pt x="106119" y="319485"/>
                  </a:lnTo>
                  <a:lnTo>
                    <a:pt x="111084" y="321343"/>
                  </a:lnTo>
                  <a:lnTo>
                    <a:pt x="116105" y="323041"/>
                  </a:lnTo>
                  <a:lnTo>
                    <a:pt x="121178" y="324580"/>
                  </a:lnTo>
                  <a:lnTo>
                    <a:pt x="126297" y="325957"/>
                  </a:lnTo>
                  <a:lnTo>
                    <a:pt x="131456" y="327171"/>
                  </a:lnTo>
                  <a:lnTo>
                    <a:pt x="136652" y="328221"/>
                  </a:lnTo>
                  <a:lnTo>
                    <a:pt x="141879" y="329106"/>
                  </a:lnTo>
                  <a:lnTo>
                    <a:pt x="147131" y="329825"/>
                  </a:lnTo>
                  <a:lnTo>
                    <a:pt x="152403" y="330376"/>
                  </a:lnTo>
                  <a:lnTo>
                    <a:pt x="157690" y="330760"/>
                  </a:lnTo>
                  <a:lnTo>
                    <a:pt x="162986" y="330977"/>
                  </a:lnTo>
                  <a:lnTo>
                    <a:pt x="168287" y="331025"/>
                  </a:lnTo>
                  <a:lnTo>
                    <a:pt x="173586" y="330906"/>
                  </a:lnTo>
                  <a:lnTo>
                    <a:pt x="178879" y="330618"/>
                  </a:lnTo>
                  <a:lnTo>
                    <a:pt x="184160" y="330163"/>
                  </a:lnTo>
                  <a:lnTo>
                    <a:pt x="189425" y="329540"/>
                  </a:lnTo>
                  <a:lnTo>
                    <a:pt x="194666" y="328751"/>
                  </a:lnTo>
                  <a:lnTo>
                    <a:pt x="199881" y="327796"/>
                  </a:lnTo>
                  <a:lnTo>
                    <a:pt x="205062" y="326676"/>
                  </a:lnTo>
                  <a:lnTo>
                    <a:pt x="210205" y="325393"/>
                  </a:lnTo>
                  <a:lnTo>
                    <a:pt x="215305" y="323947"/>
                  </a:lnTo>
                  <a:lnTo>
                    <a:pt x="220356" y="322340"/>
                  </a:lnTo>
                  <a:lnTo>
                    <a:pt x="225354" y="320573"/>
                  </a:lnTo>
                  <a:lnTo>
                    <a:pt x="230293" y="318650"/>
                  </a:lnTo>
                  <a:lnTo>
                    <a:pt x="235169" y="316570"/>
                  </a:lnTo>
                  <a:lnTo>
                    <a:pt x="239977" y="314337"/>
                  </a:lnTo>
                  <a:lnTo>
                    <a:pt x="244711" y="311953"/>
                  </a:lnTo>
                  <a:lnTo>
                    <a:pt x="249368" y="309420"/>
                  </a:lnTo>
                  <a:lnTo>
                    <a:pt x="253941" y="306740"/>
                  </a:lnTo>
                  <a:lnTo>
                    <a:pt x="258428" y="303917"/>
                  </a:lnTo>
                  <a:lnTo>
                    <a:pt x="262822" y="300953"/>
                  </a:lnTo>
                  <a:lnTo>
                    <a:pt x="267121" y="297851"/>
                  </a:lnTo>
                  <a:lnTo>
                    <a:pt x="271319" y="294614"/>
                  </a:lnTo>
                  <a:lnTo>
                    <a:pt x="275412" y="291246"/>
                  </a:lnTo>
                  <a:lnTo>
                    <a:pt x="279397" y="287750"/>
                  </a:lnTo>
                  <a:lnTo>
                    <a:pt x="283268" y="284129"/>
                  </a:lnTo>
                  <a:lnTo>
                    <a:pt x="287023" y="280387"/>
                  </a:lnTo>
                  <a:lnTo>
                    <a:pt x="290657" y="276528"/>
                  </a:lnTo>
                  <a:lnTo>
                    <a:pt x="294167" y="272556"/>
                  </a:lnTo>
                  <a:lnTo>
                    <a:pt x="297550" y="268475"/>
                  </a:lnTo>
                  <a:lnTo>
                    <a:pt x="300801" y="264288"/>
                  </a:lnTo>
                  <a:lnTo>
                    <a:pt x="303918" y="260000"/>
                  </a:lnTo>
                  <a:lnTo>
                    <a:pt x="306897" y="255616"/>
                  </a:lnTo>
                  <a:lnTo>
                    <a:pt x="309736" y="251140"/>
                  </a:lnTo>
                  <a:lnTo>
                    <a:pt x="312432" y="246575"/>
                  </a:lnTo>
                  <a:lnTo>
                    <a:pt x="314981" y="241928"/>
                  </a:lnTo>
                  <a:lnTo>
                    <a:pt x="317382" y="237202"/>
                  </a:lnTo>
                  <a:lnTo>
                    <a:pt x="319632" y="232402"/>
                  </a:lnTo>
                  <a:lnTo>
                    <a:pt x="321728" y="227533"/>
                  </a:lnTo>
                  <a:lnTo>
                    <a:pt x="323669" y="222601"/>
                  </a:lnTo>
                  <a:lnTo>
                    <a:pt x="325453" y="217609"/>
                  </a:lnTo>
                  <a:lnTo>
                    <a:pt x="327078" y="212563"/>
                  </a:lnTo>
                  <a:lnTo>
                    <a:pt x="328541" y="207468"/>
                  </a:lnTo>
                  <a:lnTo>
                    <a:pt x="329843" y="202330"/>
                  </a:lnTo>
                  <a:lnTo>
                    <a:pt x="330981" y="197153"/>
                  </a:lnTo>
                  <a:lnTo>
                    <a:pt x="331954" y="191942"/>
                  </a:lnTo>
                  <a:lnTo>
                    <a:pt x="332761" y="186703"/>
                  </a:lnTo>
                  <a:lnTo>
                    <a:pt x="333402" y="181441"/>
                  </a:lnTo>
                  <a:lnTo>
                    <a:pt x="333876" y="176161"/>
                  </a:lnTo>
                  <a:lnTo>
                    <a:pt x="334182" y="170869"/>
                  </a:lnTo>
                  <a:lnTo>
                    <a:pt x="334320" y="165570"/>
                  </a:lnTo>
                  <a:lnTo>
                    <a:pt x="334290" y="160269"/>
                  </a:lnTo>
                  <a:lnTo>
                    <a:pt x="334092" y="154972"/>
                  </a:lnTo>
                  <a:lnTo>
                    <a:pt x="333727" y="149684"/>
                  </a:lnTo>
                  <a:lnTo>
                    <a:pt x="333193" y="144410"/>
                  </a:lnTo>
                  <a:lnTo>
                    <a:pt x="332493" y="139156"/>
                  </a:lnTo>
                  <a:lnTo>
                    <a:pt x="331627" y="133926"/>
                  </a:lnTo>
                  <a:lnTo>
                    <a:pt x="330595" y="128727"/>
                  </a:lnTo>
                  <a:lnTo>
                    <a:pt x="329399" y="123563"/>
                  </a:lnTo>
                  <a:lnTo>
                    <a:pt x="328040" y="118439"/>
                  </a:lnTo>
                  <a:lnTo>
                    <a:pt x="326519" y="113361"/>
                  </a:lnTo>
                  <a:lnTo>
                    <a:pt x="324837" y="108334"/>
                  </a:lnTo>
                  <a:lnTo>
                    <a:pt x="322997" y="103363"/>
                  </a:lnTo>
                  <a:lnTo>
                    <a:pt x="321001" y="98452"/>
                  </a:lnTo>
                  <a:lnTo>
                    <a:pt x="318850" y="93607"/>
                  </a:lnTo>
                  <a:lnTo>
                    <a:pt x="316546" y="88833"/>
                  </a:lnTo>
                  <a:lnTo>
                    <a:pt x="314092" y="84135"/>
                  </a:lnTo>
                  <a:lnTo>
                    <a:pt x="311490" y="79516"/>
                  </a:lnTo>
                  <a:lnTo>
                    <a:pt x="308744" y="74983"/>
                  </a:lnTo>
                  <a:lnTo>
                    <a:pt x="305854" y="70538"/>
                  </a:lnTo>
                  <a:lnTo>
                    <a:pt x="302826" y="66188"/>
                  </a:lnTo>
                  <a:lnTo>
                    <a:pt x="299661" y="61936"/>
                  </a:lnTo>
                  <a:lnTo>
                    <a:pt x="296362" y="57786"/>
                  </a:lnTo>
                  <a:lnTo>
                    <a:pt x="292934" y="53743"/>
                  </a:lnTo>
                  <a:lnTo>
                    <a:pt x="289380" y="49810"/>
                  </a:lnTo>
                  <a:lnTo>
                    <a:pt x="285702" y="45993"/>
                  </a:lnTo>
                  <a:lnTo>
                    <a:pt x="281905" y="42293"/>
                  </a:lnTo>
                  <a:lnTo>
                    <a:pt x="277993" y="38717"/>
                  </a:lnTo>
                  <a:lnTo>
                    <a:pt x="273970" y="35265"/>
                  </a:lnTo>
                  <a:lnTo>
                    <a:pt x="269839" y="31944"/>
                  </a:lnTo>
                  <a:lnTo>
                    <a:pt x="265605" y="28755"/>
                  </a:lnTo>
                  <a:lnTo>
                    <a:pt x="261271" y="25701"/>
                  </a:lnTo>
                  <a:lnTo>
                    <a:pt x="256844" y="22787"/>
                  </a:lnTo>
                  <a:lnTo>
                    <a:pt x="252326" y="20014"/>
                  </a:lnTo>
                  <a:lnTo>
                    <a:pt x="247722" y="17386"/>
                  </a:lnTo>
                  <a:lnTo>
                    <a:pt x="243037" y="14906"/>
                  </a:lnTo>
                  <a:lnTo>
                    <a:pt x="238277" y="12575"/>
                  </a:lnTo>
                  <a:lnTo>
                    <a:pt x="233444" y="10396"/>
                  </a:lnTo>
                  <a:lnTo>
                    <a:pt x="228545" y="8372"/>
                  </a:lnTo>
                  <a:lnTo>
                    <a:pt x="223584" y="6504"/>
                  </a:lnTo>
                  <a:lnTo>
                    <a:pt x="218567" y="4794"/>
                  </a:lnTo>
                  <a:lnTo>
                    <a:pt x="213498" y="3244"/>
                  </a:lnTo>
                  <a:lnTo>
                    <a:pt x="208382" y="1856"/>
                  </a:lnTo>
                  <a:lnTo>
                    <a:pt x="203224" y="630"/>
                  </a:lnTo>
                  <a:lnTo>
                    <a:pt x="167162" y="1638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23495" y="2655501"/>
              <a:ext cx="36062" cy="167167"/>
            </a:xfrm>
            <a:custGeom>
              <a:avLst/>
              <a:pathLst>
                <a:path w="36062" h="167167">
                  <a:moveTo>
                    <a:pt x="36062" y="3936"/>
                  </a:moveTo>
                  <a:lnTo>
                    <a:pt x="28932" y="2522"/>
                  </a:lnTo>
                  <a:lnTo>
                    <a:pt x="21747" y="1420"/>
                  </a:lnTo>
                  <a:lnTo>
                    <a:pt x="14521" y="631"/>
                  </a:lnTo>
                  <a:lnTo>
                    <a:pt x="7267" y="15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39282" y="2168369"/>
              <a:ext cx="6609" cy="167167"/>
            </a:xfrm>
            <a:custGeom>
              <a:avLst/>
              <a:pathLst>
                <a:path w="6609" h="167167">
                  <a:moveTo>
                    <a:pt x="6609" y="0"/>
                  </a:moveTo>
                  <a:lnTo>
                    <a:pt x="0" y="130"/>
                  </a:lnTo>
                  <a:lnTo>
                    <a:pt x="660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39282" y="2168499"/>
              <a:ext cx="6609" cy="167036"/>
            </a:xfrm>
            <a:custGeom>
              <a:avLst/>
              <a:pathLst>
                <a:path w="6609" h="167036">
                  <a:moveTo>
                    <a:pt x="0" y="0"/>
                  </a:moveTo>
                  <a:lnTo>
                    <a:pt x="6609" y="16703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39282" y="2168499"/>
              <a:ext cx="6609" cy="167036"/>
            </a:xfrm>
            <a:custGeom>
              <a:avLst/>
              <a:pathLst>
                <a:path w="6609" h="167036">
                  <a:moveTo>
                    <a:pt x="0" y="0"/>
                  </a:moveTo>
                  <a:lnTo>
                    <a:pt x="6609" y="1670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39282" y="2168499"/>
              <a:ext cx="6609" cy="167036"/>
            </a:xfrm>
            <a:custGeom>
              <a:avLst/>
              <a:pathLst>
                <a:path w="6609" h="167036">
                  <a:moveTo>
                    <a:pt x="0" y="0"/>
                  </a:moveTo>
                  <a:lnTo>
                    <a:pt x="6609" y="1670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39282" y="2168499"/>
              <a:ext cx="6609" cy="167036"/>
            </a:xfrm>
            <a:custGeom>
              <a:avLst/>
              <a:pathLst>
                <a:path w="6609" h="167036">
                  <a:moveTo>
                    <a:pt x="0" y="0"/>
                  </a:moveTo>
                  <a:lnTo>
                    <a:pt x="6609" y="1670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39282" y="2168499"/>
              <a:ext cx="6609" cy="167036"/>
            </a:xfrm>
            <a:custGeom>
              <a:avLst/>
              <a:pathLst>
                <a:path w="6609" h="167036">
                  <a:moveTo>
                    <a:pt x="0" y="0"/>
                  </a:moveTo>
                  <a:lnTo>
                    <a:pt x="6609" y="1670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39282" y="2168499"/>
              <a:ext cx="6609" cy="167036"/>
            </a:xfrm>
            <a:custGeom>
              <a:avLst/>
              <a:pathLst>
                <a:path w="6609" h="167036">
                  <a:moveTo>
                    <a:pt x="0" y="0"/>
                  </a:moveTo>
                  <a:lnTo>
                    <a:pt x="6609" y="1670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39282" y="2168499"/>
              <a:ext cx="6609" cy="167036"/>
            </a:xfrm>
            <a:custGeom>
              <a:avLst/>
              <a:pathLst>
                <a:path w="6609" h="167036">
                  <a:moveTo>
                    <a:pt x="0" y="0"/>
                  </a:moveTo>
                  <a:lnTo>
                    <a:pt x="6609" y="16703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39282" y="2168499"/>
              <a:ext cx="6609" cy="167036"/>
            </a:xfrm>
            <a:custGeom>
              <a:avLst/>
              <a:pathLst>
                <a:path w="6609" h="167036">
                  <a:moveTo>
                    <a:pt x="0" y="0"/>
                  </a:moveTo>
                  <a:lnTo>
                    <a:pt x="6609" y="16703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39282" y="2168499"/>
              <a:ext cx="6609" cy="167036"/>
            </a:xfrm>
            <a:custGeom>
              <a:avLst/>
              <a:pathLst>
                <a:path w="6609" h="167036">
                  <a:moveTo>
                    <a:pt x="0" y="0"/>
                  </a:moveTo>
                  <a:lnTo>
                    <a:pt x="6609" y="16703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39282" y="2168499"/>
              <a:ext cx="6609" cy="167036"/>
            </a:xfrm>
            <a:custGeom>
              <a:avLst/>
              <a:pathLst>
                <a:path w="6609" h="167036">
                  <a:moveTo>
                    <a:pt x="0" y="0"/>
                  </a:moveTo>
                  <a:lnTo>
                    <a:pt x="6609" y="16703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39282" y="2168499"/>
              <a:ext cx="6609" cy="167036"/>
            </a:xfrm>
            <a:custGeom>
              <a:avLst/>
              <a:pathLst>
                <a:path w="6609" h="167036">
                  <a:moveTo>
                    <a:pt x="0" y="0"/>
                  </a:moveTo>
                  <a:lnTo>
                    <a:pt x="6609" y="1670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39282" y="2168499"/>
              <a:ext cx="6609" cy="167036"/>
            </a:xfrm>
            <a:custGeom>
              <a:avLst/>
              <a:pathLst>
                <a:path w="6609" h="167036">
                  <a:moveTo>
                    <a:pt x="0" y="0"/>
                  </a:moveTo>
                  <a:lnTo>
                    <a:pt x="6609" y="1670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39282" y="2168499"/>
              <a:ext cx="6609" cy="167036"/>
            </a:xfrm>
            <a:custGeom>
              <a:avLst/>
              <a:pathLst>
                <a:path w="6609" h="167036">
                  <a:moveTo>
                    <a:pt x="0" y="0"/>
                  </a:moveTo>
                  <a:lnTo>
                    <a:pt x="6609" y="1670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39282" y="2168499"/>
              <a:ext cx="6609" cy="167036"/>
            </a:xfrm>
            <a:custGeom>
              <a:avLst/>
              <a:pathLst>
                <a:path w="6609" h="167036">
                  <a:moveTo>
                    <a:pt x="0" y="0"/>
                  </a:moveTo>
                  <a:lnTo>
                    <a:pt x="6609" y="1670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39282" y="2168499"/>
              <a:ext cx="6609" cy="167036"/>
            </a:xfrm>
            <a:custGeom>
              <a:avLst/>
              <a:pathLst>
                <a:path w="6609" h="167036">
                  <a:moveTo>
                    <a:pt x="0" y="0"/>
                  </a:moveTo>
                  <a:lnTo>
                    <a:pt x="6609" y="16703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39282" y="2168499"/>
              <a:ext cx="6609" cy="167036"/>
            </a:xfrm>
            <a:custGeom>
              <a:avLst/>
              <a:pathLst>
                <a:path w="6609" h="167036">
                  <a:moveTo>
                    <a:pt x="0" y="0"/>
                  </a:moveTo>
                  <a:lnTo>
                    <a:pt x="6609" y="1670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39282" y="2168499"/>
              <a:ext cx="6609" cy="167036"/>
            </a:xfrm>
            <a:custGeom>
              <a:avLst/>
              <a:pathLst>
                <a:path w="6609" h="167036">
                  <a:moveTo>
                    <a:pt x="0" y="0"/>
                  </a:moveTo>
                  <a:lnTo>
                    <a:pt x="6609" y="1670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39282" y="2168499"/>
              <a:ext cx="6609" cy="167036"/>
            </a:xfrm>
            <a:custGeom>
              <a:avLst/>
              <a:pathLst>
                <a:path w="6609" h="167036">
                  <a:moveTo>
                    <a:pt x="0" y="0"/>
                  </a:moveTo>
                  <a:lnTo>
                    <a:pt x="6609" y="16703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39282" y="2168499"/>
              <a:ext cx="6609" cy="167036"/>
            </a:xfrm>
            <a:custGeom>
              <a:avLst/>
              <a:pathLst>
                <a:path w="6609" h="167036">
                  <a:moveTo>
                    <a:pt x="0" y="0"/>
                  </a:moveTo>
                  <a:lnTo>
                    <a:pt x="6609" y="1670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39282" y="2168499"/>
              <a:ext cx="6609" cy="167036"/>
            </a:xfrm>
            <a:custGeom>
              <a:avLst/>
              <a:pathLst>
                <a:path w="6609" h="167036">
                  <a:moveTo>
                    <a:pt x="0" y="0"/>
                  </a:moveTo>
                  <a:lnTo>
                    <a:pt x="6609" y="1670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39282" y="2168499"/>
              <a:ext cx="6609" cy="167036"/>
            </a:xfrm>
            <a:custGeom>
              <a:avLst/>
              <a:pathLst>
                <a:path w="6609" h="167036">
                  <a:moveTo>
                    <a:pt x="0" y="0"/>
                  </a:moveTo>
                  <a:lnTo>
                    <a:pt x="6609" y="1670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39282" y="2168499"/>
              <a:ext cx="6609" cy="167036"/>
            </a:xfrm>
            <a:custGeom>
              <a:avLst/>
              <a:pathLst>
                <a:path w="6609" h="167036">
                  <a:moveTo>
                    <a:pt x="0" y="0"/>
                  </a:moveTo>
                  <a:lnTo>
                    <a:pt x="6609" y="1670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39282" y="2168499"/>
              <a:ext cx="6609" cy="167036"/>
            </a:xfrm>
            <a:custGeom>
              <a:avLst/>
              <a:pathLst>
                <a:path w="6609" h="167036">
                  <a:moveTo>
                    <a:pt x="0" y="0"/>
                  </a:moveTo>
                  <a:lnTo>
                    <a:pt x="6609" y="16703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39282" y="2168499"/>
              <a:ext cx="6609" cy="167036"/>
            </a:xfrm>
            <a:custGeom>
              <a:avLst/>
              <a:pathLst>
                <a:path w="6609" h="167036">
                  <a:moveTo>
                    <a:pt x="0" y="0"/>
                  </a:moveTo>
                  <a:lnTo>
                    <a:pt x="6609" y="16703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578725" y="2168499"/>
              <a:ext cx="167166" cy="334039"/>
            </a:xfrm>
            <a:custGeom>
              <a:avLst/>
              <a:pathLst>
                <a:path w="167166" h="334039">
                  <a:moveTo>
                    <a:pt x="160557" y="0"/>
                  </a:moveTo>
                  <a:lnTo>
                    <a:pt x="155241" y="295"/>
                  </a:lnTo>
                  <a:lnTo>
                    <a:pt x="149937" y="759"/>
                  </a:lnTo>
                  <a:lnTo>
                    <a:pt x="144650" y="1392"/>
                  </a:lnTo>
                  <a:lnTo>
                    <a:pt x="139387" y="2193"/>
                  </a:lnTo>
                  <a:lnTo>
                    <a:pt x="134151" y="3161"/>
                  </a:lnTo>
                  <a:lnTo>
                    <a:pt x="128949" y="4296"/>
                  </a:lnTo>
                  <a:lnTo>
                    <a:pt x="123786" y="5595"/>
                  </a:lnTo>
                  <a:lnTo>
                    <a:pt x="118667" y="7059"/>
                  </a:lnTo>
                  <a:lnTo>
                    <a:pt x="113597" y="8684"/>
                  </a:lnTo>
                  <a:lnTo>
                    <a:pt x="108582" y="10471"/>
                  </a:lnTo>
                  <a:lnTo>
                    <a:pt x="103625" y="12416"/>
                  </a:lnTo>
                  <a:lnTo>
                    <a:pt x="98734" y="14518"/>
                  </a:lnTo>
                  <a:lnTo>
                    <a:pt x="93911" y="16774"/>
                  </a:lnTo>
                  <a:lnTo>
                    <a:pt x="89163" y="19183"/>
                  </a:lnTo>
                  <a:lnTo>
                    <a:pt x="84495" y="21742"/>
                  </a:lnTo>
                  <a:lnTo>
                    <a:pt x="79910" y="24449"/>
                  </a:lnTo>
                  <a:lnTo>
                    <a:pt x="75413" y="27300"/>
                  </a:lnTo>
                  <a:lnTo>
                    <a:pt x="71010" y="30293"/>
                  </a:lnTo>
                  <a:lnTo>
                    <a:pt x="66704" y="33424"/>
                  </a:lnTo>
                  <a:lnTo>
                    <a:pt x="62500" y="36691"/>
                  </a:lnTo>
                  <a:lnTo>
                    <a:pt x="58402" y="40090"/>
                  </a:lnTo>
                  <a:lnTo>
                    <a:pt x="54414" y="43618"/>
                  </a:lnTo>
                  <a:lnTo>
                    <a:pt x="50541" y="47272"/>
                  </a:lnTo>
                  <a:lnTo>
                    <a:pt x="46787" y="51046"/>
                  </a:lnTo>
                  <a:lnTo>
                    <a:pt x="43154" y="54939"/>
                  </a:lnTo>
                  <a:lnTo>
                    <a:pt x="39647" y="58945"/>
                  </a:lnTo>
                  <a:lnTo>
                    <a:pt x="36269" y="63061"/>
                  </a:lnTo>
                  <a:lnTo>
                    <a:pt x="33025" y="67282"/>
                  </a:lnTo>
                  <a:lnTo>
                    <a:pt x="29916" y="71604"/>
                  </a:lnTo>
                  <a:lnTo>
                    <a:pt x="26947" y="76023"/>
                  </a:lnTo>
                  <a:lnTo>
                    <a:pt x="24119" y="80535"/>
                  </a:lnTo>
                  <a:lnTo>
                    <a:pt x="21437" y="85134"/>
                  </a:lnTo>
                  <a:lnTo>
                    <a:pt x="18903" y="89816"/>
                  </a:lnTo>
                  <a:lnTo>
                    <a:pt x="16519" y="94577"/>
                  </a:lnTo>
                  <a:lnTo>
                    <a:pt x="14288" y="99411"/>
                  </a:lnTo>
                  <a:lnTo>
                    <a:pt x="12212" y="104314"/>
                  </a:lnTo>
                  <a:lnTo>
                    <a:pt x="10293" y="109280"/>
                  </a:lnTo>
                  <a:lnTo>
                    <a:pt x="8533" y="114305"/>
                  </a:lnTo>
                  <a:lnTo>
                    <a:pt x="6935" y="119384"/>
                  </a:lnTo>
                  <a:lnTo>
                    <a:pt x="5498" y="124511"/>
                  </a:lnTo>
                  <a:lnTo>
                    <a:pt x="4226" y="129681"/>
                  </a:lnTo>
                  <a:lnTo>
                    <a:pt x="3119" y="134889"/>
                  </a:lnTo>
                  <a:lnTo>
                    <a:pt x="2179" y="140129"/>
                  </a:lnTo>
                  <a:lnTo>
                    <a:pt x="1406" y="145397"/>
                  </a:lnTo>
                  <a:lnTo>
                    <a:pt x="800" y="150686"/>
                  </a:lnTo>
                  <a:lnTo>
                    <a:pt x="364" y="155993"/>
                  </a:lnTo>
                  <a:lnTo>
                    <a:pt x="97" y="161310"/>
                  </a:lnTo>
                  <a:lnTo>
                    <a:pt x="0" y="166633"/>
                  </a:lnTo>
                  <a:lnTo>
                    <a:pt x="71" y="171957"/>
                  </a:lnTo>
                  <a:lnTo>
                    <a:pt x="313" y="177276"/>
                  </a:lnTo>
                  <a:lnTo>
                    <a:pt x="724" y="182584"/>
                  </a:lnTo>
                  <a:lnTo>
                    <a:pt x="1303" y="187877"/>
                  </a:lnTo>
                  <a:lnTo>
                    <a:pt x="2051" y="193148"/>
                  </a:lnTo>
                  <a:lnTo>
                    <a:pt x="2966" y="198393"/>
                  </a:lnTo>
                  <a:lnTo>
                    <a:pt x="4048" y="203606"/>
                  </a:lnTo>
                  <a:lnTo>
                    <a:pt x="5295" y="208782"/>
                  </a:lnTo>
                  <a:lnTo>
                    <a:pt x="6707" y="213916"/>
                  </a:lnTo>
                  <a:lnTo>
                    <a:pt x="8281" y="219002"/>
                  </a:lnTo>
                  <a:lnTo>
                    <a:pt x="10017" y="224035"/>
                  </a:lnTo>
                  <a:lnTo>
                    <a:pt x="11912" y="229011"/>
                  </a:lnTo>
                  <a:lnTo>
                    <a:pt x="13964" y="233924"/>
                  </a:lnTo>
                  <a:lnTo>
                    <a:pt x="16172" y="238769"/>
                  </a:lnTo>
                  <a:lnTo>
                    <a:pt x="18533" y="243541"/>
                  </a:lnTo>
                  <a:lnTo>
                    <a:pt x="21044" y="248235"/>
                  </a:lnTo>
                  <a:lnTo>
                    <a:pt x="23704" y="252847"/>
                  </a:lnTo>
                  <a:lnTo>
                    <a:pt x="26510" y="257372"/>
                  </a:lnTo>
                  <a:lnTo>
                    <a:pt x="29458" y="261806"/>
                  </a:lnTo>
                  <a:lnTo>
                    <a:pt x="32546" y="266143"/>
                  </a:lnTo>
                  <a:lnTo>
                    <a:pt x="35770" y="270380"/>
                  </a:lnTo>
                  <a:lnTo>
                    <a:pt x="39128" y="274512"/>
                  </a:lnTo>
                  <a:lnTo>
                    <a:pt x="42615" y="278535"/>
                  </a:lnTo>
                  <a:lnTo>
                    <a:pt x="46229" y="282445"/>
                  </a:lnTo>
                  <a:lnTo>
                    <a:pt x="49966" y="286237"/>
                  </a:lnTo>
                  <a:lnTo>
                    <a:pt x="53821" y="289909"/>
                  </a:lnTo>
                  <a:lnTo>
                    <a:pt x="57792" y="293456"/>
                  </a:lnTo>
                  <a:lnTo>
                    <a:pt x="61873" y="296875"/>
                  </a:lnTo>
                  <a:lnTo>
                    <a:pt x="66061" y="300163"/>
                  </a:lnTo>
                  <a:lnTo>
                    <a:pt x="70352" y="303315"/>
                  </a:lnTo>
                  <a:lnTo>
                    <a:pt x="74741" y="306329"/>
                  </a:lnTo>
                  <a:lnTo>
                    <a:pt x="79224" y="309202"/>
                  </a:lnTo>
                  <a:lnTo>
                    <a:pt x="83795" y="311930"/>
                  </a:lnTo>
                  <a:lnTo>
                    <a:pt x="88452" y="314512"/>
                  </a:lnTo>
                  <a:lnTo>
                    <a:pt x="93188" y="316943"/>
                  </a:lnTo>
                  <a:lnTo>
                    <a:pt x="98000" y="319223"/>
                  </a:lnTo>
                  <a:lnTo>
                    <a:pt x="102881" y="321349"/>
                  </a:lnTo>
                  <a:lnTo>
                    <a:pt x="107828" y="323318"/>
                  </a:lnTo>
                  <a:lnTo>
                    <a:pt x="112835" y="325128"/>
                  </a:lnTo>
                  <a:lnTo>
                    <a:pt x="117897" y="326778"/>
                  </a:lnTo>
                  <a:lnTo>
                    <a:pt x="123009" y="328266"/>
                  </a:lnTo>
                  <a:lnTo>
                    <a:pt x="128166" y="329591"/>
                  </a:lnTo>
                  <a:lnTo>
                    <a:pt x="133362" y="330750"/>
                  </a:lnTo>
                  <a:lnTo>
                    <a:pt x="138593" y="331744"/>
                  </a:lnTo>
                  <a:lnTo>
                    <a:pt x="143852" y="332570"/>
                  </a:lnTo>
                  <a:lnTo>
                    <a:pt x="149136" y="333228"/>
                  </a:lnTo>
                  <a:lnTo>
                    <a:pt x="154437" y="333718"/>
                  </a:lnTo>
                  <a:lnTo>
                    <a:pt x="159752" y="334039"/>
                  </a:lnTo>
                  <a:lnTo>
                    <a:pt x="167166" y="1670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38478" y="2168369"/>
              <a:ext cx="174574" cy="334321"/>
            </a:xfrm>
            <a:custGeom>
              <a:avLst/>
              <a:pathLst>
                <a:path w="174574" h="334321">
                  <a:moveTo>
                    <a:pt x="0" y="334170"/>
                  </a:moveTo>
                  <a:lnTo>
                    <a:pt x="5323" y="334321"/>
                  </a:lnTo>
                  <a:lnTo>
                    <a:pt x="10649" y="334303"/>
                  </a:lnTo>
                  <a:lnTo>
                    <a:pt x="15971" y="334115"/>
                  </a:lnTo>
                  <a:lnTo>
                    <a:pt x="21285" y="333758"/>
                  </a:lnTo>
                  <a:lnTo>
                    <a:pt x="26584" y="333232"/>
                  </a:lnTo>
                  <a:lnTo>
                    <a:pt x="31864" y="332537"/>
                  </a:lnTo>
                  <a:lnTo>
                    <a:pt x="37120" y="331674"/>
                  </a:lnTo>
                  <a:lnTo>
                    <a:pt x="42345" y="330644"/>
                  </a:lnTo>
                  <a:lnTo>
                    <a:pt x="47535" y="329448"/>
                  </a:lnTo>
                  <a:lnTo>
                    <a:pt x="52684" y="328088"/>
                  </a:lnTo>
                  <a:lnTo>
                    <a:pt x="57787" y="326564"/>
                  </a:lnTo>
                  <a:lnTo>
                    <a:pt x="62839" y="324879"/>
                  </a:lnTo>
                  <a:lnTo>
                    <a:pt x="67834" y="323033"/>
                  </a:lnTo>
                  <a:lnTo>
                    <a:pt x="72769" y="321030"/>
                  </a:lnTo>
                  <a:lnTo>
                    <a:pt x="77637" y="318870"/>
                  </a:lnTo>
                  <a:lnTo>
                    <a:pt x="82433" y="316556"/>
                  </a:lnTo>
                  <a:lnTo>
                    <a:pt x="87154" y="314090"/>
                  </a:lnTo>
                  <a:lnTo>
                    <a:pt x="91794" y="311476"/>
                  </a:lnTo>
                  <a:lnTo>
                    <a:pt x="96348" y="308715"/>
                  </a:lnTo>
                  <a:lnTo>
                    <a:pt x="100811" y="305810"/>
                  </a:lnTo>
                  <a:lnTo>
                    <a:pt x="105180" y="302765"/>
                  </a:lnTo>
                  <a:lnTo>
                    <a:pt x="109450" y="299581"/>
                  </a:lnTo>
                  <a:lnTo>
                    <a:pt x="113616" y="296264"/>
                  </a:lnTo>
                  <a:lnTo>
                    <a:pt x="117675" y="292816"/>
                  </a:lnTo>
                  <a:lnTo>
                    <a:pt x="121621" y="289239"/>
                  </a:lnTo>
                  <a:lnTo>
                    <a:pt x="125452" y="285540"/>
                  </a:lnTo>
                  <a:lnTo>
                    <a:pt x="129162" y="281719"/>
                  </a:lnTo>
                  <a:lnTo>
                    <a:pt x="132750" y="277783"/>
                  </a:lnTo>
                  <a:lnTo>
                    <a:pt x="136210" y="273735"/>
                  </a:lnTo>
                  <a:lnTo>
                    <a:pt x="139539" y="269578"/>
                  </a:lnTo>
                  <a:lnTo>
                    <a:pt x="142734" y="265317"/>
                  </a:lnTo>
                  <a:lnTo>
                    <a:pt x="145792" y="260957"/>
                  </a:lnTo>
                  <a:lnTo>
                    <a:pt x="148709" y="256501"/>
                  </a:lnTo>
                  <a:lnTo>
                    <a:pt x="151483" y="251955"/>
                  </a:lnTo>
                  <a:lnTo>
                    <a:pt x="154111" y="247323"/>
                  </a:lnTo>
                  <a:lnTo>
                    <a:pt x="156590" y="242609"/>
                  </a:lnTo>
                  <a:lnTo>
                    <a:pt x="158917" y="237819"/>
                  </a:lnTo>
                  <a:lnTo>
                    <a:pt x="161091" y="232957"/>
                  </a:lnTo>
                  <a:lnTo>
                    <a:pt x="163109" y="228029"/>
                  </a:lnTo>
                  <a:lnTo>
                    <a:pt x="164968" y="223038"/>
                  </a:lnTo>
                  <a:lnTo>
                    <a:pt x="166668" y="217991"/>
                  </a:lnTo>
                  <a:lnTo>
                    <a:pt x="168206" y="212892"/>
                  </a:lnTo>
                  <a:lnTo>
                    <a:pt x="169581" y="207747"/>
                  </a:lnTo>
                  <a:lnTo>
                    <a:pt x="170792" y="202561"/>
                  </a:lnTo>
                  <a:lnTo>
                    <a:pt x="171836" y="197339"/>
                  </a:lnTo>
                  <a:lnTo>
                    <a:pt x="172714" y="192086"/>
                  </a:lnTo>
                  <a:lnTo>
                    <a:pt x="173424" y="186808"/>
                  </a:lnTo>
                  <a:lnTo>
                    <a:pt x="173965" y="181510"/>
                  </a:lnTo>
                  <a:lnTo>
                    <a:pt x="174337" y="176197"/>
                  </a:lnTo>
                  <a:lnTo>
                    <a:pt x="174540" y="170875"/>
                  </a:lnTo>
                  <a:lnTo>
                    <a:pt x="174574" y="165550"/>
                  </a:lnTo>
                  <a:lnTo>
                    <a:pt x="174437" y="160226"/>
                  </a:lnTo>
                  <a:lnTo>
                    <a:pt x="174131" y="154909"/>
                  </a:lnTo>
                  <a:lnTo>
                    <a:pt x="173656" y="149604"/>
                  </a:lnTo>
                  <a:lnTo>
                    <a:pt x="173013" y="144318"/>
                  </a:lnTo>
                  <a:lnTo>
                    <a:pt x="172201" y="139054"/>
                  </a:lnTo>
                  <a:lnTo>
                    <a:pt x="171222" y="133819"/>
                  </a:lnTo>
                  <a:lnTo>
                    <a:pt x="170076" y="128618"/>
                  </a:lnTo>
                  <a:lnTo>
                    <a:pt x="168766" y="123457"/>
                  </a:lnTo>
                  <a:lnTo>
                    <a:pt x="167291" y="118339"/>
                  </a:lnTo>
                  <a:lnTo>
                    <a:pt x="165655" y="113271"/>
                  </a:lnTo>
                  <a:lnTo>
                    <a:pt x="163858" y="108258"/>
                  </a:lnTo>
                  <a:lnTo>
                    <a:pt x="161902" y="103304"/>
                  </a:lnTo>
                  <a:lnTo>
                    <a:pt x="159789" y="98415"/>
                  </a:lnTo>
                  <a:lnTo>
                    <a:pt x="157522" y="93597"/>
                  </a:lnTo>
                  <a:lnTo>
                    <a:pt x="155102" y="88852"/>
                  </a:lnTo>
                  <a:lnTo>
                    <a:pt x="152533" y="84188"/>
                  </a:lnTo>
                  <a:lnTo>
                    <a:pt x="149816" y="79607"/>
                  </a:lnTo>
                  <a:lnTo>
                    <a:pt x="146954" y="75115"/>
                  </a:lnTo>
                  <a:lnTo>
                    <a:pt x="143951" y="70717"/>
                  </a:lnTo>
                  <a:lnTo>
                    <a:pt x="140810" y="66417"/>
                  </a:lnTo>
                  <a:lnTo>
                    <a:pt x="137533" y="62219"/>
                  </a:lnTo>
                  <a:lnTo>
                    <a:pt x="134124" y="58127"/>
                  </a:lnTo>
                  <a:lnTo>
                    <a:pt x="130586" y="54146"/>
                  </a:lnTo>
                  <a:lnTo>
                    <a:pt x="126923" y="50280"/>
                  </a:lnTo>
                  <a:lnTo>
                    <a:pt x="123139" y="46533"/>
                  </a:lnTo>
                  <a:lnTo>
                    <a:pt x="119238" y="42907"/>
                  </a:lnTo>
                  <a:lnTo>
                    <a:pt x="115223" y="39408"/>
                  </a:lnTo>
                  <a:lnTo>
                    <a:pt x="111098" y="36039"/>
                  </a:lnTo>
                  <a:lnTo>
                    <a:pt x="106869" y="32803"/>
                  </a:lnTo>
                  <a:lnTo>
                    <a:pt x="102538" y="29703"/>
                  </a:lnTo>
                  <a:lnTo>
                    <a:pt x="98111" y="26743"/>
                  </a:lnTo>
                  <a:lnTo>
                    <a:pt x="93592" y="23925"/>
                  </a:lnTo>
                  <a:lnTo>
                    <a:pt x="88986" y="21252"/>
                  </a:lnTo>
                  <a:lnTo>
                    <a:pt x="84296" y="18728"/>
                  </a:lnTo>
                  <a:lnTo>
                    <a:pt x="79529" y="16354"/>
                  </a:lnTo>
                  <a:lnTo>
                    <a:pt x="74688" y="14134"/>
                  </a:lnTo>
                  <a:lnTo>
                    <a:pt x="69779" y="12068"/>
                  </a:lnTo>
                  <a:lnTo>
                    <a:pt x="64807" y="10161"/>
                  </a:lnTo>
                  <a:lnTo>
                    <a:pt x="59777" y="8412"/>
                  </a:lnTo>
                  <a:lnTo>
                    <a:pt x="54693" y="6825"/>
                  </a:lnTo>
                  <a:lnTo>
                    <a:pt x="49561" y="5400"/>
                  </a:lnTo>
                  <a:lnTo>
                    <a:pt x="44387" y="4139"/>
                  </a:lnTo>
                  <a:lnTo>
                    <a:pt x="39175" y="3044"/>
                  </a:lnTo>
                  <a:lnTo>
                    <a:pt x="33931" y="2116"/>
                  </a:lnTo>
                  <a:lnTo>
                    <a:pt x="28660" y="1355"/>
                  </a:lnTo>
                  <a:lnTo>
                    <a:pt x="23367" y="762"/>
                  </a:lnTo>
                  <a:lnTo>
                    <a:pt x="18059" y="339"/>
                  </a:lnTo>
                  <a:lnTo>
                    <a:pt x="12739" y="84"/>
                  </a:lnTo>
                  <a:lnTo>
                    <a:pt x="7414" y="0"/>
                  </a:lnTo>
                  <a:lnTo>
                    <a:pt x="741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43441" y="1735255"/>
              <a:ext cx="17104" cy="167167"/>
            </a:xfrm>
            <a:custGeom>
              <a:avLst/>
              <a:pathLst>
                <a:path w="17104" h="167167">
                  <a:moveTo>
                    <a:pt x="17104" y="0"/>
                  </a:moveTo>
                  <a:lnTo>
                    <a:pt x="8541" y="219"/>
                  </a:lnTo>
                  <a:lnTo>
                    <a:pt x="0" y="877"/>
                  </a:lnTo>
                  <a:lnTo>
                    <a:pt x="17104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43441" y="1736133"/>
              <a:ext cx="17104" cy="166290"/>
            </a:xfrm>
            <a:custGeom>
              <a:avLst/>
              <a:pathLst>
                <a:path w="17104" h="166290">
                  <a:moveTo>
                    <a:pt x="0" y="0"/>
                  </a:moveTo>
                  <a:lnTo>
                    <a:pt x="17104" y="1662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43441" y="1736133"/>
              <a:ext cx="17104" cy="166290"/>
            </a:xfrm>
            <a:custGeom>
              <a:avLst/>
              <a:pathLst>
                <a:path w="17104" h="166290">
                  <a:moveTo>
                    <a:pt x="0" y="0"/>
                  </a:moveTo>
                  <a:lnTo>
                    <a:pt x="17104" y="1662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43441" y="1736133"/>
              <a:ext cx="17104" cy="166290"/>
            </a:xfrm>
            <a:custGeom>
              <a:avLst/>
              <a:pathLst>
                <a:path w="17104" h="166290">
                  <a:moveTo>
                    <a:pt x="0" y="0"/>
                  </a:moveTo>
                  <a:lnTo>
                    <a:pt x="17104" y="1662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43441" y="1736133"/>
              <a:ext cx="17104" cy="166290"/>
            </a:xfrm>
            <a:custGeom>
              <a:avLst/>
              <a:pathLst>
                <a:path w="17104" h="166290">
                  <a:moveTo>
                    <a:pt x="0" y="0"/>
                  </a:moveTo>
                  <a:lnTo>
                    <a:pt x="17104" y="1662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43441" y="1736133"/>
              <a:ext cx="17104" cy="166290"/>
            </a:xfrm>
            <a:custGeom>
              <a:avLst/>
              <a:pathLst>
                <a:path w="17104" h="166290">
                  <a:moveTo>
                    <a:pt x="0" y="0"/>
                  </a:moveTo>
                  <a:lnTo>
                    <a:pt x="17104" y="1662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43441" y="1736133"/>
              <a:ext cx="17104" cy="166290"/>
            </a:xfrm>
            <a:custGeom>
              <a:avLst/>
              <a:pathLst>
                <a:path w="17104" h="166290">
                  <a:moveTo>
                    <a:pt x="0" y="0"/>
                  </a:moveTo>
                  <a:lnTo>
                    <a:pt x="17104" y="16629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43441" y="1736133"/>
              <a:ext cx="17104" cy="166290"/>
            </a:xfrm>
            <a:custGeom>
              <a:avLst/>
              <a:pathLst>
                <a:path w="17104" h="166290">
                  <a:moveTo>
                    <a:pt x="0" y="0"/>
                  </a:moveTo>
                  <a:lnTo>
                    <a:pt x="17104" y="16629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43441" y="1736133"/>
              <a:ext cx="17104" cy="166290"/>
            </a:xfrm>
            <a:custGeom>
              <a:avLst/>
              <a:pathLst>
                <a:path w="17104" h="166290">
                  <a:moveTo>
                    <a:pt x="0" y="0"/>
                  </a:moveTo>
                  <a:lnTo>
                    <a:pt x="17104" y="1662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43441" y="1736133"/>
              <a:ext cx="17104" cy="166290"/>
            </a:xfrm>
            <a:custGeom>
              <a:avLst/>
              <a:pathLst>
                <a:path w="17104" h="166290">
                  <a:moveTo>
                    <a:pt x="0" y="0"/>
                  </a:moveTo>
                  <a:lnTo>
                    <a:pt x="17104" y="1662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43441" y="1736133"/>
              <a:ext cx="17104" cy="166290"/>
            </a:xfrm>
            <a:custGeom>
              <a:avLst/>
              <a:pathLst>
                <a:path w="17104" h="166290">
                  <a:moveTo>
                    <a:pt x="0" y="0"/>
                  </a:moveTo>
                  <a:lnTo>
                    <a:pt x="17104" y="1662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43441" y="1736133"/>
              <a:ext cx="17104" cy="166290"/>
            </a:xfrm>
            <a:custGeom>
              <a:avLst/>
              <a:pathLst>
                <a:path w="17104" h="166290">
                  <a:moveTo>
                    <a:pt x="0" y="0"/>
                  </a:moveTo>
                  <a:lnTo>
                    <a:pt x="17104" y="1662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43441" y="1736133"/>
              <a:ext cx="17104" cy="166290"/>
            </a:xfrm>
            <a:custGeom>
              <a:avLst/>
              <a:pathLst>
                <a:path w="17104" h="166290">
                  <a:moveTo>
                    <a:pt x="0" y="0"/>
                  </a:moveTo>
                  <a:lnTo>
                    <a:pt x="17104" y="1662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43441" y="1736133"/>
              <a:ext cx="17104" cy="166290"/>
            </a:xfrm>
            <a:custGeom>
              <a:avLst/>
              <a:pathLst>
                <a:path w="17104" h="166290">
                  <a:moveTo>
                    <a:pt x="0" y="0"/>
                  </a:moveTo>
                  <a:lnTo>
                    <a:pt x="17104" y="1662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43441" y="1736133"/>
              <a:ext cx="17104" cy="166290"/>
            </a:xfrm>
            <a:custGeom>
              <a:avLst/>
              <a:pathLst>
                <a:path w="17104" h="166290">
                  <a:moveTo>
                    <a:pt x="0" y="0"/>
                  </a:moveTo>
                  <a:lnTo>
                    <a:pt x="17104" y="16629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43441" y="1736133"/>
              <a:ext cx="17104" cy="166290"/>
            </a:xfrm>
            <a:custGeom>
              <a:avLst/>
              <a:pathLst>
                <a:path w="17104" h="166290">
                  <a:moveTo>
                    <a:pt x="0" y="0"/>
                  </a:moveTo>
                  <a:lnTo>
                    <a:pt x="17104" y="1662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43441" y="1736133"/>
              <a:ext cx="17104" cy="166290"/>
            </a:xfrm>
            <a:custGeom>
              <a:avLst/>
              <a:pathLst>
                <a:path w="17104" h="166290">
                  <a:moveTo>
                    <a:pt x="0" y="0"/>
                  </a:moveTo>
                  <a:lnTo>
                    <a:pt x="17104" y="1662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43441" y="1736133"/>
              <a:ext cx="17104" cy="166290"/>
            </a:xfrm>
            <a:custGeom>
              <a:avLst/>
              <a:pathLst>
                <a:path w="17104" h="166290">
                  <a:moveTo>
                    <a:pt x="0" y="0"/>
                  </a:moveTo>
                  <a:lnTo>
                    <a:pt x="17104" y="16629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43441" y="1736133"/>
              <a:ext cx="17104" cy="166290"/>
            </a:xfrm>
            <a:custGeom>
              <a:avLst/>
              <a:pathLst>
                <a:path w="17104" h="166290">
                  <a:moveTo>
                    <a:pt x="0" y="0"/>
                  </a:moveTo>
                  <a:lnTo>
                    <a:pt x="17104" y="1662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43441" y="1736133"/>
              <a:ext cx="17104" cy="166290"/>
            </a:xfrm>
            <a:custGeom>
              <a:avLst/>
              <a:pathLst>
                <a:path w="17104" h="166290">
                  <a:moveTo>
                    <a:pt x="0" y="0"/>
                  </a:moveTo>
                  <a:lnTo>
                    <a:pt x="17104" y="1662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443441" y="1736133"/>
              <a:ext cx="17104" cy="166290"/>
            </a:xfrm>
            <a:custGeom>
              <a:avLst/>
              <a:pathLst>
                <a:path w="17104" h="166290">
                  <a:moveTo>
                    <a:pt x="0" y="0"/>
                  </a:moveTo>
                  <a:lnTo>
                    <a:pt x="17104" y="1662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443441" y="1736133"/>
              <a:ext cx="17104" cy="166290"/>
            </a:xfrm>
            <a:custGeom>
              <a:avLst/>
              <a:pathLst>
                <a:path w="17104" h="166290">
                  <a:moveTo>
                    <a:pt x="0" y="0"/>
                  </a:moveTo>
                  <a:lnTo>
                    <a:pt x="17104" y="1662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443441" y="1736133"/>
              <a:ext cx="17104" cy="166290"/>
            </a:xfrm>
            <a:custGeom>
              <a:avLst/>
              <a:pathLst>
                <a:path w="17104" h="166290">
                  <a:moveTo>
                    <a:pt x="0" y="0"/>
                  </a:moveTo>
                  <a:lnTo>
                    <a:pt x="17104" y="1662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443441" y="1736133"/>
              <a:ext cx="17104" cy="166290"/>
            </a:xfrm>
            <a:custGeom>
              <a:avLst/>
              <a:pathLst>
                <a:path w="17104" h="166290">
                  <a:moveTo>
                    <a:pt x="0" y="0"/>
                  </a:moveTo>
                  <a:lnTo>
                    <a:pt x="17104" y="1662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293386" y="1736133"/>
              <a:ext cx="334317" cy="333454"/>
            </a:xfrm>
            <a:custGeom>
              <a:avLst/>
              <a:pathLst>
                <a:path w="334317" h="333454">
                  <a:moveTo>
                    <a:pt x="150055" y="0"/>
                  </a:moveTo>
                  <a:lnTo>
                    <a:pt x="144790" y="626"/>
                  </a:lnTo>
                  <a:lnTo>
                    <a:pt x="139548" y="1418"/>
                  </a:lnTo>
                  <a:lnTo>
                    <a:pt x="134333" y="2377"/>
                  </a:lnTo>
                  <a:lnTo>
                    <a:pt x="129152" y="3500"/>
                  </a:lnTo>
                  <a:lnTo>
                    <a:pt x="124008" y="4788"/>
                  </a:lnTo>
                  <a:lnTo>
                    <a:pt x="118908" y="6237"/>
                  </a:lnTo>
                  <a:lnTo>
                    <a:pt x="113857" y="7848"/>
                  </a:lnTo>
                  <a:lnTo>
                    <a:pt x="108859" y="9618"/>
                  </a:lnTo>
                  <a:lnTo>
                    <a:pt x="103920" y="11546"/>
                  </a:lnTo>
                  <a:lnTo>
                    <a:pt x="99045" y="13629"/>
                  </a:lnTo>
                  <a:lnTo>
                    <a:pt x="94238" y="15866"/>
                  </a:lnTo>
                  <a:lnTo>
                    <a:pt x="89504" y="18254"/>
                  </a:lnTo>
                  <a:lnTo>
                    <a:pt x="84849" y="20791"/>
                  </a:lnTo>
                  <a:lnTo>
                    <a:pt x="80276" y="23474"/>
                  </a:lnTo>
                  <a:lnTo>
                    <a:pt x="75791" y="26302"/>
                  </a:lnTo>
                  <a:lnTo>
                    <a:pt x="71397" y="29269"/>
                  </a:lnTo>
                  <a:lnTo>
                    <a:pt x="67100" y="32375"/>
                  </a:lnTo>
                  <a:lnTo>
                    <a:pt x="62904" y="35616"/>
                  </a:lnTo>
                  <a:lnTo>
                    <a:pt x="58812" y="38988"/>
                  </a:lnTo>
                  <a:lnTo>
                    <a:pt x="54830" y="42488"/>
                  </a:lnTo>
                  <a:lnTo>
                    <a:pt x="50960" y="46112"/>
                  </a:lnTo>
                  <a:lnTo>
                    <a:pt x="47207" y="49858"/>
                  </a:lnTo>
                  <a:lnTo>
                    <a:pt x="43575" y="53720"/>
                  </a:lnTo>
                  <a:lnTo>
                    <a:pt x="40068" y="57696"/>
                  </a:lnTo>
                  <a:lnTo>
                    <a:pt x="36688" y="61781"/>
                  </a:lnTo>
                  <a:lnTo>
                    <a:pt x="33439" y="65971"/>
                  </a:lnTo>
                  <a:lnTo>
                    <a:pt x="30325" y="70262"/>
                  </a:lnTo>
                  <a:lnTo>
                    <a:pt x="27349" y="74650"/>
                  </a:lnTo>
                  <a:lnTo>
                    <a:pt x="24513" y="79129"/>
                  </a:lnTo>
                  <a:lnTo>
                    <a:pt x="21821" y="83697"/>
                  </a:lnTo>
                  <a:lnTo>
                    <a:pt x="19275" y="88347"/>
                  </a:lnTo>
                  <a:lnTo>
                    <a:pt x="16877" y="93076"/>
                  </a:lnTo>
                  <a:lnTo>
                    <a:pt x="14631" y="97879"/>
                  </a:lnTo>
                  <a:lnTo>
                    <a:pt x="12538" y="102751"/>
                  </a:lnTo>
                  <a:lnTo>
                    <a:pt x="10601" y="107686"/>
                  </a:lnTo>
                  <a:lnTo>
                    <a:pt x="8822" y="112680"/>
                  </a:lnTo>
                  <a:lnTo>
                    <a:pt x="7201" y="117728"/>
                  </a:lnTo>
                  <a:lnTo>
                    <a:pt x="5742" y="122826"/>
                  </a:lnTo>
                  <a:lnTo>
                    <a:pt x="4444" y="127966"/>
                  </a:lnTo>
                  <a:lnTo>
                    <a:pt x="3311" y="133146"/>
                  </a:lnTo>
                  <a:lnTo>
                    <a:pt x="2342" y="138358"/>
                  </a:lnTo>
                  <a:lnTo>
                    <a:pt x="1539" y="143599"/>
                  </a:lnTo>
                  <a:lnTo>
                    <a:pt x="903" y="148863"/>
                  </a:lnTo>
                  <a:lnTo>
                    <a:pt x="434" y="154144"/>
                  </a:lnTo>
                  <a:lnTo>
                    <a:pt x="133" y="159437"/>
                  </a:lnTo>
                  <a:lnTo>
                    <a:pt x="0" y="164738"/>
                  </a:lnTo>
                  <a:lnTo>
                    <a:pt x="34" y="170039"/>
                  </a:lnTo>
                  <a:lnTo>
                    <a:pt x="237" y="175337"/>
                  </a:lnTo>
                  <a:lnTo>
                    <a:pt x="608" y="180626"/>
                  </a:lnTo>
                  <a:lnTo>
                    <a:pt x="1147" y="185901"/>
                  </a:lnTo>
                  <a:lnTo>
                    <a:pt x="1852" y="191156"/>
                  </a:lnTo>
                  <a:lnTo>
                    <a:pt x="2724" y="196385"/>
                  </a:lnTo>
                  <a:lnTo>
                    <a:pt x="3761" y="201585"/>
                  </a:lnTo>
                  <a:lnTo>
                    <a:pt x="4962" y="206749"/>
                  </a:lnTo>
                  <a:lnTo>
                    <a:pt x="6327" y="211872"/>
                  </a:lnTo>
                  <a:lnTo>
                    <a:pt x="7853" y="216950"/>
                  </a:lnTo>
                  <a:lnTo>
                    <a:pt x="9540" y="221976"/>
                  </a:lnTo>
                  <a:lnTo>
                    <a:pt x="11385" y="226947"/>
                  </a:lnTo>
                  <a:lnTo>
                    <a:pt x="13387" y="231856"/>
                  </a:lnTo>
                  <a:lnTo>
                    <a:pt x="15544" y="236700"/>
                  </a:lnTo>
                  <a:lnTo>
                    <a:pt x="17853" y="241472"/>
                  </a:lnTo>
                  <a:lnTo>
                    <a:pt x="20312" y="246169"/>
                  </a:lnTo>
                  <a:lnTo>
                    <a:pt x="22919" y="250786"/>
                  </a:lnTo>
                  <a:lnTo>
                    <a:pt x="25671" y="255318"/>
                  </a:lnTo>
                  <a:lnTo>
                    <a:pt x="28566" y="259760"/>
                  </a:lnTo>
                  <a:lnTo>
                    <a:pt x="31600" y="264108"/>
                  </a:lnTo>
                  <a:lnTo>
                    <a:pt x="34770" y="268358"/>
                  </a:lnTo>
                  <a:lnTo>
                    <a:pt x="38073" y="272505"/>
                  </a:lnTo>
                  <a:lnTo>
                    <a:pt x="41507" y="276545"/>
                  </a:lnTo>
                  <a:lnTo>
                    <a:pt x="45066" y="280474"/>
                  </a:lnTo>
                  <a:lnTo>
                    <a:pt x="48749" y="284289"/>
                  </a:lnTo>
                  <a:lnTo>
                    <a:pt x="52550" y="287984"/>
                  </a:lnTo>
                  <a:lnTo>
                    <a:pt x="56467" y="291558"/>
                  </a:lnTo>
                  <a:lnTo>
                    <a:pt x="60495" y="295005"/>
                  </a:lnTo>
                  <a:lnTo>
                    <a:pt x="64631" y="298323"/>
                  </a:lnTo>
                  <a:lnTo>
                    <a:pt x="68870" y="301508"/>
                  </a:lnTo>
                  <a:lnTo>
                    <a:pt x="73207" y="304557"/>
                  </a:lnTo>
                  <a:lnTo>
                    <a:pt x="77639" y="307467"/>
                  </a:lnTo>
                  <a:lnTo>
                    <a:pt x="82161" y="310235"/>
                  </a:lnTo>
                  <a:lnTo>
                    <a:pt x="86769" y="312858"/>
                  </a:lnTo>
                  <a:lnTo>
                    <a:pt x="91457" y="315333"/>
                  </a:lnTo>
                  <a:lnTo>
                    <a:pt x="96222" y="317659"/>
                  </a:lnTo>
                  <a:lnTo>
                    <a:pt x="101058" y="319833"/>
                  </a:lnTo>
                  <a:lnTo>
                    <a:pt x="105960" y="321852"/>
                  </a:lnTo>
                  <a:lnTo>
                    <a:pt x="110924" y="323714"/>
                  </a:lnTo>
                  <a:lnTo>
                    <a:pt x="115945" y="325418"/>
                  </a:lnTo>
                  <a:lnTo>
                    <a:pt x="121017" y="326963"/>
                  </a:lnTo>
                  <a:lnTo>
                    <a:pt x="126136" y="328345"/>
                  </a:lnTo>
                  <a:lnTo>
                    <a:pt x="131295" y="329564"/>
                  </a:lnTo>
                  <a:lnTo>
                    <a:pt x="136491" y="330620"/>
                  </a:lnTo>
                  <a:lnTo>
                    <a:pt x="141718" y="331510"/>
                  </a:lnTo>
                  <a:lnTo>
                    <a:pt x="146970" y="332233"/>
                  </a:lnTo>
                  <a:lnTo>
                    <a:pt x="152243" y="332790"/>
                  </a:lnTo>
                  <a:lnTo>
                    <a:pt x="157530" y="333179"/>
                  </a:lnTo>
                  <a:lnTo>
                    <a:pt x="162828" y="333401"/>
                  </a:lnTo>
                  <a:lnTo>
                    <a:pt x="168129" y="333454"/>
                  </a:lnTo>
                  <a:lnTo>
                    <a:pt x="173430" y="333339"/>
                  </a:lnTo>
                  <a:lnTo>
                    <a:pt x="178724" y="333056"/>
                  </a:lnTo>
                  <a:lnTo>
                    <a:pt x="184007" y="332606"/>
                  </a:lnTo>
                  <a:lnTo>
                    <a:pt x="189273" y="331988"/>
                  </a:lnTo>
                  <a:lnTo>
                    <a:pt x="194517" y="331203"/>
                  </a:lnTo>
                  <a:lnTo>
                    <a:pt x="199733" y="330253"/>
                  </a:lnTo>
                  <a:lnTo>
                    <a:pt x="204916" y="329137"/>
                  </a:lnTo>
                  <a:lnTo>
                    <a:pt x="210061" y="327858"/>
                  </a:lnTo>
                  <a:lnTo>
                    <a:pt x="215163" y="326416"/>
                  </a:lnTo>
                  <a:lnTo>
                    <a:pt x="220217" y="324814"/>
                  </a:lnTo>
                  <a:lnTo>
                    <a:pt x="225218" y="323051"/>
                  </a:lnTo>
                  <a:lnTo>
                    <a:pt x="230160" y="321131"/>
                  </a:lnTo>
                  <a:lnTo>
                    <a:pt x="235038" y="319055"/>
                  </a:lnTo>
                  <a:lnTo>
                    <a:pt x="239849" y="316826"/>
                  </a:lnTo>
                  <a:lnTo>
                    <a:pt x="244586" y="314445"/>
                  </a:lnTo>
                  <a:lnTo>
                    <a:pt x="249246" y="311915"/>
                  </a:lnTo>
                  <a:lnTo>
                    <a:pt x="253822" y="309239"/>
                  </a:lnTo>
                  <a:lnTo>
                    <a:pt x="258312" y="306419"/>
                  </a:lnTo>
                  <a:lnTo>
                    <a:pt x="262710" y="303458"/>
                  </a:lnTo>
                  <a:lnTo>
                    <a:pt x="267012" y="300359"/>
                  </a:lnTo>
                  <a:lnTo>
                    <a:pt x="271213" y="297125"/>
                  </a:lnTo>
                  <a:lnTo>
                    <a:pt x="275310" y="293759"/>
                  </a:lnTo>
                  <a:lnTo>
                    <a:pt x="279298" y="290265"/>
                  </a:lnTo>
                  <a:lnTo>
                    <a:pt x="283173" y="286647"/>
                  </a:lnTo>
                  <a:lnTo>
                    <a:pt x="286932" y="282907"/>
                  </a:lnTo>
                  <a:lnTo>
                    <a:pt x="290570" y="279050"/>
                  </a:lnTo>
                  <a:lnTo>
                    <a:pt x="294083" y="275080"/>
                  </a:lnTo>
                  <a:lnTo>
                    <a:pt x="297470" y="271000"/>
                  </a:lnTo>
                  <a:lnTo>
                    <a:pt x="300725" y="266815"/>
                  </a:lnTo>
                  <a:lnTo>
                    <a:pt x="303845" y="262529"/>
                  </a:lnTo>
                  <a:lnTo>
                    <a:pt x="306829" y="258146"/>
                  </a:lnTo>
                  <a:lnTo>
                    <a:pt x="309671" y="253670"/>
                  </a:lnTo>
                  <a:lnTo>
                    <a:pt x="312371" y="249107"/>
                  </a:lnTo>
                  <a:lnTo>
                    <a:pt x="314924" y="244460"/>
                  </a:lnTo>
                  <a:lnTo>
                    <a:pt x="317329" y="239735"/>
                  </a:lnTo>
                  <a:lnTo>
                    <a:pt x="319582" y="234936"/>
                  </a:lnTo>
                  <a:lnTo>
                    <a:pt x="321683" y="230068"/>
                  </a:lnTo>
                  <a:lnTo>
                    <a:pt x="323627" y="225135"/>
                  </a:lnTo>
                  <a:lnTo>
                    <a:pt x="325415" y="220144"/>
                  </a:lnTo>
                  <a:lnTo>
                    <a:pt x="327043" y="215098"/>
                  </a:lnTo>
                  <a:lnTo>
                    <a:pt x="328510" y="210003"/>
                  </a:lnTo>
                  <a:lnTo>
                    <a:pt x="329816" y="204865"/>
                  </a:lnTo>
                  <a:lnTo>
                    <a:pt x="330957" y="199687"/>
                  </a:lnTo>
                  <a:lnTo>
                    <a:pt x="331934" y="194476"/>
                  </a:lnTo>
                  <a:lnTo>
                    <a:pt x="332745" y="189236"/>
                  </a:lnTo>
                  <a:lnTo>
                    <a:pt x="333389" y="183974"/>
                  </a:lnTo>
                  <a:lnTo>
                    <a:pt x="333866" y="178693"/>
                  </a:lnTo>
                  <a:lnTo>
                    <a:pt x="334176" y="173400"/>
                  </a:lnTo>
                  <a:lnTo>
                    <a:pt x="334317" y="168100"/>
                  </a:lnTo>
                  <a:lnTo>
                    <a:pt x="334291" y="162798"/>
                  </a:lnTo>
                  <a:lnTo>
                    <a:pt x="334096" y="157500"/>
                  </a:lnTo>
                  <a:lnTo>
                    <a:pt x="333733" y="152211"/>
                  </a:lnTo>
                  <a:lnTo>
                    <a:pt x="333203" y="146935"/>
                  </a:lnTo>
                  <a:lnTo>
                    <a:pt x="332506" y="141679"/>
                  </a:lnTo>
                  <a:lnTo>
                    <a:pt x="331642" y="136448"/>
                  </a:lnTo>
                  <a:lnTo>
                    <a:pt x="330613" y="131247"/>
                  </a:lnTo>
                  <a:lnTo>
                    <a:pt x="329420" y="126081"/>
                  </a:lnTo>
                  <a:lnTo>
                    <a:pt x="328063" y="120956"/>
                  </a:lnTo>
                  <a:lnTo>
                    <a:pt x="326544" y="115876"/>
                  </a:lnTo>
                  <a:lnTo>
                    <a:pt x="324865" y="110847"/>
                  </a:lnTo>
                  <a:lnTo>
                    <a:pt x="323028" y="105874"/>
                  </a:lnTo>
                  <a:lnTo>
                    <a:pt x="321034" y="100961"/>
                  </a:lnTo>
                  <a:lnTo>
                    <a:pt x="318884" y="96114"/>
                  </a:lnTo>
                  <a:lnTo>
                    <a:pt x="316583" y="91338"/>
                  </a:lnTo>
                  <a:lnTo>
                    <a:pt x="314131" y="86637"/>
                  </a:lnTo>
                  <a:lnTo>
                    <a:pt x="311531" y="82016"/>
                  </a:lnTo>
                  <a:lnTo>
                    <a:pt x="308786" y="77480"/>
                  </a:lnTo>
                  <a:lnTo>
                    <a:pt x="305898" y="73034"/>
                  </a:lnTo>
                  <a:lnTo>
                    <a:pt x="302871" y="68681"/>
                  </a:lnTo>
                  <a:lnTo>
                    <a:pt x="299707" y="64426"/>
                  </a:lnTo>
                  <a:lnTo>
                    <a:pt x="296410" y="60274"/>
                  </a:lnTo>
                  <a:lnTo>
                    <a:pt x="292983" y="56229"/>
                  </a:lnTo>
                  <a:lnTo>
                    <a:pt x="289430" y="52294"/>
                  </a:lnTo>
                  <a:lnTo>
                    <a:pt x="285753" y="48474"/>
                  </a:lnTo>
                  <a:lnTo>
                    <a:pt x="281957" y="44772"/>
                  </a:lnTo>
                  <a:lnTo>
                    <a:pt x="278046" y="41193"/>
                  </a:lnTo>
                  <a:lnTo>
                    <a:pt x="274023" y="37739"/>
                  </a:lnTo>
                  <a:lnTo>
                    <a:pt x="269893" y="34415"/>
                  </a:lnTo>
                  <a:lnTo>
                    <a:pt x="265659" y="31223"/>
                  </a:lnTo>
                  <a:lnTo>
                    <a:pt x="261326" y="28168"/>
                  </a:lnTo>
                  <a:lnTo>
                    <a:pt x="256899" y="25251"/>
                  </a:lnTo>
                  <a:lnTo>
                    <a:pt x="252381" y="22476"/>
                  </a:lnTo>
                  <a:lnTo>
                    <a:pt x="247777" y="19846"/>
                  </a:lnTo>
                  <a:lnTo>
                    <a:pt x="243093" y="17363"/>
                  </a:lnTo>
                  <a:lnTo>
                    <a:pt x="238332" y="15030"/>
                  </a:lnTo>
                  <a:lnTo>
                    <a:pt x="233499" y="12849"/>
                  </a:lnTo>
                  <a:lnTo>
                    <a:pt x="228600" y="10822"/>
                  </a:lnTo>
                  <a:lnTo>
                    <a:pt x="223639" y="8952"/>
                  </a:lnTo>
                  <a:lnTo>
                    <a:pt x="218621" y="7240"/>
                  </a:lnTo>
                  <a:lnTo>
                    <a:pt x="213551" y="5688"/>
                  </a:lnTo>
                  <a:lnTo>
                    <a:pt x="208435" y="4298"/>
                  </a:lnTo>
                  <a:lnTo>
                    <a:pt x="203277" y="3070"/>
                  </a:lnTo>
                  <a:lnTo>
                    <a:pt x="198083" y="2007"/>
                  </a:lnTo>
                  <a:lnTo>
                    <a:pt x="192857" y="1109"/>
                  </a:lnTo>
                  <a:lnTo>
                    <a:pt x="187606" y="377"/>
                  </a:lnTo>
                  <a:lnTo>
                    <a:pt x="167160" y="1662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460546" y="1735255"/>
              <a:ext cx="20446" cy="167167"/>
            </a:xfrm>
            <a:custGeom>
              <a:avLst/>
              <a:pathLst>
                <a:path w="20446" h="167167">
                  <a:moveTo>
                    <a:pt x="20446" y="1255"/>
                  </a:moveTo>
                  <a:lnTo>
                    <a:pt x="10242" y="31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15683" y="1379510"/>
              <a:ext cx="167157" cy="251313"/>
            </a:xfrm>
            <a:custGeom>
              <a:avLst/>
              <a:pathLst>
                <a:path w="167157" h="251313">
                  <a:moveTo>
                    <a:pt x="167157" y="0"/>
                  </a:moveTo>
                  <a:lnTo>
                    <a:pt x="161761" y="87"/>
                  </a:lnTo>
                  <a:lnTo>
                    <a:pt x="156372" y="348"/>
                  </a:lnTo>
                  <a:lnTo>
                    <a:pt x="150993" y="783"/>
                  </a:lnTo>
                  <a:lnTo>
                    <a:pt x="145631" y="1391"/>
                  </a:lnTo>
                  <a:lnTo>
                    <a:pt x="140292" y="2172"/>
                  </a:lnTo>
                  <a:lnTo>
                    <a:pt x="134981" y="3125"/>
                  </a:lnTo>
                  <a:lnTo>
                    <a:pt x="129703" y="4249"/>
                  </a:lnTo>
                  <a:lnTo>
                    <a:pt x="124464" y="5543"/>
                  </a:lnTo>
                  <a:lnTo>
                    <a:pt x="119270" y="7005"/>
                  </a:lnTo>
                  <a:lnTo>
                    <a:pt x="114125" y="8634"/>
                  </a:lnTo>
                  <a:lnTo>
                    <a:pt x="109036" y="10428"/>
                  </a:lnTo>
                  <a:lnTo>
                    <a:pt x="104008" y="12386"/>
                  </a:lnTo>
                  <a:lnTo>
                    <a:pt x="99045" y="14505"/>
                  </a:lnTo>
                  <a:lnTo>
                    <a:pt x="94153" y="16783"/>
                  </a:lnTo>
                  <a:lnTo>
                    <a:pt x="89337" y="19217"/>
                  </a:lnTo>
                  <a:lnTo>
                    <a:pt x="84603" y="21806"/>
                  </a:lnTo>
                  <a:lnTo>
                    <a:pt x="79954" y="24546"/>
                  </a:lnTo>
                  <a:lnTo>
                    <a:pt x="75397" y="27435"/>
                  </a:lnTo>
                  <a:lnTo>
                    <a:pt x="70934" y="30470"/>
                  </a:lnTo>
                  <a:lnTo>
                    <a:pt x="66572" y="33646"/>
                  </a:lnTo>
                  <a:lnTo>
                    <a:pt x="62315" y="36962"/>
                  </a:lnTo>
                  <a:lnTo>
                    <a:pt x="58168" y="40414"/>
                  </a:lnTo>
                  <a:lnTo>
                    <a:pt x="54133" y="43998"/>
                  </a:lnTo>
                  <a:lnTo>
                    <a:pt x="50217" y="47710"/>
                  </a:lnTo>
                  <a:lnTo>
                    <a:pt x="46422" y="51546"/>
                  </a:lnTo>
                  <a:lnTo>
                    <a:pt x="42753" y="55503"/>
                  </a:lnTo>
                  <a:lnTo>
                    <a:pt x="39214" y="59577"/>
                  </a:lnTo>
                  <a:lnTo>
                    <a:pt x="35808" y="63762"/>
                  </a:lnTo>
                  <a:lnTo>
                    <a:pt x="32539" y="68056"/>
                  </a:lnTo>
                  <a:lnTo>
                    <a:pt x="29411" y="72452"/>
                  </a:lnTo>
                  <a:lnTo>
                    <a:pt x="26425" y="76947"/>
                  </a:lnTo>
                  <a:lnTo>
                    <a:pt x="23587" y="81536"/>
                  </a:lnTo>
                  <a:lnTo>
                    <a:pt x="20898" y="86215"/>
                  </a:lnTo>
                  <a:lnTo>
                    <a:pt x="18361" y="90978"/>
                  </a:lnTo>
                  <a:lnTo>
                    <a:pt x="15980" y="95820"/>
                  </a:lnTo>
                  <a:lnTo>
                    <a:pt x="13756" y="100736"/>
                  </a:lnTo>
                  <a:lnTo>
                    <a:pt x="11691" y="105722"/>
                  </a:lnTo>
                  <a:lnTo>
                    <a:pt x="9789" y="110772"/>
                  </a:lnTo>
                  <a:lnTo>
                    <a:pt x="8051" y="115880"/>
                  </a:lnTo>
                  <a:lnTo>
                    <a:pt x="6479" y="121042"/>
                  </a:lnTo>
                  <a:lnTo>
                    <a:pt x="5074" y="126252"/>
                  </a:lnTo>
                  <a:lnTo>
                    <a:pt x="3838" y="131505"/>
                  </a:lnTo>
                  <a:lnTo>
                    <a:pt x="2772" y="136795"/>
                  </a:lnTo>
                  <a:lnTo>
                    <a:pt x="1877" y="142116"/>
                  </a:lnTo>
                  <a:lnTo>
                    <a:pt x="1155" y="147464"/>
                  </a:lnTo>
                  <a:lnTo>
                    <a:pt x="605" y="152832"/>
                  </a:lnTo>
                  <a:lnTo>
                    <a:pt x="229" y="158215"/>
                  </a:lnTo>
                  <a:lnTo>
                    <a:pt x="27" y="163607"/>
                  </a:lnTo>
                  <a:lnTo>
                    <a:pt x="0" y="169003"/>
                  </a:lnTo>
                  <a:lnTo>
                    <a:pt x="146" y="174398"/>
                  </a:lnTo>
                  <a:lnTo>
                    <a:pt x="466" y="179784"/>
                  </a:lnTo>
                  <a:lnTo>
                    <a:pt x="960" y="185158"/>
                  </a:lnTo>
                  <a:lnTo>
                    <a:pt x="1628" y="190512"/>
                  </a:lnTo>
                  <a:lnTo>
                    <a:pt x="2467" y="195843"/>
                  </a:lnTo>
                  <a:lnTo>
                    <a:pt x="3479" y="201143"/>
                  </a:lnTo>
                  <a:lnTo>
                    <a:pt x="4661" y="206409"/>
                  </a:lnTo>
                  <a:lnTo>
                    <a:pt x="6012" y="211633"/>
                  </a:lnTo>
                  <a:lnTo>
                    <a:pt x="7531" y="216811"/>
                  </a:lnTo>
                  <a:lnTo>
                    <a:pt x="9216" y="221937"/>
                  </a:lnTo>
                  <a:lnTo>
                    <a:pt x="11066" y="227006"/>
                  </a:lnTo>
                  <a:lnTo>
                    <a:pt x="13079" y="232013"/>
                  </a:lnTo>
                  <a:lnTo>
                    <a:pt x="15252" y="236952"/>
                  </a:lnTo>
                  <a:lnTo>
                    <a:pt x="17584" y="241818"/>
                  </a:lnTo>
                  <a:lnTo>
                    <a:pt x="20071" y="246607"/>
                  </a:lnTo>
                  <a:lnTo>
                    <a:pt x="22712" y="251313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38395" y="1546678"/>
              <a:ext cx="144445" cy="84145"/>
            </a:xfrm>
            <a:custGeom>
              <a:avLst/>
              <a:pathLst>
                <a:path w="144445" h="84145">
                  <a:moveTo>
                    <a:pt x="0" y="84145"/>
                  </a:moveTo>
                  <a:lnTo>
                    <a:pt x="14444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38395" y="1546678"/>
              <a:ext cx="144445" cy="84145"/>
            </a:xfrm>
            <a:custGeom>
              <a:avLst/>
              <a:pathLst>
                <a:path w="144445" h="84145">
                  <a:moveTo>
                    <a:pt x="0" y="84145"/>
                  </a:moveTo>
                  <a:lnTo>
                    <a:pt x="14444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38395" y="1546678"/>
              <a:ext cx="144445" cy="84145"/>
            </a:xfrm>
            <a:custGeom>
              <a:avLst/>
              <a:pathLst>
                <a:path w="144445" h="84145">
                  <a:moveTo>
                    <a:pt x="0" y="84145"/>
                  </a:moveTo>
                  <a:lnTo>
                    <a:pt x="14444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38395" y="1546678"/>
              <a:ext cx="144445" cy="84145"/>
            </a:xfrm>
            <a:custGeom>
              <a:avLst/>
              <a:pathLst>
                <a:path w="144445" h="84145">
                  <a:moveTo>
                    <a:pt x="0" y="84145"/>
                  </a:moveTo>
                  <a:lnTo>
                    <a:pt x="14444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38395" y="1546678"/>
              <a:ext cx="144445" cy="84145"/>
            </a:xfrm>
            <a:custGeom>
              <a:avLst/>
              <a:pathLst>
                <a:path w="144445" h="84145">
                  <a:moveTo>
                    <a:pt x="0" y="84145"/>
                  </a:moveTo>
                  <a:lnTo>
                    <a:pt x="14444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38395" y="1546678"/>
              <a:ext cx="144445" cy="84145"/>
            </a:xfrm>
            <a:custGeom>
              <a:avLst/>
              <a:pathLst>
                <a:path w="144445" h="84145">
                  <a:moveTo>
                    <a:pt x="0" y="84145"/>
                  </a:moveTo>
                  <a:lnTo>
                    <a:pt x="14444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38395" y="1546678"/>
              <a:ext cx="144445" cy="84145"/>
            </a:xfrm>
            <a:custGeom>
              <a:avLst/>
              <a:pathLst>
                <a:path w="144445" h="84145">
                  <a:moveTo>
                    <a:pt x="0" y="84145"/>
                  </a:moveTo>
                  <a:lnTo>
                    <a:pt x="14444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38395" y="1546678"/>
              <a:ext cx="144445" cy="84145"/>
            </a:xfrm>
            <a:custGeom>
              <a:avLst/>
              <a:pathLst>
                <a:path w="144445" h="84145">
                  <a:moveTo>
                    <a:pt x="0" y="84145"/>
                  </a:moveTo>
                  <a:lnTo>
                    <a:pt x="14444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38395" y="1546678"/>
              <a:ext cx="144445" cy="84145"/>
            </a:xfrm>
            <a:custGeom>
              <a:avLst/>
              <a:pathLst>
                <a:path w="144445" h="84145">
                  <a:moveTo>
                    <a:pt x="0" y="84145"/>
                  </a:moveTo>
                  <a:lnTo>
                    <a:pt x="14444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38395" y="1546678"/>
              <a:ext cx="144445" cy="84145"/>
            </a:xfrm>
            <a:custGeom>
              <a:avLst/>
              <a:pathLst>
                <a:path w="144445" h="84145">
                  <a:moveTo>
                    <a:pt x="0" y="84145"/>
                  </a:moveTo>
                  <a:lnTo>
                    <a:pt x="14444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38395" y="1546678"/>
              <a:ext cx="144445" cy="84145"/>
            </a:xfrm>
            <a:custGeom>
              <a:avLst/>
              <a:pathLst>
                <a:path w="144445" h="84145">
                  <a:moveTo>
                    <a:pt x="0" y="84145"/>
                  </a:moveTo>
                  <a:lnTo>
                    <a:pt x="14444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38395" y="1546678"/>
              <a:ext cx="144445" cy="84145"/>
            </a:xfrm>
            <a:custGeom>
              <a:avLst/>
              <a:pathLst>
                <a:path w="144445" h="84145">
                  <a:moveTo>
                    <a:pt x="0" y="84145"/>
                  </a:moveTo>
                  <a:lnTo>
                    <a:pt x="14444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38395" y="1546678"/>
              <a:ext cx="144445" cy="84145"/>
            </a:xfrm>
            <a:custGeom>
              <a:avLst/>
              <a:pathLst>
                <a:path w="144445" h="84145">
                  <a:moveTo>
                    <a:pt x="0" y="84145"/>
                  </a:moveTo>
                  <a:lnTo>
                    <a:pt x="14444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38395" y="1546678"/>
              <a:ext cx="144445" cy="84145"/>
            </a:xfrm>
            <a:custGeom>
              <a:avLst/>
              <a:pathLst>
                <a:path w="144445" h="84145">
                  <a:moveTo>
                    <a:pt x="0" y="84145"/>
                  </a:moveTo>
                  <a:lnTo>
                    <a:pt x="14444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38395" y="1546678"/>
              <a:ext cx="144445" cy="84145"/>
            </a:xfrm>
            <a:custGeom>
              <a:avLst/>
              <a:pathLst>
                <a:path w="144445" h="84145">
                  <a:moveTo>
                    <a:pt x="0" y="84145"/>
                  </a:moveTo>
                  <a:lnTo>
                    <a:pt x="14444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38395" y="1546678"/>
              <a:ext cx="144445" cy="84145"/>
            </a:xfrm>
            <a:custGeom>
              <a:avLst/>
              <a:pathLst>
                <a:path w="144445" h="84145">
                  <a:moveTo>
                    <a:pt x="0" y="84145"/>
                  </a:moveTo>
                  <a:lnTo>
                    <a:pt x="14444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38395" y="1546678"/>
              <a:ext cx="144445" cy="84145"/>
            </a:xfrm>
            <a:custGeom>
              <a:avLst/>
              <a:pathLst>
                <a:path w="144445" h="84145">
                  <a:moveTo>
                    <a:pt x="0" y="84145"/>
                  </a:moveTo>
                  <a:lnTo>
                    <a:pt x="14444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38395" y="1546678"/>
              <a:ext cx="144445" cy="84145"/>
            </a:xfrm>
            <a:custGeom>
              <a:avLst/>
              <a:pathLst>
                <a:path w="144445" h="84145">
                  <a:moveTo>
                    <a:pt x="0" y="84145"/>
                  </a:moveTo>
                  <a:lnTo>
                    <a:pt x="14444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938395" y="1546678"/>
              <a:ext cx="144445" cy="84145"/>
            </a:xfrm>
            <a:custGeom>
              <a:avLst/>
              <a:pathLst>
                <a:path w="144445" h="84145">
                  <a:moveTo>
                    <a:pt x="0" y="84145"/>
                  </a:moveTo>
                  <a:lnTo>
                    <a:pt x="14444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938395" y="1546678"/>
              <a:ext cx="144445" cy="84145"/>
            </a:xfrm>
            <a:custGeom>
              <a:avLst/>
              <a:pathLst>
                <a:path w="144445" h="84145">
                  <a:moveTo>
                    <a:pt x="0" y="84145"/>
                  </a:moveTo>
                  <a:lnTo>
                    <a:pt x="14444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938395" y="1546678"/>
              <a:ext cx="144445" cy="84145"/>
            </a:xfrm>
            <a:custGeom>
              <a:avLst/>
              <a:pathLst>
                <a:path w="144445" h="84145">
                  <a:moveTo>
                    <a:pt x="0" y="84145"/>
                  </a:moveTo>
                  <a:lnTo>
                    <a:pt x="14444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938395" y="1546678"/>
              <a:ext cx="144445" cy="84145"/>
            </a:xfrm>
            <a:custGeom>
              <a:avLst/>
              <a:pathLst>
                <a:path w="144445" h="84145">
                  <a:moveTo>
                    <a:pt x="0" y="84145"/>
                  </a:moveTo>
                  <a:lnTo>
                    <a:pt x="14444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938395" y="1497376"/>
              <a:ext cx="311602" cy="216455"/>
            </a:xfrm>
            <a:custGeom>
              <a:avLst/>
              <a:pathLst>
                <a:path w="311602" h="216455">
                  <a:moveTo>
                    <a:pt x="0" y="133448"/>
                  </a:moveTo>
                  <a:lnTo>
                    <a:pt x="2767" y="138028"/>
                  </a:lnTo>
                  <a:lnTo>
                    <a:pt x="5680" y="142518"/>
                  </a:lnTo>
                  <a:lnTo>
                    <a:pt x="8735" y="146912"/>
                  </a:lnTo>
                  <a:lnTo>
                    <a:pt x="11929" y="151207"/>
                  </a:lnTo>
                  <a:lnTo>
                    <a:pt x="15259" y="155396"/>
                  </a:lnTo>
                  <a:lnTo>
                    <a:pt x="18721" y="159477"/>
                  </a:lnTo>
                  <a:lnTo>
                    <a:pt x="22313" y="163445"/>
                  </a:lnTo>
                  <a:lnTo>
                    <a:pt x="26029" y="167296"/>
                  </a:lnTo>
                  <a:lnTo>
                    <a:pt x="29867" y="171026"/>
                  </a:lnTo>
                  <a:lnTo>
                    <a:pt x="33822" y="174632"/>
                  </a:lnTo>
                  <a:lnTo>
                    <a:pt x="37891" y="178109"/>
                  </a:lnTo>
                  <a:lnTo>
                    <a:pt x="42069" y="181454"/>
                  </a:lnTo>
                  <a:lnTo>
                    <a:pt x="46351" y="184663"/>
                  </a:lnTo>
                  <a:lnTo>
                    <a:pt x="50735" y="187734"/>
                  </a:lnTo>
                  <a:lnTo>
                    <a:pt x="55214" y="190662"/>
                  </a:lnTo>
                  <a:lnTo>
                    <a:pt x="59785" y="193446"/>
                  </a:lnTo>
                  <a:lnTo>
                    <a:pt x="64442" y="196083"/>
                  </a:lnTo>
                  <a:lnTo>
                    <a:pt x="69182" y="198568"/>
                  </a:lnTo>
                  <a:lnTo>
                    <a:pt x="73999" y="200901"/>
                  </a:lnTo>
                  <a:lnTo>
                    <a:pt x="78888" y="203078"/>
                  </a:lnTo>
                  <a:lnTo>
                    <a:pt x="83844" y="205098"/>
                  </a:lnTo>
                  <a:lnTo>
                    <a:pt x="88862" y="206958"/>
                  </a:lnTo>
                  <a:lnTo>
                    <a:pt x="93937" y="208657"/>
                  </a:lnTo>
                  <a:lnTo>
                    <a:pt x="99064" y="210192"/>
                  </a:lnTo>
                  <a:lnTo>
                    <a:pt x="104238" y="211562"/>
                  </a:lnTo>
                  <a:lnTo>
                    <a:pt x="109452" y="212766"/>
                  </a:lnTo>
                  <a:lnTo>
                    <a:pt x="114703" y="213802"/>
                  </a:lnTo>
                  <a:lnTo>
                    <a:pt x="119984" y="214670"/>
                  </a:lnTo>
                  <a:lnTo>
                    <a:pt x="125290" y="215368"/>
                  </a:lnTo>
                  <a:lnTo>
                    <a:pt x="130616" y="215896"/>
                  </a:lnTo>
                  <a:lnTo>
                    <a:pt x="135956" y="216254"/>
                  </a:lnTo>
                  <a:lnTo>
                    <a:pt x="141304" y="216440"/>
                  </a:lnTo>
                  <a:lnTo>
                    <a:pt x="146656" y="216455"/>
                  </a:lnTo>
                  <a:lnTo>
                    <a:pt x="152006" y="216298"/>
                  </a:lnTo>
                  <a:lnTo>
                    <a:pt x="157348" y="215971"/>
                  </a:lnTo>
                  <a:lnTo>
                    <a:pt x="162676" y="215472"/>
                  </a:lnTo>
                  <a:lnTo>
                    <a:pt x="167986" y="214803"/>
                  </a:lnTo>
                  <a:lnTo>
                    <a:pt x="173272" y="213965"/>
                  </a:lnTo>
                  <a:lnTo>
                    <a:pt x="178528" y="212958"/>
                  </a:lnTo>
                  <a:lnTo>
                    <a:pt x="183749" y="211783"/>
                  </a:lnTo>
                  <a:lnTo>
                    <a:pt x="188930" y="210441"/>
                  </a:lnTo>
                  <a:lnTo>
                    <a:pt x="194066" y="208935"/>
                  </a:lnTo>
                  <a:lnTo>
                    <a:pt x="199150" y="207265"/>
                  </a:lnTo>
                  <a:lnTo>
                    <a:pt x="204179" y="205432"/>
                  </a:lnTo>
                  <a:lnTo>
                    <a:pt x="209146" y="203440"/>
                  </a:lnTo>
                  <a:lnTo>
                    <a:pt x="214047" y="201290"/>
                  </a:lnTo>
                  <a:lnTo>
                    <a:pt x="218877" y="198984"/>
                  </a:lnTo>
                  <a:lnTo>
                    <a:pt x="223630" y="196525"/>
                  </a:lnTo>
                  <a:lnTo>
                    <a:pt x="228302" y="193915"/>
                  </a:lnTo>
                  <a:lnTo>
                    <a:pt x="232888" y="191156"/>
                  </a:lnTo>
                  <a:lnTo>
                    <a:pt x="237384" y="188252"/>
                  </a:lnTo>
                  <a:lnTo>
                    <a:pt x="241784" y="185206"/>
                  </a:lnTo>
                  <a:lnTo>
                    <a:pt x="246085" y="182021"/>
                  </a:lnTo>
                  <a:lnTo>
                    <a:pt x="250281" y="178699"/>
                  </a:lnTo>
                  <a:lnTo>
                    <a:pt x="254369" y="175245"/>
                  </a:lnTo>
                  <a:lnTo>
                    <a:pt x="258344" y="171661"/>
                  </a:lnTo>
                  <a:lnTo>
                    <a:pt x="262203" y="167953"/>
                  </a:lnTo>
                  <a:lnTo>
                    <a:pt x="265940" y="164122"/>
                  </a:lnTo>
                  <a:lnTo>
                    <a:pt x="269554" y="160174"/>
                  </a:lnTo>
                  <a:lnTo>
                    <a:pt x="273039" y="156113"/>
                  </a:lnTo>
                  <a:lnTo>
                    <a:pt x="276392" y="151941"/>
                  </a:lnTo>
                  <a:lnTo>
                    <a:pt x="279610" y="147665"/>
                  </a:lnTo>
                  <a:lnTo>
                    <a:pt x="282689" y="143288"/>
                  </a:lnTo>
                  <a:lnTo>
                    <a:pt x="285627" y="138815"/>
                  </a:lnTo>
                  <a:lnTo>
                    <a:pt x="288420" y="134249"/>
                  </a:lnTo>
                  <a:lnTo>
                    <a:pt x="291065" y="129597"/>
                  </a:lnTo>
                  <a:lnTo>
                    <a:pt x="293561" y="124862"/>
                  </a:lnTo>
                  <a:lnTo>
                    <a:pt x="295903" y="120050"/>
                  </a:lnTo>
                  <a:lnTo>
                    <a:pt x="298090" y="115166"/>
                  </a:lnTo>
                  <a:lnTo>
                    <a:pt x="300120" y="110214"/>
                  </a:lnTo>
                  <a:lnTo>
                    <a:pt x="301990" y="105199"/>
                  </a:lnTo>
                  <a:lnTo>
                    <a:pt x="303698" y="100127"/>
                  </a:lnTo>
                  <a:lnTo>
                    <a:pt x="305244" y="95003"/>
                  </a:lnTo>
                  <a:lnTo>
                    <a:pt x="306624" y="89833"/>
                  </a:lnTo>
                  <a:lnTo>
                    <a:pt x="307839" y="84620"/>
                  </a:lnTo>
                  <a:lnTo>
                    <a:pt x="308885" y="79372"/>
                  </a:lnTo>
                  <a:lnTo>
                    <a:pt x="309764" y="74093"/>
                  </a:lnTo>
                  <a:lnTo>
                    <a:pt x="310473" y="68788"/>
                  </a:lnTo>
                  <a:lnTo>
                    <a:pt x="311011" y="63463"/>
                  </a:lnTo>
                  <a:lnTo>
                    <a:pt x="311379" y="58124"/>
                  </a:lnTo>
                  <a:lnTo>
                    <a:pt x="311576" y="52776"/>
                  </a:lnTo>
                  <a:lnTo>
                    <a:pt x="311602" y="47424"/>
                  </a:lnTo>
                  <a:lnTo>
                    <a:pt x="311456" y="42074"/>
                  </a:lnTo>
                  <a:lnTo>
                    <a:pt x="311139" y="36732"/>
                  </a:lnTo>
                  <a:lnTo>
                    <a:pt x="310651" y="31402"/>
                  </a:lnTo>
                  <a:lnTo>
                    <a:pt x="309993" y="26091"/>
                  </a:lnTo>
                  <a:lnTo>
                    <a:pt x="309165" y="20803"/>
                  </a:lnTo>
                  <a:lnTo>
                    <a:pt x="308168" y="15545"/>
                  </a:lnTo>
                  <a:lnTo>
                    <a:pt x="307004" y="10322"/>
                  </a:lnTo>
                  <a:lnTo>
                    <a:pt x="305673" y="5138"/>
                  </a:lnTo>
                  <a:lnTo>
                    <a:pt x="304176" y="0"/>
                  </a:lnTo>
                  <a:lnTo>
                    <a:pt x="144445" y="493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082840" y="1379510"/>
              <a:ext cx="159731" cy="167167"/>
            </a:xfrm>
            <a:custGeom>
              <a:avLst/>
              <a:pathLst>
                <a:path w="159731" h="167167">
                  <a:moveTo>
                    <a:pt x="159731" y="117865"/>
                  </a:moveTo>
                  <a:lnTo>
                    <a:pt x="158039" y="112684"/>
                  </a:lnTo>
                  <a:lnTo>
                    <a:pt x="156180" y="107562"/>
                  </a:lnTo>
                  <a:lnTo>
                    <a:pt x="154154" y="102503"/>
                  </a:lnTo>
                  <a:lnTo>
                    <a:pt x="151964" y="97513"/>
                  </a:lnTo>
                  <a:lnTo>
                    <a:pt x="149613" y="92597"/>
                  </a:lnTo>
                  <a:lnTo>
                    <a:pt x="147103" y="87760"/>
                  </a:lnTo>
                  <a:lnTo>
                    <a:pt x="144437" y="83007"/>
                  </a:lnTo>
                  <a:lnTo>
                    <a:pt x="141617" y="78344"/>
                  </a:lnTo>
                  <a:lnTo>
                    <a:pt x="138646" y="73775"/>
                  </a:lnTo>
                  <a:lnTo>
                    <a:pt x="135529" y="69306"/>
                  </a:lnTo>
                  <a:lnTo>
                    <a:pt x="132267" y="64940"/>
                  </a:lnTo>
                  <a:lnTo>
                    <a:pt x="128864" y="60683"/>
                  </a:lnTo>
                  <a:lnTo>
                    <a:pt x="125325" y="56540"/>
                  </a:lnTo>
                  <a:lnTo>
                    <a:pt x="121653" y="52513"/>
                  </a:lnTo>
                  <a:lnTo>
                    <a:pt x="117851" y="48609"/>
                  </a:lnTo>
                  <a:lnTo>
                    <a:pt x="113924" y="44831"/>
                  </a:lnTo>
                  <a:lnTo>
                    <a:pt x="109876" y="41182"/>
                  </a:lnTo>
                  <a:lnTo>
                    <a:pt x="105711" y="37668"/>
                  </a:lnTo>
                  <a:lnTo>
                    <a:pt x="101434" y="34291"/>
                  </a:lnTo>
                  <a:lnTo>
                    <a:pt x="97049" y="31055"/>
                  </a:lnTo>
                  <a:lnTo>
                    <a:pt x="92561" y="27965"/>
                  </a:lnTo>
                  <a:lnTo>
                    <a:pt x="87975" y="25021"/>
                  </a:lnTo>
                  <a:lnTo>
                    <a:pt x="83295" y="22229"/>
                  </a:lnTo>
                  <a:lnTo>
                    <a:pt x="78526" y="19592"/>
                  </a:lnTo>
                  <a:lnTo>
                    <a:pt x="73674" y="17110"/>
                  </a:lnTo>
                  <a:lnTo>
                    <a:pt x="68744" y="14789"/>
                  </a:lnTo>
                  <a:lnTo>
                    <a:pt x="63741" y="12629"/>
                  </a:lnTo>
                  <a:lnTo>
                    <a:pt x="58670" y="10633"/>
                  </a:lnTo>
                  <a:lnTo>
                    <a:pt x="53537" y="8804"/>
                  </a:lnTo>
                  <a:lnTo>
                    <a:pt x="48346" y="7143"/>
                  </a:lnTo>
                  <a:lnTo>
                    <a:pt x="43105" y="5653"/>
                  </a:lnTo>
                  <a:lnTo>
                    <a:pt x="37817" y="4333"/>
                  </a:lnTo>
                  <a:lnTo>
                    <a:pt x="32490" y="3187"/>
                  </a:lnTo>
                  <a:lnTo>
                    <a:pt x="27128" y="2215"/>
                  </a:lnTo>
                  <a:lnTo>
                    <a:pt x="21737" y="1419"/>
                  </a:lnTo>
                  <a:lnTo>
                    <a:pt x="16323" y="798"/>
                  </a:lnTo>
                  <a:lnTo>
                    <a:pt x="10891" y="355"/>
                  </a:lnTo>
                  <a:lnTo>
                    <a:pt x="5448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65971" y="1120312"/>
              <a:ext cx="167164" cy="309221"/>
            </a:xfrm>
            <a:custGeom>
              <a:avLst/>
              <a:pathLst>
                <a:path w="167164" h="309221">
                  <a:moveTo>
                    <a:pt x="167164" y="0"/>
                  </a:moveTo>
                  <a:lnTo>
                    <a:pt x="161827" y="85"/>
                  </a:lnTo>
                  <a:lnTo>
                    <a:pt x="156496" y="340"/>
                  </a:lnTo>
                  <a:lnTo>
                    <a:pt x="151175" y="766"/>
                  </a:lnTo>
                  <a:lnTo>
                    <a:pt x="145871" y="1361"/>
                  </a:lnTo>
                  <a:lnTo>
                    <a:pt x="140588" y="2125"/>
                  </a:lnTo>
                  <a:lnTo>
                    <a:pt x="135333" y="3058"/>
                  </a:lnTo>
                  <a:lnTo>
                    <a:pt x="130110" y="4158"/>
                  </a:lnTo>
                  <a:lnTo>
                    <a:pt x="124925" y="5424"/>
                  </a:lnTo>
                  <a:lnTo>
                    <a:pt x="119783" y="6855"/>
                  </a:lnTo>
                  <a:lnTo>
                    <a:pt x="114689" y="8449"/>
                  </a:lnTo>
                  <a:lnTo>
                    <a:pt x="109649" y="10205"/>
                  </a:lnTo>
                  <a:lnTo>
                    <a:pt x="104667" y="12121"/>
                  </a:lnTo>
                  <a:lnTo>
                    <a:pt x="99749" y="14196"/>
                  </a:lnTo>
                  <a:lnTo>
                    <a:pt x="94900" y="16426"/>
                  </a:lnTo>
                  <a:lnTo>
                    <a:pt x="90124" y="18810"/>
                  </a:lnTo>
                  <a:lnTo>
                    <a:pt x="85427" y="21345"/>
                  </a:lnTo>
                  <a:lnTo>
                    <a:pt x="80814" y="24028"/>
                  </a:lnTo>
                  <a:lnTo>
                    <a:pt x="76288" y="26858"/>
                  </a:lnTo>
                  <a:lnTo>
                    <a:pt x="71855" y="29831"/>
                  </a:lnTo>
                  <a:lnTo>
                    <a:pt x="67519" y="32943"/>
                  </a:lnTo>
                  <a:lnTo>
                    <a:pt x="63285" y="36193"/>
                  </a:lnTo>
                  <a:lnTo>
                    <a:pt x="59157" y="39576"/>
                  </a:lnTo>
                  <a:lnTo>
                    <a:pt x="55138" y="43089"/>
                  </a:lnTo>
                  <a:lnTo>
                    <a:pt x="51234" y="46729"/>
                  </a:lnTo>
                  <a:lnTo>
                    <a:pt x="47448" y="50491"/>
                  </a:lnTo>
                  <a:lnTo>
                    <a:pt x="43785" y="54373"/>
                  </a:lnTo>
                  <a:lnTo>
                    <a:pt x="40247" y="58369"/>
                  </a:lnTo>
                  <a:lnTo>
                    <a:pt x="36838" y="62476"/>
                  </a:lnTo>
                  <a:lnTo>
                    <a:pt x="33562" y="66690"/>
                  </a:lnTo>
                  <a:lnTo>
                    <a:pt x="30422" y="71007"/>
                  </a:lnTo>
                  <a:lnTo>
                    <a:pt x="27422" y="75421"/>
                  </a:lnTo>
                  <a:lnTo>
                    <a:pt x="24565" y="79929"/>
                  </a:lnTo>
                  <a:lnTo>
                    <a:pt x="21852" y="84526"/>
                  </a:lnTo>
                  <a:lnTo>
                    <a:pt x="19288" y="89207"/>
                  </a:lnTo>
                  <a:lnTo>
                    <a:pt x="16874" y="93968"/>
                  </a:lnTo>
                  <a:lnTo>
                    <a:pt x="14614" y="98803"/>
                  </a:lnTo>
                  <a:lnTo>
                    <a:pt x="12509" y="103708"/>
                  </a:lnTo>
                  <a:lnTo>
                    <a:pt x="10562" y="108678"/>
                  </a:lnTo>
                  <a:lnTo>
                    <a:pt x="8775" y="113707"/>
                  </a:lnTo>
                  <a:lnTo>
                    <a:pt x="7149" y="118791"/>
                  </a:lnTo>
                  <a:lnTo>
                    <a:pt x="5686" y="123924"/>
                  </a:lnTo>
                  <a:lnTo>
                    <a:pt x="4388" y="129101"/>
                  </a:lnTo>
                  <a:lnTo>
                    <a:pt x="3256" y="134317"/>
                  </a:lnTo>
                  <a:lnTo>
                    <a:pt x="2291" y="139567"/>
                  </a:lnTo>
                  <a:lnTo>
                    <a:pt x="1493" y="144844"/>
                  </a:lnTo>
                  <a:lnTo>
                    <a:pt x="865" y="150145"/>
                  </a:lnTo>
                  <a:lnTo>
                    <a:pt x="407" y="155462"/>
                  </a:lnTo>
                  <a:lnTo>
                    <a:pt x="118" y="160792"/>
                  </a:lnTo>
                  <a:lnTo>
                    <a:pt x="0" y="166128"/>
                  </a:lnTo>
                  <a:lnTo>
                    <a:pt x="52" y="171465"/>
                  </a:lnTo>
                  <a:lnTo>
                    <a:pt x="274" y="176798"/>
                  </a:lnTo>
                  <a:lnTo>
                    <a:pt x="666" y="182121"/>
                  </a:lnTo>
                  <a:lnTo>
                    <a:pt x="1229" y="187429"/>
                  </a:lnTo>
                  <a:lnTo>
                    <a:pt x="1960" y="192716"/>
                  </a:lnTo>
                  <a:lnTo>
                    <a:pt x="2860" y="197977"/>
                  </a:lnTo>
                  <a:lnTo>
                    <a:pt x="3927" y="203207"/>
                  </a:lnTo>
                  <a:lnTo>
                    <a:pt x="5161" y="208400"/>
                  </a:lnTo>
                  <a:lnTo>
                    <a:pt x="6560" y="213551"/>
                  </a:lnTo>
                  <a:lnTo>
                    <a:pt x="8123" y="218654"/>
                  </a:lnTo>
                  <a:lnTo>
                    <a:pt x="9848" y="223705"/>
                  </a:lnTo>
                  <a:lnTo>
                    <a:pt x="11733" y="228699"/>
                  </a:lnTo>
                  <a:lnTo>
                    <a:pt x="13776" y="233629"/>
                  </a:lnTo>
                  <a:lnTo>
                    <a:pt x="15976" y="238492"/>
                  </a:lnTo>
                  <a:lnTo>
                    <a:pt x="18330" y="243283"/>
                  </a:lnTo>
                  <a:lnTo>
                    <a:pt x="20836" y="247995"/>
                  </a:lnTo>
                  <a:lnTo>
                    <a:pt x="23491" y="252626"/>
                  </a:lnTo>
                  <a:lnTo>
                    <a:pt x="26293" y="257169"/>
                  </a:lnTo>
                  <a:lnTo>
                    <a:pt x="29238" y="261620"/>
                  </a:lnTo>
                  <a:lnTo>
                    <a:pt x="32324" y="265975"/>
                  </a:lnTo>
                  <a:lnTo>
                    <a:pt x="35547" y="270230"/>
                  </a:lnTo>
                  <a:lnTo>
                    <a:pt x="38904" y="274379"/>
                  </a:lnTo>
                  <a:lnTo>
                    <a:pt x="42392" y="278419"/>
                  </a:lnTo>
                  <a:lnTo>
                    <a:pt x="46008" y="282346"/>
                  </a:lnTo>
                  <a:lnTo>
                    <a:pt x="49746" y="286155"/>
                  </a:lnTo>
                  <a:lnTo>
                    <a:pt x="53605" y="289843"/>
                  </a:lnTo>
                  <a:lnTo>
                    <a:pt x="57579" y="293406"/>
                  </a:lnTo>
                  <a:lnTo>
                    <a:pt x="61665" y="296840"/>
                  </a:lnTo>
                  <a:lnTo>
                    <a:pt x="65859" y="300142"/>
                  </a:lnTo>
                  <a:lnTo>
                    <a:pt x="70156" y="303308"/>
                  </a:lnTo>
                  <a:lnTo>
                    <a:pt x="74551" y="306336"/>
                  </a:lnTo>
                  <a:lnTo>
                    <a:pt x="79041" y="309221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545013" y="1287480"/>
              <a:ext cx="88122" cy="142054"/>
            </a:xfrm>
            <a:custGeom>
              <a:avLst/>
              <a:pathLst>
                <a:path w="88122" h="142054">
                  <a:moveTo>
                    <a:pt x="0" y="142054"/>
                  </a:moveTo>
                  <a:lnTo>
                    <a:pt x="8812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545013" y="1287480"/>
              <a:ext cx="88122" cy="142054"/>
            </a:xfrm>
            <a:custGeom>
              <a:avLst/>
              <a:pathLst>
                <a:path w="88122" h="142054">
                  <a:moveTo>
                    <a:pt x="0" y="142054"/>
                  </a:moveTo>
                  <a:lnTo>
                    <a:pt x="8812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545013" y="1287480"/>
              <a:ext cx="88122" cy="142054"/>
            </a:xfrm>
            <a:custGeom>
              <a:avLst/>
              <a:pathLst>
                <a:path w="88122" h="142054">
                  <a:moveTo>
                    <a:pt x="0" y="142054"/>
                  </a:moveTo>
                  <a:lnTo>
                    <a:pt x="8812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545013" y="1287480"/>
              <a:ext cx="88122" cy="142054"/>
            </a:xfrm>
            <a:custGeom>
              <a:avLst/>
              <a:pathLst>
                <a:path w="88122" h="142054">
                  <a:moveTo>
                    <a:pt x="0" y="142054"/>
                  </a:moveTo>
                  <a:lnTo>
                    <a:pt x="8812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545013" y="1287480"/>
              <a:ext cx="88122" cy="142054"/>
            </a:xfrm>
            <a:custGeom>
              <a:avLst/>
              <a:pathLst>
                <a:path w="88122" h="142054">
                  <a:moveTo>
                    <a:pt x="0" y="142054"/>
                  </a:moveTo>
                  <a:lnTo>
                    <a:pt x="8812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545013" y="1287480"/>
              <a:ext cx="88122" cy="142054"/>
            </a:xfrm>
            <a:custGeom>
              <a:avLst/>
              <a:pathLst>
                <a:path w="88122" h="142054">
                  <a:moveTo>
                    <a:pt x="0" y="142054"/>
                  </a:moveTo>
                  <a:lnTo>
                    <a:pt x="8812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545013" y="1287480"/>
              <a:ext cx="88122" cy="142054"/>
            </a:xfrm>
            <a:custGeom>
              <a:avLst/>
              <a:pathLst>
                <a:path w="88122" h="142054">
                  <a:moveTo>
                    <a:pt x="0" y="142054"/>
                  </a:moveTo>
                  <a:lnTo>
                    <a:pt x="8812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545013" y="1287480"/>
              <a:ext cx="88122" cy="142054"/>
            </a:xfrm>
            <a:custGeom>
              <a:avLst/>
              <a:pathLst>
                <a:path w="88122" h="142054">
                  <a:moveTo>
                    <a:pt x="0" y="142054"/>
                  </a:moveTo>
                  <a:lnTo>
                    <a:pt x="8812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545013" y="1287480"/>
              <a:ext cx="88122" cy="142054"/>
            </a:xfrm>
            <a:custGeom>
              <a:avLst/>
              <a:pathLst>
                <a:path w="88122" h="142054">
                  <a:moveTo>
                    <a:pt x="0" y="142054"/>
                  </a:moveTo>
                  <a:lnTo>
                    <a:pt x="8812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545013" y="1287480"/>
              <a:ext cx="88122" cy="142054"/>
            </a:xfrm>
            <a:custGeom>
              <a:avLst/>
              <a:pathLst>
                <a:path w="88122" h="142054">
                  <a:moveTo>
                    <a:pt x="0" y="142054"/>
                  </a:moveTo>
                  <a:lnTo>
                    <a:pt x="8812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545013" y="1287480"/>
              <a:ext cx="88122" cy="142054"/>
            </a:xfrm>
            <a:custGeom>
              <a:avLst/>
              <a:pathLst>
                <a:path w="88122" h="142054">
                  <a:moveTo>
                    <a:pt x="0" y="142054"/>
                  </a:moveTo>
                  <a:lnTo>
                    <a:pt x="8812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545013" y="1287480"/>
              <a:ext cx="88122" cy="142054"/>
            </a:xfrm>
            <a:custGeom>
              <a:avLst/>
              <a:pathLst>
                <a:path w="88122" h="142054">
                  <a:moveTo>
                    <a:pt x="0" y="142054"/>
                  </a:moveTo>
                  <a:lnTo>
                    <a:pt x="8812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545013" y="1287480"/>
              <a:ext cx="88122" cy="142054"/>
            </a:xfrm>
            <a:custGeom>
              <a:avLst/>
              <a:pathLst>
                <a:path w="88122" h="142054">
                  <a:moveTo>
                    <a:pt x="0" y="142054"/>
                  </a:moveTo>
                  <a:lnTo>
                    <a:pt x="8812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545013" y="1287480"/>
              <a:ext cx="88122" cy="142054"/>
            </a:xfrm>
            <a:custGeom>
              <a:avLst/>
              <a:pathLst>
                <a:path w="88122" h="142054">
                  <a:moveTo>
                    <a:pt x="0" y="142054"/>
                  </a:moveTo>
                  <a:lnTo>
                    <a:pt x="8812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545013" y="1287480"/>
              <a:ext cx="88122" cy="142054"/>
            </a:xfrm>
            <a:custGeom>
              <a:avLst/>
              <a:pathLst>
                <a:path w="88122" h="142054">
                  <a:moveTo>
                    <a:pt x="0" y="142054"/>
                  </a:moveTo>
                  <a:lnTo>
                    <a:pt x="8812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545013" y="1287480"/>
              <a:ext cx="88122" cy="142054"/>
            </a:xfrm>
            <a:custGeom>
              <a:avLst/>
              <a:pathLst>
                <a:path w="88122" h="142054">
                  <a:moveTo>
                    <a:pt x="0" y="142054"/>
                  </a:moveTo>
                  <a:lnTo>
                    <a:pt x="8812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545013" y="1287480"/>
              <a:ext cx="88122" cy="142054"/>
            </a:xfrm>
            <a:custGeom>
              <a:avLst/>
              <a:pathLst>
                <a:path w="88122" h="142054">
                  <a:moveTo>
                    <a:pt x="0" y="142054"/>
                  </a:moveTo>
                  <a:lnTo>
                    <a:pt x="8812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545013" y="1287480"/>
              <a:ext cx="88122" cy="142054"/>
            </a:xfrm>
            <a:custGeom>
              <a:avLst/>
              <a:pathLst>
                <a:path w="88122" h="142054">
                  <a:moveTo>
                    <a:pt x="0" y="142054"/>
                  </a:moveTo>
                  <a:lnTo>
                    <a:pt x="8812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545013" y="1287480"/>
              <a:ext cx="88122" cy="142054"/>
            </a:xfrm>
            <a:custGeom>
              <a:avLst/>
              <a:pathLst>
                <a:path w="88122" h="142054">
                  <a:moveTo>
                    <a:pt x="0" y="142054"/>
                  </a:moveTo>
                  <a:lnTo>
                    <a:pt x="8812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545013" y="1287480"/>
              <a:ext cx="88122" cy="142054"/>
            </a:xfrm>
            <a:custGeom>
              <a:avLst/>
              <a:pathLst>
                <a:path w="88122" h="142054">
                  <a:moveTo>
                    <a:pt x="0" y="142054"/>
                  </a:moveTo>
                  <a:lnTo>
                    <a:pt x="8812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545013" y="1287480"/>
              <a:ext cx="88122" cy="142054"/>
            </a:xfrm>
            <a:custGeom>
              <a:avLst/>
              <a:pathLst>
                <a:path w="88122" h="142054">
                  <a:moveTo>
                    <a:pt x="0" y="142054"/>
                  </a:moveTo>
                  <a:lnTo>
                    <a:pt x="8812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545013" y="1122712"/>
              <a:ext cx="255289" cy="331916"/>
            </a:xfrm>
            <a:custGeom>
              <a:avLst/>
              <a:pathLst>
                <a:path w="255289" h="331916">
                  <a:moveTo>
                    <a:pt x="0" y="306822"/>
                  </a:moveTo>
                  <a:lnTo>
                    <a:pt x="4557" y="309550"/>
                  </a:lnTo>
                  <a:lnTo>
                    <a:pt x="9199" y="312132"/>
                  </a:lnTo>
                  <a:lnTo>
                    <a:pt x="13921" y="314565"/>
                  </a:lnTo>
                  <a:lnTo>
                    <a:pt x="18718" y="316847"/>
                  </a:lnTo>
                  <a:lnTo>
                    <a:pt x="23585" y="318975"/>
                  </a:lnTo>
                  <a:lnTo>
                    <a:pt x="28517" y="320947"/>
                  </a:lnTo>
                  <a:lnTo>
                    <a:pt x="33509" y="322762"/>
                  </a:lnTo>
                  <a:lnTo>
                    <a:pt x="38556" y="324418"/>
                  </a:lnTo>
                  <a:lnTo>
                    <a:pt x="43653" y="325912"/>
                  </a:lnTo>
                  <a:lnTo>
                    <a:pt x="48795" y="327243"/>
                  </a:lnTo>
                  <a:lnTo>
                    <a:pt x="53977" y="328411"/>
                  </a:lnTo>
                  <a:lnTo>
                    <a:pt x="59194" y="329413"/>
                  </a:lnTo>
                  <a:lnTo>
                    <a:pt x="64439" y="330249"/>
                  </a:lnTo>
                  <a:lnTo>
                    <a:pt x="69709" y="330918"/>
                  </a:lnTo>
                  <a:lnTo>
                    <a:pt x="74997" y="331419"/>
                  </a:lnTo>
                  <a:lnTo>
                    <a:pt x="80298" y="331752"/>
                  </a:lnTo>
                  <a:lnTo>
                    <a:pt x="85608" y="331916"/>
                  </a:lnTo>
                  <a:lnTo>
                    <a:pt x="90919" y="331912"/>
                  </a:lnTo>
                  <a:lnTo>
                    <a:pt x="96228" y="331738"/>
                  </a:lnTo>
                  <a:lnTo>
                    <a:pt x="101529" y="331396"/>
                  </a:lnTo>
                  <a:lnTo>
                    <a:pt x="106816" y="330886"/>
                  </a:lnTo>
                  <a:lnTo>
                    <a:pt x="112085" y="330209"/>
                  </a:lnTo>
                  <a:lnTo>
                    <a:pt x="117329" y="329364"/>
                  </a:lnTo>
                  <a:lnTo>
                    <a:pt x="122544" y="328353"/>
                  </a:lnTo>
                  <a:lnTo>
                    <a:pt x="127723" y="327176"/>
                  </a:lnTo>
                  <a:lnTo>
                    <a:pt x="132863" y="325836"/>
                  </a:lnTo>
                  <a:lnTo>
                    <a:pt x="137958" y="324333"/>
                  </a:lnTo>
                  <a:lnTo>
                    <a:pt x="143003" y="322670"/>
                  </a:lnTo>
                  <a:lnTo>
                    <a:pt x="147992" y="320846"/>
                  </a:lnTo>
                  <a:lnTo>
                    <a:pt x="152920" y="318865"/>
                  </a:lnTo>
                  <a:lnTo>
                    <a:pt x="157783" y="316729"/>
                  </a:lnTo>
                  <a:lnTo>
                    <a:pt x="162576" y="314439"/>
                  </a:lnTo>
                  <a:lnTo>
                    <a:pt x="167294" y="311998"/>
                  </a:lnTo>
                  <a:lnTo>
                    <a:pt x="171932" y="309408"/>
                  </a:lnTo>
                  <a:lnTo>
                    <a:pt x="176485" y="306672"/>
                  </a:lnTo>
                  <a:lnTo>
                    <a:pt x="180949" y="303793"/>
                  </a:lnTo>
                  <a:lnTo>
                    <a:pt x="185319" y="300774"/>
                  </a:lnTo>
                  <a:lnTo>
                    <a:pt x="189591" y="297617"/>
                  </a:lnTo>
                  <a:lnTo>
                    <a:pt x="193760" y="294326"/>
                  </a:lnTo>
                  <a:lnTo>
                    <a:pt x="197823" y="290905"/>
                  </a:lnTo>
                  <a:lnTo>
                    <a:pt x="201775" y="287356"/>
                  </a:lnTo>
                  <a:lnTo>
                    <a:pt x="205613" y="283683"/>
                  </a:lnTo>
                  <a:lnTo>
                    <a:pt x="209332" y="279890"/>
                  </a:lnTo>
                  <a:lnTo>
                    <a:pt x="212928" y="275981"/>
                  </a:lnTo>
                  <a:lnTo>
                    <a:pt x="216398" y="271959"/>
                  </a:lnTo>
                  <a:lnTo>
                    <a:pt x="219739" y="267830"/>
                  </a:lnTo>
                  <a:lnTo>
                    <a:pt x="222947" y="263596"/>
                  </a:lnTo>
                  <a:lnTo>
                    <a:pt x="226019" y="259263"/>
                  </a:lnTo>
                  <a:lnTo>
                    <a:pt x="228952" y="254834"/>
                  </a:lnTo>
                  <a:lnTo>
                    <a:pt x="231742" y="250314"/>
                  </a:lnTo>
                  <a:lnTo>
                    <a:pt x="234387" y="245708"/>
                  </a:lnTo>
                  <a:lnTo>
                    <a:pt x="236885" y="241020"/>
                  </a:lnTo>
                  <a:lnTo>
                    <a:pt x="239233" y="236255"/>
                  </a:lnTo>
                  <a:lnTo>
                    <a:pt x="241428" y="231418"/>
                  </a:lnTo>
                  <a:lnTo>
                    <a:pt x="243468" y="226513"/>
                  </a:lnTo>
                  <a:lnTo>
                    <a:pt x="245351" y="221547"/>
                  </a:lnTo>
                  <a:lnTo>
                    <a:pt x="247076" y="216523"/>
                  </a:lnTo>
                  <a:lnTo>
                    <a:pt x="248640" y="211446"/>
                  </a:lnTo>
                  <a:lnTo>
                    <a:pt x="250042" y="206323"/>
                  </a:lnTo>
                  <a:lnTo>
                    <a:pt x="251280" y="201158"/>
                  </a:lnTo>
                  <a:lnTo>
                    <a:pt x="252354" y="195956"/>
                  </a:lnTo>
                  <a:lnTo>
                    <a:pt x="253262" y="190722"/>
                  </a:lnTo>
                  <a:lnTo>
                    <a:pt x="254003" y="185462"/>
                  </a:lnTo>
                  <a:lnTo>
                    <a:pt x="254577" y="180181"/>
                  </a:lnTo>
                  <a:lnTo>
                    <a:pt x="254983" y="174885"/>
                  </a:lnTo>
                  <a:lnTo>
                    <a:pt x="255220" y="169579"/>
                  </a:lnTo>
                  <a:lnTo>
                    <a:pt x="255289" y="164267"/>
                  </a:lnTo>
                  <a:lnTo>
                    <a:pt x="255188" y="158956"/>
                  </a:lnTo>
                  <a:lnTo>
                    <a:pt x="254919" y="153651"/>
                  </a:lnTo>
                  <a:lnTo>
                    <a:pt x="254482" y="148358"/>
                  </a:lnTo>
                  <a:lnTo>
                    <a:pt x="253877" y="143081"/>
                  </a:lnTo>
                  <a:lnTo>
                    <a:pt x="253104" y="137825"/>
                  </a:lnTo>
                  <a:lnTo>
                    <a:pt x="252165" y="132597"/>
                  </a:lnTo>
                  <a:lnTo>
                    <a:pt x="251060" y="127402"/>
                  </a:lnTo>
                  <a:lnTo>
                    <a:pt x="249790" y="122244"/>
                  </a:lnTo>
                  <a:lnTo>
                    <a:pt x="248358" y="117129"/>
                  </a:lnTo>
                  <a:lnTo>
                    <a:pt x="246763" y="112062"/>
                  </a:lnTo>
                  <a:lnTo>
                    <a:pt x="245009" y="107048"/>
                  </a:lnTo>
                  <a:lnTo>
                    <a:pt x="243096" y="102093"/>
                  </a:lnTo>
                  <a:lnTo>
                    <a:pt x="241026" y="97201"/>
                  </a:lnTo>
                  <a:lnTo>
                    <a:pt x="238802" y="92377"/>
                  </a:lnTo>
                  <a:lnTo>
                    <a:pt x="236426" y="87626"/>
                  </a:lnTo>
                  <a:lnTo>
                    <a:pt x="233900" y="82953"/>
                  </a:lnTo>
                  <a:lnTo>
                    <a:pt x="231227" y="78363"/>
                  </a:lnTo>
                  <a:lnTo>
                    <a:pt x="228410" y="73860"/>
                  </a:lnTo>
                  <a:lnTo>
                    <a:pt x="225451" y="69449"/>
                  </a:lnTo>
                  <a:lnTo>
                    <a:pt x="222353" y="65134"/>
                  </a:lnTo>
                  <a:lnTo>
                    <a:pt x="219120" y="60919"/>
                  </a:lnTo>
                  <a:lnTo>
                    <a:pt x="215754" y="56810"/>
                  </a:lnTo>
                  <a:lnTo>
                    <a:pt x="212260" y="52809"/>
                  </a:lnTo>
                  <a:lnTo>
                    <a:pt x="208640" y="48922"/>
                  </a:lnTo>
                  <a:lnTo>
                    <a:pt x="204899" y="45151"/>
                  </a:lnTo>
                  <a:lnTo>
                    <a:pt x="201040" y="41502"/>
                  </a:lnTo>
                  <a:lnTo>
                    <a:pt x="197066" y="37976"/>
                  </a:lnTo>
                  <a:lnTo>
                    <a:pt x="192983" y="34579"/>
                  </a:lnTo>
                  <a:lnTo>
                    <a:pt x="188794" y="31313"/>
                  </a:lnTo>
                  <a:lnTo>
                    <a:pt x="184503" y="28182"/>
                  </a:lnTo>
                  <a:lnTo>
                    <a:pt x="180115" y="25189"/>
                  </a:lnTo>
                  <a:lnTo>
                    <a:pt x="175634" y="22336"/>
                  </a:lnTo>
                  <a:lnTo>
                    <a:pt x="171064" y="19628"/>
                  </a:lnTo>
                  <a:lnTo>
                    <a:pt x="166411" y="17066"/>
                  </a:lnTo>
                  <a:lnTo>
                    <a:pt x="161679" y="14653"/>
                  </a:lnTo>
                  <a:lnTo>
                    <a:pt x="156873" y="12392"/>
                  </a:lnTo>
                  <a:lnTo>
                    <a:pt x="151997" y="10285"/>
                  </a:lnTo>
                  <a:lnTo>
                    <a:pt x="147056" y="8333"/>
                  </a:lnTo>
                  <a:lnTo>
                    <a:pt x="142057" y="6540"/>
                  </a:lnTo>
                  <a:lnTo>
                    <a:pt x="137002" y="4906"/>
                  </a:lnTo>
                  <a:lnTo>
                    <a:pt x="131899" y="3434"/>
                  </a:lnTo>
                  <a:lnTo>
                    <a:pt x="126751" y="2124"/>
                  </a:lnTo>
                  <a:lnTo>
                    <a:pt x="121564" y="979"/>
                  </a:lnTo>
                  <a:lnTo>
                    <a:pt x="116343" y="0"/>
                  </a:lnTo>
                  <a:lnTo>
                    <a:pt x="88122" y="16476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633135" y="1120312"/>
              <a:ext cx="28221" cy="167167"/>
            </a:xfrm>
            <a:custGeom>
              <a:avLst/>
              <a:pathLst>
                <a:path w="28221" h="167167">
                  <a:moveTo>
                    <a:pt x="28221" y="2399"/>
                  </a:moveTo>
                  <a:lnTo>
                    <a:pt x="21210" y="1351"/>
                  </a:lnTo>
                  <a:lnTo>
                    <a:pt x="14161" y="600"/>
                  </a:lnTo>
                  <a:lnTo>
                    <a:pt x="7087" y="15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68510" y="971635"/>
              <a:ext cx="167165" cy="278632"/>
            </a:xfrm>
            <a:custGeom>
              <a:avLst/>
              <a:pathLst>
                <a:path w="167165" h="278632">
                  <a:moveTo>
                    <a:pt x="167165" y="0"/>
                  </a:moveTo>
                  <a:lnTo>
                    <a:pt x="161824" y="85"/>
                  </a:lnTo>
                  <a:lnTo>
                    <a:pt x="156489" y="341"/>
                  </a:lnTo>
                  <a:lnTo>
                    <a:pt x="151164" y="767"/>
                  </a:lnTo>
                  <a:lnTo>
                    <a:pt x="145856" y="1363"/>
                  </a:lnTo>
                  <a:lnTo>
                    <a:pt x="140570" y="2129"/>
                  </a:lnTo>
                  <a:lnTo>
                    <a:pt x="135311" y="3062"/>
                  </a:lnTo>
                  <a:lnTo>
                    <a:pt x="130084" y="4164"/>
                  </a:lnTo>
                  <a:lnTo>
                    <a:pt x="124895" y="5432"/>
                  </a:lnTo>
                  <a:lnTo>
                    <a:pt x="119750" y="6865"/>
                  </a:lnTo>
                  <a:lnTo>
                    <a:pt x="114653" y="8461"/>
                  </a:lnTo>
                  <a:lnTo>
                    <a:pt x="109609" y="10220"/>
                  </a:lnTo>
                  <a:lnTo>
                    <a:pt x="104624" y="12139"/>
                  </a:lnTo>
                  <a:lnTo>
                    <a:pt x="99703" y="14216"/>
                  </a:lnTo>
                  <a:lnTo>
                    <a:pt x="94851" y="16450"/>
                  </a:lnTo>
                  <a:lnTo>
                    <a:pt x="90073" y="18837"/>
                  </a:lnTo>
                  <a:lnTo>
                    <a:pt x="85373" y="21376"/>
                  </a:lnTo>
                  <a:lnTo>
                    <a:pt x="80757" y="24063"/>
                  </a:lnTo>
                  <a:lnTo>
                    <a:pt x="76229" y="26897"/>
                  </a:lnTo>
                  <a:lnTo>
                    <a:pt x="71794" y="29874"/>
                  </a:lnTo>
                  <a:lnTo>
                    <a:pt x="67457" y="32991"/>
                  </a:lnTo>
                  <a:lnTo>
                    <a:pt x="63221" y="36245"/>
                  </a:lnTo>
                  <a:lnTo>
                    <a:pt x="59091" y="39632"/>
                  </a:lnTo>
                  <a:lnTo>
                    <a:pt x="55072" y="43150"/>
                  </a:lnTo>
                  <a:lnTo>
                    <a:pt x="51167" y="46795"/>
                  </a:lnTo>
                  <a:lnTo>
                    <a:pt x="47380" y="50562"/>
                  </a:lnTo>
                  <a:lnTo>
                    <a:pt x="43716" y="54449"/>
                  </a:lnTo>
                  <a:lnTo>
                    <a:pt x="40178" y="58450"/>
                  </a:lnTo>
                  <a:lnTo>
                    <a:pt x="36770" y="62563"/>
                  </a:lnTo>
                  <a:lnTo>
                    <a:pt x="33494" y="66782"/>
                  </a:lnTo>
                  <a:lnTo>
                    <a:pt x="30355" y="71104"/>
                  </a:lnTo>
                  <a:lnTo>
                    <a:pt x="27356" y="75524"/>
                  </a:lnTo>
                  <a:lnTo>
                    <a:pt x="24500" y="80037"/>
                  </a:lnTo>
                  <a:lnTo>
                    <a:pt x="21789" y="84640"/>
                  </a:lnTo>
                  <a:lnTo>
                    <a:pt x="19226" y="89326"/>
                  </a:lnTo>
                  <a:lnTo>
                    <a:pt x="16815" y="94093"/>
                  </a:lnTo>
                  <a:lnTo>
                    <a:pt x="14557" y="98933"/>
                  </a:lnTo>
                  <a:lnTo>
                    <a:pt x="12455" y="103844"/>
                  </a:lnTo>
                  <a:lnTo>
                    <a:pt x="10511" y="108819"/>
                  </a:lnTo>
                  <a:lnTo>
                    <a:pt x="8727" y="113853"/>
                  </a:lnTo>
                  <a:lnTo>
                    <a:pt x="7104" y="118943"/>
                  </a:lnTo>
                  <a:lnTo>
                    <a:pt x="5645" y="124081"/>
                  </a:lnTo>
                  <a:lnTo>
                    <a:pt x="4351" y="129263"/>
                  </a:lnTo>
                  <a:lnTo>
                    <a:pt x="3223" y="134484"/>
                  </a:lnTo>
                  <a:lnTo>
                    <a:pt x="2263" y="139739"/>
                  </a:lnTo>
                  <a:lnTo>
                    <a:pt x="1471" y="145021"/>
                  </a:lnTo>
                  <a:lnTo>
                    <a:pt x="848" y="150326"/>
                  </a:lnTo>
                  <a:lnTo>
                    <a:pt x="395" y="155648"/>
                  </a:lnTo>
                  <a:lnTo>
                    <a:pt x="112" y="160982"/>
                  </a:lnTo>
                  <a:lnTo>
                    <a:pt x="0" y="166322"/>
                  </a:lnTo>
                  <a:lnTo>
                    <a:pt x="58" y="171663"/>
                  </a:lnTo>
                  <a:lnTo>
                    <a:pt x="287" y="177000"/>
                  </a:lnTo>
                  <a:lnTo>
                    <a:pt x="686" y="182326"/>
                  </a:lnTo>
                  <a:lnTo>
                    <a:pt x="1255" y="187637"/>
                  </a:lnTo>
                  <a:lnTo>
                    <a:pt x="1994" y="192927"/>
                  </a:lnTo>
                  <a:lnTo>
                    <a:pt x="2901" y="198191"/>
                  </a:lnTo>
                  <a:lnTo>
                    <a:pt x="3977" y="203423"/>
                  </a:lnTo>
                  <a:lnTo>
                    <a:pt x="5218" y="208619"/>
                  </a:lnTo>
                  <a:lnTo>
                    <a:pt x="6625" y="213771"/>
                  </a:lnTo>
                  <a:lnTo>
                    <a:pt x="8196" y="218877"/>
                  </a:lnTo>
                  <a:lnTo>
                    <a:pt x="9929" y="223929"/>
                  </a:lnTo>
                  <a:lnTo>
                    <a:pt x="11823" y="228923"/>
                  </a:lnTo>
                  <a:lnTo>
                    <a:pt x="13875" y="233855"/>
                  </a:lnTo>
                  <a:lnTo>
                    <a:pt x="16084" y="238718"/>
                  </a:lnTo>
                  <a:lnTo>
                    <a:pt x="18447" y="243508"/>
                  </a:lnTo>
                  <a:lnTo>
                    <a:pt x="20962" y="248221"/>
                  </a:lnTo>
                  <a:lnTo>
                    <a:pt x="23626" y="252850"/>
                  </a:lnTo>
                  <a:lnTo>
                    <a:pt x="26437" y="257392"/>
                  </a:lnTo>
                  <a:lnTo>
                    <a:pt x="29391" y="261842"/>
                  </a:lnTo>
                  <a:lnTo>
                    <a:pt x="32487" y="266196"/>
                  </a:lnTo>
                  <a:lnTo>
                    <a:pt x="35719" y="270448"/>
                  </a:lnTo>
                  <a:lnTo>
                    <a:pt x="39086" y="274595"/>
                  </a:lnTo>
                  <a:lnTo>
                    <a:pt x="42583" y="278632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5011094" y="1138802"/>
              <a:ext cx="124581" cy="111464"/>
            </a:xfrm>
            <a:custGeom>
              <a:avLst/>
              <a:pathLst>
                <a:path w="124581" h="111464">
                  <a:moveTo>
                    <a:pt x="0" y="111464"/>
                  </a:moveTo>
                  <a:lnTo>
                    <a:pt x="12458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011094" y="1138802"/>
              <a:ext cx="124581" cy="111464"/>
            </a:xfrm>
            <a:custGeom>
              <a:avLst/>
              <a:pathLst>
                <a:path w="124581" h="111464">
                  <a:moveTo>
                    <a:pt x="0" y="111464"/>
                  </a:moveTo>
                  <a:lnTo>
                    <a:pt x="12458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011094" y="1138802"/>
              <a:ext cx="124581" cy="111464"/>
            </a:xfrm>
            <a:custGeom>
              <a:avLst/>
              <a:pathLst>
                <a:path w="124581" h="111464">
                  <a:moveTo>
                    <a:pt x="0" y="111464"/>
                  </a:moveTo>
                  <a:lnTo>
                    <a:pt x="12458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011094" y="1138802"/>
              <a:ext cx="124581" cy="111464"/>
            </a:xfrm>
            <a:custGeom>
              <a:avLst/>
              <a:pathLst>
                <a:path w="124581" h="111464">
                  <a:moveTo>
                    <a:pt x="0" y="111464"/>
                  </a:moveTo>
                  <a:lnTo>
                    <a:pt x="12458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011094" y="1138802"/>
              <a:ext cx="124581" cy="111464"/>
            </a:xfrm>
            <a:custGeom>
              <a:avLst/>
              <a:pathLst>
                <a:path w="124581" h="111464">
                  <a:moveTo>
                    <a:pt x="0" y="111464"/>
                  </a:moveTo>
                  <a:lnTo>
                    <a:pt x="12458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011094" y="1138802"/>
              <a:ext cx="124581" cy="111464"/>
            </a:xfrm>
            <a:custGeom>
              <a:avLst/>
              <a:pathLst>
                <a:path w="124581" h="111464">
                  <a:moveTo>
                    <a:pt x="0" y="111464"/>
                  </a:moveTo>
                  <a:lnTo>
                    <a:pt x="12458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011094" y="1138802"/>
              <a:ext cx="124581" cy="111464"/>
            </a:xfrm>
            <a:custGeom>
              <a:avLst/>
              <a:pathLst>
                <a:path w="124581" h="111464">
                  <a:moveTo>
                    <a:pt x="0" y="111464"/>
                  </a:moveTo>
                  <a:lnTo>
                    <a:pt x="12458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011094" y="1138802"/>
              <a:ext cx="124581" cy="111464"/>
            </a:xfrm>
            <a:custGeom>
              <a:avLst/>
              <a:pathLst>
                <a:path w="124581" h="111464">
                  <a:moveTo>
                    <a:pt x="0" y="111464"/>
                  </a:moveTo>
                  <a:lnTo>
                    <a:pt x="12458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011094" y="1138802"/>
              <a:ext cx="124581" cy="111464"/>
            </a:xfrm>
            <a:custGeom>
              <a:avLst/>
              <a:pathLst>
                <a:path w="124581" h="111464">
                  <a:moveTo>
                    <a:pt x="0" y="111464"/>
                  </a:moveTo>
                  <a:lnTo>
                    <a:pt x="12458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011094" y="1138802"/>
              <a:ext cx="124581" cy="111464"/>
            </a:xfrm>
            <a:custGeom>
              <a:avLst/>
              <a:pathLst>
                <a:path w="124581" h="111464">
                  <a:moveTo>
                    <a:pt x="0" y="111464"/>
                  </a:moveTo>
                  <a:lnTo>
                    <a:pt x="12458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011094" y="1138802"/>
              <a:ext cx="124581" cy="111464"/>
            </a:xfrm>
            <a:custGeom>
              <a:avLst/>
              <a:pathLst>
                <a:path w="124581" h="111464">
                  <a:moveTo>
                    <a:pt x="0" y="111464"/>
                  </a:moveTo>
                  <a:lnTo>
                    <a:pt x="12458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011094" y="1138802"/>
              <a:ext cx="124581" cy="111464"/>
            </a:xfrm>
            <a:custGeom>
              <a:avLst/>
              <a:pathLst>
                <a:path w="124581" h="111464">
                  <a:moveTo>
                    <a:pt x="0" y="111464"/>
                  </a:moveTo>
                  <a:lnTo>
                    <a:pt x="12458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011094" y="1138802"/>
              <a:ext cx="124581" cy="111464"/>
            </a:xfrm>
            <a:custGeom>
              <a:avLst/>
              <a:pathLst>
                <a:path w="124581" h="111464">
                  <a:moveTo>
                    <a:pt x="0" y="111464"/>
                  </a:moveTo>
                  <a:lnTo>
                    <a:pt x="12458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011094" y="1138802"/>
              <a:ext cx="124581" cy="111464"/>
            </a:xfrm>
            <a:custGeom>
              <a:avLst/>
              <a:pathLst>
                <a:path w="124581" h="111464">
                  <a:moveTo>
                    <a:pt x="0" y="111464"/>
                  </a:moveTo>
                  <a:lnTo>
                    <a:pt x="12458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011094" y="1138802"/>
              <a:ext cx="124581" cy="111464"/>
            </a:xfrm>
            <a:custGeom>
              <a:avLst/>
              <a:pathLst>
                <a:path w="124581" h="111464">
                  <a:moveTo>
                    <a:pt x="0" y="111464"/>
                  </a:moveTo>
                  <a:lnTo>
                    <a:pt x="12458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011094" y="1138802"/>
              <a:ext cx="124581" cy="111464"/>
            </a:xfrm>
            <a:custGeom>
              <a:avLst/>
              <a:pathLst>
                <a:path w="124581" h="111464">
                  <a:moveTo>
                    <a:pt x="0" y="111464"/>
                  </a:moveTo>
                  <a:lnTo>
                    <a:pt x="12458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011094" y="1138802"/>
              <a:ext cx="124581" cy="111464"/>
            </a:xfrm>
            <a:custGeom>
              <a:avLst/>
              <a:pathLst>
                <a:path w="124581" h="111464">
                  <a:moveTo>
                    <a:pt x="0" y="111464"/>
                  </a:moveTo>
                  <a:lnTo>
                    <a:pt x="12458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011094" y="1138802"/>
              <a:ext cx="124581" cy="111464"/>
            </a:xfrm>
            <a:custGeom>
              <a:avLst/>
              <a:pathLst>
                <a:path w="124581" h="111464">
                  <a:moveTo>
                    <a:pt x="0" y="111464"/>
                  </a:moveTo>
                  <a:lnTo>
                    <a:pt x="12458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011094" y="1138802"/>
              <a:ext cx="124581" cy="111464"/>
            </a:xfrm>
            <a:custGeom>
              <a:avLst/>
              <a:pathLst>
                <a:path w="124581" h="111464">
                  <a:moveTo>
                    <a:pt x="0" y="111464"/>
                  </a:moveTo>
                  <a:lnTo>
                    <a:pt x="12458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011094" y="1138802"/>
              <a:ext cx="124581" cy="111464"/>
            </a:xfrm>
            <a:custGeom>
              <a:avLst/>
              <a:pathLst>
                <a:path w="124581" h="111464">
                  <a:moveTo>
                    <a:pt x="0" y="111464"/>
                  </a:moveTo>
                  <a:lnTo>
                    <a:pt x="12458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011094" y="1006425"/>
              <a:ext cx="291733" cy="299536"/>
            </a:xfrm>
            <a:custGeom>
              <a:avLst/>
              <a:pathLst>
                <a:path w="291733" h="299536">
                  <a:moveTo>
                    <a:pt x="0" y="243841"/>
                  </a:moveTo>
                  <a:lnTo>
                    <a:pt x="3627" y="247767"/>
                  </a:lnTo>
                  <a:lnTo>
                    <a:pt x="7378" y="251576"/>
                  </a:lnTo>
                  <a:lnTo>
                    <a:pt x="11249" y="255262"/>
                  </a:lnTo>
                  <a:lnTo>
                    <a:pt x="15236" y="258822"/>
                  </a:lnTo>
                  <a:lnTo>
                    <a:pt x="19334" y="262254"/>
                  </a:lnTo>
                  <a:lnTo>
                    <a:pt x="23540" y="265552"/>
                  </a:lnTo>
                  <a:lnTo>
                    <a:pt x="27850" y="268714"/>
                  </a:lnTo>
                  <a:lnTo>
                    <a:pt x="32258" y="271737"/>
                  </a:lnTo>
                  <a:lnTo>
                    <a:pt x="36761" y="274618"/>
                  </a:lnTo>
                  <a:lnTo>
                    <a:pt x="41353" y="277353"/>
                  </a:lnTo>
                  <a:lnTo>
                    <a:pt x="46031" y="279940"/>
                  </a:lnTo>
                  <a:lnTo>
                    <a:pt x="50789" y="282376"/>
                  </a:lnTo>
                  <a:lnTo>
                    <a:pt x="55622" y="284658"/>
                  </a:lnTo>
                  <a:lnTo>
                    <a:pt x="60526" y="286785"/>
                  </a:lnTo>
                  <a:lnTo>
                    <a:pt x="65496" y="288754"/>
                  </a:lnTo>
                  <a:lnTo>
                    <a:pt x="70525" y="290563"/>
                  </a:lnTo>
                  <a:lnTo>
                    <a:pt x="75611" y="292210"/>
                  </a:lnTo>
                  <a:lnTo>
                    <a:pt x="80746" y="293694"/>
                  </a:lnTo>
                  <a:lnTo>
                    <a:pt x="85926" y="295013"/>
                  </a:lnTo>
                  <a:lnTo>
                    <a:pt x="91145" y="296166"/>
                  </a:lnTo>
                  <a:lnTo>
                    <a:pt x="96399" y="297151"/>
                  </a:lnTo>
                  <a:lnTo>
                    <a:pt x="101681" y="297968"/>
                  </a:lnTo>
                  <a:lnTo>
                    <a:pt x="106987" y="298616"/>
                  </a:lnTo>
                  <a:lnTo>
                    <a:pt x="112311" y="299093"/>
                  </a:lnTo>
                  <a:lnTo>
                    <a:pt x="117648" y="299400"/>
                  </a:lnTo>
                  <a:lnTo>
                    <a:pt x="122991" y="299536"/>
                  </a:lnTo>
                  <a:lnTo>
                    <a:pt x="128336" y="299502"/>
                  </a:lnTo>
                  <a:lnTo>
                    <a:pt x="133677" y="299296"/>
                  </a:lnTo>
                  <a:lnTo>
                    <a:pt x="139009" y="298920"/>
                  </a:lnTo>
                  <a:lnTo>
                    <a:pt x="144327" y="298374"/>
                  </a:lnTo>
                  <a:lnTo>
                    <a:pt x="149624" y="297658"/>
                  </a:lnTo>
                  <a:lnTo>
                    <a:pt x="154895" y="296772"/>
                  </a:lnTo>
                  <a:lnTo>
                    <a:pt x="160136" y="295719"/>
                  </a:lnTo>
                  <a:lnTo>
                    <a:pt x="165340" y="294499"/>
                  </a:lnTo>
                  <a:lnTo>
                    <a:pt x="170502" y="293113"/>
                  </a:lnTo>
                  <a:lnTo>
                    <a:pt x="175618" y="291563"/>
                  </a:lnTo>
                  <a:lnTo>
                    <a:pt x="180681" y="289849"/>
                  </a:lnTo>
                  <a:lnTo>
                    <a:pt x="185687" y="287975"/>
                  </a:lnTo>
                  <a:lnTo>
                    <a:pt x="190631" y="285942"/>
                  </a:lnTo>
                  <a:lnTo>
                    <a:pt x="195506" y="283752"/>
                  </a:lnTo>
                  <a:lnTo>
                    <a:pt x="200310" y="281407"/>
                  </a:lnTo>
                  <a:lnTo>
                    <a:pt x="205036" y="278910"/>
                  </a:lnTo>
                  <a:lnTo>
                    <a:pt x="209680" y="276262"/>
                  </a:lnTo>
                  <a:lnTo>
                    <a:pt x="214236" y="273468"/>
                  </a:lnTo>
                  <a:lnTo>
                    <a:pt x="218701" y="270530"/>
                  </a:lnTo>
                  <a:lnTo>
                    <a:pt x="223070" y="267450"/>
                  </a:lnTo>
                  <a:lnTo>
                    <a:pt x="227338" y="264232"/>
                  </a:lnTo>
                  <a:lnTo>
                    <a:pt x="231501" y="260879"/>
                  </a:lnTo>
                  <a:lnTo>
                    <a:pt x="235555" y="257395"/>
                  </a:lnTo>
                  <a:lnTo>
                    <a:pt x="239495" y="253783"/>
                  </a:lnTo>
                  <a:lnTo>
                    <a:pt x="243318" y="250047"/>
                  </a:lnTo>
                  <a:lnTo>
                    <a:pt x="247020" y="246191"/>
                  </a:lnTo>
                  <a:lnTo>
                    <a:pt x="250596" y="242218"/>
                  </a:lnTo>
                  <a:lnTo>
                    <a:pt x="254043" y="238133"/>
                  </a:lnTo>
                  <a:lnTo>
                    <a:pt x="257358" y="233940"/>
                  </a:lnTo>
                  <a:lnTo>
                    <a:pt x="260537" y="229643"/>
                  </a:lnTo>
                  <a:lnTo>
                    <a:pt x="263578" y="225247"/>
                  </a:lnTo>
                  <a:lnTo>
                    <a:pt x="266476" y="220755"/>
                  </a:lnTo>
                  <a:lnTo>
                    <a:pt x="269229" y="216173"/>
                  </a:lnTo>
                  <a:lnTo>
                    <a:pt x="271834" y="211506"/>
                  </a:lnTo>
                  <a:lnTo>
                    <a:pt x="274289" y="206758"/>
                  </a:lnTo>
                  <a:lnTo>
                    <a:pt x="276590" y="201933"/>
                  </a:lnTo>
                  <a:lnTo>
                    <a:pt x="278736" y="197038"/>
                  </a:lnTo>
                  <a:lnTo>
                    <a:pt x="280725" y="192076"/>
                  </a:lnTo>
                  <a:lnTo>
                    <a:pt x="282554" y="187053"/>
                  </a:lnTo>
                  <a:lnTo>
                    <a:pt x="284221" y="181975"/>
                  </a:lnTo>
                  <a:lnTo>
                    <a:pt x="285725" y="176846"/>
                  </a:lnTo>
                  <a:lnTo>
                    <a:pt x="287064" y="171671"/>
                  </a:lnTo>
                  <a:lnTo>
                    <a:pt x="288238" y="166456"/>
                  </a:lnTo>
                  <a:lnTo>
                    <a:pt x="289244" y="161206"/>
                  </a:lnTo>
                  <a:lnTo>
                    <a:pt x="290081" y="155927"/>
                  </a:lnTo>
                  <a:lnTo>
                    <a:pt x="290749" y="150624"/>
                  </a:lnTo>
                  <a:lnTo>
                    <a:pt x="291248" y="145302"/>
                  </a:lnTo>
                  <a:lnTo>
                    <a:pt x="291576" y="139966"/>
                  </a:lnTo>
                  <a:lnTo>
                    <a:pt x="291733" y="134624"/>
                  </a:lnTo>
                  <a:lnTo>
                    <a:pt x="291720" y="129278"/>
                  </a:lnTo>
                  <a:lnTo>
                    <a:pt x="291535" y="123936"/>
                  </a:lnTo>
                  <a:lnTo>
                    <a:pt x="291180" y="118603"/>
                  </a:lnTo>
                  <a:lnTo>
                    <a:pt x="290654" y="113283"/>
                  </a:lnTo>
                  <a:lnTo>
                    <a:pt x="289959" y="107984"/>
                  </a:lnTo>
                  <a:lnTo>
                    <a:pt x="289095" y="102709"/>
                  </a:lnTo>
                  <a:lnTo>
                    <a:pt x="288062" y="97464"/>
                  </a:lnTo>
                  <a:lnTo>
                    <a:pt x="286862" y="92255"/>
                  </a:lnTo>
                  <a:lnTo>
                    <a:pt x="285497" y="87087"/>
                  </a:lnTo>
                  <a:lnTo>
                    <a:pt x="283966" y="81966"/>
                  </a:lnTo>
                  <a:lnTo>
                    <a:pt x="282273" y="76896"/>
                  </a:lnTo>
                  <a:lnTo>
                    <a:pt x="280419" y="71883"/>
                  </a:lnTo>
                  <a:lnTo>
                    <a:pt x="278405" y="66931"/>
                  </a:lnTo>
                  <a:lnTo>
                    <a:pt x="276234" y="62047"/>
                  </a:lnTo>
                  <a:lnTo>
                    <a:pt x="273908" y="57234"/>
                  </a:lnTo>
                  <a:lnTo>
                    <a:pt x="271429" y="52498"/>
                  </a:lnTo>
                  <a:lnTo>
                    <a:pt x="268800" y="47844"/>
                  </a:lnTo>
                  <a:lnTo>
                    <a:pt x="266024" y="43276"/>
                  </a:lnTo>
                  <a:lnTo>
                    <a:pt x="263103" y="38800"/>
                  </a:lnTo>
                  <a:lnTo>
                    <a:pt x="260040" y="34419"/>
                  </a:lnTo>
                  <a:lnTo>
                    <a:pt x="256839" y="30138"/>
                  </a:lnTo>
                  <a:lnTo>
                    <a:pt x="253503" y="25962"/>
                  </a:lnTo>
                  <a:lnTo>
                    <a:pt x="250035" y="21895"/>
                  </a:lnTo>
                  <a:lnTo>
                    <a:pt x="246438" y="17940"/>
                  </a:lnTo>
                  <a:lnTo>
                    <a:pt x="242717" y="14103"/>
                  </a:lnTo>
                  <a:lnTo>
                    <a:pt x="238876" y="10386"/>
                  </a:lnTo>
                  <a:lnTo>
                    <a:pt x="234917" y="6794"/>
                  </a:lnTo>
                  <a:lnTo>
                    <a:pt x="230846" y="3331"/>
                  </a:lnTo>
                  <a:lnTo>
                    <a:pt x="226666" y="0"/>
                  </a:lnTo>
                  <a:lnTo>
                    <a:pt x="124581" y="13237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135676" y="971635"/>
              <a:ext cx="102084" cy="167167"/>
            </a:xfrm>
            <a:custGeom>
              <a:avLst/>
              <a:pathLst>
                <a:path w="102084" h="167167">
                  <a:moveTo>
                    <a:pt x="102084" y="34790"/>
                  </a:moveTo>
                  <a:lnTo>
                    <a:pt x="97447" y="31340"/>
                  </a:lnTo>
                  <a:lnTo>
                    <a:pt x="92694" y="28053"/>
                  </a:lnTo>
                  <a:lnTo>
                    <a:pt x="87830" y="24932"/>
                  </a:lnTo>
                  <a:lnTo>
                    <a:pt x="82860" y="21981"/>
                  </a:lnTo>
                  <a:lnTo>
                    <a:pt x="77792" y="19203"/>
                  </a:lnTo>
                  <a:lnTo>
                    <a:pt x="72631" y="16603"/>
                  </a:lnTo>
                  <a:lnTo>
                    <a:pt x="67383" y="14182"/>
                  </a:lnTo>
                  <a:lnTo>
                    <a:pt x="62054" y="11944"/>
                  </a:lnTo>
                  <a:lnTo>
                    <a:pt x="56652" y="9892"/>
                  </a:lnTo>
                  <a:lnTo>
                    <a:pt x="51181" y="8027"/>
                  </a:lnTo>
                  <a:lnTo>
                    <a:pt x="45650" y="6353"/>
                  </a:lnTo>
                  <a:lnTo>
                    <a:pt x="40063" y="4871"/>
                  </a:lnTo>
                  <a:lnTo>
                    <a:pt x="34429" y="3584"/>
                  </a:lnTo>
                  <a:lnTo>
                    <a:pt x="28754" y="2491"/>
                  </a:lnTo>
                  <a:lnTo>
                    <a:pt x="23045" y="1596"/>
                  </a:lnTo>
                  <a:lnTo>
                    <a:pt x="17307" y="898"/>
                  </a:lnTo>
                  <a:lnTo>
                    <a:pt x="11550" y="399"/>
                  </a:lnTo>
                  <a:lnTo>
                    <a:pt x="5778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542049" y="941493"/>
              <a:ext cx="75230" cy="167167"/>
            </a:xfrm>
            <a:custGeom>
              <a:avLst/>
              <a:pathLst>
                <a:path w="75230" h="167167">
                  <a:moveTo>
                    <a:pt x="75230" y="0"/>
                  </a:moveTo>
                  <a:lnTo>
                    <a:pt x="69229" y="107"/>
                  </a:lnTo>
                  <a:lnTo>
                    <a:pt x="63235" y="430"/>
                  </a:lnTo>
                  <a:lnTo>
                    <a:pt x="57257" y="968"/>
                  </a:lnTo>
                  <a:lnTo>
                    <a:pt x="51302" y="1721"/>
                  </a:lnTo>
                  <a:lnTo>
                    <a:pt x="45378" y="2687"/>
                  </a:lnTo>
                  <a:lnTo>
                    <a:pt x="39493" y="3864"/>
                  </a:lnTo>
                  <a:lnTo>
                    <a:pt x="33653" y="5253"/>
                  </a:lnTo>
                  <a:lnTo>
                    <a:pt x="27867" y="6850"/>
                  </a:lnTo>
                  <a:lnTo>
                    <a:pt x="22142" y="8653"/>
                  </a:lnTo>
                  <a:lnTo>
                    <a:pt x="16486" y="10661"/>
                  </a:lnTo>
                  <a:lnTo>
                    <a:pt x="10905" y="12871"/>
                  </a:lnTo>
                  <a:lnTo>
                    <a:pt x="5407" y="15280"/>
                  </a:lnTo>
                  <a:lnTo>
                    <a:pt x="0" y="17884"/>
                  </a:lnTo>
                  <a:lnTo>
                    <a:pt x="7523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542049" y="959378"/>
              <a:ext cx="75230" cy="149282"/>
            </a:xfrm>
            <a:custGeom>
              <a:avLst/>
              <a:pathLst>
                <a:path w="75230" h="149282">
                  <a:moveTo>
                    <a:pt x="0" y="0"/>
                  </a:moveTo>
                  <a:lnTo>
                    <a:pt x="75230" y="1492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542049" y="959378"/>
              <a:ext cx="75230" cy="149282"/>
            </a:xfrm>
            <a:custGeom>
              <a:avLst/>
              <a:pathLst>
                <a:path w="75230" h="149282">
                  <a:moveTo>
                    <a:pt x="0" y="0"/>
                  </a:moveTo>
                  <a:lnTo>
                    <a:pt x="75230" y="1492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542049" y="959378"/>
              <a:ext cx="75230" cy="149282"/>
            </a:xfrm>
            <a:custGeom>
              <a:avLst/>
              <a:pathLst>
                <a:path w="75230" h="149282">
                  <a:moveTo>
                    <a:pt x="0" y="0"/>
                  </a:moveTo>
                  <a:lnTo>
                    <a:pt x="75230" y="1492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542049" y="959378"/>
              <a:ext cx="75230" cy="149282"/>
            </a:xfrm>
            <a:custGeom>
              <a:avLst/>
              <a:pathLst>
                <a:path w="75230" h="149282">
                  <a:moveTo>
                    <a:pt x="0" y="0"/>
                  </a:moveTo>
                  <a:lnTo>
                    <a:pt x="75230" y="1492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542049" y="959378"/>
              <a:ext cx="75230" cy="149282"/>
            </a:xfrm>
            <a:custGeom>
              <a:avLst/>
              <a:pathLst>
                <a:path w="75230" h="149282">
                  <a:moveTo>
                    <a:pt x="0" y="0"/>
                  </a:moveTo>
                  <a:lnTo>
                    <a:pt x="75230" y="1492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542049" y="959378"/>
              <a:ext cx="75230" cy="149282"/>
            </a:xfrm>
            <a:custGeom>
              <a:avLst/>
              <a:pathLst>
                <a:path w="75230" h="149282">
                  <a:moveTo>
                    <a:pt x="0" y="0"/>
                  </a:moveTo>
                  <a:lnTo>
                    <a:pt x="75230" y="1492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542049" y="959378"/>
              <a:ext cx="75230" cy="149282"/>
            </a:xfrm>
            <a:custGeom>
              <a:avLst/>
              <a:pathLst>
                <a:path w="75230" h="149282">
                  <a:moveTo>
                    <a:pt x="0" y="0"/>
                  </a:moveTo>
                  <a:lnTo>
                    <a:pt x="75230" y="1492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542049" y="959378"/>
              <a:ext cx="75230" cy="149282"/>
            </a:xfrm>
            <a:custGeom>
              <a:avLst/>
              <a:pathLst>
                <a:path w="75230" h="149282">
                  <a:moveTo>
                    <a:pt x="0" y="0"/>
                  </a:moveTo>
                  <a:lnTo>
                    <a:pt x="75230" y="1492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542049" y="959378"/>
              <a:ext cx="75230" cy="149282"/>
            </a:xfrm>
            <a:custGeom>
              <a:avLst/>
              <a:pathLst>
                <a:path w="75230" h="149282">
                  <a:moveTo>
                    <a:pt x="0" y="0"/>
                  </a:moveTo>
                  <a:lnTo>
                    <a:pt x="75230" y="1492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542049" y="959378"/>
              <a:ext cx="75230" cy="149282"/>
            </a:xfrm>
            <a:custGeom>
              <a:avLst/>
              <a:pathLst>
                <a:path w="75230" h="149282">
                  <a:moveTo>
                    <a:pt x="0" y="0"/>
                  </a:moveTo>
                  <a:lnTo>
                    <a:pt x="75230" y="14928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542049" y="959378"/>
              <a:ext cx="75230" cy="149282"/>
            </a:xfrm>
            <a:custGeom>
              <a:avLst/>
              <a:pathLst>
                <a:path w="75230" h="149282">
                  <a:moveTo>
                    <a:pt x="0" y="0"/>
                  </a:moveTo>
                  <a:lnTo>
                    <a:pt x="75230" y="1492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542049" y="959378"/>
              <a:ext cx="75230" cy="149282"/>
            </a:xfrm>
            <a:custGeom>
              <a:avLst/>
              <a:pathLst>
                <a:path w="75230" h="149282">
                  <a:moveTo>
                    <a:pt x="0" y="0"/>
                  </a:moveTo>
                  <a:lnTo>
                    <a:pt x="75230" y="1492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542049" y="959378"/>
              <a:ext cx="75230" cy="149282"/>
            </a:xfrm>
            <a:custGeom>
              <a:avLst/>
              <a:pathLst>
                <a:path w="75230" h="149282">
                  <a:moveTo>
                    <a:pt x="0" y="0"/>
                  </a:moveTo>
                  <a:lnTo>
                    <a:pt x="75230" y="14928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542049" y="959378"/>
              <a:ext cx="75230" cy="149282"/>
            </a:xfrm>
            <a:custGeom>
              <a:avLst/>
              <a:pathLst>
                <a:path w="75230" h="149282">
                  <a:moveTo>
                    <a:pt x="0" y="0"/>
                  </a:moveTo>
                  <a:lnTo>
                    <a:pt x="75230" y="1492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542049" y="959378"/>
              <a:ext cx="75230" cy="149282"/>
            </a:xfrm>
            <a:custGeom>
              <a:avLst/>
              <a:pathLst>
                <a:path w="75230" h="149282">
                  <a:moveTo>
                    <a:pt x="0" y="0"/>
                  </a:moveTo>
                  <a:lnTo>
                    <a:pt x="75230" y="1492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542049" y="959378"/>
              <a:ext cx="75230" cy="149282"/>
            </a:xfrm>
            <a:custGeom>
              <a:avLst/>
              <a:pathLst>
                <a:path w="75230" h="149282">
                  <a:moveTo>
                    <a:pt x="0" y="0"/>
                  </a:moveTo>
                  <a:lnTo>
                    <a:pt x="75230" y="1492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542049" y="959378"/>
              <a:ext cx="75230" cy="149282"/>
            </a:xfrm>
            <a:custGeom>
              <a:avLst/>
              <a:pathLst>
                <a:path w="75230" h="149282">
                  <a:moveTo>
                    <a:pt x="0" y="0"/>
                  </a:moveTo>
                  <a:lnTo>
                    <a:pt x="75230" y="1492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542049" y="959378"/>
              <a:ext cx="75230" cy="149282"/>
            </a:xfrm>
            <a:custGeom>
              <a:avLst/>
              <a:pathLst>
                <a:path w="75230" h="149282">
                  <a:moveTo>
                    <a:pt x="0" y="0"/>
                  </a:moveTo>
                  <a:lnTo>
                    <a:pt x="75230" y="1492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542049" y="959378"/>
              <a:ext cx="75230" cy="149282"/>
            </a:xfrm>
            <a:custGeom>
              <a:avLst/>
              <a:pathLst>
                <a:path w="75230" h="149282">
                  <a:moveTo>
                    <a:pt x="0" y="0"/>
                  </a:moveTo>
                  <a:lnTo>
                    <a:pt x="75230" y="1492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450114" y="949200"/>
              <a:ext cx="334332" cy="326611"/>
            </a:xfrm>
            <a:custGeom>
              <a:avLst/>
              <a:pathLst>
                <a:path w="334332" h="326611">
                  <a:moveTo>
                    <a:pt x="91934" y="10178"/>
                  </a:moveTo>
                  <a:lnTo>
                    <a:pt x="87244" y="12635"/>
                  </a:lnTo>
                  <a:lnTo>
                    <a:pt x="82634" y="15240"/>
                  </a:lnTo>
                  <a:lnTo>
                    <a:pt x="78109" y="17989"/>
                  </a:lnTo>
                  <a:lnTo>
                    <a:pt x="73674" y="20881"/>
                  </a:lnTo>
                  <a:lnTo>
                    <a:pt x="69332" y="23911"/>
                  </a:lnTo>
                  <a:lnTo>
                    <a:pt x="65088" y="27078"/>
                  </a:lnTo>
                  <a:lnTo>
                    <a:pt x="60946" y="30377"/>
                  </a:lnTo>
                  <a:lnTo>
                    <a:pt x="56912" y="33805"/>
                  </a:lnTo>
                  <a:lnTo>
                    <a:pt x="52987" y="37360"/>
                  </a:lnTo>
                  <a:lnTo>
                    <a:pt x="49178" y="41038"/>
                  </a:lnTo>
                  <a:lnTo>
                    <a:pt x="45486" y="44834"/>
                  </a:lnTo>
                  <a:lnTo>
                    <a:pt x="41917" y="48745"/>
                  </a:lnTo>
                  <a:lnTo>
                    <a:pt x="38474" y="52767"/>
                  </a:lnTo>
                  <a:lnTo>
                    <a:pt x="35159" y="56896"/>
                  </a:lnTo>
                  <a:lnTo>
                    <a:pt x="31977" y="61128"/>
                  </a:lnTo>
                  <a:lnTo>
                    <a:pt x="28931" y="65459"/>
                  </a:lnTo>
                  <a:lnTo>
                    <a:pt x="26023" y="69884"/>
                  </a:lnTo>
                  <a:lnTo>
                    <a:pt x="23257" y="74399"/>
                  </a:lnTo>
                  <a:lnTo>
                    <a:pt x="20635" y="78999"/>
                  </a:lnTo>
                  <a:lnTo>
                    <a:pt x="18161" y="83680"/>
                  </a:lnTo>
                  <a:lnTo>
                    <a:pt x="15835" y="88437"/>
                  </a:lnTo>
                  <a:lnTo>
                    <a:pt x="13662" y="93266"/>
                  </a:lnTo>
                  <a:lnTo>
                    <a:pt x="11642" y="98160"/>
                  </a:lnTo>
                  <a:lnTo>
                    <a:pt x="9779" y="103117"/>
                  </a:lnTo>
                  <a:lnTo>
                    <a:pt x="8074" y="108129"/>
                  </a:lnTo>
                  <a:lnTo>
                    <a:pt x="6528" y="113194"/>
                  </a:lnTo>
                  <a:lnTo>
                    <a:pt x="5143" y="118304"/>
                  </a:lnTo>
                  <a:lnTo>
                    <a:pt x="3921" y="123456"/>
                  </a:lnTo>
                  <a:lnTo>
                    <a:pt x="2863" y="128644"/>
                  </a:lnTo>
                  <a:lnTo>
                    <a:pt x="1969" y="133863"/>
                  </a:lnTo>
                  <a:lnTo>
                    <a:pt x="1241" y="139108"/>
                  </a:lnTo>
                  <a:lnTo>
                    <a:pt x="680" y="144373"/>
                  </a:lnTo>
                  <a:lnTo>
                    <a:pt x="286" y="149653"/>
                  </a:lnTo>
                  <a:lnTo>
                    <a:pt x="59" y="154943"/>
                  </a:lnTo>
                  <a:lnTo>
                    <a:pt x="0" y="160238"/>
                  </a:lnTo>
                  <a:lnTo>
                    <a:pt x="108" y="165531"/>
                  </a:lnTo>
                  <a:lnTo>
                    <a:pt x="384" y="170819"/>
                  </a:lnTo>
                  <a:lnTo>
                    <a:pt x="827" y="176095"/>
                  </a:lnTo>
                  <a:lnTo>
                    <a:pt x="1438" y="181355"/>
                  </a:lnTo>
                  <a:lnTo>
                    <a:pt x="2214" y="186593"/>
                  </a:lnTo>
                  <a:lnTo>
                    <a:pt x="3156" y="191803"/>
                  </a:lnTo>
                  <a:lnTo>
                    <a:pt x="4263" y="196981"/>
                  </a:lnTo>
                  <a:lnTo>
                    <a:pt x="5533" y="202121"/>
                  </a:lnTo>
                  <a:lnTo>
                    <a:pt x="6965" y="207219"/>
                  </a:lnTo>
                  <a:lnTo>
                    <a:pt x="8558" y="212269"/>
                  </a:lnTo>
                  <a:lnTo>
                    <a:pt x="10310" y="217265"/>
                  </a:lnTo>
                  <a:lnTo>
                    <a:pt x="12219" y="222204"/>
                  </a:lnTo>
                  <a:lnTo>
                    <a:pt x="14284" y="227080"/>
                  </a:lnTo>
                  <a:lnTo>
                    <a:pt x="16502" y="231888"/>
                  </a:lnTo>
                  <a:lnTo>
                    <a:pt x="18872" y="236623"/>
                  </a:lnTo>
                  <a:lnTo>
                    <a:pt x="21390" y="241280"/>
                  </a:lnTo>
                  <a:lnTo>
                    <a:pt x="24054" y="245856"/>
                  </a:lnTo>
                  <a:lnTo>
                    <a:pt x="26862" y="250345"/>
                  </a:lnTo>
                  <a:lnTo>
                    <a:pt x="29811" y="254743"/>
                  </a:lnTo>
                  <a:lnTo>
                    <a:pt x="32898" y="259045"/>
                  </a:lnTo>
                  <a:lnTo>
                    <a:pt x="36119" y="263248"/>
                  </a:lnTo>
                  <a:lnTo>
                    <a:pt x="39472" y="267346"/>
                  </a:lnTo>
                  <a:lnTo>
                    <a:pt x="42952" y="271336"/>
                  </a:lnTo>
                  <a:lnTo>
                    <a:pt x="46558" y="275214"/>
                  </a:lnTo>
                  <a:lnTo>
                    <a:pt x="50284" y="278975"/>
                  </a:lnTo>
                  <a:lnTo>
                    <a:pt x="54128" y="282617"/>
                  </a:lnTo>
                  <a:lnTo>
                    <a:pt x="58085" y="286135"/>
                  </a:lnTo>
                  <a:lnTo>
                    <a:pt x="62152" y="289526"/>
                  </a:lnTo>
                  <a:lnTo>
                    <a:pt x="66324" y="292787"/>
                  </a:lnTo>
                  <a:lnTo>
                    <a:pt x="70597" y="295913"/>
                  </a:lnTo>
                  <a:lnTo>
                    <a:pt x="74967" y="298903"/>
                  </a:lnTo>
                  <a:lnTo>
                    <a:pt x="79429" y="301753"/>
                  </a:lnTo>
                  <a:lnTo>
                    <a:pt x="83980" y="304461"/>
                  </a:lnTo>
                  <a:lnTo>
                    <a:pt x="88613" y="307022"/>
                  </a:lnTo>
                  <a:lnTo>
                    <a:pt x="93326" y="309436"/>
                  </a:lnTo>
                  <a:lnTo>
                    <a:pt x="98113" y="311699"/>
                  </a:lnTo>
                  <a:lnTo>
                    <a:pt x="102969" y="313810"/>
                  </a:lnTo>
                  <a:lnTo>
                    <a:pt x="107890" y="315766"/>
                  </a:lnTo>
                  <a:lnTo>
                    <a:pt x="112870" y="317564"/>
                  </a:lnTo>
                  <a:lnTo>
                    <a:pt x="117904" y="319205"/>
                  </a:lnTo>
                  <a:lnTo>
                    <a:pt x="122988" y="320685"/>
                  </a:lnTo>
                  <a:lnTo>
                    <a:pt x="128116" y="322003"/>
                  </a:lnTo>
                  <a:lnTo>
                    <a:pt x="133283" y="323158"/>
                  </a:lnTo>
                  <a:lnTo>
                    <a:pt x="138485" y="324149"/>
                  </a:lnTo>
                  <a:lnTo>
                    <a:pt x="143715" y="324975"/>
                  </a:lnTo>
                  <a:lnTo>
                    <a:pt x="148969" y="325634"/>
                  </a:lnTo>
                  <a:lnTo>
                    <a:pt x="154241" y="326127"/>
                  </a:lnTo>
                  <a:lnTo>
                    <a:pt x="159525" y="326453"/>
                  </a:lnTo>
                  <a:lnTo>
                    <a:pt x="164818" y="326611"/>
                  </a:lnTo>
                  <a:lnTo>
                    <a:pt x="170113" y="326602"/>
                  </a:lnTo>
                  <a:lnTo>
                    <a:pt x="175405" y="326424"/>
                  </a:lnTo>
                  <a:lnTo>
                    <a:pt x="180688" y="326080"/>
                  </a:lnTo>
                  <a:lnTo>
                    <a:pt x="185959" y="325568"/>
                  </a:lnTo>
                  <a:lnTo>
                    <a:pt x="191210" y="324889"/>
                  </a:lnTo>
                  <a:lnTo>
                    <a:pt x="196437" y="324045"/>
                  </a:lnTo>
                  <a:lnTo>
                    <a:pt x="201635" y="323035"/>
                  </a:lnTo>
                  <a:lnTo>
                    <a:pt x="206798" y="321862"/>
                  </a:lnTo>
                  <a:lnTo>
                    <a:pt x="211921" y="320525"/>
                  </a:lnTo>
                  <a:lnTo>
                    <a:pt x="217000" y="319027"/>
                  </a:lnTo>
                  <a:lnTo>
                    <a:pt x="222028" y="317368"/>
                  </a:lnTo>
                  <a:lnTo>
                    <a:pt x="227002" y="315552"/>
                  </a:lnTo>
                  <a:lnTo>
                    <a:pt x="231915" y="313578"/>
                  </a:lnTo>
                  <a:lnTo>
                    <a:pt x="236764" y="311450"/>
                  </a:lnTo>
                  <a:lnTo>
                    <a:pt x="241542" y="309170"/>
                  </a:lnTo>
                  <a:lnTo>
                    <a:pt x="246246" y="306739"/>
                  </a:lnTo>
                  <a:lnTo>
                    <a:pt x="250871" y="304161"/>
                  </a:lnTo>
                  <a:lnTo>
                    <a:pt x="255412" y="301437"/>
                  </a:lnTo>
                  <a:lnTo>
                    <a:pt x="259864" y="298571"/>
                  </a:lnTo>
                  <a:lnTo>
                    <a:pt x="264223" y="295566"/>
                  </a:lnTo>
                  <a:lnTo>
                    <a:pt x="268485" y="292423"/>
                  </a:lnTo>
                  <a:lnTo>
                    <a:pt x="272645" y="289148"/>
                  </a:lnTo>
                  <a:lnTo>
                    <a:pt x="276700" y="285742"/>
                  </a:lnTo>
                  <a:lnTo>
                    <a:pt x="280644" y="282210"/>
                  </a:lnTo>
                  <a:lnTo>
                    <a:pt x="284475" y="278554"/>
                  </a:lnTo>
                  <a:lnTo>
                    <a:pt x="288188" y="274779"/>
                  </a:lnTo>
                  <a:lnTo>
                    <a:pt x="291779" y="270889"/>
                  </a:lnTo>
                  <a:lnTo>
                    <a:pt x="295245" y="266886"/>
                  </a:lnTo>
                  <a:lnTo>
                    <a:pt x="298583" y="262776"/>
                  </a:lnTo>
                  <a:lnTo>
                    <a:pt x="301790" y="258562"/>
                  </a:lnTo>
                  <a:lnTo>
                    <a:pt x="304861" y="254249"/>
                  </a:lnTo>
                  <a:lnTo>
                    <a:pt x="307794" y="249841"/>
                  </a:lnTo>
                  <a:lnTo>
                    <a:pt x="310585" y="245341"/>
                  </a:lnTo>
                  <a:lnTo>
                    <a:pt x="313233" y="240756"/>
                  </a:lnTo>
                  <a:lnTo>
                    <a:pt x="315735" y="236089"/>
                  </a:lnTo>
                  <a:lnTo>
                    <a:pt x="318087" y="231346"/>
                  </a:lnTo>
                  <a:lnTo>
                    <a:pt x="320288" y="226530"/>
                  </a:lnTo>
                  <a:lnTo>
                    <a:pt x="322335" y="221647"/>
                  </a:lnTo>
                  <a:lnTo>
                    <a:pt x="324227" y="216701"/>
                  </a:lnTo>
                  <a:lnTo>
                    <a:pt x="325961" y="211698"/>
                  </a:lnTo>
                  <a:lnTo>
                    <a:pt x="327536" y="206643"/>
                  </a:lnTo>
                  <a:lnTo>
                    <a:pt x="328950" y="201540"/>
                  </a:lnTo>
                  <a:lnTo>
                    <a:pt x="330201" y="196396"/>
                  </a:lnTo>
                  <a:lnTo>
                    <a:pt x="331289" y="191214"/>
                  </a:lnTo>
                  <a:lnTo>
                    <a:pt x="332212" y="186000"/>
                  </a:lnTo>
                  <a:lnTo>
                    <a:pt x="332970" y="180759"/>
                  </a:lnTo>
                  <a:lnTo>
                    <a:pt x="333562" y="175498"/>
                  </a:lnTo>
                  <a:lnTo>
                    <a:pt x="333986" y="170220"/>
                  </a:lnTo>
                  <a:lnTo>
                    <a:pt x="334243" y="164931"/>
                  </a:lnTo>
                  <a:lnTo>
                    <a:pt x="334332" y="159637"/>
                  </a:lnTo>
                  <a:lnTo>
                    <a:pt x="334254" y="154343"/>
                  </a:lnTo>
                  <a:lnTo>
                    <a:pt x="334008" y="149053"/>
                  </a:lnTo>
                  <a:lnTo>
                    <a:pt x="333595" y="143775"/>
                  </a:lnTo>
                  <a:lnTo>
                    <a:pt x="333015" y="138512"/>
                  </a:lnTo>
                  <a:lnTo>
                    <a:pt x="332268" y="133270"/>
                  </a:lnTo>
                  <a:lnTo>
                    <a:pt x="331356" y="128054"/>
                  </a:lnTo>
                  <a:lnTo>
                    <a:pt x="330279" y="122870"/>
                  </a:lnTo>
                  <a:lnTo>
                    <a:pt x="329038" y="117722"/>
                  </a:lnTo>
                  <a:lnTo>
                    <a:pt x="327635" y="112617"/>
                  </a:lnTo>
                  <a:lnTo>
                    <a:pt x="326071" y="107558"/>
                  </a:lnTo>
                  <a:lnTo>
                    <a:pt x="324348" y="102551"/>
                  </a:lnTo>
                  <a:lnTo>
                    <a:pt x="322467" y="97602"/>
                  </a:lnTo>
                  <a:lnTo>
                    <a:pt x="320430" y="92715"/>
                  </a:lnTo>
                  <a:lnTo>
                    <a:pt x="318239" y="87894"/>
                  </a:lnTo>
                  <a:lnTo>
                    <a:pt x="315897" y="83145"/>
                  </a:lnTo>
                  <a:lnTo>
                    <a:pt x="313405" y="78473"/>
                  </a:lnTo>
                  <a:lnTo>
                    <a:pt x="310767" y="73883"/>
                  </a:lnTo>
                  <a:lnTo>
                    <a:pt x="307984" y="69378"/>
                  </a:lnTo>
                  <a:lnTo>
                    <a:pt x="305061" y="64963"/>
                  </a:lnTo>
                  <a:lnTo>
                    <a:pt x="301999" y="60643"/>
                  </a:lnTo>
                  <a:lnTo>
                    <a:pt x="298802" y="56423"/>
                  </a:lnTo>
                  <a:lnTo>
                    <a:pt x="295472" y="52305"/>
                  </a:lnTo>
                  <a:lnTo>
                    <a:pt x="292014" y="48295"/>
                  </a:lnTo>
                  <a:lnTo>
                    <a:pt x="288431" y="44397"/>
                  </a:lnTo>
                  <a:lnTo>
                    <a:pt x="284726" y="40614"/>
                  </a:lnTo>
                  <a:lnTo>
                    <a:pt x="280903" y="36951"/>
                  </a:lnTo>
                  <a:lnTo>
                    <a:pt x="276967" y="33410"/>
                  </a:lnTo>
                  <a:lnTo>
                    <a:pt x="272919" y="29996"/>
                  </a:lnTo>
                  <a:lnTo>
                    <a:pt x="268766" y="26712"/>
                  </a:lnTo>
                  <a:lnTo>
                    <a:pt x="264511" y="23560"/>
                  </a:lnTo>
                  <a:lnTo>
                    <a:pt x="260158" y="20546"/>
                  </a:lnTo>
                  <a:lnTo>
                    <a:pt x="255712" y="17670"/>
                  </a:lnTo>
                  <a:lnTo>
                    <a:pt x="251177" y="14937"/>
                  </a:lnTo>
                  <a:lnTo>
                    <a:pt x="246558" y="12349"/>
                  </a:lnTo>
                  <a:lnTo>
                    <a:pt x="241859" y="9908"/>
                  </a:lnTo>
                  <a:lnTo>
                    <a:pt x="237085" y="7618"/>
                  </a:lnTo>
                  <a:lnTo>
                    <a:pt x="232241" y="5479"/>
                  </a:lnTo>
                  <a:lnTo>
                    <a:pt x="227332" y="3496"/>
                  </a:lnTo>
                  <a:lnTo>
                    <a:pt x="222362" y="1668"/>
                  </a:lnTo>
                  <a:lnTo>
                    <a:pt x="217337" y="0"/>
                  </a:lnTo>
                  <a:lnTo>
                    <a:pt x="167165" y="1594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617280" y="941493"/>
              <a:ext cx="50172" cy="167167"/>
            </a:xfrm>
            <a:custGeom>
              <a:avLst/>
              <a:pathLst>
                <a:path w="50172" h="167167">
                  <a:moveTo>
                    <a:pt x="50172" y="7706"/>
                  </a:moveTo>
                  <a:lnTo>
                    <a:pt x="44061" y="5911"/>
                  </a:lnTo>
                  <a:lnTo>
                    <a:pt x="37886" y="4349"/>
                  </a:lnTo>
                  <a:lnTo>
                    <a:pt x="31656" y="3024"/>
                  </a:lnTo>
                  <a:lnTo>
                    <a:pt x="25380" y="1937"/>
                  </a:lnTo>
                  <a:lnTo>
                    <a:pt x="19067" y="1091"/>
                  </a:lnTo>
                  <a:lnTo>
                    <a:pt x="12727" y="485"/>
                  </a:lnTo>
                  <a:lnTo>
                    <a:pt x="6368" y="12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939249" y="1031511"/>
              <a:ext cx="166645" cy="167167"/>
            </a:xfrm>
            <a:custGeom>
              <a:avLst/>
              <a:pathLst>
                <a:path w="166645" h="167167">
                  <a:moveTo>
                    <a:pt x="166645" y="0"/>
                  </a:moveTo>
                  <a:lnTo>
                    <a:pt x="161225" y="87"/>
                  </a:lnTo>
                  <a:lnTo>
                    <a:pt x="155810" y="351"/>
                  </a:lnTo>
                  <a:lnTo>
                    <a:pt x="150407" y="790"/>
                  </a:lnTo>
                  <a:lnTo>
                    <a:pt x="145021" y="1404"/>
                  </a:lnTo>
                  <a:lnTo>
                    <a:pt x="139658" y="2192"/>
                  </a:lnTo>
                  <a:lnTo>
                    <a:pt x="134323" y="3154"/>
                  </a:lnTo>
                  <a:lnTo>
                    <a:pt x="129022" y="4288"/>
                  </a:lnTo>
                  <a:lnTo>
                    <a:pt x="123760" y="5594"/>
                  </a:lnTo>
                  <a:lnTo>
                    <a:pt x="118544" y="7069"/>
                  </a:lnTo>
                  <a:lnTo>
                    <a:pt x="113378" y="8713"/>
                  </a:lnTo>
                  <a:lnTo>
                    <a:pt x="108268" y="10524"/>
                  </a:lnTo>
                  <a:lnTo>
                    <a:pt x="103220" y="12499"/>
                  </a:lnTo>
                  <a:lnTo>
                    <a:pt x="98238" y="14637"/>
                  </a:lnTo>
                  <a:lnTo>
                    <a:pt x="93329" y="16935"/>
                  </a:lnTo>
                  <a:lnTo>
                    <a:pt x="88496" y="19391"/>
                  </a:lnTo>
                  <a:lnTo>
                    <a:pt x="83746" y="22003"/>
                  </a:lnTo>
                  <a:lnTo>
                    <a:pt x="79082" y="24767"/>
                  </a:lnTo>
                  <a:lnTo>
                    <a:pt x="74511" y="27681"/>
                  </a:lnTo>
                  <a:lnTo>
                    <a:pt x="70037" y="30742"/>
                  </a:lnTo>
                  <a:lnTo>
                    <a:pt x="65664" y="33946"/>
                  </a:lnTo>
                  <a:lnTo>
                    <a:pt x="61398" y="37290"/>
                  </a:lnTo>
                  <a:lnTo>
                    <a:pt x="57242" y="40771"/>
                  </a:lnTo>
                  <a:lnTo>
                    <a:pt x="53201" y="44385"/>
                  </a:lnTo>
                  <a:lnTo>
                    <a:pt x="49280" y="48128"/>
                  </a:lnTo>
                  <a:lnTo>
                    <a:pt x="45482" y="51996"/>
                  </a:lnTo>
                  <a:lnTo>
                    <a:pt x="41811" y="55985"/>
                  </a:lnTo>
                  <a:lnTo>
                    <a:pt x="38272" y="60091"/>
                  </a:lnTo>
                  <a:lnTo>
                    <a:pt x="34867" y="64310"/>
                  </a:lnTo>
                  <a:lnTo>
                    <a:pt x="31602" y="68637"/>
                  </a:lnTo>
                  <a:lnTo>
                    <a:pt x="28478" y="73068"/>
                  </a:lnTo>
                  <a:lnTo>
                    <a:pt x="25499" y="77597"/>
                  </a:lnTo>
                  <a:lnTo>
                    <a:pt x="22669" y="82221"/>
                  </a:lnTo>
                  <a:lnTo>
                    <a:pt x="19991" y="86934"/>
                  </a:lnTo>
                  <a:lnTo>
                    <a:pt x="17466" y="91731"/>
                  </a:lnTo>
                  <a:lnTo>
                    <a:pt x="15099" y="96608"/>
                  </a:lnTo>
                  <a:lnTo>
                    <a:pt x="12891" y="101559"/>
                  </a:lnTo>
                  <a:lnTo>
                    <a:pt x="10844" y="106579"/>
                  </a:lnTo>
                  <a:lnTo>
                    <a:pt x="8962" y="111662"/>
                  </a:lnTo>
                  <a:lnTo>
                    <a:pt x="7245" y="116804"/>
                  </a:lnTo>
                  <a:lnTo>
                    <a:pt x="5696" y="121999"/>
                  </a:lnTo>
                  <a:lnTo>
                    <a:pt x="4316" y="127241"/>
                  </a:lnTo>
                  <a:lnTo>
                    <a:pt x="3107" y="132526"/>
                  </a:lnTo>
                  <a:lnTo>
                    <a:pt x="2069" y="137847"/>
                  </a:lnTo>
                  <a:lnTo>
                    <a:pt x="1205" y="143198"/>
                  </a:lnTo>
                  <a:lnTo>
                    <a:pt x="515" y="148575"/>
                  </a:lnTo>
                  <a:lnTo>
                    <a:pt x="0" y="153972"/>
                  </a:lnTo>
                  <a:lnTo>
                    <a:pt x="16664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939249" y="1185484"/>
              <a:ext cx="166645" cy="13195"/>
            </a:xfrm>
            <a:custGeom>
              <a:avLst/>
              <a:pathLst>
                <a:path w="166645" h="13195">
                  <a:moveTo>
                    <a:pt x="0" y="0"/>
                  </a:moveTo>
                  <a:lnTo>
                    <a:pt x="166645" y="1319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939249" y="1185484"/>
              <a:ext cx="166645" cy="13195"/>
            </a:xfrm>
            <a:custGeom>
              <a:avLst/>
              <a:pathLst>
                <a:path w="166645" h="13195">
                  <a:moveTo>
                    <a:pt x="0" y="0"/>
                  </a:moveTo>
                  <a:lnTo>
                    <a:pt x="166645" y="1319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939249" y="1185484"/>
              <a:ext cx="166645" cy="13195"/>
            </a:xfrm>
            <a:custGeom>
              <a:avLst/>
              <a:pathLst>
                <a:path w="166645" h="13195">
                  <a:moveTo>
                    <a:pt x="0" y="0"/>
                  </a:moveTo>
                  <a:lnTo>
                    <a:pt x="166645" y="1319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939249" y="1185484"/>
              <a:ext cx="166645" cy="13195"/>
            </a:xfrm>
            <a:custGeom>
              <a:avLst/>
              <a:pathLst>
                <a:path w="166645" h="13195">
                  <a:moveTo>
                    <a:pt x="0" y="0"/>
                  </a:moveTo>
                  <a:lnTo>
                    <a:pt x="166645" y="1319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939249" y="1185484"/>
              <a:ext cx="166645" cy="13195"/>
            </a:xfrm>
            <a:custGeom>
              <a:avLst/>
              <a:pathLst>
                <a:path w="166645" h="13195">
                  <a:moveTo>
                    <a:pt x="0" y="0"/>
                  </a:moveTo>
                  <a:lnTo>
                    <a:pt x="166645" y="131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939249" y="1185484"/>
              <a:ext cx="166645" cy="13195"/>
            </a:xfrm>
            <a:custGeom>
              <a:avLst/>
              <a:pathLst>
                <a:path w="166645" h="13195">
                  <a:moveTo>
                    <a:pt x="0" y="0"/>
                  </a:moveTo>
                  <a:lnTo>
                    <a:pt x="166645" y="131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939249" y="1185484"/>
              <a:ext cx="166645" cy="13195"/>
            </a:xfrm>
            <a:custGeom>
              <a:avLst/>
              <a:pathLst>
                <a:path w="166645" h="13195">
                  <a:moveTo>
                    <a:pt x="0" y="0"/>
                  </a:moveTo>
                  <a:lnTo>
                    <a:pt x="166645" y="131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939249" y="1185484"/>
              <a:ext cx="166645" cy="13195"/>
            </a:xfrm>
            <a:custGeom>
              <a:avLst/>
              <a:pathLst>
                <a:path w="166645" h="13195">
                  <a:moveTo>
                    <a:pt x="0" y="0"/>
                  </a:moveTo>
                  <a:lnTo>
                    <a:pt x="166645" y="131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939249" y="1185484"/>
              <a:ext cx="166645" cy="13195"/>
            </a:xfrm>
            <a:custGeom>
              <a:avLst/>
              <a:pathLst>
                <a:path w="166645" h="13195">
                  <a:moveTo>
                    <a:pt x="0" y="0"/>
                  </a:moveTo>
                  <a:lnTo>
                    <a:pt x="166645" y="1319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939249" y="1185484"/>
              <a:ext cx="166645" cy="13195"/>
            </a:xfrm>
            <a:custGeom>
              <a:avLst/>
              <a:pathLst>
                <a:path w="166645" h="13195">
                  <a:moveTo>
                    <a:pt x="0" y="0"/>
                  </a:moveTo>
                  <a:lnTo>
                    <a:pt x="166645" y="1319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939249" y="1185484"/>
              <a:ext cx="166645" cy="13195"/>
            </a:xfrm>
            <a:custGeom>
              <a:avLst/>
              <a:pathLst>
                <a:path w="166645" h="13195">
                  <a:moveTo>
                    <a:pt x="0" y="0"/>
                  </a:moveTo>
                  <a:lnTo>
                    <a:pt x="166645" y="1319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939249" y="1185484"/>
              <a:ext cx="166645" cy="13195"/>
            </a:xfrm>
            <a:custGeom>
              <a:avLst/>
              <a:pathLst>
                <a:path w="166645" h="13195">
                  <a:moveTo>
                    <a:pt x="0" y="0"/>
                  </a:moveTo>
                  <a:lnTo>
                    <a:pt x="166645" y="1319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939249" y="1185484"/>
              <a:ext cx="166645" cy="13195"/>
            </a:xfrm>
            <a:custGeom>
              <a:avLst/>
              <a:pathLst>
                <a:path w="166645" h="13195">
                  <a:moveTo>
                    <a:pt x="0" y="0"/>
                  </a:moveTo>
                  <a:lnTo>
                    <a:pt x="166645" y="131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939249" y="1185484"/>
              <a:ext cx="166645" cy="13195"/>
            </a:xfrm>
            <a:custGeom>
              <a:avLst/>
              <a:pathLst>
                <a:path w="166645" h="13195">
                  <a:moveTo>
                    <a:pt x="0" y="0"/>
                  </a:moveTo>
                  <a:lnTo>
                    <a:pt x="166645" y="131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939249" y="1185484"/>
              <a:ext cx="166645" cy="13195"/>
            </a:xfrm>
            <a:custGeom>
              <a:avLst/>
              <a:pathLst>
                <a:path w="166645" h="13195">
                  <a:moveTo>
                    <a:pt x="0" y="0"/>
                  </a:moveTo>
                  <a:lnTo>
                    <a:pt x="166645" y="131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939249" y="1185484"/>
              <a:ext cx="166645" cy="13195"/>
            </a:xfrm>
            <a:custGeom>
              <a:avLst/>
              <a:pathLst>
                <a:path w="166645" h="13195">
                  <a:moveTo>
                    <a:pt x="0" y="0"/>
                  </a:moveTo>
                  <a:lnTo>
                    <a:pt x="166645" y="131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939249" y="1185484"/>
              <a:ext cx="166645" cy="13195"/>
            </a:xfrm>
            <a:custGeom>
              <a:avLst/>
              <a:pathLst>
                <a:path w="166645" h="13195">
                  <a:moveTo>
                    <a:pt x="0" y="0"/>
                  </a:moveTo>
                  <a:lnTo>
                    <a:pt x="166645" y="1319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939249" y="1185484"/>
              <a:ext cx="166645" cy="13195"/>
            </a:xfrm>
            <a:custGeom>
              <a:avLst/>
              <a:pathLst>
                <a:path w="166645" h="13195">
                  <a:moveTo>
                    <a:pt x="0" y="0"/>
                  </a:moveTo>
                  <a:lnTo>
                    <a:pt x="166645" y="1319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938743" y="1185484"/>
              <a:ext cx="174332" cy="180353"/>
            </a:xfrm>
            <a:custGeom>
              <a:avLst/>
              <a:pathLst>
                <a:path w="174332" h="180353">
                  <a:moveTo>
                    <a:pt x="505" y="0"/>
                  </a:moveTo>
                  <a:lnTo>
                    <a:pt x="164" y="5430"/>
                  </a:lnTo>
                  <a:lnTo>
                    <a:pt x="0" y="10870"/>
                  </a:lnTo>
                  <a:lnTo>
                    <a:pt x="12" y="16311"/>
                  </a:lnTo>
                  <a:lnTo>
                    <a:pt x="202" y="21750"/>
                  </a:lnTo>
                  <a:lnTo>
                    <a:pt x="569" y="27179"/>
                  </a:lnTo>
                  <a:lnTo>
                    <a:pt x="1113" y="32593"/>
                  </a:lnTo>
                  <a:lnTo>
                    <a:pt x="1832" y="37987"/>
                  </a:lnTo>
                  <a:lnTo>
                    <a:pt x="2727" y="43355"/>
                  </a:lnTo>
                  <a:lnTo>
                    <a:pt x="3795" y="48690"/>
                  </a:lnTo>
                  <a:lnTo>
                    <a:pt x="5037" y="53988"/>
                  </a:lnTo>
                  <a:lnTo>
                    <a:pt x="6451" y="59243"/>
                  </a:lnTo>
                  <a:lnTo>
                    <a:pt x="8035" y="64449"/>
                  </a:lnTo>
                  <a:lnTo>
                    <a:pt x="9787" y="69601"/>
                  </a:lnTo>
                  <a:lnTo>
                    <a:pt x="11707" y="74693"/>
                  </a:lnTo>
                  <a:lnTo>
                    <a:pt x="13791" y="79720"/>
                  </a:lnTo>
                  <a:lnTo>
                    <a:pt x="16037" y="84676"/>
                  </a:lnTo>
                  <a:lnTo>
                    <a:pt x="18444" y="89557"/>
                  </a:lnTo>
                  <a:lnTo>
                    <a:pt x="21008" y="94356"/>
                  </a:lnTo>
                  <a:lnTo>
                    <a:pt x="23727" y="99070"/>
                  </a:lnTo>
                  <a:lnTo>
                    <a:pt x="26598" y="103692"/>
                  </a:lnTo>
                  <a:lnTo>
                    <a:pt x="29618" y="108219"/>
                  </a:lnTo>
                  <a:lnTo>
                    <a:pt x="32784" y="112645"/>
                  </a:lnTo>
                  <a:lnTo>
                    <a:pt x="36092" y="116966"/>
                  </a:lnTo>
                  <a:lnTo>
                    <a:pt x="39539" y="121177"/>
                  </a:lnTo>
                  <a:lnTo>
                    <a:pt x="43121" y="125273"/>
                  </a:lnTo>
                  <a:lnTo>
                    <a:pt x="46834" y="129250"/>
                  </a:lnTo>
                  <a:lnTo>
                    <a:pt x="50675" y="133105"/>
                  </a:lnTo>
                  <a:lnTo>
                    <a:pt x="54640" y="136832"/>
                  </a:lnTo>
                  <a:lnTo>
                    <a:pt x="58724" y="140429"/>
                  </a:lnTo>
                  <a:lnTo>
                    <a:pt x="62922" y="143890"/>
                  </a:lnTo>
                  <a:lnTo>
                    <a:pt x="67231" y="147214"/>
                  </a:lnTo>
                  <a:lnTo>
                    <a:pt x="71646" y="150395"/>
                  </a:lnTo>
                  <a:lnTo>
                    <a:pt x="76163" y="153431"/>
                  </a:lnTo>
                  <a:lnTo>
                    <a:pt x="80775" y="156318"/>
                  </a:lnTo>
                  <a:lnTo>
                    <a:pt x="85479" y="159053"/>
                  </a:lnTo>
                  <a:lnTo>
                    <a:pt x="90270" y="161634"/>
                  </a:lnTo>
                  <a:lnTo>
                    <a:pt x="95142" y="164058"/>
                  </a:lnTo>
                  <a:lnTo>
                    <a:pt x="100090" y="166322"/>
                  </a:lnTo>
                  <a:lnTo>
                    <a:pt x="105110" y="168423"/>
                  </a:lnTo>
                  <a:lnTo>
                    <a:pt x="110195" y="170360"/>
                  </a:lnTo>
                  <a:lnTo>
                    <a:pt x="115341" y="172131"/>
                  </a:lnTo>
                  <a:lnTo>
                    <a:pt x="120541" y="173733"/>
                  </a:lnTo>
                  <a:lnTo>
                    <a:pt x="125791" y="175165"/>
                  </a:lnTo>
                  <a:lnTo>
                    <a:pt x="131085" y="176425"/>
                  </a:lnTo>
                  <a:lnTo>
                    <a:pt x="136416" y="177513"/>
                  </a:lnTo>
                  <a:lnTo>
                    <a:pt x="141781" y="178426"/>
                  </a:lnTo>
                  <a:lnTo>
                    <a:pt x="147172" y="179164"/>
                  </a:lnTo>
                  <a:lnTo>
                    <a:pt x="152585" y="179726"/>
                  </a:lnTo>
                  <a:lnTo>
                    <a:pt x="158013" y="180112"/>
                  </a:lnTo>
                  <a:lnTo>
                    <a:pt x="163450" y="180321"/>
                  </a:lnTo>
                  <a:lnTo>
                    <a:pt x="168892" y="180353"/>
                  </a:lnTo>
                  <a:lnTo>
                    <a:pt x="174332" y="180208"/>
                  </a:lnTo>
                  <a:lnTo>
                    <a:pt x="167151" y="1319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105894" y="1031511"/>
              <a:ext cx="167164" cy="334180"/>
            </a:xfrm>
            <a:custGeom>
              <a:avLst/>
              <a:pathLst>
                <a:path w="167164" h="334180">
                  <a:moveTo>
                    <a:pt x="7180" y="334180"/>
                  </a:moveTo>
                  <a:lnTo>
                    <a:pt x="12511" y="333866"/>
                  </a:lnTo>
                  <a:lnTo>
                    <a:pt x="17829" y="333381"/>
                  </a:lnTo>
                  <a:lnTo>
                    <a:pt x="23128" y="332727"/>
                  </a:lnTo>
                  <a:lnTo>
                    <a:pt x="28404" y="331903"/>
                  </a:lnTo>
                  <a:lnTo>
                    <a:pt x="33651" y="330912"/>
                  </a:lnTo>
                  <a:lnTo>
                    <a:pt x="38864" y="329754"/>
                  </a:lnTo>
                  <a:lnTo>
                    <a:pt x="44037" y="328430"/>
                  </a:lnTo>
                  <a:lnTo>
                    <a:pt x="49165" y="326941"/>
                  </a:lnTo>
                  <a:lnTo>
                    <a:pt x="54243" y="325289"/>
                  </a:lnTo>
                  <a:lnTo>
                    <a:pt x="59266" y="323476"/>
                  </a:lnTo>
                  <a:lnTo>
                    <a:pt x="64228" y="321503"/>
                  </a:lnTo>
                  <a:lnTo>
                    <a:pt x="69125" y="319373"/>
                  </a:lnTo>
                  <a:lnTo>
                    <a:pt x="73951" y="317087"/>
                  </a:lnTo>
                  <a:lnTo>
                    <a:pt x="78701" y="314649"/>
                  </a:lnTo>
                  <a:lnTo>
                    <a:pt x="83372" y="312060"/>
                  </a:lnTo>
                  <a:lnTo>
                    <a:pt x="87957" y="309323"/>
                  </a:lnTo>
                  <a:lnTo>
                    <a:pt x="92452" y="306442"/>
                  </a:lnTo>
                  <a:lnTo>
                    <a:pt x="96853" y="303418"/>
                  </a:lnTo>
                  <a:lnTo>
                    <a:pt x="101156" y="300255"/>
                  </a:lnTo>
                  <a:lnTo>
                    <a:pt x="105355" y="296956"/>
                  </a:lnTo>
                  <a:lnTo>
                    <a:pt x="109446" y="293525"/>
                  </a:lnTo>
                  <a:lnTo>
                    <a:pt x="113426" y="289965"/>
                  </a:lnTo>
                  <a:lnTo>
                    <a:pt x="117291" y="286279"/>
                  </a:lnTo>
                  <a:lnTo>
                    <a:pt x="121035" y="282472"/>
                  </a:lnTo>
                  <a:lnTo>
                    <a:pt x="124656" y="278548"/>
                  </a:lnTo>
                  <a:lnTo>
                    <a:pt x="128150" y="274509"/>
                  </a:lnTo>
                  <a:lnTo>
                    <a:pt x="131513" y="270362"/>
                  </a:lnTo>
                  <a:lnTo>
                    <a:pt x="134742" y="266109"/>
                  </a:lnTo>
                  <a:lnTo>
                    <a:pt x="137833" y="261755"/>
                  </a:lnTo>
                  <a:lnTo>
                    <a:pt x="140784" y="257304"/>
                  </a:lnTo>
                  <a:lnTo>
                    <a:pt x="143591" y="252762"/>
                  </a:lnTo>
                  <a:lnTo>
                    <a:pt x="146252" y="248132"/>
                  </a:lnTo>
                  <a:lnTo>
                    <a:pt x="148763" y="243419"/>
                  </a:lnTo>
                  <a:lnTo>
                    <a:pt x="151122" y="238629"/>
                  </a:lnTo>
                  <a:lnTo>
                    <a:pt x="153328" y="233766"/>
                  </a:lnTo>
                  <a:lnTo>
                    <a:pt x="155377" y="228835"/>
                  </a:lnTo>
                  <a:lnTo>
                    <a:pt x="157267" y="223841"/>
                  </a:lnTo>
                  <a:lnTo>
                    <a:pt x="158997" y="218789"/>
                  </a:lnTo>
                  <a:lnTo>
                    <a:pt x="160564" y="213684"/>
                  </a:lnTo>
                  <a:lnTo>
                    <a:pt x="161968" y="208532"/>
                  </a:lnTo>
                  <a:lnTo>
                    <a:pt x="163207" y="203338"/>
                  </a:lnTo>
                  <a:lnTo>
                    <a:pt x="164279" y="198107"/>
                  </a:lnTo>
                  <a:lnTo>
                    <a:pt x="165183" y="192844"/>
                  </a:lnTo>
                  <a:lnTo>
                    <a:pt x="165919" y="187555"/>
                  </a:lnTo>
                  <a:lnTo>
                    <a:pt x="166486" y="182245"/>
                  </a:lnTo>
                  <a:lnTo>
                    <a:pt x="166882" y="176920"/>
                  </a:lnTo>
                  <a:lnTo>
                    <a:pt x="167109" y="171585"/>
                  </a:lnTo>
                  <a:lnTo>
                    <a:pt x="167164" y="166245"/>
                  </a:lnTo>
                  <a:lnTo>
                    <a:pt x="167050" y="160907"/>
                  </a:lnTo>
                  <a:lnTo>
                    <a:pt x="166765" y="155575"/>
                  </a:lnTo>
                  <a:lnTo>
                    <a:pt x="166309" y="150254"/>
                  </a:lnTo>
                  <a:lnTo>
                    <a:pt x="165684" y="144951"/>
                  </a:lnTo>
                  <a:lnTo>
                    <a:pt x="164890" y="139671"/>
                  </a:lnTo>
                  <a:lnTo>
                    <a:pt x="163928" y="134418"/>
                  </a:lnTo>
                  <a:lnTo>
                    <a:pt x="162798" y="129199"/>
                  </a:lnTo>
                  <a:lnTo>
                    <a:pt x="161502" y="124019"/>
                  </a:lnTo>
                  <a:lnTo>
                    <a:pt x="160042" y="118883"/>
                  </a:lnTo>
                  <a:lnTo>
                    <a:pt x="158418" y="113796"/>
                  </a:lnTo>
                  <a:lnTo>
                    <a:pt x="156633" y="108763"/>
                  </a:lnTo>
                  <a:lnTo>
                    <a:pt x="154687" y="103790"/>
                  </a:lnTo>
                  <a:lnTo>
                    <a:pt x="152584" y="98882"/>
                  </a:lnTo>
                  <a:lnTo>
                    <a:pt x="150325" y="94043"/>
                  </a:lnTo>
                  <a:lnTo>
                    <a:pt x="147913" y="89279"/>
                  </a:lnTo>
                  <a:lnTo>
                    <a:pt x="145350" y="84595"/>
                  </a:lnTo>
                  <a:lnTo>
                    <a:pt x="142639" y="79995"/>
                  </a:lnTo>
                  <a:lnTo>
                    <a:pt x="139782" y="75483"/>
                  </a:lnTo>
                  <a:lnTo>
                    <a:pt x="136782" y="71065"/>
                  </a:lnTo>
                  <a:lnTo>
                    <a:pt x="133643" y="66746"/>
                  </a:lnTo>
                  <a:lnTo>
                    <a:pt x="130367" y="62529"/>
                  </a:lnTo>
                  <a:lnTo>
                    <a:pt x="126959" y="58418"/>
                  </a:lnTo>
                  <a:lnTo>
                    <a:pt x="123421" y="54419"/>
                  </a:lnTo>
                  <a:lnTo>
                    <a:pt x="119757" y="50534"/>
                  </a:lnTo>
                  <a:lnTo>
                    <a:pt x="115970" y="46769"/>
                  </a:lnTo>
                  <a:lnTo>
                    <a:pt x="112066" y="43126"/>
                  </a:lnTo>
                  <a:lnTo>
                    <a:pt x="108047" y="39610"/>
                  </a:lnTo>
                  <a:lnTo>
                    <a:pt x="103918" y="36224"/>
                  </a:lnTo>
                  <a:lnTo>
                    <a:pt x="99682" y="32972"/>
                  </a:lnTo>
                  <a:lnTo>
                    <a:pt x="95346" y="29857"/>
                  </a:lnTo>
                  <a:lnTo>
                    <a:pt x="90911" y="26882"/>
                  </a:lnTo>
                  <a:lnTo>
                    <a:pt x="86384" y="24049"/>
                  </a:lnTo>
                  <a:lnTo>
                    <a:pt x="81769" y="21363"/>
                  </a:lnTo>
                  <a:lnTo>
                    <a:pt x="77071" y="18826"/>
                  </a:lnTo>
                  <a:lnTo>
                    <a:pt x="72293" y="16440"/>
                  </a:lnTo>
                  <a:lnTo>
                    <a:pt x="67442" y="14208"/>
                  </a:lnTo>
                  <a:lnTo>
                    <a:pt x="62523" y="12132"/>
                  </a:lnTo>
                  <a:lnTo>
                    <a:pt x="57539" y="10214"/>
                  </a:lnTo>
                  <a:lnTo>
                    <a:pt x="52497" y="8457"/>
                  </a:lnTo>
                  <a:lnTo>
                    <a:pt x="47401" y="6861"/>
                  </a:lnTo>
                  <a:lnTo>
                    <a:pt x="42257" y="5429"/>
                  </a:lnTo>
                  <a:lnTo>
                    <a:pt x="37069" y="4161"/>
                  </a:lnTo>
                  <a:lnTo>
                    <a:pt x="31844" y="3061"/>
                  </a:lnTo>
                  <a:lnTo>
                    <a:pt x="26587" y="2127"/>
                  </a:lnTo>
                  <a:lnTo>
                    <a:pt x="21302" y="1362"/>
                  </a:lnTo>
                  <a:lnTo>
                    <a:pt x="15995" y="767"/>
                  </a:lnTo>
                  <a:lnTo>
                    <a:pt x="10672" y="341"/>
                  </a:lnTo>
                  <a:lnTo>
                    <a:pt x="5339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62649" y="1236837"/>
              <a:ext cx="166439" cy="167167"/>
            </a:xfrm>
            <a:custGeom>
              <a:avLst/>
              <a:pathLst>
                <a:path w="166439" h="167167">
                  <a:moveTo>
                    <a:pt x="166439" y="0"/>
                  </a:moveTo>
                  <a:lnTo>
                    <a:pt x="161071" y="86"/>
                  </a:lnTo>
                  <a:lnTo>
                    <a:pt x="155708" y="344"/>
                  </a:lnTo>
                  <a:lnTo>
                    <a:pt x="150357" y="775"/>
                  </a:lnTo>
                  <a:lnTo>
                    <a:pt x="145022" y="1377"/>
                  </a:lnTo>
                  <a:lnTo>
                    <a:pt x="139709" y="2150"/>
                  </a:lnTo>
                  <a:lnTo>
                    <a:pt x="134423" y="3094"/>
                  </a:lnTo>
                  <a:lnTo>
                    <a:pt x="129171" y="4207"/>
                  </a:lnTo>
                  <a:lnTo>
                    <a:pt x="123957" y="5488"/>
                  </a:lnTo>
                  <a:lnTo>
                    <a:pt x="118787" y="6935"/>
                  </a:lnTo>
                  <a:lnTo>
                    <a:pt x="113666" y="8548"/>
                  </a:lnTo>
                  <a:lnTo>
                    <a:pt x="108600" y="10325"/>
                  </a:lnTo>
                  <a:lnTo>
                    <a:pt x="103593" y="12263"/>
                  </a:lnTo>
                  <a:lnTo>
                    <a:pt x="98651" y="14361"/>
                  </a:lnTo>
                  <a:lnTo>
                    <a:pt x="93779" y="16617"/>
                  </a:lnTo>
                  <a:lnTo>
                    <a:pt x="88982" y="19027"/>
                  </a:lnTo>
                  <a:lnTo>
                    <a:pt x="84264" y="21591"/>
                  </a:lnTo>
                  <a:lnTo>
                    <a:pt x="79632" y="24305"/>
                  </a:lnTo>
                  <a:lnTo>
                    <a:pt x="75089" y="27167"/>
                  </a:lnTo>
                  <a:lnTo>
                    <a:pt x="70640" y="30172"/>
                  </a:lnTo>
                  <a:lnTo>
                    <a:pt x="66290" y="33319"/>
                  </a:lnTo>
                  <a:lnTo>
                    <a:pt x="62044" y="36604"/>
                  </a:lnTo>
                  <a:lnTo>
                    <a:pt x="57905" y="40024"/>
                  </a:lnTo>
                  <a:lnTo>
                    <a:pt x="53878" y="43575"/>
                  </a:lnTo>
                  <a:lnTo>
                    <a:pt x="49967" y="47253"/>
                  </a:lnTo>
                  <a:lnTo>
                    <a:pt x="46177" y="51055"/>
                  </a:lnTo>
                  <a:lnTo>
                    <a:pt x="42510" y="54977"/>
                  </a:lnTo>
                  <a:lnTo>
                    <a:pt x="38971" y="59015"/>
                  </a:lnTo>
                  <a:lnTo>
                    <a:pt x="35564" y="63164"/>
                  </a:lnTo>
                  <a:lnTo>
                    <a:pt x="32291" y="67420"/>
                  </a:lnTo>
                  <a:lnTo>
                    <a:pt x="29157" y="71780"/>
                  </a:lnTo>
                  <a:lnTo>
                    <a:pt x="26165" y="76237"/>
                  </a:lnTo>
                  <a:lnTo>
                    <a:pt x="23317" y="80789"/>
                  </a:lnTo>
                  <a:lnTo>
                    <a:pt x="20617" y="85429"/>
                  </a:lnTo>
                  <a:lnTo>
                    <a:pt x="18068" y="90154"/>
                  </a:lnTo>
                  <a:lnTo>
                    <a:pt x="15671" y="94959"/>
                  </a:lnTo>
                  <a:lnTo>
                    <a:pt x="13430" y="99838"/>
                  </a:lnTo>
                  <a:lnTo>
                    <a:pt x="11347" y="104786"/>
                  </a:lnTo>
                  <a:lnTo>
                    <a:pt x="9424" y="109798"/>
                  </a:lnTo>
                  <a:lnTo>
                    <a:pt x="7662" y="114870"/>
                  </a:lnTo>
                  <a:lnTo>
                    <a:pt x="6065" y="119996"/>
                  </a:lnTo>
                  <a:lnTo>
                    <a:pt x="4633" y="125170"/>
                  </a:lnTo>
                  <a:lnTo>
                    <a:pt x="3368" y="130388"/>
                  </a:lnTo>
                  <a:lnTo>
                    <a:pt x="2271" y="135644"/>
                  </a:lnTo>
                  <a:lnTo>
                    <a:pt x="1343" y="140932"/>
                  </a:lnTo>
                  <a:lnTo>
                    <a:pt x="586" y="146247"/>
                  </a:lnTo>
                  <a:lnTo>
                    <a:pt x="0" y="151584"/>
                  </a:lnTo>
                  <a:lnTo>
                    <a:pt x="16643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62649" y="1388422"/>
              <a:ext cx="166439" cy="15583"/>
            </a:xfrm>
            <a:custGeom>
              <a:avLst/>
              <a:pathLst>
                <a:path w="166439" h="15583">
                  <a:moveTo>
                    <a:pt x="0" y="0"/>
                  </a:moveTo>
                  <a:lnTo>
                    <a:pt x="166439" y="1558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62649" y="1388422"/>
              <a:ext cx="166439" cy="15583"/>
            </a:xfrm>
            <a:custGeom>
              <a:avLst/>
              <a:pathLst>
                <a:path w="166439" h="15583">
                  <a:moveTo>
                    <a:pt x="0" y="0"/>
                  </a:moveTo>
                  <a:lnTo>
                    <a:pt x="166439" y="1558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62649" y="1388422"/>
              <a:ext cx="166439" cy="15583"/>
            </a:xfrm>
            <a:custGeom>
              <a:avLst/>
              <a:pathLst>
                <a:path w="166439" h="15583">
                  <a:moveTo>
                    <a:pt x="0" y="0"/>
                  </a:moveTo>
                  <a:lnTo>
                    <a:pt x="166439" y="1558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62649" y="1388422"/>
              <a:ext cx="166439" cy="15583"/>
            </a:xfrm>
            <a:custGeom>
              <a:avLst/>
              <a:pathLst>
                <a:path w="166439" h="15583">
                  <a:moveTo>
                    <a:pt x="0" y="0"/>
                  </a:moveTo>
                  <a:lnTo>
                    <a:pt x="166439" y="155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62649" y="1388422"/>
              <a:ext cx="166439" cy="15583"/>
            </a:xfrm>
            <a:custGeom>
              <a:avLst/>
              <a:pathLst>
                <a:path w="166439" h="15583">
                  <a:moveTo>
                    <a:pt x="0" y="0"/>
                  </a:moveTo>
                  <a:lnTo>
                    <a:pt x="166439" y="155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62649" y="1388422"/>
              <a:ext cx="166439" cy="15583"/>
            </a:xfrm>
            <a:custGeom>
              <a:avLst/>
              <a:pathLst>
                <a:path w="166439" h="15583">
                  <a:moveTo>
                    <a:pt x="0" y="0"/>
                  </a:moveTo>
                  <a:lnTo>
                    <a:pt x="166439" y="155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62649" y="1388422"/>
              <a:ext cx="166439" cy="15583"/>
            </a:xfrm>
            <a:custGeom>
              <a:avLst/>
              <a:pathLst>
                <a:path w="166439" h="15583">
                  <a:moveTo>
                    <a:pt x="0" y="0"/>
                  </a:moveTo>
                  <a:lnTo>
                    <a:pt x="166439" y="155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62649" y="1388422"/>
              <a:ext cx="166439" cy="15583"/>
            </a:xfrm>
            <a:custGeom>
              <a:avLst/>
              <a:pathLst>
                <a:path w="166439" h="15583">
                  <a:moveTo>
                    <a:pt x="0" y="0"/>
                  </a:moveTo>
                  <a:lnTo>
                    <a:pt x="166439" y="1558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62649" y="1388422"/>
              <a:ext cx="166439" cy="15583"/>
            </a:xfrm>
            <a:custGeom>
              <a:avLst/>
              <a:pathLst>
                <a:path w="166439" h="15583">
                  <a:moveTo>
                    <a:pt x="0" y="0"/>
                  </a:moveTo>
                  <a:lnTo>
                    <a:pt x="166439" y="1558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462649" y="1388422"/>
              <a:ext cx="166439" cy="15583"/>
            </a:xfrm>
            <a:custGeom>
              <a:avLst/>
              <a:pathLst>
                <a:path w="166439" h="15583">
                  <a:moveTo>
                    <a:pt x="0" y="0"/>
                  </a:moveTo>
                  <a:lnTo>
                    <a:pt x="166439" y="1558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462649" y="1388422"/>
              <a:ext cx="166439" cy="15583"/>
            </a:xfrm>
            <a:custGeom>
              <a:avLst/>
              <a:pathLst>
                <a:path w="166439" h="15583">
                  <a:moveTo>
                    <a:pt x="0" y="0"/>
                  </a:moveTo>
                  <a:lnTo>
                    <a:pt x="166439" y="1558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462649" y="1388422"/>
              <a:ext cx="166439" cy="15583"/>
            </a:xfrm>
            <a:custGeom>
              <a:avLst/>
              <a:pathLst>
                <a:path w="166439" h="15583">
                  <a:moveTo>
                    <a:pt x="0" y="0"/>
                  </a:moveTo>
                  <a:lnTo>
                    <a:pt x="166439" y="155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462649" y="1388422"/>
              <a:ext cx="166439" cy="15583"/>
            </a:xfrm>
            <a:custGeom>
              <a:avLst/>
              <a:pathLst>
                <a:path w="166439" h="15583">
                  <a:moveTo>
                    <a:pt x="0" y="0"/>
                  </a:moveTo>
                  <a:lnTo>
                    <a:pt x="166439" y="155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462649" y="1388422"/>
              <a:ext cx="166439" cy="15583"/>
            </a:xfrm>
            <a:custGeom>
              <a:avLst/>
              <a:pathLst>
                <a:path w="166439" h="15583">
                  <a:moveTo>
                    <a:pt x="0" y="0"/>
                  </a:moveTo>
                  <a:lnTo>
                    <a:pt x="166439" y="155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462649" y="1388422"/>
              <a:ext cx="166439" cy="15583"/>
            </a:xfrm>
            <a:custGeom>
              <a:avLst/>
              <a:pathLst>
                <a:path w="166439" h="15583">
                  <a:moveTo>
                    <a:pt x="0" y="0"/>
                  </a:moveTo>
                  <a:lnTo>
                    <a:pt x="166439" y="155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462649" y="1388422"/>
              <a:ext cx="166439" cy="15583"/>
            </a:xfrm>
            <a:custGeom>
              <a:avLst/>
              <a:pathLst>
                <a:path w="166439" h="15583">
                  <a:moveTo>
                    <a:pt x="0" y="0"/>
                  </a:moveTo>
                  <a:lnTo>
                    <a:pt x="166439" y="1558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462649" y="1388422"/>
              <a:ext cx="166439" cy="15583"/>
            </a:xfrm>
            <a:custGeom>
              <a:avLst/>
              <a:pathLst>
                <a:path w="166439" h="15583">
                  <a:moveTo>
                    <a:pt x="0" y="0"/>
                  </a:moveTo>
                  <a:lnTo>
                    <a:pt x="166439" y="1558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461921" y="1236960"/>
              <a:ext cx="334330" cy="334201"/>
            </a:xfrm>
            <a:custGeom>
              <a:avLst/>
              <a:pathLst>
                <a:path w="334330" h="334201">
                  <a:moveTo>
                    <a:pt x="727" y="151462"/>
                  </a:moveTo>
                  <a:lnTo>
                    <a:pt x="316" y="156758"/>
                  </a:lnTo>
                  <a:lnTo>
                    <a:pt x="73" y="162066"/>
                  </a:lnTo>
                  <a:lnTo>
                    <a:pt x="0" y="167378"/>
                  </a:lnTo>
                  <a:lnTo>
                    <a:pt x="95" y="172690"/>
                  </a:lnTo>
                  <a:lnTo>
                    <a:pt x="358" y="177997"/>
                  </a:lnTo>
                  <a:lnTo>
                    <a:pt x="791" y="183292"/>
                  </a:lnTo>
                  <a:lnTo>
                    <a:pt x="1391" y="188571"/>
                  </a:lnTo>
                  <a:lnTo>
                    <a:pt x="2159" y="193828"/>
                  </a:lnTo>
                  <a:lnTo>
                    <a:pt x="3093" y="199058"/>
                  </a:lnTo>
                  <a:lnTo>
                    <a:pt x="4193" y="204256"/>
                  </a:lnTo>
                  <a:lnTo>
                    <a:pt x="5458" y="209416"/>
                  </a:lnTo>
                  <a:lnTo>
                    <a:pt x="6886" y="214533"/>
                  </a:lnTo>
                  <a:lnTo>
                    <a:pt x="8476" y="219603"/>
                  </a:lnTo>
                  <a:lnTo>
                    <a:pt x="10227" y="224619"/>
                  </a:lnTo>
                  <a:lnTo>
                    <a:pt x="12135" y="229577"/>
                  </a:lnTo>
                  <a:lnTo>
                    <a:pt x="14201" y="234472"/>
                  </a:lnTo>
                  <a:lnTo>
                    <a:pt x="16421" y="239299"/>
                  </a:lnTo>
                  <a:lnTo>
                    <a:pt x="18793" y="244053"/>
                  </a:lnTo>
                  <a:lnTo>
                    <a:pt x="21315" y="248729"/>
                  </a:lnTo>
                  <a:lnTo>
                    <a:pt x="23985" y="253322"/>
                  </a:lnTo>
                  <a:lnTo>
                    <a:pt x="26799" y="257829"/>
                  </a:lnTo>
                  <a:lnTo>
                    <a:pt x="29754" y="262244"/>
                  </a:lnTo>
                  <a:lnTo>
                    <a:pt x="32849" y="266562"/>
                  </a:lnTo>
                  <a:lnTo>
                    <a:pt x="36079" y="270780"/>
                  </a:lnTo>
                  <a:lnTo>
                    <a:pt x="39442" y="274894"/>
                  </a:lnTo>
                  <a:lnTo>
                    <a:pt x="42934" y="278898"/>
                  </a:lnTo>
                  <a:lnTo>
                    <a:pt x="46551" y="282789"/>
                  </a:lnTo>
                  <a:lnTo>
                    <a:pt x="50290" y="286564"/>
                  </a:lnTo>
                  <a:lnTo>
                    <a:pt x="54147" y="290217"/>
                  </a:lnTo>
                  <a:lnTo>
                    <a:pt x="58118" y="293747"/>
                  </a:lnTo>
                  <a:lnTo>
                    <a:pt x="62200" y="297148"/>
                  </a:lnTo>
                  <a:lnTo>
                    <a:pt x="66387" y="300418"/>
                  </a:lnTo>
                  <a:lnTo>
                    <a:pt x="70676" y="303553"/>
                  </a:lnTo>
                  <a:lnTo>
                    <a:pt x="75063" y="306551"/>
                  </a:lnTo>
                  <a:lnTo>
                    <a:pt x="79543" y="309407"/>
                  </a:lnTo>
                  <a:lnTo>
                    <a:pt x="84111" y="312120"/>
                  </a:lnTo>
                  <a:lnTo>
                    <a:pt x="88763" y="314686"/>
                  </a:lnTo>
                  <a:lnTo>
                    <a:pt x="93495" y="317103"/>
                  </a:lnTo>
                  <a:lnTo>
                    <a:pt x="98300" y="319368"/>
                  </a:lnTo>
                  <a:lnTo>
                    <a:pt x="103176" y="321479"/>
                  </a:lnTo>
                  <a:lnTo>
                    <a:pt x="108115" y="323435"/>
                  </a:lnTo>
                  <a:lnTo>
                    <a:pt x="113115" y="325232"/>
                  </a:lnTo>
                  <a:lnTo>
                    <a:pt x="118169" y="326870"/>
                  </a:lnTo>
                  <a:lnTo>
                    <a:pt x="123273" y="328346"/>
                  </a:lnTo>
                  <a:lnTo>
                    <a:pt x="128421" y="329660"/>
                  </a:lnTo>
                  <a:lnTo>
                    <a:pt x="133608" y="330809"/>
                  </a:lnTo>
                  <a:lnTo>
                    <a:pt x="138829" y="331793"/>
                  </a:lnTo>
                  <a:lnTo>
                    <a:pt x="144079" y="332610"/>
                  </a:lnTo>
                  <a:lnTo>
                    <a:pt x="149352" y="333260"/>
                  </a:lnTo>
                  <a:lnTo>
                    <a:pt x="154643" y="333742"/>
                  </a:lnTo>
                  <a:lnTo>
                    <a:pt x="159946" y="334056"/>
                  </a:lnTo>
                  <a:lnTo>
                    <a:pt x="165257" y="334201"/>
                  </a:lnTo>
                  <a:lnTo>
                    <a:pt x="170570" y="334177"/>
                  </a:lnTo>
                  <a:lnTo>
                    <a:pt x="175879" y="333985"/>
                  </a:lnTo>
                  <a:lnTo>
                    <a:pt x="181180" y="333624"/>
                  </a:lnTo>
                  <a:lnTo>
                    <a:pt x="186467" y="333094"/>
                  </a:lnTo>
                  <a:lnTo>
                    <a:pt x="191733" y="332397"/>
                  </a:lnTo>
                  <a:lnTo>
                    <a:pt x="196976" y="331533"/>
                  </a:lnTo>
                  <a:lnTo>
                    <a:pt x="202188" y="330503"/>
                  </a:lnTo>
                  <a:lnTo>
                    <a:pt x="207364" y="329307"/>
                  </a:lnTo>
                  <a:lnTo>
                    <a:pt x="212500" y="327948"/>
                  </a:lnTo>
                  <a:lnTo>
                    <a:pt x="217591" y="326426"/>
                  </a:lnTo>
                  <a:lnTo>
                    <a:pt x="222630" y="324743"/>
                  </a:lnTo>
                  <a:lnTo>
                    <a:pt x="227613" y="322901"/>
                  </a:lnTo>
                  <a:lnTo>
                    <a:pt x="232535" y="320901"/>
                  </a:lnTo>
                  <a:lnTo>
                    <a:pt x="237392" y="318746"/>
                  </a:lnTo>
                  <a:lnTo>
                    <a:pt x="242177" y="316438"/>
                  </a:lnTo>
                  <a:lnTo>
                    <a:pt x="246887" y="313979"/>
                  </a:lnTo>
                  <a:lnTo>
                    <a:pt x="251516" y="311371"/>
                  </a:lnTo>
                  <a:lnTo>
                    <a:pt x="256059" y="308618"/>
                  </a:lnTo>
                  <a:lnTo>
                    <a:pt x="260513" y="305722"/>
                  </a:lnTo>
                  <a:lnTo>
                    <a:pt x="264873" y="302685"/>
                  </a:lnTo>
                  <a:lnTo>
                    <a:pt x="269134" y="299512"/>
                  </a:lnTo>
                  <a:lnTo>
                    <a:pt x="273292" y="296205"/>
                  </a:lnTo>
                  <a:lnTo>
                    <a:pt x="277343" y="292767"/>
                  </a:lnTo>
                  <a:lnTo>
                    <a:pt x="281283" y="289202"/>
                  </a:lnTo>
                  <a:lnTo>
                    <a:pt x="285107" y="285514"/>
                  </a:lnTo>
                  <a:lnTo>
                    <a:pt x="288812" y="281707"/>
                  </a:lnTo>
                  <a:lnTo>
                    <a:pt x="292394" y="277783"/>
                  </a:lnTo>
                  <a:lnTo>
                    <a:pt x="295850" y="273748"/>
                  </a:lnTo>
                  <a:lnTo>
                    <a:pt x="299176" y="269604"/>
                  </a:lnTo>
                  <a:lnTo>
                    <a:pt x="302368" y="265358"/>
                  </a:lnTo>
                  <a:lnTo>
                    <a:pt x="305424" y="261012"/>
                  </a:lnTo>
                  <a:lnTo>
                    <a:pt x="308340" y="256571"/>
                  </a:lnTo>
                  <a:lnTo>
                    <a:pt x="311114" y="252039"/>
                  </a:lnTo>
                  <a:lnTo>
                    <a:pt x="313742" y="247422"/>
                  </a:lnTo>
                  <a:lnTo>
                    <a:pt x="316223" y="242723"/>
                  </a:lnTo>
                  <a:lnTo>
                    <a:pt x="318552" y="237949"/>
                  </a:lnTo>
                  <a:lnTo>
                    <a:pt x="320729" y="233102"/>
                  </a:lnTo>
                  <a:lnTo>
                    <a:pt x="322750" y="228189"/>
                  </a:lnTo>
                  <a:lnTo>
                    <a:pt x="324615" y="223214"/>
                  </a:lnTo>
                  <a:lnTo>
                    <a:pt x="326320" y="218182"/>
                  </a:lnTo>
                  <a:lnTo>
                    <a:pt x="327865" y="213099"/>
                  </a:lnTo>
                  <a:lnTo>
                    <a:pt x="329247" y="207969"/>
                  </a:lnTo>
                  <a:lnTo>
                    <a:pt x="330466" y="202798"/>
                  </a:lnTo>
                  <a:lnTo>
                    <a:pt x="331520" y="197590"/>
                  </a:lnTo>
                  <a:lnTo>
                    <a:pt x="332407" y="192352"/>
                  </a:lnTo>
                  <a:lnTo>
                    <a:pt x="333128" y="187088"/>
                  </a:lnTo>
                  <a:lnTo>
                    <a:pt x="333681" y="181804"/>
                  </a:lnTo>
                  <a:lnTo>
                    <a:pt x="334066" y="176505"/>
                  </a:lnTo>
                  <a:lnTo>
                    <a:pt x="334282" y="171197"/>
                  </a:lnTo>
                  <a:lnTo>
                    <a:pt x="334330" y="165884"/>
                  </a:lnTo>
                  <a:lnTo>
                    <a:pt x="334209" y="160573"/>
                  </a:lnTo>
                  <a:lnTo>
                    <a:pt x="333919" y="155268"/>
                  </a:lnTo>
                  <a:lnTo>
                    <a:pt x="333460" y="149974"/>
                  </a:lnTo>
                  <a:lnTo>
                    <a:pt x="332834" y="144699"/>
                  </a:lnTo>
                  <a:lnTo>
                    <a:pt x="332040" y="139445"/>
                  </a:lnTo>
                  <a:lnTo>
                    <a:pt x="331080" y="134220"/>
                  </a:lnTo>
                  <a:lnTo>
                    <a:pt x="329954" y="129028"/>
                  </a:lnTo>
                  <a:lnTo>
                    <a:pt x="328663" y="123874"/>
                  </a:lnTo>
                  <a:lnTo>
                    <a:pt x="327210" y="118764"/>
                  </a:lnTo>
                  <a:lnTo>
                    <a:pt x="325595" y="113702"/>
                  </a:lnTo>
                  <a:lnTo>
                    <a:pt x="323820" y="108695"/>
                  </a:lnTo>
                  <a:lnTo>
                    <a:pt x="321886" y="103746"/>
                  </a:lnTo>
                  <a:lnTo>
                    <a:pt x="319797" y="98861"/>
                  </a:lnTo>
                  <a:lnTo>
                    <a:pt x="317553" y="94045"/>
                  </a:lnTo>
                  <a:lnTo>
                    <a:pt x="315157" y="89303"/>
                  </a:lnTo>
                  <a:lnTo>
                    <a:pt x="312612" y="84640"/>
                  </a:lnTo>
                  <a:lnTo>
                    <a:pt x="309920" y="80059"/>
                  </a:lnTo>
                  <a:lnTo>
                    <a:pt x="307084" y="75567"/>
                  </a:lnTo>
                  <a:lnTo>
                    <a:pt x="304106" y="71167"/>
                  </a:lnTo>
                  <a:lnTo>
                    <a:pt x="300990" y="66864"/>
                  </a:lnTo>
                  <a:lnTo>
                    <a:pt x="297739" y="62662"/>
                  </a:lnTo>
                  <a:lnTo>
                    <a:pt x="294356" y="58565"/>
                  </a:lnTo>
                  <a:lnTo>
                    <a:pt x="290845" y="54578"/>
                  </a:lnTo>
                  <a:lnTo>
                    <a:pt x="287208" y="50705"/>
                  </a:lnTo>
                  <a:lnTo>
                    <a:pt x="283450" y="46949"/>
                  </a:lnTo>
                  <a:lnTo>
                    <a:pt x="279575" y="43314"/>
                  </a:lnTo>
                  <a:lnTo>
                    <a:pt x="275587" y="39805"/>
                  </a:lnTo>
                  <a:lnTo>
                    <a:pt x="271489" y="36423"/>
                  </a:lnTo>
                  <a:lnTo>
                    <a:pt x="267285" y="33174"/>
                  </a:lnTo>
                  <a:lnTo>
                    <a:pt x="262980" y="30060"/>
                  </a:lnTo>
                  <a:lnTo>
                    <a:pt x="258579" y="27085"/>
                  </a:lnTo>
                  <a:lnTo>
                    <a:pt x="254085" y="24251"/>
                  </a:lnTo>
                  <a:lnTo>
                    <a:pt x="249503" y="21561"/>
                  </a:lnTo>
                  <a:lnTo>
                    <a:pt x="244839" y="19018"/>
                  </a:lnTo>
                  <a:lnTo>
                    <a:pt x="240095" y="16624"/>
                  </a:lnTo>
                  <a:lnTo>
                    <a:pt x="235279" y="14383"/>
                  </a:lnTo>
                  <a:lnTo>
                    <a:pt x="230393" y="12295"/>
                  </a:lnTo>
                  <a:lnTo>
                    <a:pt x="225443" y="10364"/>
                  </a:lnTo>
                  <a:lnTo>
                    <a:pt x="220435" y="8591"/>
                  </a:lnTo>
                  <a:lnTo>
                    <a:pt x="215373" y="6979"/>
                  </a:lnTo>
                  <a:lnTo>
                    <a:pt x="210262" y="5528"/>
                  </a:lnTo>
                  <a:lnTo>
                    <a:pt x="205107" y="4240"/>
                  </a:lnTo>
                  <a:lnTo>
                    <a:pt x="199915" y="3116"/>
                  </a:lnTo>
                  <a:lnTo>
                    <a:pt x="194689" y="2158"/>
                  </a:lnTo>
                  <a:lnTo>
                    <a:pt x="189435" y="1367"/>
                  </a:lnTo>
                  <a:lnTo>
                    <a:pt x="184159" y="743"/>
                  </a:lnTo>
                  <a:lnTo>
                    <a:pt x="178866" y="287"/>
                  </a:lnTo>
                  <a:lnTo>
                    <a:pt x="173561" y="0"/>
                  </a:lnTo>
                  <a:lnTo>
                    <a:pt x="167167" y="1670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629088" y="1236837"/>
              <a:ext cx="6394" cy="167167"/>
            </a:xfrm>
            <a:custGeom>
              <a:avLst/>
              <a:pathLst>
                <a:path w="6394" h="167167">
                  <a:moveTo>
                    <a:pt x="6394" y="12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173726" y="1546402"/>
              <a:ext cx="38840" cy="167167"/>
            </a:xfrm>
            <a:custGeom>
              <a:avLst/>
              <a:pathLst>
                <a:path w="38840" h="167167">
                  <a:moveTo>
                    <a:pt x="38840" y="0"/>
                  </a:moveTo>
                  <a:lnTo>
                    <a:pt x="32308" y="127"/>
                  </a:lnTo>
                  <a:lnTo>
                    <a:pt x="25787" y="510"/>
                  </a:lnTo>
                  <a:lnTo>
                    <a:pt x="19285" y="1147"/>
                  </a:lnTo>
                  <a:lnTo>
                    <a:pt x="12814" y="2038"/>
                  </a:lnTo>
                  <a:lnTo>
                    <a:pt x="6382" y="3181"/>
                  </a:lnTo>
                  <a:lnTo>
                    <a:pt x="0" y="4574"/>
                  </a:lnTo>
                  <a:lnTo>
                    <a:pt x="3884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173726" y="1550977"/>
              <a:ext cx="38840" cy="162592"/>
            </a:xfrm>
            <a:custGeom>
              <a:avLst/>
              <a:pathLst>
                <a:path w="38840" h="162592">
                  <a:moveTo>
                    <a:pt x="0" y="0"/>
                  </a:moveTo>
                  <a:lnTo>
                    <a:pt x="38840" y="1625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173726" y="1550977"/>
              <a:ext cx="38840" cy="162592"/>
            </a:xfrm>
            <a:custGeom>
              <a:avLst/>
              <a:pathLst>
                <a:path w="38840" h="162592">
                  <a:moveTo>
                    <a:pt x="0" y="0"/>
                  </a:moveTo>
                  <a:lnTo>
                    <a:pt x="38840" y="1625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173726" y="1550977"/>
              <a:ext cx="38840" cy="162592"/>
            </a:xfrm>
            <a:custGeom>
              <a:avLst/>
              <a:pathLst>
                <a:path w="38840" h="162592">
                  <a:moveTo>
                    <a:pt x="0" y="0"/>
                  </a:moveTo>
                  <a:lnTo>
                    <a:pt x="38840" y="1625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173726" y="1550977"/>
              <a:ext cx="38840" cy="162592"/>
            </a:xfrm>
            <a:custGeom>
              <a:avLst/>
              <a:pathLst>
                <a:path w="38840" h="162592">
                  <a:moveTo>
                    <a:pt x="0" y="0"/>
                  </a:moveTo>
                  <a:lnTo>
                    <a:pt x="38840" y="1625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173726" y="1550977"/>
              <a:ext cx="38840" cy="162592"/>
            </a:xfrm>
            <a:custGeom>
              <a:avLst/>
              <a:pathLst>
                <a:path w="38840" h="162592">
                  <a:moveTo>
                    <a:pt x="0" y="0"/>
                  </a:moveTo>
                  <a:lnTo>
                    <a:pt x="38840" y="1625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173726" y="1550977"/>
              <a:ext cx="38840" cy="162592"/>
            </a:xfrm>
            <a:custGeom>
              <a:avLst/>
              <a:pathLst>
                <a:path w="38840" h="162592">
                  <a:moveTo>
                    <a:pt x="0" y="0"/>
                  </a:moveTo>
                  <a:lnTo>
                    <a:pt x="38840" y="1625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173726" y="1550977"/>
              <a:ext cx="38840" cy="162592"/>
            </a:xfrm>
            <a:custGeom>
              <a:avLst/>
              <a:pathLst>
                <a:path w="38840" h="162592">
                  <a:moveTo>
                    <a:pt x="0" y="0"/>
                  </a:moveTo>
                  <a:lnTo>
                    <a:pt x="38840" y="16259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173726" y="1550977"/>
              <a:ext cx="38840" cy="162592"/>
            </a:xfrm>
            <a:custGeom>
              <a:avLst/>
              <a:pathLst>
                <a:path w="38840" h="162592">
                  <a:moveTo>
                    <a:pt x="0" y="0"/>
                  </a:moveTo>
                  <a:lnTo>
                    <a:pt x="38840" y="1625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173726" y="1550977"/>
              <a:ext cx="38840" cy="162592"/>
            </a:xfrm>
            <a:custGeom>
              <a:avLst/>
              <a:pathLst>
                <a:path w="38840" h="162592">
                  <a:moveTo>
                    <a:pt x="0" y="0"/>
                  </a:moveTo>
                  <a:lnTo>
                    <a:pt x="38840" y="1625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173726" y="1550977"/>
              <a:ext cx="38840" cy="162592"/>
            </a:xfrm>
            <a:custGeom>
              <a:avLst/>
              <a:pathLst>
                <a:path w="38840" h="162592">
                  <a:moveTo>
                    <a:pt x="0" y="0"/>
                  </a:moveTo>
                  <a:lnTo>
                    <a:pt x="38840" y="16259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173726" y="1550977"/>
              <a:ext cx="38840" cy="162592"/>
            </a:xfrm>
            <a:custGeom>
              <a:avLst/>
              <a:pathLst>
                <a:path w="38840" h="162592">
                  <a:moveTo>
                    <a:pt x="0" y="0"/>
                  </a:moveTo>
                  <a:lnTo>
                    <a:pt x="38840" y="1625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173726" y="1550977"/>
              <a:ext cx="38840" cy="162592"/>
            </a:xfrm>
            <a:custGeom>
              <a:avLst/>
              <a:pathLst>
                <a:path w="38840" h="162592">
                  <a:moveTo>
                    <a:pt x="0" y="0"/>
                  </a:moveTo>
                  <a:lnTo>
                    <a:pt x="38840" y="1625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173726" y="1550977"/>
              <a:ext cx="38840" cy="162592"/>
            </a:xfrm>
            <a:custGeom>
              <a:avLst/>
              <a:pathLst>
                <a:path w="38840" h="162592">
                  <a:moveTo>
                    <a:pt x="0" y="0"/>
                  </a:moveTo>
                  <a:lnTo>
                    <a:pt x="38840" y="1625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173726" y="1550977"/>
              <a:ext cx="38840" cy="162592"/>
            </a:xfrm>
            <a:custGeom>
              <a:avLst/>
              <a:pathLst>
                <a:path w="38840" h="162592">
                  <a:moveTo>
                    <a:pt x="0" y="0"/>
                  </a:moveTo>
                  <a:lnTo>
                    <a:pt x="38840" y="1625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173726" y="1550977"/>
              <a:ext cx="38840" cy="162592"/>
            </a:xfrm>
            <a:custGeom>
              <a:avLst/>
              <a:pathLst>
                <a:path w="38840" h="162592">
                  <a:moveTo>
                    <a:pt x="0" y="0"/>
                  </a:moveTo>
                  <a:lnTo>
                    <a:pt x="38840" y="1625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173726" y="1550977"/>
              <a:ext cx="38840" cy="162592"/>
            </a:xfrm>
            <a:custGeom>
              <a:avLst/>
              <a:pathLst>
                <a:path w="38840" h="162592">
                  <a:moveTo>
                    <a:pt x="0" y="0"/>
                  </a:moveTo>
                  <a:lnTo>
                    <a:pt x="38840" y="1625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045403" y="1550977"/>
              <a:ext cx="334312" cy="329758"/>
            </a:xfrm>
            <a:custGeom>
              <a:avLst/>
              <a:pathLst>
                <a:path w="334312" h="329758">
                  <a:moveTo>
                    <a:pt x="128323" y="0"/>
                  </a:moveTo>
                  <a:lnTo>
                    <a:pt x="123197" y="1310"/>
                  </a:lnTo>
                  <a:lnTo>
                    <a:pt x="118114" y="2782"/>
                  </a:lnTo>
                  <a:lnTo>
                    <a:pt x="113081" y="4415"/>
                  </a:lnTo>
                  <a:lnTo>
                    <a:pt x="108103" y="6205"/>
                  </a:lnTo>
                  <a:lnTo>
                    <a:pt x="103183" y="8153"/>
                  </a:lnTo>
                  <a:lnTo>
                    <a:pt x="98327" y="10255"/>
                  </a:lnTo>
                  <a:lnTo>
                    <a:pt x="93541" y="12510"/>
                  </a:lnTo>
                  <a:lnTo>
                    <a:pt x="88828" y="14915"/>
                  </a:lnTo>
                  <a:lnTo>
                    <a:pt x="84194" y="17468"/>
                  </a:lnTo>
                  <a:lnTo>
                    <a:pt x="79642" y="20166"/>
                  </a:lnTo>
                  <a:lnTo>
                    <a:pt x="75179" y="23008"/>
                  </a:lnTo>
                  <a:lnTo>
                    <a:pt x="70807" y="25989"/>
                  </a:lnTo>
                  <a:lnTo>
                    <a:pt x="66532" y="29106"/>
                  </a:lnTo>
                  <a:lnTo>
                    <a:pt x="62358" y="32358"/>
                  </a:lnTo>
                  <a:lnTo>
                    <a:pt x="58289" y="35740"/>
                  </a:lnTo>
                  <a:lnTo>
                    <a:pt x="54329" y="39249"/>
                  </a:lnTo>
                  <a:lnTo>
                    <a:pt x="50482" y="42882"/>
                  </a:lnTo>
                  <a:lnTo>
                    <a:pt x="46752" y="46634"/>
                  </a:lnTo>
                  <a:lnTo>
                    <a:pt x="43143" y="50503"/>
                  </a:lnTo>
                  <a:lnTo>
                    <a:pt x="39658" y="54484"/>
                  </a:lnTo>
                  <a:lnTo>
                    <a:pt x="36300" y="58574"/>
                  </a:lnTo>
                  <a:lnTo>
                    <a:pt x="33074" y="62767"/>
                  </a:lnTo>
                  <a:lnTo>
                    <a:pt x="29982" y="67061"/>
                  </a:lnTo>
                  <a:lnTo>
                    <a:pt x="27027" y="71450"/>
                  </a:lnTo>
                  <a:lnTo>
                    <a:pt x="24213" y="75931"/>
                  </a:lnTo>
                  <a:lnTo>
                    <a:pt x="21542" y="80498"/>
                  </a:lnTo>
                  <a:lnTo>
                    <a:pt x="19017" y="85148"/>
                  </a:lnTo>
                  <a:lnTo>
                    <a:pt x="16640" y="89875"/>
                  </a:lnTo>
                  <a:lnTo>
                    <a:pt x="14414" y="94675"/>
                  </a:lnTo>
                  <a:lnTo>
                    <a:pt x="12341" y="99543"/>
                  </a:lnTo>
                  <a:lnTo>
                    <a:pt x="10423" y="104474"/>
                  </a:lnTo>
                  <a:lnTo>
                    <a:pt x="8663" y="109464"/>
                  </a:lnTo>
                  <a:lnTo>
                    <a:pt x="7061" y="114507"/>
                  </a:lnTo>
                  <a:lnTo>
                    <a:pt x="5619" y="119598"/>
                  </a:lnTo>
                  <a:lnTo>
                    <a:pt x="4339" y="124732"/>
                  </a:lnTo>
                  <a:lnTo>
                    <a:pt x="3223" y="129903"/>
                  </a:lnTo>
                  <a:lnTo>
                    <a:pt x="2270" y="135108"/>
                  </a:lnTo>
                  <a:lnTo>
                    <a:pt x="1483" y="140340"/>
                  </a:lnTo>
                  <a:lnTo>
                    <a:pt x="862" y="145595"/>
                  </a:lnTo>
                  <a:lnTo>
                    <a:pt x="407" y="150866"/>
                  </a:lnTo>
                  <a:lnTo>
                    <a:pt x="120" y="156150"/>
                  </a:lnTo>
                  <a:lnTo>
                    <a:pt x="0" y="161439"/>
                  </a:lnTo>
                  <a:lnTo>
                    <a:pt x="47" y="166730"/>
                  </a:lnTo>
                  <a:lnTo>
                    <a:pt x="261" y="172017"/>
                  </a:lnTo>
                  <a:lnTo>
                    <a:pt x="643" y="177294"/>
                  </a:lnTo>
                  <a:lnTo>
                    <a:pt x="1192" y="182557"/>
                  </a:lnTo>
                  <a:lnTo>
                    <a:pt x="1907" y="187799"/>
                  </a:lnTo>
                  <a:lnTo>
                    <a:pt x="2787" y="193017"/>
                  </a:lnTo>
                  <a:lnTo>
                    <a:pt x="3833" y="198203"/>
                  </a:lnTo>
                  <a:lnTo>
                    <a:pt x="5041" y="203355"/>
                  </a:lnTo>
                  <a:lnTo>
                    <a:pt x="6413" y="208465"/>
                  </a:lnTo>
                  <a:lnTo>
                    <a:pt x="7945" y="213529"/>
                  </a:lnTo>
                  <a:lnTo>
                    <a:pt x="9637" y="218543"/>
                  </a:lnTo>
                  <a:lnTo>
                    <a:pt x="11486" y="223500"/>
                  </a:lnTo>
                  <a:lnTo>
                    <a:pt x="13492" y="228396"/>
                  </a:lnTo>
                  <a:lnTo>
                    <a:pt x="15651" y="233226"/>
                  </a:lnTo>
                  <a:lnTo>
                    <a:pt x="17963" y="237986"/>
                  </a:lnTo>
                  <a:lnTo>
                    <a:pt x="20423" y="242670"/>
                  </a:lnTo>
                  <a:lnTo>
                    <a:pt x="23031" y="247274"/>
                  </a:lnTo>
                  <a:lnTo>
                    <a:pt x="25783" y="251793"/>
                  </a:lnTo>
                  <a:lnTo>
                    <a:pt x="28677" y="256222"/>
                  </a:lnTo>
                  <a:lnTo>
                    <a:pt x="31710" y="260558"/>
                  </a:lnTo>
                  <a:lnTo>
                    <a:pt x="34878" y="264796"/>
                  </a:lnTo>
                  <a:lnTo>
                    <a:pt x="38179" y="268931"/>
                  </a:lnTo>
                  <a:lnTo>
                    <a:pt x="41609" y="272960"/>
                  </a:lnTo>
                  <a:lnTo>
                    <a:pt x="45164" y="276878"/>
                  </a:lnTo>
                  <a:lnTo>
                    <a:pt x="48842" y="280682"/>
                  </a:lnTo>
                  <a:lnTo>
                    <a:pt x="52639" y="284367"/>
                  </a:lnTo>
                  <a:lnTo>
                    <a:pt x="56550" y="287931"/>
                  </a:lnTo>
                  <a:lnTo>
                    <a:pt x="60572" y="291368"/>
                  </a:lnTo>
                  <a:lnTo>
                    <a:pt x="64701" y="294677"/>
                  </a:lnTo>
                  <a:lnTo>
                    <a:pt x="68932" y="297854"/>
                  </a:lnTo>
                  <a:lnTo>
                    <a:pt x="73262" y="300895"/>
                  </a:lnTo>
                  <a:lnTo>
                    <a:pt x="77686" y="303797"/>
                  </a:lnTo>
                  <a:lnTo>
                    <a:pt x="82200" y="306558"/>
                  </a:lnTo>
                  <a:lnTo>
                    <a:pt x="86798" y="309175"/>
                  </a:lnTo>
                  <a:lnTo>
                    <a:pt x="91478" y="311645"/>
                  </a:lnTo>
                  <a:lnTo>
                    <a:pt x="96233" y="313965"/>
                  </a:lnTo>
                  <a:lnTo>
                    <a:pt x="101059" y="316134"/>
                  </a:lnTo>
                  <a:lnTo>
                    <a:pt x="105951" y="318149"/>
                  </a:lnTo>
                  <a:lnTo>
                    <a:pt x="110905" y="320009"/>
                  </a:lnTo>
                  <a:lnTo>
                    <a:pt x="115915" y="321710"/>
                  </a:lnTo>
                  <a:lnTo>
                    <a:pt x="120976" y="323252"/>
                  </a:lnTo>
                  <a:lnTo>
                    <a:pt x="126084" y="324634"/>
                  </a:lnTo>
                  <a:lnTo>
                    <a:pt x="131233" y="325853"/>
                  </a:lnTo>
                  <a:lnTo>
                    <a:pt x="136417" y="326908"/>
                  </a:lnTo>
                  <a:lnTo>
                    <a:pt x="141633" y="327799"/>
                  </a:lnTo>
                  <a:lnTo>
                    <a:pt x="146874" y="328524"/>
                  </a:lnTo>
                  <a:lnTo>
                    <a:pt x="152135" y="329083"/>
                  </a:lnTo>
                  <a:lnTo>
                    <a:pt x="157412" y="329475"/>
                  </a:lnTo>
                  <a:lnTo>
                    <a:pt x="162698" y="329700"/>
                  </a:lnTo>
                  <a:lnTo>
                    <a:pt x="167989" y="329758"/>
                  </a:lnTo>
                  <a:lnTo>
                    <a:pt x="173279" y="329648"/>
                  </a:lnTo>
                  <a:lnTo>
                    <a:pt x="178563" y="329370"/>
                  </a:lnTo>
                  <a:lnTo>
                    <a:pt x="183835" y="328926"/>
                  </a:lnTo>
                  <a:lnTo>
                    <a:pt x="189091" y="328315"/>
                  </a:lnTo>
                  <a:lnTo>
                    <a:pt x="194325" y="327538"/>
                  </a:lnTo>
                  <a:lnTo>
                    <a:pt x="199531" y="326596"/>
                  </a:lnTo>
                  <a:lnTo>
                    <a:pt x="204705" y="325490"/>
                  </a:lnTo>
                  <a:lnTo>
                    <a:pt x="209842" y="324220"/>
                  </a:lnTo>
                  <a:lnTo>
                    <a:pt x="214935" y="322788"/>
                  </a:lnTo>
                  <a:lnTo>
                    <a:pt x="219981" y="321196"/>
                  </a:lnTo>
                  <a:lnTo>
                    <a:pt x="224974" y="319445"/>
                  </a:lnTo>
                  <a:lnTo>
                    <a:pt x="229909" y="317537"/>
                  </a:lnTo>
                  <a:lnTo>
                    <a:pt x="234781" y="315474"/>
                  </a:lnTo>
                  <a:lnTo>
                    <a:pt x="239586" y="313257"/>
                  </a:lnTo>
                  <a:lnTo>
                    <a:pt x="244318" y="310890"/>
                  </a:lnTo>
                  <a:lnTo>
                    <a:pt x="248972" y="308374"/>
                  </a:lnTo>
                  <a:lnTo>
                    <a:pt x="253545" y="305711"/>
                  </a:lnTo>
                  <a:lnTo>
                    <a:pt x="258031" y="302906"/>
                  </a:lnTo>
                  <a:lnTo>
                    <a:pt x="262426" y="299960"/>
                  </a:lnTo>
                  <a:lnTo>
                    <a:pt x="266726" y="296876"/>
                  </a:lnTo>
                  <a:lnTo>
                    <a:pt x="270926" y="293658"/>
                  </a:lnTo>
                  <a:lnTo>
                    <a:pt x="275021" y="290309"/>
                  </a:lnTo>
                  <a:lnTo>
                    <a:pt x="279009" y="286831"/>
                  </a:lnTo>
                  <a:lnTo>
                    <a:pt x="282885" y="283229"/>
                  </a:lnTo>
                  <a:lnTo>
                    <a:pt x="286645" y="279507"/>
                  </a:lnTo>
                  <a:lnTo>
                    <a:pt x="290285" y="275667"/>
                  </a:lnTo>
                  <a:lnTo>
                    <a:pt x="293802" y="271714"/>
                  </a:lnTo>
                  <a:lnTo>
                    <a:pt x="297192" y="267651"/>
                  </a:lnTo>
                  <a:lnTo>
                    <a:pt x="300452" y="263484"/>
                  </a:lnTo>
                  <a:lnTo>
                    <a:pt x="303578" y="259215"/>
                  </a:lnTo>
                  <a:lnTo>
                    <a:pt x="306567" y="254849"/>
                  </a:lnTo>
                  <a:lnTo>
                    <a:pt x="309417" y="250391"/>
                  </a:lnTo>
                  <a:lnTo>
                    <a:pt x="312125" y="245845"/>
                  </a:lnTo>
                  <a:lnTo>
                    <a:pt x="314687" y="241216"/>
                  </a:lnTo>
                  <a:lnTo>
                    <a:pt x="317101" y="236508"/>
                  </a:lnTo>
                  <a:lnTo>
                    <a:pt x="319365" y="231726"/>
                  </a:lnTo>
                  <a:lnTo>
                    <a:pt x="321477" y="226874"/>
                  </a:lnTo>
                  <a:lnTo>
                    <a:pt x="323434" y="221958"/>
                  </a:lnTo>
                  <a:lnTo>
                    <a:pt x="325234" y="216983"/>
                  </a:lnTo>
                  <a:lnTo>
                    <a:pt x="326877" y="211953"/>
                  </a:lnTo>
                  <a:lnTo>
                    <a:pt x="328359" y="206874"/>
                  </a:lnTo>
                  <a:lnTo>
                    <a:pt x="329679" y="201750"/>
                  </a:lnTo>
                  <a:lnTo>
                    <a:pt x="330837" y="196587"/>
                  </a:lnTo>
                  <a:lnTo>
                    <a:pt x="331831" y="191391"/>
                  </a:lnTo>
                  <a:lnTo>
                    <a:pt x="332660" y="186165"/>
                  </a:lnTo>
                  <a:lnTo>
                    <a:pt x="333323" y="180915"/>
                  </a:lnTo>
                  <a:lnTo>
                    <a:pt x="333820" y="175648"/>
                  </a:lnTo>
                  <a:lnTo>
                    <a:pt x="334150" y="170367"/>
                  </a:lnTo>
                  <a:lnTo>
                    <a:pt x="334312" y="165078"/>
                  </a:lnTo>
                  <a:lnTo>
                    <a:pt x="334307" y="159787"/>
                  </a:lnTo>
                  <a:lnTo>
                    <a:pt x="334134" y="154499"/>
                  </a:lnTo>
                  <a:lnTo>
                    <a:pt x="333795" y="149219"/>
                  </a:lnTo>
                  <a:lnTo>
                    <a:pt x="333288" y="143952"/>
                  </a:lnTo>
                  <a:lnTo>
                    <a:pt x="332615" y="138704"/>
                  </a:lnTo>
                  <a:lnTo>
                    <a:pt x="331776" y="133480"/>
                  </a:lnTo>
                  <a:lnTo>
                    <a:pt x="330772" y="128285"/>
                  </a:lnTo>
                  <a:lnTo>
                    <a:pt x="329604" y="123124"/>
                  </a:lnTo>
                  <a:lnTo>
                    <a:pt x="328274" y="118003"/>
                  </a:lnTo>
                  <a:lnTo>
                    <a:pt x="326782" y="112927"/>
                  </a:lnTo>
                  <a:lnTo>
                    <a:pt x="325130" y="107900"/>
                  </a:lnTo>
                  <a:lnTo>
                    <a:pt x="323320" y="102928"/>
                  </a:lnTo>
                  <a:lnTo>
                    <a:pt x="321354" y="98016"/>
                  </a:lnTo>
                  <a:lnTo>
                    <a:pt x="319233" y="93169"/>
                  </a:lnTo>
                  <a:lnTo>
                    <a:pt x="316960" y="88391"/>
                  </a:lnTo>
                  <a:lnTo>
                    <a:pt x="314537" y="83687"/>
                  </a:lnTo>
                  <a:lnTo>
                    <a:pt x="311966" y="79063"/>
                  </a:lnTo>
                  <a:lnTo>
                    <a:pt x="309250" y="74522"/>
                  </a:lnTo>
                  <a:lnTo>
                    <a:pt x="306391" y="70070"/>
                  </a:lnTo>
                  <a:lnTo>
                    <a:pt x="303393" y="65710"/>
                  </a:lnTo>
                  <a:lnTo>
                    <a:pt x="300259" y="61447"/>
                  </a:lnTo>
                  <a:lnTo>
                    <a:pt x="296991" y="57285"/>
                  </a:lnTo>
                  <a:lnTo>
                    <a:pt x="293594" y="53229"/>
                  </a:lnTo>
                  <a:lnTo>
                    <a:pt x="290069" y="49283"/>
                  </a:lnTo>
                  <a:lnTo>
                    <a:pt x="286422" y="45450"/>
                  </a:lnTo>
                  <a:lnTo>
                    <a:pt x="282655" y="41734"/>
                  </a:lnTo>
                  <a:lnTo>
                    <a:pt x="278772" y="38140"/>
                  </a:lnTo>
                  <a:lnTo>
                    <a:pt x="274778" y="34670"/>
                  </a:lnTo>
                  <a:lnTo>
                    <a:pt x="270675" y="31329"/>
                  </a:lnTo>
                  <a:lnTo>
                    <a:pt x="266469" y="28118"/>
                  </a:lnTo>
                  <a:lnTo>
                    <a:pt x="262164" y="25043"/>
                  </a:lnTo>
                  <a:lnTo>
                    <a:pt x="257763" y="22105"/>
                  </a:lnTo>
                  <a:lnTo>
                    <a:pt x="253272" y="19308"/>
                  </a:lnTo>
                  <a:lnTo>
                    <a:pt x="248694" y="16655"/>
                  </a:lnTo>
                  <a:lnTo>
                    <a:pt x="244035" y="14148"/>
                  </a:lnTo>
                  <a:lnTo>
                    <a:pt x="239298" y="11790"/>
                  </a:lnTo>
                  <a:lnTo>
                    <a:pt x="234490" y="9582"/>
                  </a:lnTo>
                  <a:lnTo>
                    <a:pt x="229614" y="7528"/>
                  </a:lnTo>
                  <a:lnTo>
                    <a:pt x="224675" y="5629"/>
                  </a:lnTo>
                  <a:lnTo>
                    <a:pt x="219679" y="3888"/>
                  </a:lnTo>
                  <a:lnTo>
                    <a:pt x="214630" y="2305"/>
                  </a:lnTo>
                  <a:lnTo>
                    <a:pt x="167163" y="1625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212566" y="1546402"/>
              <a:ext cx="47466" cy="167167"/>
            </a:xfrm>
            <a:custGeom>
              <a:avLst/>
              <a:pathLst>
                <a:path w="47466" h="167167">
                  <a:moveTo>
                    <a:pt x="47466" y="6880"/>
                  </a:moveTo>
                  <a:lnTo>
                    <a:pt x="41668" y="5276"/>
                  </a:lnTo>
                  <a:lnTo>
                    <a:pt x="35816" y="3882"/>
                  </a:lnTo>
                  <a:lnTo>
                    <a:pt x="29918" y="2699"/>
                  </a:lnTo>
                  <a:lnTo>
                    <a:pt x="23981" y="1729"/>
                  </a:lnTo>
                  <a:lnTo>
                    <a:pt x="18013" y="973"/>
                  </a:lnTo>
                  <a:lnTo>
                    <a:pt x="12021" y="432"/>
                  </a:lnTo>
                  <a:lnTo>
                    <a:pt x="6014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845005" y="1943516"/>
              <a:ext cx="33777" cy="167167"/>
            </a:xfrm>
            <a:custGeom>
              <a:avLst/>
              <a:pathLst>
                <a:path w="33777" h="167167">
                  <a:moveTo>
                    <a:pt x="33777" y="0"/>
                  </a:moveTo>
                  <a:lnTo>
                    <a:pt x="26977" y="138"/>
                  </a:lnTo>
                  <a:lnTo>
                    <a:pt x="20187" y="553"/>
                  </a:lnTo>
                  <a:lnTo>
                    <a:pt x="13421" y="1244"/>
                  </a:lnTo>
                  <a:lnTo>
                    <a:pt x="6688" y="2209"/>
                  </a:lnTo>
                  <a:lnTo>
                    <a:pt x="0" y="3448"/>
                  </a:lnTo>
                  <a:lnTo>
                    <a:pt x="3377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845005" y="1946964"/>
              <a:ext cx="33777" cy="163719"/>
            </a:xfrm>
            <a:custGeom>
              <a:avLst/>
              <a:pathLst>
                <a:path w="33777" h="163719">
                  <a:moveTo>
                    <a:pt x="0" y="0"/>
                  </a:moveTo>
                  <a:lnTo>
                    <a:pt x="33777" y="16371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845005" y="1946964"/>
              <a:ext cx="33777" cy="163719"/>
            </a:xfrm>
            <a:custGeom>
              <a:avLst/>
              <a:pathLst>
                <a:path w="33777" h="163719">
                  <a:moveTo>
                    <a:pt x="0" y="0"/>
                  </a:moveTo>
                  <a:lnTo>
                    <a:pt x="33777" y="1637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845005" y="1946964"/>
              <a:ext cx="33777" cy="163719"/>
            </a:xfrm>
            <a:custGeom>
              <a:avLst/>
              <a:pathLst>
                <a:path w="33777" h="163719">
                  <a:moveTo>
                    <a:pt x="0" y="0"/>
                  </a:moveTo>
                  <a:lnTo>
                    <a:pt x="33777" y="1637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845005" y="1946964"/>
              <a:ext cx="33777" cy="163719"/>
            </a:xfrm>
            <a:custGeom>
              <a:avLst/>
              <a:pathLst>
                <a:path w="33777" h="163719">
                  <a:moveTo>
                    <a:pt x="0" y="0"/>
                  </a:moveTo>
                  <a:lnTo>
                    <a:pt x="33777" y="1637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845005" y="1946964"/>
              <a:ext cx="33777" cy="163719"/>
            </a:xfrm>
            <a:custGeom>
              <a:avLst/>
              <a:pathLst>
                <a:path w="33777" h="163719">
                  <a:moveTo>
                    <a:pt x="0" y="0"/>
                  </a:moveTo>
                  <a:lnTo>
                    <a:pt x="33777" y="1637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845005" y="1946964"/>
              <a:ext cx="33777" cy="163719"/>
            </a:xfrm>
            <a:custGeom>
              <a:avLst/>
              <a:pathLst>
                <a:path w="33777" h="163719">
                  <a:moveTo>
                    <a:pt x="0" y="0"/>
                  </a:moveTo>
                  <a:lnTo>
                    <a:pt x="33777" y="16371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845005" y="1946964"/>
              <a:ext cx="33777" cy="163719"/>
            </a:xfrm>
            <a:custGeom>
              <a:avLst/>
              <a:pathLst>
                <a:path w="33777" h="163719">
                  <a:moveTo>
                    <a:pt x="0" y="0"/>
                  </a:moveTo>
                  <a:lnTo>
                    <a:pt x="33777" y="1637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845005" y="1946964"/>
              <a:ext cx="33777" cy="163719"/>
            </a:xfrm>
            <a:custGeom>
              <a:avLst/>
              <a:pathLst>
                <a:path w="33777" h="163719">
                  <a:moveTo>
                    <a:pt x="0" y="0"/>
                  </a:moveTo>
                  <a:lnTo>
                    <a:pt x="33777" y="1637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845005" y="1946964"/>
              <a:ext cx="33777" cy="163719"/>
            </a:xfrm>
            <a:custGeom>
              <a:avLst/>
              <a:pathLst>
                <a:path w="33777" h="163719">
                  <a:moveTo>
                    <a:pt x="0" y="0"/>
                  </a:moveTo>
                  <a:lnTo>
                    <a:pt x="33777" y="16371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845005" y="1946964"/>
              <a:ext cx="33777" cy="163719"/>
            </a:xfrm>
            <a:custGeom>
              <a:avLst/>
              <a:pathLst>
                <a:path w="33777" h="163719">
                  <a:moveTo>
                    <a:pt x="0" y="0"/>
                  </a:moveTo>
                  <a:lnTo>
                    <a:pt x="33777" y="1637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845005" y="1946964"/>
              <a:ext cx="33777" cy="163719"/>
            </a:xfrm>
            <a:custGeom>
              <a:avLst/>
              <a:pathLst>
                <a:path w="33777" h="163719">
                  <a:moveTo>
                    <a:pt x="0" y="0"/>
                  </a:moveTo>
                  <a:lnTo>
                    <a:pt x="33777" y="1637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845005" y="1946964"/>
              <a:ext cx="33777" cy="163719"/>
            </a:xfrm>
            <a:custGeom>
              <a:avLst/>
              <a:pathLst>
                <a:path w="33777" h="163719">
                  <a:moveTo>
                    <a:pt x="0" y="0"/>
                  </a:moveTo>
                  <a:lnTo>
                    <a:pt x="33777" y="1637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845005" y="1946964"/>
              <a:ext cx="33777" cy="163719"/>
            </a:xfrm>
            <a:custGeom>
              <a:avLst/>
              <a:pathLst>
                <a:path w="33777" h="163719">
                  <a:moveTo>
                    <a:pt x="0" y="0"/>
                  </a:moveTo>
                  <a:lnTo>
                    <a:pt x="33777" y="1637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845005" y="1946964"/>
              <a:ext cx="33777" cy="163719"/>
            </a:xfrm>
            <a:custGeom>
              <a:avLst/>
              <a:pathLst>
                <a:path w="33777" h="163719">
                  <a:moveTo>
                    <a:pt x="0" y="0"/>
                  </a:moveTo>
                  <a:lnTo>
                    <a:pt x="33777" y="16371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845005" y="1946964"/>
              <a:ext cx="33777" cy="163719"/>
            </a:xfrm>
            <a:custGeom>
              <a:avLst/>
              <a:pathLst>
                <a:path w="33777" h="163719">
                  <a:moveTo>
                    <a:pt x="0" y="0"/>
                  </a:moveTo>
                  <a:lnTo>
                    <a:pt x="33777" y="16371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785519" y="1946964"/>
              <a:ext cx="93263" cy="163719"/>
            </a:xfrm>
            <a:custGeom>
              <a:avLst/>
              <a:pathLst>
                <a:path w="93263" h="163719">
                  <a:moveTo>
                    <a:pt x="59485" y="0"/>
                  </a:moveTo>
                  <a:lnTo>
                    <a:pt x="53727" y="1294"/>
                  </a:lnTo>
                  <a:lnTo>
                    <a:pt x="48018" y="2791"/>
                  </a:lnTo>
                  <a:lnTo>
                    <a:pt x="42365" y="4488"/>
                  </a:lnTo>
                  <a:lnTo>
                    <a:pt x="36775" y="6384"/>
                  </a:lnTo>
                  <a:lnTo>
                    <a:pt x="31256" y="8477"/>
                  </a:lnTo>
                  <a:lnTo>
                    <a:pt x="25815" y="10762"/>
                  </a:lnTo>
                  <a:lnTo>
                    <a:pt x="20457" y="13239"/>
                  </a:lnTo>
                  <a:lnTo>
                    <a:pt x="15190" y="15903"/>
                  </a:lnTo>
                  <a:lnTo>
                    <a:pt x="10021" y="18751"/>
                  </a:lnTo>
                  <a:lnTo>
                    <a:pt x="4955" y="21780"/>
                  </a:lnTo>
                  <a:lnTo>
                    <a:pt x="0" y="24986"/>
                  </a:lnTo>
                  <a:lnTo>
                    <a:pt x="93263" y="1637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711616" y="1943516"/>
              <a:ext cx="334326" cy="334324"/>
            </a:xfrm>
            <a:custGeom>
              <a:avLst/>
              <a:pathLst>
                <a:path w="334326" h="334324">
                  <a:moveTo>
                    <a:pt x="73903" y="28434"/>
                  </a:moveTo>
                  <a:lnTo>
                    <a:pt x="69564" y="31452"/>
                  </a:lnTo>
                  <a:lnTo>
                    <a:pt x="65322" y="34605"/>
                  </a:lnTo>
                  <a:lnTo>
                    <a:pt x="61183" y="37891"/>
                  </a:lnTo>
                  <a:lnTo>
                    <a:pt x="57149" y="41306"/>
                  </a:lnTo>
                  <a:lnTo>
                    <a:pt x="53225" y="44847"/>
                  </a:lnTo>
                  <a:lnTo>
                    <a:pt x="49415" y="48510"/>
                  </a:lnTo>
                  <a:lnTo>
                    <a:pt x="45723" y="52292"/>
                  </a:lnTo>
                  <a:lnTo>
                    <a:pt x="42152" y="56189"/>
                  </a:lnTo>
                  <a:lnTo>
                    <a:pt x="38706" y="60196"/>
                  </a:lnTo>
                  <a:lnTo>
                    <a:pt x="35388" y="64311"/>
                  </a:lnTo>
                  <a:lnTo>
                    <a:pt x="32203" y="68528"/>
                  </a:lnTo>
                  <a:lnTo>
                    <a:pt x="29152" y="72844"/>
                  </a:lnTo>
                  <a:lnTo>
                    <a:pt x="26239" y="77254"/>
                  </a:lnTo>
                  <a:lnTo>
                    <a:pt x="23467" y="81754"/>
                  </a:lnTo>
                  <a:lnTo>
                    <a:pt x="20839" y="86340"/>
                  </a:lnTo>
                  <a:lnTo>
                    <a:pt x="18357" y="91006"/>
                  </a:lnTo>
                  <a:lnTo>
                    <a:pt x="16023" y="95749"/>
                  </a:lnTo>
                  <a:lnTo>
                    <a:pt x="13841" y="100562"/>
                  </a:lnTo>
                  <a:lnTo>
                    <a:pt x="11812" y="105443"/>
                  </a:lnTo>
                  <a:lnTo>
                    <a:pt x="9938" y="110385"/>
                  </a:lnTo>
                  <a:lnTo>
                    <a:pt x="8222" y="115384"/>
                  </a:lnTo>
                  <a:lnTo>
                    <a:pt x="6664" y="120435"/>
                  </a:lnTo>
                  <a:lnTo>
                    <a:pt x="5267" y="125532"/>
                  </a:lnTo>
                  <a:lnTo>
                    <a:pt x="4032" y="130671"/>
                  </a:lnTo>
                  <a:lnTo>
                    <a:pt x="2960" y="135846"/>
                  </a:lnTo>
                  <a:lnTo>
                    <a:pt x="2052" y="141053"/>
                  </a:lnTo>
                  <a:lnTo>
                    <a:pt x="1309" y="146286"/>
                  </a:lnTo>
                  <a:lnTo>
                    <a:pt x="731" y="151540"/>
                  </a:lnTo>
                  <a:lnTo>
                    <a:pt x="321" y="156809"/>
                  </a:lnTo>
                  <a:lnTo>
                    <a:pt x="77" y="162089"/>
                  </a:lnTo>
                  <a:lnTo>
                    <a:pt x="0" y="167374"/>
                  </a:lnTo>
                  <a:lnTo>
                    <a:pt x="90" y="172658"/>
                  </a:lnTo>
                  <a:lnTo>
                    <a:pt x="347" y="177937"/>
                  </a:lnTo>
                  <a:lnTo>
                    <a:pt x="771" y="183206"/>
                  </a:lnTo>
                  <a:lnTo>
                    <a:pt x="1361" y="188458"/>
                  </a:lnTo>
                  <a:lnTo>
                    <a:pt x="2117" y="193689"/>
                  </a:lnTo>
                  <a:lnTo>
                    <a:pt x="3038" y="198893"/>
                  </a:lnTo>
                  <a:lnTo>
                    <a:pt x="4123" y="204066"/>
                  </a:lnTo>
                  <a:lnTo>
                    <a:pt x="5371" y="209202"/>
                  </a:lnTo>
                  <a:lnTo>
                    <a:pt x="6780" y="214296"/>
                  </a:lnTo>
                  <a:lnTo>
                    <a:pt x="8350" y="219343"/>
                  </a:lnTo>
                  <a:lnTo>
                    <a:pt x="10079" y="224337"/>
                  </a:lnTo>
                  <a:lnTo>
                    <a:pt x="11965" y="229275"/>
                  </a:lnTo>
                  <a:lnTo>
                    <a:pt x="14006" y="234150"/>
                  </a:lnTo>
                  <a:lnTo>
                    <a:pt x="16200" y="238959"/>
                  </a:lnTo>
                  <a:lnTo>
                    <a:pt x="18545" y="243695"/>
                  </a:lnTo>
                  <a:lnTo>
                    <a:pt x="21039" y="248355"/>
                  </a:lnTo>
                  <a:lnTo>
                    <a:pt x="23679" y="252934"/>
                  </a:lnTo>
                  <a:lnTo>
                    <a:pt x="26462" y="257428"/>
                  </a:lnTo>
                  <a:lnTo>
                    <a:pt x="29385" y="261831"/>
                  </a:lnTo>
                  <a:lnTo>
                    <a:pt x="32447" y="266139"/>
                  </a:lnTo>
                  <a:lnTo>
                    <a:pt x="35643" y="270349"/>
                  </a:lnTo>
                  <a:lnTo>
                    <a:pt x="38971" y="274455"/>
                  </a:lnTo>
                  <a:lnTo>
                    <a:pt x="42427" y="278454"/>
                  </a:lnTo>
                  <a:lnTo>
                    <a:pt x="46007" y="282342"/>
                  </a:lnTo>
                  <a:lnTo>
                    <a:pt x="49709" y="286115"/>
                  </a:lnTo>
                  <a:lnTo>
                    <a:pt x="53528" y="289768"/>
                  </a:lnTo>
                  <a:lnTo>
                    <a:pt x="57460" y="293300"/>
                  </a:lnTo>
                  <a:lnTo>
                    <a:pt x="61503" y="296705"/>
                  </a:lnTo>
                  <a:lnTo>
                    <a:pt x="65650" y="299980"/>
                  </a:lnTo>
                  <a:lnTo>
                    <a:pt x="69900" y="303123"/>
                  </a:lnTo>
                  <a:lnTo>
                    <a:pt x="74246" y="306130"/>
                  </a:lnTo>
                  <a:lnTo>
                    <a:pt x="78686" y="308998"/>
                  </a:lnTo>
                  <a:lnTo>
                    <a:pt x="83214" y="311724"/>
                  </a:lnTo>
                  <a:lnTo>
                    <a:pt x="87826" y="314306"/>
                  </a:lnTo>
                  <a:lnTo>
                    <a:pt x="92517" y="316741"/>
                  </a:lnTo>
                  <a:lnTo>
                    <a:pt x="97283" y="319026"/>
                  </a:lnTo>
                  <a:lnTo>
                    <a:pt x="102119" y="321159"/>
                  </a:lnTo>
                  <a:lnTo>
                    <a:pt x="107019" y="323139"/>
                  </a:lnTo>
                  <a:lnTo>
                    <a:pt x="111980" y="324962"/>
                  </a:lnTo>
                  <a:lnTo>
                    <a:pt x="116996" y="326628"/>
                  </a:lnTo>
                  <a:lnTo>
                    <a:pt x="122062" y="328134"/>
                  </a:lnTo>
                  <a:lnTo>
                    <a:pt x="127173" y="329480"/>
                  </a:lnTo>
                  <a:lnTo>
                    <a:pt x="132325" y="330663"/>
                  </a:lnTo>
                  <a:lnTo>
                    <a:pt x="137511" y="331683"/>
                  </a:lnTo>
                  <a:lnTo>
                    <a:pt x="142726" y="332538"/>
                  </a:lnTo>
                  <a:lnTo>
                    <a:pt x="147967" y="333228"/>
                  </a:lnTo>
                  <a:lnTo>
                    <a:pt x="153226" y="333752"/>
                  </a:lnTo>
                  <a:lnTo>
                    <a:pt x="158499" y="334110"/>
                  </a:lnTo>
                  <a:lnTo>
                    <a:pt x="163781" y="334300"/>
                  </a:lnTo>
                  <a:lnTo>
                    <a:pt x="169066" y="334324"/>
                  </a:lnTo>
                  <a:lnTo>
                    <a:pt x="174350" y="334180"/>
                  </a:lnTo>
                  <a:lnTo>
                    <a:pt x="179626" y="333869"/>
                  </a:lnTo>
                  <a:lnTo>
                    <a:pt x="184890" y="333392"/>
                  </a:lnTo>
                  <a:lnTo>
                    <a:pt x="190136" y="332749"/>
                  </a:lnTo>
                  <a:lnTo>
                    <a:pt x="195359" y="331940"/>
                  </a:lnTo>
                  <a:lnTo>
                    <a:pt x="200554" y="330966"/>
                  </a:lnTo>
                  <a:lnTo>
                    <a:pt x="205715" y="329829"/>
                  </a:lnTo>
                  <a:lnTo>
                    <a:pt x="210838" y="328529"/>
                  </a:lnTo>
                  <a:lnTo>
                    <a:pt x="215918" y="327068"/>
                  </a:lnTo>
                  <a:lnTo>
                    <a:pt x="220948" y="325447"/>
                  </a:lnTo>
                  <a:lnTo>
                    <a:pt x="225925" y="323667"/>
                  </a:lnTo>
                  <a:lnTo>
                    <a:pt x="230843" y="321732"/>
                  </a:lnTo>
                  <a:lnTo>
                    <a:pt x="235698" y="319641"/>
                  </a:lnTo>
                  <a:lnTo>
                    <a:pt x="240484" y="317399"/>
                  </a:lnTo>
                  <a:lnTo>
                    <a:pt x="245196" y="315006"/>
                  </a:lnTo>
                  <a:lnTo>
                    <a:pt x="249831" y="312465"/>
                  </a:lnTo>
                  <a:lnTo>
                    <a:pt x="254383" y="309779"/>
                  </a:lnTo>
                  <a:lnTo>
                    <a:pt x="258848" y="306951"/>
                  </a:lnTo>
                  <a:lnTo>
                    <a:pt x="263221" y="303983"/>
                  </a:lnTo>
                  <a:lnTo>
                    <a:pt x="267498" y="300878"/>
                  </a:lnTo>
                  <a:lnTo>
                    <a:pt x="271675" y="297639"/>
                  </a:lnTo>
                  <a:lnTo>
                    <a:pt x="275748" y="294270"/>
                  </a:lnTo>
                  <a:lnTo>
                    <a:pt x="279711" y="290774"/>
                  </a:lnTo>
                  <a:lnTo>
                    <a:pt x="283563" y="287154"/>
                  </a:lnTo>
                  <a:lnTo>
                    <a:pt x="287298" y="283415"/>
                  </a:lnTo>
                  <a:lnTo>
                    <a:pt x="290913" y="279559"/>
                  </a:lnTo>
                  <a:lnTo>
                    <a:pt x="294404" y="275591"/>
                  </a:lnTo>
                  <a:lnTo>
                    <a:pt x="297768" y="271514"/>
                  </a:lnTo>
                  <a:lnTo>
                    <a:pt x="301001" y="267333"/>
                  </a:lnTo>
                  <a:lnTo>
                    <a:pt x="304101" y="263052"/>
                  </a:lnTo>
                  <a:lnTo>
                    <a:pt x="307064" y="258675"/>
                  </a:lnTo>
                  <a:lnTo>
                    <a:pt x="309887" y="254207"/>
                  </a:lnTo>
                  <a:lnTo>
                    <a:pt x="312567" y="249652"/>
                  </a:lnTo>
                  <a:lnTo>
                    <a:pt x="315102" y="245014"/>
                  </a:lnTo>
                  <a:lnTo>
                    <a:pt x="317489" y="240298"/>
                  </a:lnTo>
                  <a:lnTo>
                    <a:pt x="319726" y="235509"/>
                  </a:lnTo>
                  <a:lnTo>
                    <a:pt x="321810" y="230652"/>
                  </a:lnTo>
                  <a:lnTo>
                    <a:pt x="323740" y="225732"/>
                  </a:lnTo>
                  <a:lnTo>
                    <a:pt x="325513" y="220753"/>
                  </a:lnTo>
                  <a:lnTo>
                    <a:pt x="327128" y="215720"/>
                  </a:lnTo>
                  <a:lnTo>
                    <a:pt x="328583" y="210639"/>
                  </a:lnTo>
                  <a:lnTo>
                    <a:pt x="329876" y="205514"/>
                  </a:lnTo>
                  <a:lnTo>
                    <a:pt x="331007" y="200351"/>
                  </a:lnTo>
                  <a:lnTo>
                    <a:pt x="331975" y="195155"/>
                  </a:lnTo>
                  <a:lnTo>
                    <a:pt x="332777" y="189931"/>
                  </a:lnTo>
                  <a:lnTo>
                    <a:pt x="333414" y="184684"/>
                  </a:lnTo>
                  <a:lnTo>
                    <a:pt x="333885" y="179420"/>
                  </a:lnTo>
                  <a:lnTo>
                    <a:pt x="334189" y="174143"/>
                  </a:lnTo>
                  <a:lnTo>
                    <a:pt x="334326" y="168860"/>
                  </a:lnTo>
                  <a:lnTo>
                    <a:pt x="334296" y="163575"/>
                  </a:lnTo>
                  <a:lnTo>
                    <a:pt x="334099" y="158293"/>
                  </a:lnTo>
                  <a:lnTo>
                    <a:pt x="333735" y="153020"/>
                  </a:lnTo>
                  <a:lnTo>
                    <a:pt x="333204" y="147761"/>
                  </a:lnTo>
                  <a:lnTo>
                    <a:pt x="332508" y="142522"/>
                  </a:lnTo>
                  <a:lnTo>
                    <a:pt x="331646" y="137308"/>
                  </a:lnTo>
                  <a:lnTo>
                    <a:pt x="330620" y="132123"/>
                  </a:lnTo>
                  <a:lnTo>
                    <a:pt x="329430" y="126973"/>
                  </a:lnTo>
                  <a:lnTo>
                    <a:pt x="328078" y="121863"/>
                  </a:lnTo>
                  <a:lnTo>
                    <a:pt x="326566" y="116799"/>
                  </a:lnTo>
                  <a:lnTo>
                    <a:pt x="324894" y="111785"/>
                  </a:lnTo>
                  <a:lnTo>
                    <a:pt x="323064" y="106827"/>
                  </a:lnTo>
                  <a:lnTo>
                    <a:pt x="321079" y="101928"/>
                  </a:lnTo>
                  <a:lnTo>
                    <a:pt x="318939" y="97095"/>
                  </a:lnTo>
                  <a:lnTo>
                    <a:pt x="316648" y="92332"/>
                  </a:lnTo>
                  <a:lnTo>
                    <a:pt x="314208" y="87644"/>
                  </a:lnTo>
                  <a:lnTo>
                    <a:pt x="311620" y="83035"/>
                  </a:lnTo>
                  <a:lnTo>
                    <a:pt x="308889" y="78511"/>
                  </a:lnTo>
                  <a:lnTo>
                    <a:pt x="306015" y="74075"/>
                  </a:lnTo>
                  <a:lnTo>
                    <a:pt x="303003" y="69732"/>
                  </a:lnTo>
                  <a:lnTo>
                    <a:pt x="299855" y="65486"/>
                  </a:lnTo>
                  <a:lnTo>
                    <a:pt x="296574" y="61343"/>
                  </a:lnTo>
                  <a:lnTo>
                    <a:pt x="293164" y="57305"/>
                  </a:lnTo>
                  <a:lnTo>
                    <a:pt x="289628" y="53376"/>
                  </a:lnTo>
                  <a:lnTo>
                    <a:pt x="285969" y="49562"/>
                  </a:lnTo>
                  <a:lnTo>
                    <a:pt x="282192" y="45865"/>
                  </a:lnTo>
                  <a:lnTo>
                    <a:pt x="278300" y="42289"/>
                  </a:lnTo>
                  <a:lnTo>
                    <a:pt x="274296" y="38838"/>
                  </a:lnTo>
                  <a:lnTo>
                    <a:pt x="270186" y="35516"/>
                  </a:lnTo>
                  <a:lnTo>
                    <a:pt x="265972" y="32325"/>
                  </a:lnTo>
                  <a:lnTo>
                    <a:pt x="261660" y="29269"/>
                  </a:lnTo>
                  <a:lnTo>
                    <a:pt x="257254" y="26350"/>
                  </a:lnTo>
                  <a:lnTo>
                    <a:pt x="252757" y="23573"/>
                  </a:lnTo>
                  <a:lnTo>
                    <a:pt x="248175" y="20939"/>
                  </a:lnTo>
                  <a:lnTo>
                    <a:pt x="243511" y="18451"/>
                  </a:lnTo>
                  <a:lnTo>
                    <a:pt x="238772" y="16112"/>
                  </a:lnTo>
                  <a:lnTo>
                    <a:pt x="233961" y="13924"/>
                  </a:lnTo>
                  <a:lnTo>
                    <a:pt x="229083" y="11889"/>
                  </a:lnTo>
                  <a:lnTo>
                    <a:pt x="224143" y="10009"/>
                  </a:lnTo>
                  <a:lnTo>
                    <a:pt x="219146" y="8286"/>
                  </a:lnTo>
                  <a:lnTo>
                    <a:pt x="214098" y="6722"/>
                  </a:lnTo>
                  <a:lnTo>
                    <a:pt x="209002" y="5319"/>
                  </a:lnTo>
                  <a:lnTo>
                    <a:pt x="203865" y="4077"/>
                  </a:lnTo>
                  <a:lnTo>
                    <a:pt x="198690" y="2999"/>
                  </a:lnTo>
                  <a:lnTo>
                    <a:pt x="193485" y="2084"/>
                  </a:lnTo>
                  <a:lnTo>
                    <a:pt x="188253" y="1335"/>
                  </a:lnTo>
                  <a:lnTo>
                    <a:pt x="183000" y="751"/>
                  </a:lnTo>
                  <a:lnTo>
                    <a:pt x="177731" y="334"/>
                  </a:lnTo>
                  <a:lnTo>
                    <a:pt x="172452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26097" y="2406772"/>
              <a:ext cx="19636" cy="167167"/>
            </a:xfrm>
            <a:custGeom>
              <a:avLst/>
              <a:pathLst>
                <a:path w="19636" h="167167">
                  <a:moveTo>
                    <a:pt x="19636" y="0"/>
                  </a:moveTo>
                  <a:lnTo>
                    <a:pt x="9801" y="289"/>
                  </a:lnTo>
                  <a:lnTo>
                    <a:pt x="0" y="1157"/>
                  </a:lnTo>
                  <a:lnTo>
                    <a:pt x="1963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26097" y="2407929"/>
              <a:ext cx="19636" cy="166010"/>
            </a:xfrm>
            <a:custGeom>
              <a:avLst/>
              <a:pathLst>
                <a:path w="19636" h="166010">
                  <a:moveTo>
                    <a:pt x="0" y="0"/>
                  </a:moveTo>
                  <a:lnTo>
                    <a:pt x="19636" y="1660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26097" y="2407929"/>
              <a:ext cx="19636" cy="166010"/>
            </a:xfrm>
            <a:custGeom>
              <a:avLst/>
              <a:pathLst>
                <a:path w="19636" h="166010">
                  <a:moveTo>
                    <a:pt x="0" y="0"/>
                  </a:moveTo>
                  <a:lnTo>
                    <a:pt x="19636" y="1660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26097" y="2407929"/>
              <a:ext cx="19636" cy="166010"/>
            </a:xfrm>
            <a:custGeom>
              <a:avLst/>
              <a:pathLst>
                <a:path w="19636" h="166010">
                  <a:moveTo>
                    <a:pt x="0" y="0"/>
                  </a:moveTo>
                  <a:lnTo>
                    <a:pt x="19636" y="1660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26097" y="2407929"/>
              <a:ext cx="19636" cy="166010"/>
            </a:xfrm>
            <a:custGeom>
              <a:avLst/>
              <a:pathLst>
                <a:path w="19636" h="166010">
                  <a:moveTo>
                    <a:pt x="0" y="0"/>
                  </a:moveTo>
                  <a:lnTo>
                    <a:pt x="19636" y="1660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26097" y="2407929"/>
              <a:ext cx="19636" cy="166010"/>
            </a:xfrm>
            <a:custGeom>
              <a:avLst/>
              <a:pathLst>
                <a:path w="19636" h="166010">
                  <a:moveTo>
                    <a:pt x="0" y="0"/>
                  </a:moveTo>
                  <a:lnTo>
                    <a:pt x="19636" y="16601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26097" y="2407929"/>
              <a:ext cx="19636" cy="166010"/>
            </a:xfrm>
            <a:custGeom>
              <a:avLst/>
              <a:pathLst>
                <a:path w="19636" h="166010">
                  <a:moveTo>
                    <a:pt x="0" y="0"/>
                  </a:moveTo>
                  <a:lnTo>
                    <a:pt x="19636" y="1660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26097" y="2407929"/>
              <a:ext cx="19636" cy="166010"/>
            </a:xfrm>
            <a:custGeom>
              <a:avLst/>
              <a:pathLst>
                <a:path w="19636" h="166010">
                  <a:moveTo>
                    <a:pt x="0" y="0"/>
                  </a:moveTo>
                  <a:lnTo>
                    <a:pt x="19636" y="1660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26097" y="2407929"/>
              <a:ext cx="19636" cy="166010"/>
            </a:xfrm>
            <a:custGeom>
              <a:avLst/>
              <a:pathLst>
                <a:path w="19636" h="166010">
                  <a:moveTo>
                    <a:pt x="0" y="0"/>
                  </a:moveTo>
                  <a:lnTo>
                    <a:pt x="19636" y="16601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26097" y="2407929"/>
              <a:ext cx="19636" cy="166010"/>
            </a:xfrm>
            <a:custGeom>
              <a:avLst/>
              <a:pathLst>
                <a:path w="19636" h="166010">
                  <a:moveTo>
                    <a:pt x="0" y="0"/>
                  </a:moveTo>
                  <a:lnTo>
                    <a:pt x="19636" y="1660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26097" y="2407929"/>
              <a:ext cx="19636" cy="166010"/>
            </a:xfrm>
            <a:custGeom>
              <a:avLst/>
              <a:pathLst>
                <a:path w="19636" h="166010">
                  <a:moveTo>
                    <a:pt x="0" y="0"/>
                  </a:moveTo>
                  <a:lnTo>
                    <a:pt x="19636" y="1660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26097" y="2407929"/>
              <a:ext cx="19636" cy="166010"/>
            </a:xfrm>
            <a:custGeom>
              <a:avLst/>
              <a:pathLst>
                <a:path w="19636" h="166010">
                  <a:moveTo>
                    <a:pt x="0" y="0"/>
                  </a:moveTo>
                  <a:lnTo>
                    <a:pt x="19636" y="1660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26097" y="2407929"/>
              <a:ext cx="19636" cy="166010"/>
            </a:xfrm>
            <a:custGeom>
              <a:avLst/>
              <a:pathLst>
                <a:path w="19636" h="166010">
                  <a:moveTo>
                    <a:pt x="0" y="0"/>
                  </a:moveTo>
                  <a:lnTo>
                    <a:pt x="19636" y="1660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26097" y="2407929"/>
              <a:ext cx="19636" cy="166010"/>
            </a:xfrm>
            <a:custGeom>
              <a:avLst/>
              <a:pathLst>
                <a:path w="19636" h="166010">
                  <a:moveTo>
                    <a:pt x="0" y="0"/>
                  </a:moveTo>
                  <a:lnTo>
                    <a:pt x="19636" y="1660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26097" y="2407929"/>
              <a:ext cx="19636" cy="166010"/>
            </a:xfrm>
            <a:custGeom>
              <a:avLst/>
              <a:pathLst>
                <a:path w="19636" h="166010">
                  <a:moveTo>
                    <a:pt x="0" y="0"/>
                  </a:moveTo>
                  <a:lnTo>
                    <a:pt x="19636" y="1660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478567" y="2407923"/>
              <a:ext cx="334332" cy="333163"/>
            </a:xfrm>
            <a:custGeom>
              <a:avLst/>
              <a:pathLst>
                <a:path w="334332" h="333163">
                  <a:moveTo>
                    <a:pt x="147530" y="6"/>
                  </a:moveTo>
                  <a:lnTo>
                    <a:pt x="142284" y="711"/>
                  </a:lnTo>
                  <a:lnTo>
                    <a:pt x="137063" y="1581"/>
                  </a:lnTo>
                  <a:lnTo>
                    <a:pt x="131872" y="2617"/>
                  </a:lnTo>
                  <a:lnTo>
                    <a:pt x="126716" y="3816"/>
                  </a:lnTo>
                  <a:lnTo>
                    <a:pt x="121601" y="5178"/>
                  </a:lnTo>
                  <a:lnTo>
                    <a:pt x="116532" y="6701"/>
                  </a:lnTo>
                  <a:lnTo>
                    <a:pt x="111513" y="8384"/>
                  </a:lnTo>
                  <a:lnTo>
                    <a:pt x="106551" y="10225"/>
                  </a:lnTo>
                  <a:lnTo>
                    <a:pt x="101649" y="12222"/>
                  </a:lnTo>
                  <a:lnTo>
                    <a:pt x="96813" y="14374"/>
                  </a:lnTo>
                  <a:lnTo>
                    <a:pt x="92047" y="16677"/>
                  </a:lnTo>
                  <a:lnTo>
                    <a:pt x="87357" y="19130"/>
                  </a:lnTo>
                  <a:lnTo>
                    <a:pt x="82746" y="21731"/>
                  </a:lnTo>
                  <a:lnTo>
                    <a:pt x="78220" y="24476"/>
                  </a:lnTo>
                  <a:lnTo>
                    <a:pt x="73784" y="27363"/>
                  </a:lnTo>
                  <a:lnTo>
                    <a:pt x="69441" y="30389"/>
                  </a:lnTo>
                  <a:lnTo>
                    <a:pt x="65196" y="33551"/>
                  </a:lnTo>
                  <a:lnTo>
                    <a:pt x="61053" y="36845"/>
                  </a:lnTo>
                  <a:lnTo>
                    <a:pt x="57017" y="40270"/>
                  </a:lnTo>
                  <a:lnTo>
                    <a:pt x="53091" y="43820"/>
                  </a:lnTo>
                  <a:lnTo>
                    <a:pt x="49280" y="47493"/>
                  </a:lnTo>
                  <a:lnTo>
                    <a:pt x="45586" y="51284"/>
                  </a:lnTo>
                  <a:lnTo>
                    <a:pt x="42015" y="55191"/>
                  </a:lnTo>
                  <a:lnTo>
                    <a:pt x="38569" y="59209"/>
                  </a:lnTo>
                  <a:lnTo>
                    <a:pt x="35252" y="63334"/>
                  </a:lnTo>
                  <a:lnTo>
                    <a:pt x="32067" y="67562"/>
                  </a:lnTo>
                  <a:lnTo>
                    <a:pt x="29018" y="71888"/>
                  </a:lnTo>
                  <a:lnTo>
                    <a:pt x="26107" y="76309"/>
                  </a:lnTo>
                  <a:lnTo>
                    <a:pt x="23338" y="80820"/>
                  </a:lnTo>
                  <a:lnTo>
                    <a:pt x="20712" y="85416"/>
                  </a:lnTo>
                  <a:lnTo>
                    <a:pt x="18234" y="90093"/>
                  </a:lnTo>
                  <a:lnTo>
                    <a:pt x="15905" y="94847"/>
                  </a:lnTo>
                  <a:lnTo>
                    <a:pt x="13728" y="99671"/>
                  </a:lnTo>
                  <a:lnTo>
                    <a:pt x="11704" y="104562"/>
                  </a:lnTo>
                  <a:lnTo>
                    <a:pt x="9836" y="109515"/>
                  </a:lnTo>
                  <a:lnTo>
                    <a:pt x="8126" y="114524"/>
                  </a:lnTo>
                  <a:lnTo>
                    <a:pt x="6576" y="119585"/>
                  </a:lnTo>
                  <a:lnTo>
                    <a:pt x="5186" y="124693"/>
                  </a:lnTo>
                  <a:lnTo>
                    <a:pt x="3959" y="129842"/>
                  </a:lnTo>
                  <a:lnTo>
                    <a:pt x="2896" y="135027"/>
                  </a:lnTo>
                  <a:lnTo>
                    <a:pt x="1997" y="140243"/>
                  </a:lnTo>
                  <a:lnTo>
                    <a:pt x="1264" y="145485"/>
                  </a:lnTo>
                  <a:lnTo>
                    <a:pt x="697" y="150748"/>
                  </a:lnTo>
                  <a:lnTo>
                    <a:pt x="297" y="156026"/>
                  </a:lnTo>
                  <a:lnTo>
                    <a:pt x="65" y="161314"/>
                  </a:lnTo>
                  <a:lnTo>
                    <a:pt x="0" y="166607"/>
                  </a:lnTo>
                  <a:lnTo>
                    <a:pt x="102" y="171899"/>
                  </a:lnTo>
                  <a:lnTo>
                    <a:pt x="372" y="177185"/>
                  </a:lnTo>
                  <a:lnTo>
                    <a:pt x="809" y="182460"/>
                  </a:lnTo>
                  <a:lnTo>
                    <a:pt x="1413" y="187719"/>
                  </a:lnTo>
                  <a:lnTo>
                    <a:pt x="2183" y="192956"/>
                  </a:lnTo>
                  <a:lnTo>
                    <a:pt x="3119" y="198166"/>
                  </a:lnTo>
                  <a:lnTo>
                    <a:pt x="4219" y="203343"/>
                  </a:lnTo>
                  <a:lnTo>
                    <a:pt x="5483" y="208483"/>
                  </a:lnTo>
                  <a:lnTo>
                    <a:pt x="6908" y="213581"/>
                  </a:lnTo>
                  <a:lnTo>
                    <a:pt x="8494" y="218631"/>
                  </a:lnTo>
                  <a:lnTo>
                    <a:pt x="10240" y="223628"/>
                  </a:lnTo>
                  <a:lnTo>
                    <a:pt x="12142" y="228567"/>
                  </a:lnTo>
                  <a:lnTo>
                    <a:pt x="14200" y="233444"/>
                  </a:lnTo>
                  <a:lnTo>
                    <a:pt x="16412" y="238253"/>
                  </a:lnTo>
                  <a:lnTo>
                    <a:pt x="18775" y="242990"/>
                  </a:lnTo>
                  <a:lnTo>
                    <a:pt x="21286" y="247649"/>
                  </a:lnTo>
                  <a:lnTo>
                    <a:pt x="23943" y="252227"/>
                  </a:lnTo>
                  <a:lnTo>
                    <a:pt x="26745" y="256718"/>
                  </a:lnTo>
                  <a:lnTo>
                    <a:pt x="29687" y="261118"/>
                  </a:lnTo>
                  <a:lnTo>
                    <a:pt x="32767" y="265423"/>
                  </a:lnTo>
                  <a:lnTo>
                    <a:pt x="35981" y="269628"/>
                  </a:lnTo>
                  <a:lnTo>
                    <a:pt x="39327" y="273730"/>
                  </a:lnTo>
                  <a:lnTo>
                    <a:pt x="42802" y="277723"/>
                  </a:lnTo>
                  <a:lnTo>
                    <a:pt x="46400" y="281604"/>
                  </a:lnTo>
                  <a:lnTo>
                    <a:pt x="50121" y="285370"/>
                  </a:lnTo>
                  <a:lnTo>
                    <a:pt x="53958" y="289016"/>
                  </a:lnTo>
                  <a:lnTo>
                    <a:pt x="57909" y="292538"/>
                  </a:lnTo>
                  <a:lnTo>
                    <a:pt x="61969" y="295934"/>
                  </a:lnTo>
                  <a:lnTo>
                    <a:pt x="66135" y="299199"/>
                  </a:lnTo>
                  <a:lnTo>
                    <a:pt x="70402" y="302331"/>
                  </a:lnTo>
                  <a:lnTo>
                    <a:pt x="74767" y="305326"/>
                  </a:lnTo>
                  <a:lnTo>
                    <a:pt x="79223" y="308182"/>
                  </a:lnTo>
                  <a:lnTo>
                    <a:pt x="83768" y="310895"/>
                  </a:lnTo>
                  <a:lnTo>
                    <a:pt x="88397" y="313462"/>
                  </a:lnTo>
                  <a:lnTo>
                    <a:pt x="93105" y="315882"/>
                  </a:lnTo>
                  <a:lnTo>
                    <a:pt x="97887" y="318152"/>
                  </a:lnTo>
                  <a:lnTo>
                    <a:pt x="102738" y="320269"/>
                  </a:lnTo>
                  <a:lnTo>
                    <a:pt x="107654" y="322231"/>
                  </a:lnTo>
                  <a:lnTo>
                    <a:pt x="112629" y="324037"/>
                  </a:lnTo>
                  <a:lnTo>
                    <a:pt x="117660" y="325685"/>
                  </a:lnTo>
                  <a:lnTo>
                    <a:pt x="122740" y="327172"/>
                  </a:lnTo>
                  <a:lnTo>
                    <a:pt x="127864" y="328498"/>
                  </a:lnTo>
                  <a:lnTo>
                    <a:pt x="133028" y="329661"/>
                  </a:lnTo>
                  <a:lnTo>
                    <a:pt x="138226" y="330659"/>
                  </a:lnTo>
                  <a:lnTo>
                    <a:pt x="143453" y="331493"/>
                  </a:lnTo>
                  <a:lnTo>
                    <a:pt x="148704" y="332161"/>
                  </a:lnTo>
                  <a:lnTo>
                    <a:pt x="153973" y="332662"/>
                  </a:lnTo>
                  <a:lnTo>
                    <a:pt x="159256" y="332996"/>
                  </a:lnTo>
                  <a:lnTo>
                    <a:pt x="164546" y="333163"/>
                  </a:lnTo>
                  <a:lnTo>
                    <a:pt x="169839" y="333162"/>
                  </a:lnTo>
                  <a:lnTo>
                    <a:pt x="175130" y="332994"/>
                  </a:lnTo>
                  <a:lnTo>
                    <a:pt x="180412" y="332658"/>
                  </a:lnTo>
                  <a:lnTo>
                    <a:pt x="185682" y="332155"/>
                  </a:lnTo>
                  <a:lnTo>
                    <a:pt x="190932" y="331485"/>
                  </a:lnTo>
                  <a:lnTo>
                    <a:pt x="196159" y="330650"/>
                  </a:lnTo>
                  <a:lnTo>
                    <a:pt x="201357" y="329650"/>
                  </a:lnTo>
                  <a:lnTo>
                    <a:pt x="206520" y="328485"/>
                  </a:lnTo>
                  <a:lnTo>
                    <a:pt x="211644" y="327158"/>
                  </a:lnTo>
                  <a:lnTo>
                    <a:pt x="216724" y="325669"/>
                  </a:lnTo>
                  <a:lnTo>
                    <a:pt x="221753" y="324020"/>
                  </a:lnTo>
                  <a:lnTo>
                    <a:pt x="226728" y="322212"/>
                  </a:lnTo>
                  <a:lnTo>
                    <a:pt x="231644" y="320248"/>
                  </a:lnTo>
                  <a:lnTo>
                    <a:pt x="236494" y="318129"/>
                  </a:lnTo>
                  <a:lnTo>
                    <a:pt x="241276" y="315858"/>
                  </a:lnTo>
                  <a:lnTo>
                    <a:pt x="245982" y="313437"/>
                  </a:lnTo>
                  <a:lnTo>
                    <a:pt x="250610" y="310868"/>
                  </a:lnTo>
                  <a:lnTo>
                    <a:pt x="255154" y="308153"/>
                  </a:lnTo>
                  <a:lnTo>
                    <a:pt x="259610" y="305296"/>
                  </a:lnTo>
                  <a:lnTo>
                    <a:pt x="263973" y="302300"/>
                  </a:lnTo>
                  <a:lnTo>
                    <a:pt x="268240" y="299166"/>
                  </a:lnTo>
                  <a:lnTo>
                    <a:pt x="272405" y="295900"/>
                  </a:lnTo>
                  <a:lnTo>
                    <a:pt x="276464" y="292503"/>
                  </a:lnTo>
                  <a:lnTo>
                    <a:pt x="280414" y="288979"/>
                  </a:lnTo>
                  <a:lnTo>
                    <a:pt x="284250" y="285332"/>
                  </a:lnTo>
                  <a:lnTo>
                    <a:pt x="287969" y="281565"/>
                  </a:lnTo>
                  <a:lnTo>
                    <a:pt x="291566" y="277683"/>
                  </a:lnTo>
                  <a:lnTo>
                    <a:pt x="295039" y="273688"/>
                  </a:lnTo>
                  <a:lnTo>
                    <a:pt x="298384" y="269586"/>
                  </a:lnTo>
                  <a:lnTo>
                    <a:pt x="301597" y="265380"/>
                  </a:lnTo>
                  <a:lnTo>
                    <a:pt x="304676" y="261074"/>
                  </a:lnTo>
                  <a:lnTo>
                    <a:pt x="307616" y="256673"/>
                  </a:lnTo>
                  <a:lnTo>
                    <a:pt x="310416" y="252180"/>
                  </a:lnTo>
                  <a:lnTo>
                    <a:pt x="313072" y="247602"/>
                  </a:lnTo>
                  <a:lnTo>
                    <a:pt x="315582" y="242942"/>
                  </a:lnTo>
                  <a:lnTo>
                    <a:pt x="317943" y="238204"/>
                  </a:lnTo>
                  <a:lnTo>
                    <a:pt x="320153" y="233395"/>
                  </a:lnTo>
                  <a:lnTo>
                    <a:pt x="322210" y="228517"/>
                  </a:lnTo>
                  <a:lnTo>
                    <a:pt x="324111" y="223577"/>
                  </a:lnTo>
                  <a:lnTo>
                    <a:pt x="325854" y="218580"/>
                  </a:lnTo>
                  <a:lnTo>
                    <a:pt x="327439" y="213529"/>
                  </a:lnTo>
                  <a:lnTo>
                    <a:pt x="328863" y="208431"/>
                  </a:lnTo>
                  <a:lnTo>
                    <a:pt x="330125" y="203291"/>
                  </a:lnTo>
                  <a:lnTo>
                    <a:pt x="331223" y="198113"/>
                  </a:lnTo>
                  <a:lnTo>
                    <a:pt x="332157" y="192903"/>
                  </a:lnTo>
                  <a:lnTo>
                    <a:pt x="332926" y="187665"/>
                  </a:lnTo>
                  <a:lnTo>
                    <a:pt x="333528" y="182407"/>
                  </a:lnTo>
                  <a:lnTo>
                    <a:pt x="333963" y="177131"/>
                  </a:lnTo>
                  <a:lnTo>
                    <a:pt x="334232" y="171845"/>
                  </a:lnTo>
                  <a:lnTo>
                    <a:pt x="334332" y="166553"/>
                  </a:lnTo>
                  <a:lnTo>
                    <a:pt x="334266" y="161260"/>
                  </a:lnTo>
                  <a:lnTo>
                    <a:pt x="334031" y="155972"/>
                  </a:lnTo>
                  <a:lnTo>
                    <a:pt x="333630" y="150694"/>
                  </a:lnTo>
                  <a:lnTo>
                    <a:pt x="333061" y="145432"/>
                  </a:lnTo>
                  <a:lnTo>
                    <a:pt x="332326" y="140190"/>
                  </a:lnTo>
                  <a:lnTo>
                    <a:pt x="331426" y="134974"/>
                  </a:lnTo>
                  <a:lnTo>
                    <a:pt x="330361" y="129789"/>
                  </a:lnTo>
                  <a:lnTo>
                    <a:pt x="329132" y="124640"/>
                  </a:lnTo>
                  <a:lnTo>
                    <a:pt x="327741" y="119533"/>
                  </a:lnTo>
                  <a:lnTo>
                    <a:pt x="326189" y="114473"/>
                  </a:lnTo>
                  <a:lnTo>
                    <a:pt x="324477" y="109464"/>
                  </a:lnTo>
                  <a:lnTo>
                    <a:pt x="322608" y="104512"/>
                  </a:lnTo>
                  <a:lnTo>
                    <a:pt x="320583" y="99622"/>
                  </a:lnTo>
                  <a:lnTo>
                    <a:pt x="318404" y="94798"/>
                  </a:lnTo>
                  <a:lnTo>
                    <a:pt x="316073" y="90045"/>
                  </a:lnTo>
                  <a:lnTo>
                    <a:pt x="313593" y="85369"/>
                  </a:lnTo>
                  <a:lnTo>
                    <a:pt x="310967" y="80774"/>
                  </a:lnTo>
                  <a:lnTo>
                    <a:pt x="308196" y="76264"/>
                  </a:lnTo>
                  <a:lnTo>
                    <a:pt x="305284" y="71844"/>
                  </a:lnTo>
                  <a:lnTo>
                    <a:pt x="302233" y="67518"/>
                  </a:lnTo>
                  <a:lnTo>
                    <a:pt x="299047" y="63291"/>
                  </a:lnTo>
                  <a:lnTo>
                    <a:pt x="295728" y="59167"/>
                  </a:lnTo>
                  <a:lnTo>
                    <a:pt x="292281" y="55151"/>
                  </a:lnTo>
                  <a:lnTo>
                    <a:pt x="288708" y="51245"/>
                  </a:lnTo>
                  <a:lnTo>
                    <a:pt x="285014" y="47455"/>
                  </a:lnTo>
                  <a:lnTo>
                    <a:pt x="281201" y="43783"/>
                  </a:lnTo>
                  <a:lnTo>
                    <a:pt x="277274" y="40234"/>
                  </a:lnTo>
                  <a:lnTo>
                    <a:pt x="273237" y="36811"/>
                  </a:lnTo>
                  <a:lnTo>
                    <a:pt x="269093" y="33518"/>
                  </a:lnTo>
                  <a:lnTo>
                    <a:pt x="264847" y="30357"/>
                  </a:lnTo>
                  <a:lnTo>
                    <a:pt x="260503" y="27332"/>
                  </a:lnTo>
                  <a:lnTo>
                    <a:pt x="256066" y="24447"/>
                  </a:lnTo>
                  <a:lnTo>
                    <a:pt x="251539" y="21703"/>
                  </a:lnTo>
                  <a:lnTo>
                    <a:pt x="246928" y="19104"/>
                  </a:lnTo>
                  <a:lnTo>
                    <a:pt x="242237" y="16653"/>
                  </a:lnTo>
                  <a:lnTo>
                    <a:pt x="237470" y="14351"/>
                  </a:lnTo>
                  <a:lnTo>
                    <a:pt x="232633" y="12201"/>
                  </a:lnTo>
                  <a:lnTo>
                    <a:pt x="227731" y="10206"/>
                  </a:lnTo>
                  <a:lnTo>
                    <a:pt x="222767" y="8366"/>
                  </a:lnTo>
                  <a:lnTo>
                    <a:pt x="217748" y="6685"/>
                  </a:lnTo>
                  <a:lnTo>
                    <a:pt x="212679" y="5163"/>
                  </a:lnTo>
                  <a:lnTo>
                    <a:pt x="207563" y="3803"/>
                  </a:lnTo>
                  <a:lnTo>
                    <a:pt x="202407" y="2605"/>
                  </a:lnTo>
                  <a:lnTo>
                    <a:pt x="197216" y="1572"/>
                  </a:lnTo>
                  <a:lnTo>
                    <a:pt x="191995" y="703"/>
                  </a:lnTo>
                  <a:lnTo>
                    <a:pt x="186749" y="0"/>
                  </a:lnTo>
                  <a:lnTo>
                    <a:pt x="167166" y="1660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45733" y="2406772"/>
              <a:ext cx="19582" cy="167167"/>
            </a:xfrm>
            <a:custGeom>
              <a:avLst/>
              <a:pathLst>
                <a:path w="19582" h="167167">
                  <a:moveTo>
                    <a:pt x="19582" y="1150"/>
                  </a:moveTo>
                  <a:lnTo>
                    <a:pt x="9808" y="2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22843" y="2911194"/>
              <a:ext cx="3137" cy="167167"/>
            </a:xfrm>
            <a:custGeom>
              <a:avLst/>
              <a:pathLst>
                <a:path w="3137" h="167167">
                  <a:moveTo>
                    <a:pt x="3137" y="0"/>
                  </a:moveTo>
                  <a:lnTo>
                    <a:pt x="0" y="29"/>
                  </a:lnTo>
                  <a:lnTo>
                    <a:pt x="313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2843" y="2911224"/>
              <a:ext cx="3137" cy="167137"/>
            </a:xfrm>
            <a:custGeom>
              <a:avLst/>
              <a:pathLst>
                <a:path w="3137" h="167137">
                  <a:moveTo>
                    <a:pt x="0" y="0"/>
                  </a:moveTo>
                  <a:lnTo>
                    <a:pt x="3137" y="1671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22843" y="2911224"/>
              <a:ext cx="3137" cy="167137"/>
            </a:xfrm>
            <a:custGeom>
              <a:avLst/>
              <a:pathLst>
                <a:path w="3137" h="167137">
                  <a:moveTo>
                    <a:pt x="0" y="0"/>
                  </a:moveTo>
                  <a:lnTo>
                    <a:pt x="3137" y="1671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22843" y="2911224"/>
              <a:ext cx="3137" cy="167137"/>
            </a:xfrm>
            <a:custGeom>
              <a:avLst/>
              <a:pathLst>
                <a:path w="3137" h="167137">
                  <a:moveTo>
                    <a:pt x="0" y="0"/>
                  </a:moveTo>
                  <a:lnTo>
                    <a:pt x="3137" y="1671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22843" y="2911224"/>
              <a:ext cx="3137" cy="167137"/>
            </a:xfrm>
            <a:custGeom>
              <a:avLst/>
              <a:pathLst>
                <a:path w="3137" h="167137">
                  <a:moveTo>
                    <a:pt x="0" y="0"/>
                  </a:moveTo>
                  <a:lnTo>
                    <a:pt x="3137" y="16713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22843" y="2911224"/>
              <a:ext cx="3137" cy="167137"/>
            </a:xfrm>
            <a:custGeom>
              <a:avLst/>
              <a:pathLst>
                <a:path w="3137" h="167137">
                  <a:moveTo>
                    <a:pt x="0" y="0"/>
                  </a:moveTo>
                  <a:lnTo>
                    <a:pt x="3137" y="1671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22843" y="2911224"/>
              <a:ext cx="3137" cy="167137"/>
            </a:xfrm>
            <a:custGeom>
              <a:avLst/>
              <a:pathLst>
                <a:path w="3137" h="167137">
                  <a:moveTo>
                    <a:pt x="0" y="0"/>
                  </a:moveTo>
                  <a:lnTo>
                    <a:pt x="3137" y="1671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22843" y="2911224"/>
              <a:ext cx="3137" cy="167137"/>
            </a:xfrm>
            <a:custGeom>
              <a:avLst/>
              <a:pathLst>
                <a:path w="3137" h="167137">
                  <a:moveTo>
                    <a:pt x="0" y="0"/>
                  </a:moveTo>
                  <a:lnTo>
                    <a:pt x="3137" y="16713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22843" y="2911224"/>
              <a:ext cx="3137" cy="167137"/>
            </a:xfrm>
            <a:custGeom>
              <a:avLst/>
              <a:pathLst>
                <a:path w="3137" h="167137">
                  <a:moveTo>
                    <a:pt x="0" y="0"/>
                  </a:moveTo>
                  <a:lnTo>
                    <a:pt x="3137" y="167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22843" y="2911224"/>
              <a:ext cx="3137" cy="167137"/>
            </a:xfrm>
            <a:custGeom>
              <a:avLst/>
              <a:pathLst>
                <a:path w="3137" h="167137">
                  <a:moveTo>
                    <a:pt x="0" y="0"/>
                  </a:moveTo>
                  <a:lnTo>
                    <a:pt x="3137" y="167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22843" y="2911224"/>
              <a:ext cx="3137" cy="167137"/>
            </a:xfrm>
            <a:custGeom>
              <a:avLst/>
              <a:pathLst>
                <a:path w="3137" h="167137">
                  <a:moveTo>
                    <a:pt x="0" y="0"/>
                  </a:moveTo>
                  <a:lnTo>
                    <a:pt x="3137" y="167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22843" y="2911224"/>
              <a:ext cx="3137" cy="167137"/>
            </a:xfrm>
            <a:custGeom>
              <a:avLst/>
              <a:pathLst>
                <a:path w="3137" h="167137">
                  <a:moveTo>
                    <a:pt x="0" y="0"/>
                  </a:moveTo>
                  <a:lnTo>
                    <a:pt x="3137" y="167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2843" y="2911224"/>
              <a:ext cx="3137" cy="167137"/>
            </a:xfrm>
            <a:custGeom>
              <a:avLst/>
              <a:pathLst>
                <a:path w="3137" h="167137">
                  <a:moveTo>
                    <a:pt x="0" y="0"/>
                  </a:moveTo>
                  <a:lnTo>
                    <a:pt x="3137" y="1671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2843" y="2911224"/>
              <a:ext cx="3137" cy="167137"/>
            </a:xfrm>
            <a:custGeom>
              <a:avLst/>
              <a:pathLst>
                <a:path w="3137" h="167137">
                  <a:moveTo>
                    <a:pt x="0" y="0"/>
                  </a:moveTo>
                  <a:lnTo>
                    <a:pt x="3137" y="1671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358813" y="2911224"/>
              <a:ext cx="334317" cy="334300"/>
            </a:xfrm>
            <a:custGeom>
              <a:avLst/>
              <a:pathLst>
                <a:path w="334317" h="334300">
                  <a:moveTo>
                    <a:pt x="164029" y="0"/>
                  </a:moveTo>
                  <a:lnTo>
                    <a:pt x="158747" y="182"/>
                  </a:lnTo>
                  <a:lnTo>
                    <a:pt x="153473" y="532"/>
                  </a:lnTo>
                  <a:lnTo>
                    <a:pt x="148213" y="1048"/>
                  </a:lnTo>
                  <a:lnTo>
                    <a:pt x="142972" y="1730"/>
                  </a:lnTo>
                  <a:lnTo>
                    <a:pt x="137755" y="2578"/>
                  </a:lnTo>
                  <a:lnTo>
                    <a:pt x="132568" y="3590"/>
                  </a:lnTo>
                  <a:lnTo>
                    <a:pt x="127415" y="4765"/>
                  </a:lnTo>
                  <a:lnTo>
                    <a:pt x="122302" y="6103"/>
                  </a:lnTo>
                  <a:lnTo>
                    <a:pt x="117234" y="7602"/>
                  </a:lnTo>
                  <a:lnTo>
                    <a:pt x="112216" y="9260"/>
                  </a:lnTo>
                  <a:lnTo>
                    <a:pt x="107252" y="11076"/>
                  </a:lnTo>
                  <a:lnTo>
                    <a:pt x="102349" y="13048"/>
                  </a:lnTo>
                  <a:lnTo>
                    <a:pt x="97510" y="15174"/>
                  </a:lnTo>
                  <a:lnTo>
                    <a:pt x="92741" y="17452"/>
                  </a:lnTo>
                  <a:lnTo>
                    <a:pt x="88047" y="19879"/>
                  </a:lnTo>
                  <a:lnTo>
                    <a:pt x="83431" y="22454"/>
                  </a:lnTo>
                  <a:lnTo>
                    <a:pt x="78899" y="25173"/>
                  </a:lnTo>
                  <a:lnTo>
                    <a:pt x="74455" y="28035"/>
                  </a:lnTo>
                  <a:lnTo>
                    <a:pt x="70104" y="31035"/>
                  </a:lnTo>
                  <a:lnTo>
                    <a:pt x="65850" y="34171"/>
                  </a:lnTo>
                  <a:lnTo>
                    <a:pt x="61698" y="37440"/>
                  </a:lnTo>
                  <a:lnTo>
                    <a:pt x="57650" y="40839"/>
                  </a:lnTo>
                  <a:lnTo>
                    <a:pt x="53713" y="44364"/>
                  </a:lnTo>
                  <a:lnTo>
                    <a:pt x="49888" y="48012"/>
                  </a:lnTo>
                  <a:lnTo>
                    <a:pt x="46181" y="51779"/>
                  </a:lnTo>
                  <a:lnTo>
                    <a:pt x="42595" y="55661"/>
                  </a:lnTo>
                  <a:lnTo>
                    <a:pt x="39133" y="59655"/>
                  </a:lnTo>
                  <a:lnTo>
                    <a:pt x="35799" y="63756"/>
                  </a:lnTo>
                  <a:lnTo>
                    <a:pt x="32597" y="67961"/>
                  </a:lnTo>
                  <a:lnTo>
                    <a:pt x="29529" y="72264"/>
                  </a:lnTo>
                  <a:lnTo>
                    <a:pt x="26599" y="76663"/>
                  </a:lnTo>
                  <a:lnTo>
                    <a:pt x="23809" y="81151"/>
                  </a:lnTo>
                  <a:lnTo>
                    <a:pt x="21162" y="85726"/>
                  </a:lnTo>
                  <a:lnTo>
                    <a:pt x="18662" y="90382"/>
                  </a:lnTo>
                  <a:lnTo>
                    <a:pt x="16310" y="95115"/>
                  </a:lnTo>
                  <a:lnTo>
                    <a:pt x="14108" y="99920"/>
                  </a:lnTo>
                  <a:lnTo>
                    <a:pt x="12060" y="104792"/>
                  </a:lnTo>
                  <a:lnTo>
                    <a:pt x="10166" y="109727"/>
                  </a:lnTo>
                  <a:lnTo>
                    <a:pt x="8430" y="114718"/>
                  </a:lnTo>
                  <a:lnTo>
                    <a:pt x="6852" y="119763"/>
                  </a:lnTo>
                  <a:lnTo>
                    <a:pt x="5435" y="124854"/>
                  </a:lnTo>
                  <a:lnTo>
                    <a:pt x="4179" y="129988"/>
                  </a:lnTo>
                  <a:lnTo>
                    <a:pt x="3086" y="135159"/>
                  </a:lnTo>
                  <a:lnTo>
                    <a:pt x="2157" y="140362"/>
                  </a:lnTo>
                  <a:lnTo>
                    <a:pt x="1393" y="145591"/>
                  </a:lnTo>
                  <a:lnTo>
                    <a:pt x="795" y="150843"/>
                  </a:lnTo>
                  <a:lnTo>
                    <a:pt x="363" y="156110"/>
                  </a:lnTo>
                  <a:lnTo>
                    <a:pt x="98" y="161389"/>
                  </a:lnTo>
                  <a:lnTo>
                    <a:pt x="0" y="166673"/>
                  </a:lnTo>
                  <a:lnTo>
                    <a:pt x="68" y="171957"/>
                  </a:lnTo>
                  <a:lnTo>
                    <a:pt x="304" y="177237"/>
                  </a:lnTo>
                  <a:lnTo>
                    <a:pt x="707" y="182507"/>
                  </a:lnTo>
                  <a:lnTo>
                    <a:pt x="1276" y="187762"/>
                  </a:lnTo>
                  <a:lnTo>
                    <a:pt x="2011" y="192995"/>
                  </a:lnTo>
                  <a:lnTo>
                    <a:pt x="2911" y="198203"/>
                  </a:lnTo>
                  <a:lnTo>
                    <a:pt x="3975" y="203380"/>
                  </a:lnTo>
                  <a:lnTo>
                    <a:pt x="5202" y="208521"/>
                  </a:lnTo>
                  <a:lnTo>
                    <a:pt x="6591" y="213620"/>
                  </a:lnTo>
                  <a:lnTo>
                    <a:pt x="8141" y="218673"/>
                  </a:lnTo>
                  <a:lnTo>
                    <a:pt x="9850" y="223675"/>
                  </a:lnTo>
                  <a:lnTo>
                    <a:pt x="11716" y="228619"/>
                  </a:lnTo>
                  <a:lnTo>
                    <a:pt x="13737" y="233503"/>
                  </a:lnTo>
                  <a:lnTo>
                    <a:pt x="15911" y="238320"/>
                  </a:lnTo>
                  <a:lnTo>
                    <a:pt x="18237" y="243066"/>
                  </a:lnTo>
                  <a:lnTo>
                    <a:pt x="20712" y="247736"/>
                  </a:lnTo>
                  <a:lnTo>
                    <a:pt x="23333" y="252325"/>
                  </a:lnTo>
                  <a:lnTo>
                    <a:pt x="26098" y="256829"/>
                  </a:lnTo>
                  <a:lnTo>
                    <a:pt x="29004" y="261244"/>
                  </a:lnTo>
                  <a:lnTo>
                    <a:pt x="32048" y="265565"/>
                  </a:lnTo>
                  <a:lnTo>
                    <a:pt x="35227" y="269787"/>
                  </a:lnTo>
                  <a:lnTo>
                    <a:pt x="38538" y="273906"/>
                  </a:lnTo>
                  <a:lnTo>
                    <a:pt x="41977" y="277919"/>
                  </a:lnTo>
                  <a:lnTo>
                    <a:pt x="45542" y="281821"/>
                  </a:lnTo>
                  <a:lnTo>
                    <a:pt x="49228" y="285609"/>
                  </a:lnTo>
                  <a:lnTo>
                    <a:pt x="53032" y="289278"/>
                  </a:lnTo>
                  <a:lnTo>
                    <a:pt x="56950" y="292825"/>
                  </a:lnTo>
                  <a:lnTo>
                    <a:pt x="60978" y="296246"/>
                  </a:lnTo>
                  <a:lnTo>
                    <a:pt x="65113" y="299538"/>
                  </a:lnTo>
                  <a:lnTo>
                    <a:pt x="69349" y="302698"/>
                  </a:lnTo>
                  <a:lnTo>
                    <a:pt x="73683" y="305723"/>
                  </a:lnTo>
                  <a:lnTo>
                    <a:pt x="78111" y="308609"/>
                  </a:lnTo>
                  <a:lnTo>
                    <a:pt x="82628" y="311353"/>
                  </a:lnTo>
                  <a:lnTo>
                    <a:pt x="87229" y="313954"/>
                  </a:lnTo>
                  <a:lnTo>
                    <a:pt x="91910" y="316407"/>
                  </a:lnTo>
                  <a:lnTo>
                    <a:pt x="96666" y="318712"/>
                  </a:lnTo>
                  <a:lnTo>
                    <a:pt x="101493" y="320865"/>
                  </a:lnTo>
                  <a:lnTo>
                    <a:pt x="106386" y="322864"/>
                  </a:lnTo>
                  <a:lnTo>
                    <a:pt x="111339" y="324707"/>
                  </a:lnTo>
                  <a:lnTo>
                    <a:pt x="116348" y="326393"/>
                  </a:lnTo>
                  <a:lnTo>
                    <a:pt x="121408" y="327920"/>
                  </a:lnTo>
                  <a:lnTo>
                    <a:pt x="126513" y="329286"/>
                  </a:lnTo>
                  <a:lnTo>
                    <a:pt x="131659" y="330491"/>
                  </a:lnTo>
                  <a:lnTo>
                    <a:pt x="136841" y="331531"/>
                  </a:lnTo>
                  <a:lnTo>
                    <a:pt x="142053" y="332408"/>
                  </a:lnTo>
                  <a:lnTo>
                    <a:pt x="147290" y="333119"/>
                  </a:lnTo>
                  <a:lnTo>
                    <a:pt x="152547" y="333664"/>
                  </a:lnTo>
                  <a:lnTo>
                    <a:pt x="157819" y="334043"/>
                  </a:lnTo>
                  <a:lnTo>
                    <a:pt x="163099" y="334255"/>
                  </a:lnTo>
                  <a:lnTo>
                    <a:pt x="168384" y="334300"/>
                  </a:lnTo>
                  <a:lnTo>
                    <a:pt x="173668" y="334178"/>
                  </a:lnTo>
                  <a:lnTo>
                    <a:pt x="178945" y="333889"/>
                  </a:lnTo>
                  <a:lnTo>
                    <a:pt x="184211" y="333434"/>
                  </a:lnTo>
                  <a:lnTo>
                    <a:pt x="189459" y="332812"/>
                  </a:lnTo>
                  <a:lnTo>
                    <a:pt x="194685" y="332024"/>
                  </a:lnTo>
                  <a:lnTo>
                    <a:pt x="199884" y="331072"/>
                  </a:lnTo>
                  <a:lnTo>
                    <a:pt x="205050" y="329956"/>
                  </a:lnTo>
                  <a:lnTo>
                    <a:pt x="210178" y="328677"/>
                  </a:lnTo>
                  <a:lnTo>
                    <a:pt x="215263" y="327236"/>
                  </a:lnTo>
                  <a:lnTo>
                    <a:pt x="220300" y="325636"/>
                  </a:lnTo>
                  <a:lnTo>
                    <a:pt x="225284" y="323877"/>
                  </a:lnTo>
                  <a:lnTo>
                    <a:pt x="230210" y="321961"/>
                  </a:lnTo>
                  <a:lnTo>
                    <a:pt x="235073" y="319891"/>
                  </a:lnTo>
                  <a:lnTo>
                    <a:pt x="239868" y="317668"/>
                  </a:lnTo>
                  <a:lnTo>
                    <a:pt x="244590" y="315295"/>
                  </a:lnTo>
                  <a:lnTo>
                    <a:pt x="249235" y="312773"/>
                  </a:lnTo>
                  <a:lnTo>
                    <a:pt x="253798" y="310106"/>
                  </a:lnTo>
                  <a:lnTo>
                    <a:pt x="258274" y="307296"/>
                  </a:lnTo>
                  <a:lnTo>
                    <a:pt x="262659" y="304346"/>
                  </a:lnTo>
                  <a:lnTo>
                    <a:pt x="266949" y="301258"/>
                  </a:lnTo>
                  <a:lnTo>
                    <a:pt x="271139" y="298037"/>
                  </a:lnTo>
                  <a:lnTo>
                    <a:pt x="275225" y="294685"/>
                  </a:lnTo>
                  <a:lnTo>
                    <a:pt x="279203" y="291205"/>
                  </a:lnTo>
                  <a:lnTo>
                    <a:pt x="283069" y="287602"/>
                  </a:lnTo>
                  <a:lnTo>
                    <a:pt x="286819" y="283877"/>
                  </a:lnTo>
                  <a:lnTo>
                    <a:pt x="290449" y="280037"/>
                  </a:lnTo>
                  <a:lnTo>
                    <a:pt x="293957" y="276083"/>
                  </a:lnTo>
                  <a:lnTo>
                    <a:pt x="297337" y="272020"/>
                  </a:lnTo>
                  <a:lnTo>
                    <a:pt x="300588" y="267853"/>
                  </a:lnTo>
                  <a:lnTo>
                    <a:pt x="303705" y="263585"/>
                  </a:lnTo>
                  <a:lnTo>
                    <a:pt x="306686" y="259221"/>
                  </a:lnTo>
                  <a:lnTo>
                    <a:pt x="309527" y="254764"/>
                  </a:lnTo>
                  <a:lnTo>
                    <a:pt x="312226" y="250220"/>
                  </a:lnTo>
                  <a:lnTo>
                    <a:pt x="314780" y="245593"/>
                  </a:lnTo>
                  <a:lnTo>
                    <a:pt x="317186" y="240887"/>
                  </a:lnTo>
                  <a:lnTo>
                    <a:pt x="319442" y="236108"/>
                  </a:lnTo>
                  <a:lnTo>
                    <a:pt x="321547" y="231260"/>
                  </a:lnTo>
                  <a:lnTo>
                    <a:pt x="323497" y="226347"/>
                  </a:lnTo>
                  <a:lnTo>
                    <a:pt x="325290" y="221376"/>
                  </a:lnTo>
                  <a:lnTo>
                    <a:pt x="326926" y="216350"/>
                  </a:lnTo>
                  <a:lnTo>
                    <a:pt x="328402" y="211275"/>
                  </a:lnTo>
                  <a:lnTo>
                    <a:pt x="329716" y="206156"/>
                  </a:lnTo>
                  <a:lnTo>
                    <a:pt x="330868" y="200998"/>
                  </a:lnTo>
                  <a:lnTo>
                    <a:pt x="331857" y="195806"/>
                  </a:lnTo>
                  <a:lnTo>
                    <a:pt x="332681" y="190586"/>
                  </a:lnTo>
                  <a:lnTo>
                    <a:pt x="333340" y="185342"/>
                  </a:lnTo>
                  <a:lnTo>
                    <a:pt x="333832" y="180080"/>
                  </a:lnTo>
                  <a:lnTo>
                    <a:pt x="334158" y="174805"/>
                  </a:lnTo>
                  <a:lnTo>
                    <a:pt x="334317" y="169522"/>
                  </a:lnTo>
                  <a:lnTo>
                    <a:pt x="334309" y="164237"/>
                  </a:lnTo>
                  <a:lnTo>
                    <a:pt x="334133" y="158954"/>
                  </a:lnTo>
                  <a:lnTo>
                    <a:pt x="333791" y="153680"/>
                  </a:lnTo>
                  <a:lnTo>
                    <a:pt x="333283" y="148420"/>
                  </a:lnTo>
                  <a:lnTo>
                    <a:pt x="332608" y="143178"/>
                  </a:lnTo>
                  <a:lnTo>
                    <a:pt x="331768" y="137960"/>
                  </a:lnTo>
                  <a:lnTo>
                    <a:pt x="330763" y="132771"/>
                  </a:lnTo>
                  <a:lnTo>
                    <a:pt x="329595" y="127617"/>
                  </a:lnTo>
                  <a:lnTo>
                    <a:pt x="328264" y="122502"/>
                  </a:lnTo>
                  <a:lnTo>
                    <a:pt x="326773" y="117431"/>
                  </a:lnTo>
                  <a:lnTo>
                    <a:pt x="325122" y="112411"/>
                  </a:lnTo>
                  <a:lnTo>
                    <a:pt x="323313" y="107445"/>
                  </a:lnTo>
                  <a:lnTo>
                    <a:pt x="321348" y="102538"/>
                  </a:lnTo>
                  <a:lnTo>
                    <a:pt x="319229" y="97697"/>
                  </a:lnTo>
                  <a:lnTo>
                    <a:pt x="316957" y="92924"/>
                  </a:lnTo>
                  <a:lnTo>
                    <a:pt x="314537" y="88226"/>
                  </a:lnTo>
                  <a:lnTo>
                    <a:pt x="311968" y="83607"/>
                  </a:lnTo>
                  <a:lnTo>
                    <a:pt x="309255" y="79071"/>
                  </a:lnTo>
                  <a:lnTo>
                    <a:pt x="306400" y="74624"/>
                  </a:lnTo>
                  <a:lnTo>
                    <a:pt x="303406" y="70268"/>
                  </a:lnTo>
                  <a:lnTo>
                    <a:pt x="300276" y="66010"/>
                  </a:lnTo>
                  <a:lnTo>
                    <a:pt x="297013" y="61853"/>
                  </a:lnTo>
                  <a:lnTo>
                    <a:pt x="293620" y="57801"/>
                  </a:lnTo>
                  <a:lnTo>
                    <a:pt x="290100" y="53858"/>
                  </a:lnTo>
                  <a:lnTo>
                    <a:pt x="286458" y="50028"/>
                  </a:lnTo>
                  <a:lnTo>
                    <a:pt x="282696" y="46316"/>
                  </a:lnTo>
                  <a:lnTo>
                    <a:pt x="278819" y="42724"/>
                  </a:lnTo>
                  <a:lnTo>
                    <a:pt x="274830" y="39257"/>
                  </a:lnTo>
                  <a:lnTo>
                    <a:pt x="270734" y="35917"/>
                  </a:lnTo>
                  <a:lnTo>
                    <a:pt x="266534" y="32709"/>
                  </a:lnTo>
                  <a:lnTo>
                    <a:pt x="262234" y="29635"/>
                  </a:lnTo>
                  <a:lnTo>
                    <a:pt x="257840" y="26698"/>
                  </a:lnTo>
                  <a:lnTo>
                    <a:pt x="253355" y="23902"/>
                  </a:lnTo>
                  <a:lnTo>
                    <a:pt x="248784" y="21249"/>
                  </a:lnTo>
                  <a:lnTo>
                    <a:pt x="244132" y="18742"/>
                  </a:lnTo>
                  <a:lnTo>
                    <a:pt x="239402" y="16383"/>
                  </a:lnTo>
                  <a:lnTo>
                    <a:pt x="234600" y="14175"/>
                  </a:lnTo>
                  <a:lnTo>
                    <a:pt x="229731" y="12119"/>
                  </a:lnTo>
                  <a:lnTo>
                    <a:pt x="224799" y="10219"/>
                  </a:lnTo>
                  <a:lnTo>
                    <a:pt x="219810" y="8476"/>
                  </a:lnTo>
                  <a:lnTo>
                    <a:pt x="214768" y="6891"/>
                  </a:lnTo>
                  <a:lnTo>
                    <a:pt x="167166" y="1671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2911194"/>
              <a:ext cx="47601" cy="167167"/>
            </a:xfrm>
            <a:custGeom>
              <a:avLst/>
              <a:pathLst>
                <a:path w="47601" h="167167">
                  <a:moveTo>
                    <a:pt x="47601" y="6920"/>
                  </a:moveTo>
                  <a:lnTo>
                    <a:pt x="41788" y="5307"/>
                  </a:lnTo>
                  <a:lnTo>
                    <a:pt x="35920" y="3904"/>
                  </a:lnTo>
                  <a:lnTo>
                    <a:pt x="30005" y="2714"/>
                  </a:lnTo>
                  <a:lnTo>
                    <a:pt x="24051" y="1739"/>
                  </a:lnTo>
                  <a:lnTo>
                    <a:pt x="18065" y="979"/>
                  </a:lnTo>
                  <a:lnTo>
                    <a:pt x="12057" y="435"/>
                  </a:lnTo>
                  <a:lnTo>
                    <a:pt x="6032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08837" y="3429590"/>
              <a:ext cx="17143" cy="167167"/>
            </a:xfrm>
            <a:custGeom>
              <a:avLst/>
              <a:pathLst>
                <a:path w="17143" h="167167">
                  <a:moveTo>
                    <a:pt x="17143" y="0"/>
                  </a:moveTo>
                  <a:lnTo>
                    <a:pt x="8560" y="220"/>
                  </a:lnTo>
                  <a:lnTo>
                    <a:pt x="0" y="881"/>
                  </a:lnTo>
                  <a:lnTo>
                    <a:pt x="1714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08837" y="3430471"/>
              <a:ext cx="17143" cy="166286"/>
            </a:xfrm>
            <a:custGeom>
              <a:avLst/>
              <a:pathLst>
                <a:path w="17143" h="166286">
                  <a:moveTo>
                    <a:pt x="0" y="0"/>
                  </a:moveTo>
                  <a:lnTo>
                    <a:pt x="17143" y="1662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08837" y="3430471"/>
              <a:ext cx="17143" cy="166286"/>
            </a:xfrm>
            <a:custGeom>
              <a:avLst/>
              <a:pathLst>
                <a:path w="17143" h="166286">
                  <a:moveTo>
                    <a:pt x="0" y="0"/>
                  </a:moveTo>
                  <a:lnTo>
                    <a:pt x="17143" y="1662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08837" y="3430471"/>
              <a:ext cx="17143" cy="166286"/>
            </a:xfrm>
            <a:custGeom>
              <a:avLst/>
              <a:pathLst>
                <a:path w="17143" h="166286">
                  <a:moveTo>
                    <a:pt x="0" y="0"/>
                  </a:moveTo>
                  <a:lnTo>
                    <a:pt x="17143" y="16628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08837" y="3430471"/>
              <a:ext cx="17143" cy="166286"/>
            </a:xfrm>
            <a:custGeom>
              <a:avLst/>
              <a:pathLst>
                <a:path w="17143" h="166286">
                  <a:moveTo>
                    <a:pt x="0" y="0"/>
                  </a:moveTo>
                  <a:lnTo>
                    <a:pt x="17143" y="1662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08837" y="3430471"/>
              <a:ext cx="17143" cy="166286"/>
            </a:xfrm>
            <a:custGeom>
              <a:avLst/>
              <a:pathLst>
                <a:path w="17143" h="166286">
                  <a:moveTo>
                    <a:pt x="0" y="0"/>
                  </a:moveTo>
                  <a:lnTo>
                    <a:pt x="17143" y="1662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08837" y="3430471"/>
              <a:ext cx="17143" cy="166286"/>
            </a:xfrm>
            <a:custGeom>
              <a:avLst/>
              <a:pathLst>
                <a:path w="17143" h="166286">
                  <a:moveTo>
                    <a:pt x="0" y="0"/>
                  </a:moveTo>
                  <a:lnTo>
                    <a:pt x="17143" y="16628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08837" y="3430471"/>
              <a:ext cx="17143" cy="166286"/>
            </a:xfrm>
            <a:custGeom>
              <a:avLst/>
              <a:pathLst>
                <a:path w="17143" h="166286">
                  <a:moveTo>
                    <a:pt x="0" y="0"/>
                  </a:moveTo>
                  <a:lnTo>
                    <a:pt x="17143" y="1662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08837" y="3430471"/>
              <a:ext cx="17143" cy="166286"/>
            </a:xfrm>
            <a:custGeom>
              <a:avLst/>
              <a:pathLst>
                <a:path w="17143" h="166286">
                  <a:moveTo>
                    <a:pt x="0" y="0"/>
                  </a:moveTo>
                  <a:lnTo>
                    <a:pt x="17143" y="1662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08837" y="3430471"/>
              <a:ext cx="17143" cy="166286"/>
            </a:xfrm>
            <a:custGeom>
              <a:avLst/>
              <a:pathLst>
                <a:path w="17143" h="166286">
                  <a:moveTo>
                    <a:pt x="0" y="0"/>
                  </a:moveTo>
                  <a:lnTo>
                    <a:pt x="17143" y="1662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08837" y="3430471"/>
              <a:ext cx="17143" cy="166286"/>
            </a:xfrm>
            <a:custGeom>
              <a:avLst/>
              <a:pathLst>
                <a:path w="17143" h="166286">
                  <a:moveTo>
                    <a:pt x="0" y="0"/>
                  </a:moveTo>
                  <a:lnTo>
                    <a:pt x="17143" y="1662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08837" y="3430471"/>
              <a:ext cx="17143" cy="166286"/>
            </a:xfrm>
            <a:custGeom>
              <a:avLst/>
              <a:pathLst>
                <a:path w="17143" h="166286">
                  <a:moveTo>
                    <a:pt x="0" y="0"/>
                  </a:moveTo>
                  <a:lnTo>
                    <a:pt x="17143" y="1662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08837" y="3430471"/>
              <a:ext cx="17143" cy="166286"/>
            </a:xfrm>
            <a:custGeom>
              <a:avLst/>
              <a:pathLst>
                <a:path w="17143" h="166286">
                  <a:moveTo>
                    <a:pt x="0" y="0"/>
                  </a:moveTo>
                  <a:lnTo>
                    <a:pt x="17143" y="1662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358820" y="3430471"/>
              <a:ext cx="334316" cy="333450"/>
            </a:xfrm>
            <a:custGeom>
              <a:avLst/>
              <a:pathLst>
                <a:path w="334316" h="333450">
                  <a:moveTo>
                    <a:pt x="150016" y="0"/>
                  </a:moveTo>
                  <a:lnTo>
                    <a:pt x="144752" y="627"/>
                  </a:lnTo>
                  <a:lnTo>
                    <a:pt x="139511" y="1420"/>
                  </a:lnTo>
                  <a:lnTo>
                    <a:pt x="134297" y="2380"/>
                  </a:lnTo>
                  <a:lnTo>
                    <a:pt x="129117" y="3504"/>
                  </a:lnTo>
                  <a:lnTo>
                    <a:pt x="123975" y="4793"/>
                  </a:lnTo>
                  <a:lnTo>
                    <a:pt x="118876" y="6243"/>
                  </a:lnTo>
                  <a:lnTo>
                    <a:pt x="113826" y="7854"/>
                  </a:lnTo>
                  <a:lnTo>
                    <a:pt x="108829" y="9625"/>
                  </a:lnTo>
                  <a:lnTo>
                    <a:pt x="103891" y="11553"/>
                  </a:lnTo>
                  <a:lnTo>
                    <a:pt x="99017" y="13637"/>
                  </a:lnTo>
                  <a:lnTo>
                    <a:pt x="94211" y="15875"/>
                  </a:lnTo>
                  <a:lnTo>
                    <a:pt x="89478" y="18263"/>
                  </a:lnTo>
                  <a:lnTo>
                    <a:pt x="84824" y="20801"/>
                  </a:lnTo>
                  <a:lnTo>
                    <a:pt x="80253" y="23485"/>
                  </a:lnTo>
                  <a:lnTo>
                    <a:pt x="75769" y="26312"/>
                  </a:lnTo>
                  <a:lnTo>
                    <a:pt x="71376" y="29280"/>
                  </a:lnTo>
                  <a:lnTo>
                    <a:pt x="67080" y="32386"/>
                  </a:lnTo>
                  <a:lnTo>
                    <a:pt x="62885" y="35627"/>
                  </a:lnTo>
                  <a:lnTo>
                    <a:pt x="58795" y="38999"/>
                  </a:lnTo>
                  <a:lnTo>
                    <a:pt x="54813" y="42499"/>
                  </a:lnTo>
                  <a:lnTo>
                    <a:pt x="50945" y="46123"/>
                  </a:lnTo>
                  <a:lnTo>
                    <a:pt x="47193" y="49868"/>
                  </a:lnTo>
                  <a:lnTo>
                    <a:pt x="43562" y="53731"/>
                  </a:lnTo>
                  <a:lnTo>
                    <a:pt x="40056" y="57706"/>
                  </a:lnTo>
                  <a:lnTo>
                    <a:pt x="36677" y="61791"/>
                  </a:lnTo>
                  <a:lnTo>
                    <a:pt x="33429" y="65981"/>
                  </a:lnTo>
                  <a:lnTo>
                    <a:pt x="30316" y="70271"/>
                  </a:lnTo>
                  <a:lnTo>
                    <a:pt x="27340" y="74659"/>
                  </a:lnTo>
                  <a:lnTo>
                    <a:pt x="24505" y="79138"/>
                  </a:lnTo>
                  <a:lnTo>
                    <a:pt x="21814" y="83705"/>
                  </a:lnTo>
                  <a:lnTo>
                    <a:pt x="19269" y="88355"/>
                  </a:lnTo>
                  <a:lnTo>
                    <a:pt x="16872" y="93083"/>
                  </a:lnTo>
                  <a:lnTo>
                    <a:pt x="14627" y="97885"/>
                  </a:lnTo>
                  <a:lnTo>
                    <a:pt x="12534" y="102756"/>
                  </a:lnTo>
                  <a:lnTo>
                    <a:pt x="10598" y="107691"/>
                  </a:lnTo>
                  <a:lnTo>
                    <a:pt x="8819" y="112685"/>
                  </a:lnTo>
                  <a:lnTo>
                    <a:pt x="7199" y="117732"/>
                  </a:lnTo>
                  <a:lnTo>
                    <a:pt x="5740" y="122828"/>
                  </a:lnTo>
                  <a:lnTo>
                    <a:pt x="4443" y="127968"/>
                  </a:lnTo>
                  <a:lnTo>
                    <a:pt x="3310" y="133147"/>
                  </a:lnTo>
                  <a:lnTo>
                    <a:pt x="2341" y="138359"/>
                  </a:lnTo>
                  <a:lnTo>
                    <a:pt x="1539" y="143599"/>
                  </a:lnTo>
                  <a:lnTo>
                    <a:pt x="903" y="148862"/>
                  </a:lnTo>
                  <a:lnTo>
                    <a:pt x="434" y="154142"/>
                  </a:lnTo>
                  <a:lnTo>
                    <a:pt x="133" y="159434"/>
                  </a:lnTo>
                  <a:lnTo>
                    <a:pt x="0" y="164734"/>
                  </a:lnTo>
                  <a:lnTo>
                    <a:pt x="34" y="170035"/>
                  </a:lnTo>
                  <a:lnTo>
                    <a:pt x="237" y="175332"/>
                  </a:lnTo>
                  <a:lnTo>
                    <a:pt x="608" y="180620"/>
                  </a:lnTo>
                  <a:lnTo>
                    <a:pt x="1146" y="185894"/>
                  </a:lnTo>
                  <a:lnTo>
                    <a:pt x="1851" y="191148"/>
                  </a:lnTo>
                  <a:lnTo>
                    <a:pt x="2723" y="196377"/>
                  </a:lnTo>
                  <a:lnTo>
                    <a:pt x="3760" y="201576"/>
                  </a:lnTo>
                  <a:lnTo>
                    <a:pt x="4961" y="206739"/>
                  </a:lnTo>
                  <a:lnTo>
                    <a:pt x="6325" y="211861"/>
                  </a:lnTo>
                  <a:lnTo>
                    <a:pt x="7851" y="216938"/>
                  </a:lnTo>
                  <a:lnTo>
                    <a:pt x="9537" y="221964"/>
                  </a:lnTo>
                  <a:lnTo>
                    <a:pt x="11382" y="226934"/>
                  </a:lnTo>
                  <a:lnTo>
                    <a:pt x="13383" y="231842"/>
                  </a:lnTo>
                  <a:lnTo>
                    <a:pt x="15539" y="236685"/>
                  </a:lnTo>
                  <a:lnTo>
                    <a:pt x="17847" y="241457"/>
                  </a:lnTo>
                  <a:lnTo>
                    <a:pt x="20306" y="246154"/>
                  </a:lnTo>
                  <a:lnTo>
                    <a:pt x="22912" y="250770"/>
                  </a:lnTo>
                  <a:lnTo>
                    <a:pt x="25664" y="255301"/>
                  </a:lnTo>
                  <a:lnTo>
                    <a:pt x="28557" y="259743"/>
                  </a:lnTo>
                  <a:lnTo>
                    <a:pt x="31590" y="264091"/>
                  </a:lnTo>
                  <a:lnTo>
                    <a:pt x="34759" y="268340"/>
                  </a:lnTo>
                  <a:lnTo>
                    <a:pt x="38062" y="272487"/>
                  </a:lnTo>
                  <a:lnTo>
                    <a:pt x="41494" y="276527"/>
                  </a:lnTo>
                  <a:lnTo>
                    <a:pt x="45053" y="280456"/>
                  </a:lnTo>
                  <a:lnTo>
                    <a:pt x="48734" y="284270"/>
                  </a:lnTo>
                  <a:lnTo>
                    <a:pt x="52535" y="287966"/>
                  </a:lnTo>
                  <a:lnTo>
                    <a:pt x="56451" y="291539"/>
                  </a:lnTo>
                  <a:lnTo>
                    <a:pt x="60478" y="294986"/>
                  </a:lnTo>
                  <a:lnTo>
                    <a:pt x="64612" y="298304"/>
                  </a:lnTo>
                  <a:lnTo>
                    <a:pt x="68850" y="301489"/>
                  </a:lnTo>
                  <a:lnTo>
                    <a:pt x="73186" y="304538"/>
                  </a:lnTo>
                  <a:lnTo>
                    <a:pt x="77617" y="307449"/>
                  </a:lnTo>
                  <a:lnTo>
                    <a:pt x="82138" y="310217"/>
                  </a:lnTo>
                  <a:lnTo>
                    <a:pt x="86744" y="312840"/>
                  </a:lnTo>
                  <a:lnTo>
                    <a:pt x="91431" y="315316"/>
                  </a:lnTo>
                  <a:lnTo>
                    <a:pt x="96195" y="317643"/>
                  </a:lnTo>
                  <a:lnTo>
                    <a:pt x="101030" y="319817"/>
                  </a:lnTo>
                  <a:lnTo>
                    <a:pt x="105931" y="321836"/>
                  </a:lnTo>
                  <a:lnTo>
                    <a:pt x="110894" y="323699"/>
                  </a:lnTo>
                  <a:lnTo>
                    <a:pt x="115913" y="325404"/>
                  </a:lnTo>
                  <a:lnTo>
                    <a:pt x="120984" y="326949"/>
                  </a:lnTo>
                  <a:lnTo>
                    <a:pt x="126102" y="328332"/>
                  </a:lnTo>
                  <a:lnTo>
                    <a:pt x="131260" y="329553"/>
                  </a:lnTo>
                  <a:lnTo>
                    <a:pt x="136455" y="330609"/>
                  </a:lnTo>
                  <a:lnTo>
                    <a:pt x="141681" y="331500"/>
                  </a:lnTo>
                  <a:lnTo>
                    <a:pt x="146932" y="332225"/>
                  </a:lnTo>
                  <a:lnTo>
                    <a:pt x="152204" y="332783"/>
                  </a:lnTo>
                  <a:lnTo>
                    <a:pt x="157491" y="333173"/>
                  </a:lnTo>
                  <a:lnTo>
                    <a:pt x="162787" y="333396"/>
                  </a:lnTo>
                  <a:lnTo>
                    <a:pt x="168088" y="333450"/>
                  </a:lnTo>
                  <a:lnTo>
                    <a:pt x="173388" y="333337"/>
                  </a:lnTo>
                  <a:lnTo>
                    <a:pt x="178681" y="333055"/>
                  </a:lnTo>
                  <a:lnTo>
                    <a:pt x="183963" y="332606"/>
                  </a:lnTo>
                  <a:lnTo>
                    <a:pt x="189228" y="331990"/>
                  </a:lnTo>
                  <a:lnTo>
                    <a:pt x="194471" y="331207"/>
                  </a:lnTo>
                  <a:lnTo>
                    <a:pt x="199687" y="330258"/>
                  </a:lnTo>
                  <a:lnTo>
                    <a:pt x="204870" y="329144"/>
                  </a:lnTo>
                  <a:lnTo>
                    <a:pt x="210014" y="327867"/>
                  </a:lnTo>
                  <a:lnTo>
                    <a:pt x="215116" y="326427"/>
                  </a:lnTo>
                  <a:lnTo>
                    <a:pt x="220170" y="324825"/>
                  </a:lnTo>
                  <a:lnTo>
                    <a:pt x="225170" y="323065"/>
                  </a:lnTo>
                  <a:lnTo>
                    <a:pt x="230112" y="321147"/>
                  </a:lnTo>
                  <a:lnTo>
                    <a:pt x="234990" y="319073"/>
                  </a:lnTo>
                  <a:lnTo>
                    <a:pt x="239801" y="316845"/>
                  </a:lnTo>
                  <a:lnTo>
                    <a:pt x="244538" y="314466"/>
                  </a:lnTo>
                  <a:lnTo>
                    <a:pt x="249198" y="311938"/>
                  </a:lnTo>
                  <a:lnTo>
                    <a:pt x="253775" y="309264"/>
                  </a:lnTo>
                  <a:lnTo>
                    <a:pt x="258264" y="306446"/>
                  </a:lnTo>
                  <a:lnTo>
                    <a:pt x="262663" y="303487"/>
                  </a:lnTo>
                  <a:lnTo>
                    <a:pt x="266965" y="300389"/>
                  </a:lnTo>
                  <a:lnTo>
                    <a:pt x="271167" y="297157"/>
                  </a:lnTo>
                  <a:lnTo>
                    <a:pt x="275264" y="293794"/>
                  </a:lnTo>
                  <a:lnTo>
                    <a:pt x="279253" y="290302"/>
                  </a:lnTo>
                  <a:lnTo>
                    <a:pt x="283129" y="286686"/>
                  </a:lnTo>
                  <a:lnTo>
                    <a:pt x="286888" y="282948"/>
                  </a:lnTo>
                  <a:lnTo>
                    <a:pt x="290527" y="279093"/>
                  </a:lnTo>
                  <a:lnTo>
                    <a:pt x="294042" y="275125"/>
                  </a:lnTo>
                  <a:lnTo>
                    <a:pt x="297429" y="271047"/>
                  </a:lnTo>
                  <a:lnTo>
                    <a:pt x="300685" y="266864"/>
                  </a:lnTo>
                  <a:lnTo>
                    <a:pt x="303807" y="262579"/>
                  </a:lnTo>
                  <a:lnTo>
                    <a:pt x="306791" y="258198"/>
                  </a:lnTo>
                  <a:lnTo>
                    <a:pt x="309635" y="253725"/>
                  </a:lnTo>
                  <a:lnTo>
                    <a:pt x="312336" y="249163"/>
                  </a:lnTo>
                  <a:lnTo>
                    <a:pt x="314891" y="244518"/>
                  </a:lnTo>
                  <a:lnTo>
                    <a:pt x="317297" y="239795"/>
                  </a:lnTo>
                  <a:lnTo>
                    <a:pt x="319553" y="234998"/>
                  </a:lnTo>
                  <a:lnTo>
                    <a:pt x="321655" y="230131"/>
                  </a:lnTo>
                  <a:lnTo>
                    <a:pt x="323601" y="225200"/>
                  </a:lnTo>
                  <a:lnTo>
                    <a:pt x="325391" y="220210"/>
                  </a:lnTo>
                  <a:lnTo>
                    <a:pt x="327021" y="215166"/>
                  </a:lnTo>
                  <a:lnTo>
                    <a:pt x="328491" y="210073"/>
                  </a:lnTo>
                  <a:lnTo>
                    <a:pt x="329798" y="204935"/>
                  </a:lnTo>
                  <a:lnTo>
                    <a:pt x="330942" y="199759"/>
                  </a:lnTo>
                  <a:lnTo>
                    <a:pt x="331921" y="194549"/>
                  </a:lnTo>
                  <a:lnTo>
                    <a:pt x="332734" y="189311"/>
                  </a:lnTo>
                  <a:lnTo>
                    <a:pt x="333381" y="184049"/>
                  </a:lnTo>
                  <a:lnTo>
                    <a:pt x="333860" y="178770"/>
                  </a:lnTo>
                  <a:lnTo>
                    <a:pt x="334172" y="173478"/>
                  </a:lnTo>
                  <a:lnTo>
                    <a:pt x="334316" y="168179"/>
                  </a:lnTo>
                  <a:lnTo>
                    <a:pt x="334292" y="162878"/>
                  </a:lnTo>
                  <a:lnTo>
                    <a:pt x="334100" y="157580"/>
                  </a:lnTo>
                  <a:lnTo>
                    <a:pt x="333740" y="152292"/>
                  </a:lnTo>
                  <a:lnTo>
                    <a:pt x="333213" y="147017"/>
                  </a:lnTo>
                  <a:lnTo>
                    <a:pt x="332518" y="141761"/>
                  </a:lnTo>
                  <a:lnTo>
                    <a:pt x="331658" y="136531"/>
                  </a:lnTo>
                  <a:lnTo>
                    <a:pt x="330632" y="131330"/>
                  </a:lnTo>
                  <a:lnTo>
                    <a:pt x="329441" y="126164"/>
                  </a:lnTo>
                  <a:lnTo>
                    <a:pt x="328087" y="121039"/>
                  </a:lnTo>
                  <a:lnTo>
                    <a:pt x="326572" y="115959"/>
                  </a:lnTo>
                  <a:lnTo>
                    <a:pt x="324896" y="110930"/>
                  </a:lnTo>
                  <a:lnTo>
                    <a:pt x="323061" y="105956"/>
                  </a:lnTo>
                  <a:lnTo>
                    <a:pt x="321070" y="101043"/>
                  </a:lnTo>
                  <a:lnTo>
                    <a:pt x="318924" y="96196"/>
                  </a:lnTo>
                  <a:lnTo>
                    <a:pt x="316625" y="91419"/>
                  </a:lnTo>
                  <a:lnTo>
                    <a:pt x="314176" y="86718"/>
                  </a:lnTo>
                  <a:lnTo>
                    <a:pt x="311580" y="82096"/>
                  </a:lnTo>
                  <a:lnTo>
                    <a:pt x="308838" y="77559"/>
                  </a:lnTo>
                  <a:lnTo>
                    <a:pt x="305953" y="73112"/>
                  </a:lnTo>
                  <a:lnTo>
                    <a:pt x="302929" y="68758"/>
                  </a:lnTo>
                  <a:lnTo>
                    <a:pt x="299768" y="64502"/>
                  </a:lnTo>
                  <a:lnTo>
                    <a:pt x="296475" y="60349"/>
                  </a:lnTo>
                  <a:lnTo>
                    <a:pt x="293051" y="56302"/>
                  </a:lnTo>
                  <a:lnTo>
                    <a:pt x="289500" y="52365"/>
                  </a:lnTo>
                  <a:lnTo>
                    <a:pt x="285826" y="48543"/>
                  </a:lnTo>
                  <a:lnTo>
                    <a:pt x="282033" y="44840"/>
                  </a:lnTo>
                  <a:lnTo>
                    <a:pt x="278125" y="41259"/>
                  </a:lnTo>
                  <a:lnTo>
                    <a:pt x="274105" y="37803"/>
                  </a:lnTo>
                  <a:lnTo>
                    <a:pt x="269977" y="34477"/>
                  </a:lnTo>
                  <a:lnTo>
                    <a:pt x="265746" y="31283"/>
                  </a:lnTo>
                  <a:lnTo>
                    <a:pt x="261416" y="28225"/>
                  </a:lnTo>
                  <a:lnTo>
                    <a:pt x="256991" y="25306"/>
                  </a:lnTo>
                  <a:lnTo>
                    <a:pt x="252476" y="22528"/>
                  </a:lnTo>
                  <a:lnTo>
                    <a:pt x="247875" y="19896"/>
                  </a:lnTo>
                  <a:lnTo>
                    <a:pt x="243193" y="17410"/>
                  </a:lnTo>
                  <a:lnTo>
                    <a:pt x="238434" y="15074"/>
                  </a:lnTo>
                  <a:lnTo>
                    <a:pt x="233604" y="12890"/>
                  </a:lnTo>
                  <a:lnTo>
                    <a:pt x="228707" y="10860"/>
                  </a:lnTo>
                  <a:lnTo>
                    <a:pt x="223747" y="8987"/>
                  </a:lnTo>
                  <a:lnTo>
                    <a:pt x="167160" y="16628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429590"/>
              <a:ext cx="56587" cy="167167"/>
            </a:xfrm>
            <a:custGeom>
              <a:avLst/>
              <a:pathLst>
                <a:path w="56587" h="167167">
                  <a:moveTo>
                    <a:pt x="56587" y="9869"/>
                  </a:moveTo>
                  <a:lnTo>
                    <a:pt x="50511" y="7814"/>
                  </a:lnTo>
                  <a:lnTo>
                    <a:pt x="44361" y="5993"/>
                  </a:lnTo>
                  <a:lnTo>
                    <a:pt x="38146" y="4410"/>
                  </a:lnTo>
                  <a:lnTo>
                    <a:pt x="31874" y="3067"/>
                  </a:lnTo>
                  <a:lnTo>
                    <a:pt x="25556" y="1965"/>
                  </a:lnTo>
                  <a:lnTo>
                    <a:pt x="19200" y="1106"/>
                  </a:lnTo>
                  <a:lnTo>
                    <a:pt x="12815" y="491"/>
                  </a:lnTo>
                  <a:lnTo>
                    <a:pt x="6412" y="12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642425" y="3934012"/>
              <a:ext cx="3308" cy="167167"/>
            </a:xfrm>
            <a:custGeom>
              <a:avLst/>
              <a:pathLst>
                <a:path w="3308" h="167167">
                  <a:moveTo>
                    <a:pt x="3308" y="0"/>
                  </a:moveTo>
                  <a:lnTo>
                    <a:pt x="0" y="32"/>
                  </a:lnTo>
                  <a:lnTo>
                    <a:pt x="330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642425" y="3934045"/>
              <a:ext cx="3308" cy="167134"/>
            </a:xfrm>
            <a:custGeom>
              <a:avLst/>
              <a:pathLst>
                <a:path w="3308" h="167134">
                  <a:moveTo>
                    <a:pt x="0" y="0"/>
                  </a:moveTo>
                  <a:lnTo>
                    <a:pt x="3308" y="1671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642425" y="3934045"/>
              <a:ext cx="3308" cy="167134"/>
            </a:xfrm>
            <a:custGeom>
              <a:avLst/>
              <a:pathLst>
                <a:path w="3308" h="167134">
                  <a:moveTo>
                    <a:pt x="0" y="0"/>
                  </a:moveTo>
                  <a:lnTo>
                    <a:pt x="3308" y="16713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642425" y="3934045"/>
              <a:ext cx="3308" cy="167134"/>
            </a:xfrm>
            <a:custGeom>
              <a:avLst/>
              <a:pathLst>
                <a:path w="3308" h="167134">
                  <a:moveTo>
                    <a:pt x="0" y="0"/>
                  </a:moveTo>
                  <a:lnTo>
                    <a:pt x="3308" y="1671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642425" y="3934045"/>
              <a:ext cx="3308" cy="167134"/>
            </a:xfrm>
            <a:custGeom>
              <a:avLst/>
              <a:pathLst>
                <a:path w="3308" h="167134">
                  <a:moveTo>
                    <a:pt x="0" y="0"/>
                  </a:moveTo>
                  <a:lnTo>
                    <a:pt x="3308" y="1671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642425" y="3934045"/>
              <a:ext cx="3308" cy="167134"/>
            </a:xfrm>
            <a:custGeom>
              <a:avLst/>
              <a:pathLst>
                <a:path w="3308" h="167134">
                  <a:moveTo>
                    <a:pt x="0" y="0"/>
                  </a:moveTo>
                  <a:lnTo>
                    <a:pt x="3308" y="16713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642425" y="3934045"/>
              <a:ext cx="3308" cy="167134"/>
            </a:xfrm>
            <a:custGeom>
              <a:avLst/>
              <a:pathLst>
                <a:path w="3308" h="167134">
                  <a:moveTo>
                    <a:pt x="0" y="0"/>
                  </a:moveTo>
                  <a:lnTo>
                    <a:pt x="3308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642425" y="3934045"/>
              <a:ext cx="3308" cy="167134"/>
            </a:xfrm>
            <a:custGeom>
              <a:avLst/>
              <a:pathLst>
                <a:path w="3308" h="167134">
                  <a:moveTo>
                    <a:pt x="0" y="0"/>
                  </a:moveTo>
                  <a:lnTo>
                    <a:pt x="3308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642425" y="3934045"/>
              <a:ext cx="3308" cy="167134"/>
            </a:xfrm>
            <a:custGeom>
              <a:avLst/>
              <a:pathLst>
                <a:path w="3308" h="167134">
                  <a:moveTo>
                    <a:pt x="0" y="0"/>
                  </a:moveTo>
                  <a:lnTo>
                    <a:pt x="3308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642425" y="3934045"/>
              <a:ext cx="3308" cy="167134"/>
            </a:xfrm>
            <a:custGeom>
              <a:avLst/>
              <a:pathLst>
                <a:path w="3308" h="167134">
                  <a:moveTo>
                    <a:pt x="0" y="0"/>
                  </a:moveTo>
                  <a:lnTo>
                    <a:pt x="3308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642425" y="3934045"/>
              <a:ext cx="3308" cy="167134"/>
            </a:xfrm>
            <a:custGeom>
              <a:avLst/>
              <a:pathLst>
                <a:path w="3308" h="167134">
                  <a:moveTo>
                    <a:pt x="0" y="0"/>
                  </a:moveTo>
                  <a:lnTo>
                    <a:pt x="3308" y="1671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642425" y="3934045"/>
              <a:ext cx="3308" cy="167134"/>
            </a:xfrm>
            <a:custGeom>
              <a:avLst/>
              <a:pathLst>
                <a:path w="3308" h="167134">
                  <a:moveTo>
                    <a:pt x="0" y="0"/>
                  </a:moveTo>
                  <a:lnTo>
                    <a:pt x="3308" y="1671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478566" y="3934012"/>
              <a:ext cx="334324" cy="334326"/>
            </a:xfrm>
            <a:custGeom>
              <a:avLst/>
              <a:pathLst>
                <a:path w="334324" h="334326">
                  <a:moveTo>
                    <a:pt x="163858" y="32"/>
                  </a:moveTo>
                  <a:lnTo>
                    <a:pt x="158574" y="221"/>
                  </a:lnTo>
                  <a:lnTo>
                    <a:pt x="153298" y="576"/>
                  </a:lnTo>
                  <a:lnTo>
                    <a:pt x="148036" y="1098"/>
                  </a:lnTo>
                  <a:lnTo>
                    <a:pt x="142793" y="1786"/>
                  </a:lnTo>
                  <a:lnTo>
                    <a:pt x="137575" y="2640"/>
                  </a:lnTo>
                  <a:lnTo>
                    <a:pt x="132386" y="3658"/>
                  </a:lnTo>
                  <a:lnTo>
                    <a:pt x="127232" y="4840"/>
                  </a:lnTo>
                  <a:lnTo>
                    <a:pt x="122118" y="6184"/>
                  </a:lnTo>
                  <a:lnTo>
                    <a:pt x="117048" y="7689"/>
                  </a:lnTo>
                  <a:lnTo>
                    <a:pt x="112030" y="9354"/>
                  </a:lnTo>
                  <a:lnTo>
                    <a:pt x="107066" y="11177"/>
                  </a:lnTo>
                  <a:lnTo>
                    <a:pt x="102162" y="13156"/>
                  </a:lnTo>
                  <a:lnTo>
                    <a:pt x="97324" y="15289"/>
                  </a:lnTo>
                  <a:lnTo>
                    <a:pt x="92555" y="17574"/>
                  </a:lnTo>
                  <a:lnTo>
                    <a:pt x="87861" y="20009"/>
                  </a:lnTo>
                  <a:lnTo>
                    <a:pt x="83246" y="22591"/>
                  </a:lnTo>
                  <a:lnTo>
                    <a:pt x="78716" y="25317"/>
                  </a:lnTo>
                  <a:lnTo>
                    <a:pt x="74274" y="28186"/>
                  </a:lnTo>
                  <a:lnTo>
                    <a:pt x="69924" y="31193"/>
                  </a:lnTo>
                  <a:lnTo>
                    <a:pt x="65672" y="34337"/>
                  </a:lnTo>
                  <a:lnTo>
                    <a:pt x="61522" y="37613"/>
                  </a:lnTo>
                  <a:lnTo>
                    <a:pt x="57477" y="41020"/>
                  </a:lnTo>
                  <a:lnTo>
                    <a:pt x="53542" y="44552"/>
                  </a:lnTo>
                  <a:lnTo>
                    <a:pt x="49721" y="48207"/>
                  </a:lnTo>
                  <a:lnTo>
                    <a:pt x="46018" y="51981"/>
                  </a:lnTo>
                  <a:lnTo>
                    <a:pt x="42435" y="55870"/>
                  </a:lnTo>
                  <a:lnTo>
                    <a:pt x="38977" y="59871"/>
                  </a:lnTo>
                  <a:lnTo>
                    <a:pt x="35648" y="63979"/>
                  </a:lnTo>
                  <a:lnTo>
                    <a:pt x="32450" y="68190"/>
                  </a:lnTo>
                  <a:lnTo>
                    <a:pt x="29387" y="72501"/>
                  </a:lnTo>
                  <a:lnTo>
                    <a:pt x="26462" y="76906"/>
                  </a:lnTo>
                  <a:lnTo>
                    <a:pt x="23678" y="81401"/>
                  </a:lnTo>
                  <a:lnTo>
                    <a:pt x="21037" y="85982"/>
                  </a:lnTo>
                  <a:lnTo>
                    <a:pt x="18542" y="90645"/>
                  </a:lnTo>
                  <a:lnTo>
                    <a:pt x="16196" y="95384"/>
                  </a:lnTo>
                  <a:lnTo>
                    <a:pt x="14001" y="100195"/>
                  </a:lnTo>
                  <a:lnTo>
                    <a:pt x="11960" y="105072"/>
                  </a:lnTo>
                  <a:lnTo>
                    <a:pt x="10074" y="110012"/>
                  </a:lnTo>
                  <a:lnTo>
                    <a:pt x="8344" y="115010"/>
                  </a:lnTo>
                  <a:lnTo>
                    <a:pt x="6774" y="120059"/>
                  </a:lnTo>
                  <a:lnTo>
                    <a:pt x="5365" y="125155"/>
                  </a:lnTo>
                  <a:lnTo>
                    <a:pt x="4117" y="130294"/>
                  </a:lnTo>
                  <a:lnTo>
                    <a:pt x="3032" y="135469"/>
                  </a:lnTo>
                  <a:lnTo>
                    <a:pt x="2112" y="140676"/>
                  </a:lnTo>
                  <a:lnTo>
                    <a:pt x="1356" y="145910"/>
                  </a:lnTo>
                  <a:lnTo>
                    <a:pt x="767" y="151165"/>
                  </a:lnTo>
                  <a:lnTo>
                    <a:pt x="344" y="156436"/>
                  </a:lnTo>
                  <a:lnTo>
                    <a:pt x="88" y="161717"/>
                  </a:lnTo>
                  <a:lnTo>
                    <a:pt x="0" y="167005"/>
                  </a:lnTo>
                  <a:lnTo>
                    <a:pt x="78" y="172292"/>
                  </a:lnTo>
                  <a:lnTo>
                    <a:pt x="324" y="177574"/>
                  </a:lnTo>
                  <a:lnTo>
                    <a:pt x="736" y="182846"/>
                  </a:lnTo>
                  <a:lnTo>
                    <a:pt x="1315" y="188102"/>
                  </a:lnTo>
                  <a:lnTo>
                    <a:pt x="2061" y="193337"/>
                  </a:lnTo>
                  <a:lnTo>
                    <a:pt x="2971" y="198546"/>
                  </a:lnTo>
                  <a:lnTo>
                    <a:pt x="4045" y="203723"/>
                  </a:lnTo>
                  <a:lnTo>
                    <a:pt x="5283" y="208864"/>
                  </a:lnTo>
                  <a:lnTo>
                    <a:pt x="6683" y="213963"/>
                  </a:lnTo>
                  <a:lnTo>
                    <a:pt x="8243" y="219016"/>
                  </a:lnTo>
                  <a:lnTo>
                    <a:pt x="9963" y="224016"/>
                  </a:lnTo>
                  <a:lnTo>
                    <a:pt x="11839" y="228960"/>
                  </a:lnTo>
                  <a:lnTo>
                    <a:pt x="13872" y="233841"/>
                  </a:lnTo>
                  <a:lnTo>
                    <a:pt x="16057" y="238657"/>
                  </a:lnTo>
                  <a:lnTo>
                    <a:pt x="18394" y="243400"/>
                  </a:lnTo>
                  <a:lnTo>
                    <a:pt x="20879" y="248067"/>
                  </a:lnTo>
                  <a:lnTo>
                    <a:pt x="23511" y="252654"/>
                  </a:lnTo>
                  <a:lnTo>
                    <a:pt x="26287" y="257154"/>
                  </a:lnTo>
                  <a:lnTo>
                    <a:pt x="29203" y="261565"/>
                  </a:lnTo>
                  <a:lnTo>
                    <a:pt x="32258" y="265881"/>
                  </a:lnTo>
                  <a:lnTo>
                    <a:pt x="35448" y="270099"/>
                  </a:lnTo>
                  <a:lnTo>
                    <a:pt x="38769" y="274213"/>
                  </a:lnTo>
                  <a:lnTo>
                    <a:pt x="42219" y="278221"/>
                  </a:lnTo>
                  <a:lnTo>
                    <a:pt x="45794" y="282117"/>
                  </a:lnTo>
                  <a:lnTo>
                    <a:pt x="49490" y="285898"/>
                  </a:lnTo>
                  <a:lnTo>
                    <a:pt x="53304" y="289561"/>
                  </a:lnTo>
                  <a:lnTo>
                    <a:pt x="57232" y="293101"/>
                  </a:lnTo>
                  <a:lnTo>
                    <a:pt x="61270" y="296515"/>
                  </a:lnTo>
                  <a:lnTo>
                    <a:pt x="65414" y="299800"/>
                  </a:lnTo>
                  <a:lnTo>
                    <a:pt x="69660" y="302951"/>
                  </a:lnTo>
                  <a:lnTo>
                    <a:pt x="74004" y="305967"/>
                  </a:lnTo>
                  <a:lnTo>
                    <a:pt x="78440" y="308845"/>
                  </a:lnTo>
                  <a:lnTo>
                    <a:pt x="82966" y="311580"/>
                  </a:lnTo>
                  <a:lnTo>
                    <a:pt x="87575" y="314171"/>
                  </a:lnTo>
                  <a:lnTo>
                    <a:pt x="92265" y="316615"/>
                  </a:lnTo>
                  <a:lnTo>
                    <a:pt x="97029" y="318909"/>
                  </a:lnTo>
                  <a:lnTo>
                    <a:pt x="101863" y="321051"/>
                  </a:lnTo>
                  <a:lnTo>
                    <a:pt x="106763" y="323040"/>
                  </a:lnTo>
                  <a:lnTo>
                    <a:pt x="111723" y="324872"/>
                  </a:lnTo>
                  <a:lnTo>
                    <a:pt x="116739" y="326547"/>
                  </a:lnTo>
                  <a:lnTo>
                    <a:pt x="121805" y="328062"/>
                  </a:lnTo>
                  <a:lnTo>
                    <a:pt x="126916" y="329416"/>
                  </a:lnTo>
                  <a:lnTo>
                    <a:pt x="132068" y="330608"/>
                  </a:lnTo>
                  <a:lnTo>
                    <a:pt x="137255" y="331636"/>
                  </a:lnTo>
                  <a:lnTo>
                    <a:pt x="142472" y="332500"/>
                  </a:lnTo>
                  <a:lnTo>
                    <a:pt x="147713" y="333199"/>
                  </a:lnTo>
                  <a:lnTo>
                    <a:pt x="152974" y="333731"/>
                  </a:lnTo>
                  <a:lnTo>
                    <a:pt x="158249" y="334096"/>
                  </a:lnTo>
                  <a:lnTo>
                    <a:pt x="163533" y="334295"/>
                  </a:lnTo>
                  <a:lnTo>
                    <a:pt x="168821" y="334326"/>
                  </a:lnTo>
                  <a:lnTo>
                    <a:pt x="174107" y="334190"/>
                  </a:lnTo>
                  <a:lnTo>
                    <a:pt x="179386" y="333887"/>
                  </a:lnTo>
                  <a:lnTo>
                    <a:pt x="184653" y="333417"/>
                  </a:lnTo>
                  <a:lnTo>
                    <a:pt x="189903" y="332781"/>
                  </a:lnTo>
                  <a:lnTo>
                    <a:pt x="195129" y="331979"/>
                  </a:lnTo>
                  <a:lnTo>
                    <a:pt x="200328" y="331012"/>
                  </a:lnTo>
                  <a:lnTo>
                    <a:pt x="205494" y="329881"/>
                  </a:lnTo>
                  <a:lnTo>
                    <a:pt x="210621" y="328588"/>
                  </a:lnTo>
                  <a:lnTo>
                    <a:pt x="215705" y="327133"/>
                  </a:lnTo>
                  <a:lnTo>
                    <a:pt x="220740" y="325518"/>
                  </a:lnTo>
                  <a:lnTo>
                    <a:pt x="225721" y="323744"/>
                  </a:lnTo>
                  <a:lnTo>
                    <a:pt x="230644" y="321814"/>
                  </a:lnTo>
                  <a:lnTo>
                    <a:pt x="235503" y="319729"/>
                  </a:lnTo>
                  <a:lnTo>
                    <a:pt x="240295" y="317491"/>
                  </a:lnTo>
                  <a:lnTo>
                    <a:pt x="245012" y="315103"/>
                  </a:lnTo>
                  <a:lnTo>
                    <a:pt x="249652" y="312567"/>
                  </a:lnTo>
                  <a:lnTo>
                    <a:pt x="254210" y="309885"/>
                  </a:lnTo>
                  <a:lnTo>
                    <a:pt x="258680" y="307061"/>
                  </a:lnTo>
                  <a:lnTo>
                    <a:pt x="263059" y="304096"/>
                  </a:lnTo>
                  <a:lnTo>
                    <a:pt x="267342" y="300995"/>
                  </a:lnTo>
                  <a:lnTo>
                    <a:pt x="271524" y="297760"/>
                  </a:lnTo>
                  <a:lnTo>
                    <a:pt x="275603" y="294394"/>
                  </a:lnTo>
                  <a:lnTo>
                    <a:pt x="279572" y="290900"/>
                  </a:lnTo>
                  <a:lnTo>
                    <a:pt x="283429" y="287283"/>
                  </a:lnTo>
                  <a:lnTo>
                    <a:pt x="287170" y="283546"/>
                  </a:lnTo>
                  <a:lnTo>
                    <a:pt x="290791" y="279692"/>
                  </a:lnTo>
                  <a:lnTo>
                    <a:pt x="294288" y="275726"/>
                  </a:lnTo>
                  <a:lnTo>
                    <a:pt x="297658" y="271651"/>
                  </a:lnTo>
                  <a:lnTo>
                    <a:pt x="300897" y="267472"/>
                  </a:lnTo>
                  <a:lnTo>
                    <a:pt x="304003" y="263192"/>
                  </a:lnTo>
                  <a:lnTo>
                    <a:pt x="306972" y="258816"/>
                  </a:lnTo>
                  <a:lnTo>
                    <a:pt x="309800" y="254349"/>
                  </a:lnTo>
                  <a:lnTo>
                    <a:pt x="312486" y="249794"/>
                  </a:lnTo>
                  <a:lnTo>
                    <a:pt x="315027" y="245156"/>
                  </a:lnTo>
                  <a:lnTo>
                    <a:pt x="317420" y="240441"/>
                  </a:lnTo>
                  <a:lnTo>
                    <a:pt x="319662" y="235652"/>
                  </a:lnTo>
                  <a:lnTo>
                    <a:pt x="321752" y="230794"/>
                  </a:lnTo>
                  <a:lnTo>
                    <a:pt x="323687" y="225873"/>
                  </a:lnTo>
                  <a:lnTo>
                    <a:pt x="325465" y="220894"/>
                  </a:lnTo>
                  <a:lnTo>
                    <a:pt x="327085" y="215860"/>
                  </a:lnTo>
                  <a:lnTo>
                    <a:pt x="328545" y="210778"/>
                  </a:lnTo>
                  <a:lnTo>
                    <a:pt x="329844" y="205652"/>
                  </a:lnTo>
                  <a:lnTo>
                    <a:pt x="330980" y="200487"/>
                  </a:lnTo>
                  <a:lnTo>
                    <a:pt x="331952" y="195290"/>
                  </a:lnTo>
                  <a:lnTo>
                    <a:pt x="332759" y="190064"/>
                  </a:lnTo>
                  <a:lnTo>
                    <a:pt x="333400" y="184815"/>
                  </a:lnTo>
                  <a:lnTo>
                    <a:pt x="333875" y="179549"/>
                  </a:lnTo>
                  <a:lnTo>
                    <a:pt x="334183" y="174270"/>
                  </a:lnTo>
                  <a:lnTo>
                    <a:pt x="334324" y="168984"/>
                  </a:lnTo>
                  <a:lnTo>
                    <a:pt x="334298" y="163696"/>
                  </a:lnTo>
                  <a:lnTo>
                    <a:pt x="334105" y="158412"/>
                  </a:lnTo>
                  <a:lnTo>
                    <a:pt x="333744" y="153136"/>
                  </a:lnTo>
                  <a:lnTo>
                    <a:pt x="333217" y="147875"/>
                  </a:lnTo>
                  <a:lnTo>
                    <a:pt x="332524" y="142632"/>
                  </a:lnTo>
                  <a:lnTo>
                    <a:pt x="331665" y="137415"/>
                  </a:lnTo>
                  <a:lnTo>
                    <a:pt x="330642" y="132227"/>
                  </a:lnTo>
                  <a:lnTo>
                    <a:pt x="329455" y="127074"/>
                  </a:lnTo>
                  <a:lnTo>
                    <a:pt x="328106" y="121961"/>
                  </a:lnTo>
                  <a:lnTo>
                    <a:pt x="326596" y="116894"/>
                  </a:lnTo>
                  <a:lnTo>
                    <a:pt x="324926" y="111876"/>
                  </a:lnTo>
                  <a:lnTo>
                    <a:pt x="323098" y="106914"/>
                  </a:lnTo>
                  <a:lnTo>
                    <a:pt x="321115" y="102013"/>
                  </a:lnTo>
                  <a:lnTo>
                    <a:pt x="318977" y="97176"/>
                  </a:lnTo>
                  <a:lnTo>
                    <a:pt x="316687" y="92410"/>
                  </a:lnTo>
                  <a:lnTo>
                    <a:pt x="314248" y="87718"/>
                  </a:lnTo>
                  <a:lnTo>
                    <a:pt x="311662" y="83106"/>
                  </a:lnTo>
                  <a:lnTo>
                    <a:pt x="308931" y="78578"/>
                  </a:lnTo>
                  <a:lnTo>
                    <a:pt x="306058" y="74139"/>
                  </a:lnTo>
                  <a:lnTo>
                    <a:pt x="303046" y="69792"/>
                  </a:lnTo>
                  <a:lnTo>
                    <a:pt x="299898" y="65544"/>
                  </a:lnTo>
                  <a:lnTo>
                    <a:pt x="296618" y="61396"/>
                  </a:lnTo>
                  <a:lnTo>
                    <a:pt x="293208" y="57355"/>
                  </a:lnTo>
                  <a:lnTo>
                    <a:pt x="289671" y="53423"/>
                  </a:lnTo>
                  <a:lnTo>
                    <a:pt x="286013" y="49606"/>
                  </a:lnTo>
                  <a:lnTo>
                    <a:pt x="282235" y="45906"/>
                  </a:lnTo>
                  <a:lnTo>
                    <a:pt x="278342" y="42327"/>
                  </a:lnTo>
                  <a:lnTo>
                    <a:pt x="274338" y="38873"/>
                  </a:lnTo>
                  <a:lnTo>
                    <a:pt x="270227" y="35548"/>
                  </a:lnTo>
                  <a:lnTo>
                    <a:pt x="266012" y="32354"/>
                  </a:lnTo>
                  <a:lnTo>
                    <a:pt x="261699" y="29295"/>
                  </a:lnTo>
                  <a:lnTo>
                    <a:pt x="257291" y="26374"/>
                  </a:lnTo>
                  <a:lnTo>
                    <a:pt x="252793" y="23594"/>
                  </a:lnTo>
                  <a:lnTo>
                    <a:pt x="248209" y="20958"/>
                  </a:lnTo>
                  <a:lnTo>
                    <a:pt x="243545" y="18468"/>
                  </a:lnTo>
                  <a:lnTo>
                    <a:pt x="238803" y="16127"/>
                  </a:lnTo>
                  <a:lnTo>
                    <a:pt x="233990" y="13936"/>
                  </a:lnTo>
                  <a:lnTo>
                    <a:pt x="229111" y="11900"/>
                  </a:lnTo>
                  <a:lnTo>
                    <a:pt x="224169" y="10018"/>
                  </a:lnTo>
                  <a:lnTo>
                    <a:pt x="219170" y="8294"/>
                  </a:lnTo>
                  <a:lnTo>
                    <a:pt x="214119" y="6729"/>
                  </a:lnTo>
                  <a:lnTo>
                    <a:pt x="209021" y="5324"/>
                  </a:lnTo>
                  <a:lnTo>
                    <a:pt x="203881" y="4081"/>
                  </a:lnTo>
                  <a:lnTo>
                    <a:pt x="198705" y="3001"/>
                  </a:lnTo>
                  <a:lnTo>
                    <a:pt x="193497" y="2086"/>
                  </a:lnTo>
                  <a:lnTo>
                    <a:pt x="188263" y="1336"/>
                  </a:lnTo>
                  <a:lnTo>
                    <a:pt x="183007" y="752"/>
                  </a:lnTo>
                  <a:lnTo>
                    <a:pt x="177736" y="334"/>
                  </a:lnTo>
                  <a:lnTo>
                    <a:pt x="172454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875475" y="4397268"/>
              <a:ext cx="3308" cy="167167"/>
            </a:xfrm>
            <a:custGeom>
              <a:avLst/>
              <a:pathLst>
                <a:path w="3308" h="167167">
                  <a:moveTo>
                    <a:pt x="3308" y="0"/>
                  </a:moveTo>
                  <a:lnTo>
                    <a:pt x="0" y="32"/>
                  </a:lnTo>
                  <a:lnTo>
                    <a:pt x="330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875475" y="4397301"/>
              <a:ext cx="3308" cy="167134"/>
            </a:xfrm>
            <a:custGeom>
              <a:avLst/>
              <a:pathLst>
                <a:path w="3308" h="167134">
                  <a:moveTo>
                    <a:pt x="0" y="0"/>
                  </a:moveTo>
                  <a:lnTo>
                    <a:pt x="3308" y="16713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875475" y="4397301"/>
              <a:ext cx="3308" cy="167134"/>
            </a:xfrm>
            <a:custGeom>
              <a:avLst/>
              <a:pathLst>
                <a:path w="3308" h="167134">
                  <a:moveTo>
                    <a:pt x="0" y="0"/>
                  </a:moveTo>
                  <a:lnTo>
                    <a:pt x="3308" y="1671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875475" y="4397301"/>
              <a:ext cx="3308" cy="167134"/>
            </a:xfrm>
            <a:custGeom>
              <a:avLst/>
              <a:pathLst>
                <a:path w="3308" h="167134">
                  <a:moveTo>
                    <a:pt x="0" y="0"/>
                  </a:moveTo>
                  <a:lnTo>
                    <a:pt x="3308" y="1671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875475" y="4397301"/>
              <a:ext cx="3308" cy="167134"/>
            </a:xfrm>
            <a:custGeom>
              <a:avLst/>
              <a:pathLst>
                <a:path w="3308" h="167134">
                  <a:moveTo>
                    <a:pt x="0" y="0"/>
                  </a:moveTo>
                  <a:lnTo>
                    <a:pt x="3308" y="16713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875475" y="4397301"/>
              <a:ext cx="3308" cy="167134"/>
            </a:xfrm>
            <a:custGeom>
              <a:avLst/>
              <a:pathLst>
                <a:path w="3308" h="167134">
                  <a:moveTo>
                    <a:pt x="0" y="0"/>
                  </a:moveTo>
                  <a:lnTo>
                    <a:pt x="3308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875475" y="4397301"/>
              <a:ext cx="3308" cy="167134"/>
            </a:xfrm>
            <a:custGeom>
              <a:avLst/>
              <a:pathLst>
                <a:path w="3308" h="167134">
                  <a:moveTo>
                    <a:pt x="0" y="0"/>
                  </a:moveTo>
                  <a:lnTo>
                    <a:pt x="3308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875475" y="4397301"/>
              <a:ext cx="3308" cy="167134"/>
            </a:xfrm>
            <a:custGeom>
              <a:avLst/>
              <a:pathLst>
                <a:path w="3308" h="167134">
                  <a:moveTo>
                    <a:pt x="0" y="0"/>
                  </a:moveTo>
                  <a:lnTo>
                    <a:pt x="3308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875475" y="4397301"/>
              <a:ext cx="3308" cy="167134"/>
            </a:xfrm>
            <a:custGeom>
              <a:avLst/>
              <a:pathLst>
                <a:path w="3308" h="167134">
                  <a:moveTo>
                    <a:pt x="0" y="0"/>
                  </a:moveTo>
                  <a:lnTo>
                    <a:pt x="3308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875475" y="4397301"/>
              <a:ext cx="3308" cy="167134"/>
            </a:xfrm>
            <a:custGeom>
              <a:avLst/>
              <a:pathLst>
                <a:path w="3308" h="167134">
                  <a:moveTo>
                    <a:pt x="0" y="0"/>
                  </a:moveTo>
                  <a:lnTo>
                    <a:pt x="3308" y="1671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875475" y="4397301"/>
              <a:ext cx="3308" cy="167134"/>
            </a:xfrm>
            <a:custGeom>
              <a:avLst/>
              <a:pathLst>
                <a:path w="3308" h="167134">
                  <a:moveTo>
                    <a:pt x="0" y="0"/>
                  </a:moveTo>
                  <a:lnTo>
                    <a:pt x="3308" y="1671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11616" y="4397268"/>
              <a:ext cx="334324" cy="334326"/>
            </a:xfrm>
            <a:custGeom>
              <a:avLst/>
              <a:pathLst>
                <a:path w="334324" h="334326">
                  <a:moveTo>
                    <a:pt x="163858" y="32"/>
                  </a:moveTo>
                  <a:lnTo>
                    <a:pt x="158574" y="221"/>
                  </a:lnTo>
                  <a:lnTo>
                    <a:pt x="153298" y="576"/>
                  </a:lnTo>
                  <a:lnTo>
                    <a:pt x="148036" y="1098"/>
                  </a:lnTo>
                  <a:lnTo>
                    <a:pt x="142793" y="1786"/>
                  </a:lnTo>
                  <a:lnTo>
                    <a:pt x="137575" y="2640"/>
                  </a:lnTo>
                  <a:lnTo>
                    <a:pt x="132386" y="3658"/>
                  </a:lnTo>
                  <a:lnTo>
                    <a:pt x="127232" y="4840"/>
                  </a:lnTo>
                  <a:lnTo>
                    <a:pt x="122118" y="6184"/>
                  </a:lnTo>
                  <a:lnTo>
                    <a:pt x="117048" y="7689"/>
                  </a:lnTo>
                  <a:lnTo>
                    <a:pt x="112030" y="9354"/>
                  </a:lnTo>
                  <a:lnTo>
                    <a:pt x="107066" y="11177"/>
                  </a:lnTo>
                  <a:lnTo>
                    <a:pt x="102162" y="13156"/>
                  </a:lnTo>
                  <a:lnTo>
                    <a:pt x="97324" y="15289"/>
                  </a:lnTo>
                  <a:lnTo>
                    <a:pt x="92555" y="17574"/>
                  </a:lnTo>
                  <a:lnTo>
                    <a:pt x="87861" y="20009"/>
                  </a:lnTo>
                  <a:lnTo>
                    <a:pt x="83246" y="22591"/>
                  </a:lnTo>
                  <a:lnTo>
                    <a:pt x="78716" y="25317"/>
                  </a:lnTo>
                  <a:lnTo>
                    <a:pt x="74274" y="28186"/>
                  </a:lnTo>
                  <a:lnTo>
                    <a:pt x="69924" y="31193"/>
                  </a:lnTo>
                  <a:lnTo>
                    <a:pt x="65672" y="34337"/>
                  </a:lnTo>
                  <a:lnTo>
                    <a:pt x="61522" y="37613"/>
                  </a:lnTo>
                  <a:lnTo>
                    <a:pt x="57477" y="41020"/>
                  </a:lnTo>
                  <a:lnTo>
                    <a:pt x="53542" y="44552"/>
                  </a:lnTo>
                  <a:lnTo>
                    <a:pt x="49721" y="48207"/>
                  </a:lnTo>
                  <a:lnTo>
                    <a:pt x="46018" y="51981"/>
                  </a:lnTo>
                  <a:lnTo>
                    <a:pt x="42435" y="55870"/>
                  </a:lnTo>
                  <a:lnTo>
                    <a:pt x="38977" y="59871"/>
                  </a:lnTo>
                  <a:lnTo>
                    <a:pt x="35648" y="63979"/>
                  </a:lnTo>
                  <a:lnTo>
                    <a:pt x="32450" y="68190"/>
                  </a:lnTo>
                  <a:lnTo>
                    <a:pt x="29387" y="72501"/>
                  </a:lnTo>
                  <a:lnTo>
                    <a:pt x="26462" y="76906"/>
                  </a:lnTo>
                  <a:lnTo>
                    <a:pt x="23678" y="81401"/>
                  </a:lnTo>
                  <a:lnTo>
                    <a:pt x="21037" y="85982"/>
                  </a:lnTo>
                  <a:lnTo>
                    <a:pt x="18542" y="90645"/>
                  </a:lnTo>
                  <a:lnTo>
                    <a:pt x="16196" y="95384"/>
                  </a:lnTo>
                  <a:lnTo>
                    <a:pt x="14001" y="100195"/>
                  </a:lnTo>
                  <a:lnTo>
                    <a:pt x="11960" y="105072"/>
                  </a:lnTo>
                  <a:lnTo>
                    <a:pt x="10074" y="110012"/>
                  </a:lnTo>
                  <a:lnTo>
                    <a:pt x="8344" y="115010"/>
                  </a:lnTo>
                  <a:lnTo>
                    <a:pt x="6774" y="120059"/>
                  </a:lnTo>
                  <a:lnTo>
                    <a:pt x="5365" y="125155"/>
                  </a:lnTo>
                  <a:lnTo>
                    <a:pt x="4117" y="130294"/>
                  </a:lnTo>
                  <a:lnTo>
                    <a:pt x="3032" y="135469"/>
                  </a:lnTo>
                  <a:lnTo>
                    <a:pt x="2112" y="140676"/>
                  </a:lnTo>
                  <a:lnTo>
                    <a:pt x="1356" y="145910"/>
                  </a:lnTo>
                  <a:lnTo>
                    <a:pt x="767" y="151165"/>
                  </a:lnTo>
                  <a:lnTo>
                    <a:pt x="344" y="156436"/>
                  </a:lnTo>
                  <a:lnTo>
                    <a:pt x="88" y="161717"/>
                  </a:lnTo>
                  <a:lnTo>
                    <a:pt x="0" y="167005"/>
                  </a:lnTo>
                  <a:lnTo>
                    <a:pt x="78" y="172292"/>
                  </a:lnTo>
                  <a:lnTo>
                    <a:pt x="324" y="177574"/>
                  </a:lnTo>
                  <a:lnTo>
                    <a:pt x="736" y="182846"/>
                  </a:lnTo>
                  <a:lnTo>
                    <a:pt x="1315" y="188102"/>
                  </a:lnTo>
                  <a:lnTo>
                    <a:pt x="2061" y="193337"/>
                  </a:lnTo>
                  <a:lnTo>
                    <a:pt x="2971" y="198546"/>
                  </a:lnTo>
                  <a:lnTo>
                    <a:pt x="4045" y="203723"/>
                  </a:lnTo>
                  <a:lnTo>
                    <a:pt x="5283" y="208864"/>
                  </a:lnTo>
                  <a:lnTo>
                    <a:pt x="6683" y="213963"/>
                  </a:lnTo>
                  <a:lnTo>
                    <a:pt x="8243" y="219016"/>
                  </a:lnTo>
                  <a:lnTo>
                    <a:pt x="9963" y="224016"/>
                  </a:lnTo>
                  <a:lnTo>
                    <a:pt x="11839" y="228960"/>
                  </a:lnTo>
                  <a:lnTo>
                    <a:pt x="13872" y="233841"/>
                  </a:lnTo>
                  <a:lnTo>
                    <a:pt x="16057" y="238657"/>
                  </a:lnTo>
                  <a:lnTo>
                    <a:pt x="18394" y="243400"/>
                  </a:lnTo>
                  <a:lnTo>
                    <a:pt x="20879" y="248067"/>
                  </a:lnTo>
                  <a:lnTo>
                    <a:pt x="23511" y="252654"/>
                  </a:lnTo>
                  <a:lnTo>
                    <a:pt x="26287" y="257154"/>
                  </a:lnTo>
                  <a:lnTo>
                    <a:pt x="29203" y="261565"/>
                  </a:lnTo>
                  <a:lnTo>
                    <a:pt x="32258" y="265881"/>
                  </a:lnTo>
                  <a:lnTo>
                    <a:pt x="35448" y="270099"/>
                  </a:lnTo>
                  <a:lnTo>
                    <a:pt x="38769" y="274213"/>
                  </a:lnTo>
                  <a:lnTo>
                    <a:pt x="42219" y="278221"/>
                  </a:lnTo>
                  <a:lnTo>
                    <a:pt x="45794" y="282117"/>
                  </a:lnTo>
                  <a:lnTo>
                    <a:pt x="49490" y="285898"/>
                  </a:lnTo>
                  <a:lnTo>
                    <a:pt x="53304" y="289561"/>
                  </a:lnTo>
                  <a:lnTo>
                    <a:pt x="57232" y="293101"/>
                  </a:lnTo>
                  <a:lnTo>
                    <a:pt x="61270" y="296515"/>
                  </a:lnTo>
                  <a:lnTo>
                    <a:pt x="65414" y="299800"/>
                  </a:lnTo>
                  <a:lnTo>
                    <a:pt x="69660" y="302951"/>
                  </a:lnTo>
                  <a:lnTo>
                    <a:pt x="74004" y="305967"/>
                  </a:lnTo>
                  <a:lnTo>
                    <a:pt x="78440" y="308845"/>
                  </a:lnTo>
                  <a:lnTo>
                    <a:pt x="82966" y="311580"/>
                  </a:lnTo>
                  <a:lnTo>
                    <a:pt x="87575" y="314171"/>
                  </a:lnTo>
                  <a:lnTo>
                    <a:pt x="92265" y="316615"/>
                  </a:lnTo>
                  <a:lnTo>
                    <a:pt x="97029" y="318909"/>
                  </a:lnTo>
                  <a:lnTo>
                    <a:pt x="101863" y="321051"/>
                  </a:lnTo>
                  <a:lnTo>
                    <a:pt x="106763" y="323040"/>
                  </a:lnTo>
                  <a:lnTo>
                    <a:pt x="111723" y="324872"/>
                  </a:lnTo>
                  <a:lnTo>
                    <a:pt x="116739" y="326547"/>
                  </a:lnTo>
                  <a:lnTo>
                    <a:pt x="121805" y="328062"/>
                  </a:lnTo>
                  <a:lnTo>
                    <a:pt x="126916" y="329416"/>
                  </a:lnTo>
                  <a:lnTo>
                    <a:pt x="132068" y="330608"/>
                  </a:lnTo>
                  <a:lnTo>
                    <a:pt x="137255" y="331636"/>
                  </a:lnTo>
                  <a:lnTo>
                    <a:pt x="142472" y="332500"/>
                  </a:lnTo>
                  <a:lnTo>
                    <a:pt x="147713" y="333199"/>
                  </a:lnTo>
                  <a:lnTo>
                    <a:pt x="152974" y="333731"/>
                  </a:lnTo>
                  <a:lnTo>
                    <a:pt x="158249" y="334096"/>
                  </a:lnTo>
                  <a:lnTo>
                    <a:pt x="163533" y="334295"/>
                  </a:lnTo>
                  <a:lnTo>
                    <a:pt x="168821" y="334326"/>
                  </a:lnTo>
                  <a:lnTo>
                    <a:pt x="174107" y="334190"/>
                  </a:lnTo>
                  <a:lnTo>
                    <a:pt x="179386" y="333887"/>
                  </a:lnTo>
                  <a:lnTo>
                    <a:pt x="184653" y="333417"/>
                  </a:lnTo>
                  <a:lnTo>
                    <a:pt x="189903" y="332781"/>
                  </a:lnTo>
                  <a:lnTo>
                    <a:pt x="195129" y="331979"/>
                  </a:lnTo>
                  <a:lnTo>
                    <a:pt x="200328" y="331012"/>
                  </a:lnTo>
                  <a:lnTo>
                    <a:pt x="205494" y="329881"/>
                  </a:lnTo>
                  <a:lnTo>
                    <a:pt x="210621" y="328588"/>
                  </a:lnTo>
                  <a:lnTo>
                    <a:pt x="215705" y="327133"/>
                  </a:lnTo>
                  <a:lnTo>
                    <a:pt x="220740" y="325518"/>
                  </a:lnTo>
                  <a:lnTo>
                    <a:pt x="225721" y="323744"/>
                  </a:lnTo>
                  <a:lnTo>
                    <a:pt x="230644" y="321814"/>
                  </a:lnTo>
                  <a:lnTo>
                    <a:pt x="235503" y="319729"/>
                  </a:lnTo>
                  <a:lnTo>
                    <a:pt x="240295" y="317491"/>
                  </a:lnTo>
                  <a:lnTo>
                    <a:pt x="245012" y="315103"/>
                  </a:lnTo>
                  <a:lnTo>
                    <a:pt x="249652" y="312567"/>
                  </a:lnTo>
                  <a:lnTo>
                    <a:pt x="254210" y="309885"/>
                  </a:lnTo>
                  <a:lnTo>
                    <a:pt x="258680" y="307061"/>
                  </a:lnTo>
                  <a:lnTo>
                    <a:pt x="263059" y="304096"/>
                  </a:lnTo>
                  <a:lnTo>
                    <a:pt x="267342" y="300995"/>
                  </a:lnTo>
                  <a:lnTo>
                    <a:pt x="271524" y="297760"/>
                  </a:lnTo>
                  <a:lnTo>
                    <a:pt x="275603" y="294394"/>
                  </a:lnTo>
                  <a:lnTo>
                    <a:pt x="279572" y="290900"/>
                  </a:lnTo>
                  <a:lnTo>
                    <a:pt x="283429" y="287283"/>
                  </a:lnTo>
                  <a:lnTo>
                    <a:pt x="287170" y="283546"/>
                  </a:lnTo>
                  <a:lnTo>
                    <a:pt x="290791" y="279692"/>
                  </a:lnTo>
                  <a:lnTo>
                    <a:pt x="294288" y="275726"/>
                  </a:lnTo>
                  <a:lnTo>
                    <a:pt x="297658" y="271651"/>
                  </a:lnTo>
                  <a:lnTo>
                    <a:pt x="300897" y="267472"/>
                  </a:lnTo>
                  <a:lnTo>
                    <a:pt x="304003" y="263192"/>
                  </a:lnTo>
                  <a:lnTo>
                    <a:pt x="306972" y="258816"/>
                  </a:lnTo>
                  <a:lnTo>
                    <a:pt x="309800" y="254349"/>
                  </a:lnTo>
                  <a:lnTo>
                    <a:pt x="312486" y="249794"/>
                  </a:lnTo>
                  <a:lnTo>
                    <a:pt x="315027" y="245156"/>
                  </a:lnTo>
                  <a:lnTo>
                    <a:pt x="317420" y="240441"/>
                  </a:lnTo>
                  <a:lnTo>
                    <a:pt x="319662" y="235652"/>
                  </a:lnTo>
                  <a:lnTo>
                    <a:pt x="321752" y="230794"/>
                  </a:lnTo>
                  <a:lnTo>
                    <a:pt x="323687" y="225873"/>
                  </a:lnTo>
                  <a:lnTo>
                    <a:pt x="325465" y="220894"/>
                  </a:lnTo>
                  <a:lnTo>
                    <a:pt x="327085" y="215860"/>
                  </a:lnTo>
                  <a:lnTo>
                    <a:pt x="328545" y="210778"/>
                  </a:lnTo>
                  <a:lnTo>
                    <a:pt x="329844" y="205652"/>
                  </a:lnTo>
                  <a:lnTo>
                    <a:pt x="330980" y="200487"/>
                  </a:lnTo>
                  <a:lnTo>
                    <a:pt x="331952" y="195290"/>
                  </a:lnTo>
                  <a:lnTo>
                    <a:pt x="332759" y="190064"/>
                  </a:lnTo>
                  <a:lnTo>
                    <a:pt x="333400" y="184815"/>
                  </a:lnTo>
                  <a:lnTo>
                    <a:pt x="333875" y="179549"/>
                  </a:lnTo>
                  <a:lnTo>
                    <a:pt x="334183" y="174270"/>
                  </a:lnTo>
                  <a:lnTo>
                    <a:pt x="334324" y="168984"/>
                  </a:lnTo>
                  <a:lnTo>
                    <a:pt x="334298" y="163696"/>
                  </a:lnTo>
                  <a:lnTo>
                    <a:pt x="334105" y="158412"/>
                  </a:lnTo>
                  <a:lnTo>
                    <a:pt x="333744" y="153136"/>
                  </a:lnTo>
                  <a:lnTo>
                    <a:pt x="333217" y="147875"/>
                  </a:lnTo>
                  <a:lnTo>
                    <a:pt x="332524" y="142632"/>
                  </a:lnTo>
                  <a:lnTo>
                    <a:pt x="331665" y="137415"/>
                  </a:lnTo>
                  <a:lnTo>
                    <a:pt x="330642" y="132227"/>
                  </a:lnTo>
                  <a:lnTo>
                    <a:pt x="329455" y="127074"/>
                  </a:lnTo>
                  <a:lnTo>
                    <a:pt x="328106" y="121961"/>
                  </a:lnTo>
                  <a:lnTo>
                    <a:pt x="326596" y="116894"/>
                  </a:lnTo>
                  <a:lnTo>
                    <a:pt x="324926" y="111876"/>
                  </a:lnTo>
                  <a:lnTo>
                    <a:pt x="323098" y="106914"/>
                  </a:lnTo>
                  <a:lnTo>
                    <a:pt x="321115" y="102013"/>
                  </a:lnTo>
                  <a:lnTo>
                    <a:pt x="318977" y="97176"/>
                  </a:lnTo>
                  <a:lnTo>
                    <a:pt x="316687" y="92410"/>
                  </a:lnTo>
                  <a:lnTo>
                    <a:pt x="314248" y="87718"/>
                  </a:lnTo>
                  <a:lnTo>
                    <a:pt x="311662" y="83106"/>
                  </a:lnTo>
                  <a:lnTo>
                    <a:pt x="308931" y="78578"/>
                  </a:lnTo>
                  <a:lnTo>
                    <a:pt x="306058" y="74139"/>
                  </a:lnTo>
                  <a:lnTo>
                    <a:pt x="303046" y="69792"/>
                  </a:lnTo>
                  <a:lnTo>
                    <a:pt x="299898" y="65544"/>
                  </a:lnTo>
                  <a:lnTo>
                    <a:pt x="296618" y="61396"/>
                  </a:lnTo>
                  <a:lnTo>
                    <a:pt x="293208" y="57355"/>
                  </a:lnTo>
                  <a:lnTo>
                    <a:pt x="289671" y="53423"/>
                  </a:lnTo>
                  <a:lnTo>
                    <a:pt x="286013" y="49606"/>
                  </a:lnTo>
                  <a:lnTo>
                    <a:pt x="282235" y="45906"/>
                  </a:lnTo>
                  <a:lnTo>
                    <a:pt x="278342" y="42327"/>
                  </a:lnTo>
                  <a:lnTo>
                    <a:pt x="274338" y="38873"/>
                  </a:lnTo>
                  <a:lnTo>
                    <a:pt x="270227" y="35548"/>
                  </a:lnTo>
                  <a:lnTo>
                    <a:pt x="266012" y="32354"/>
                  </a:lnTo>
                  <a:lnTo>
                    <a:pt x="261699" y="29295"/>
                  </a:lnTo>
                  <a:lnTo>
                    <a:pt x="257291" y="26374"/>
                  </a:lnTo>
                  <a:lnTo>
                    <a:pt x="252793" y="23594"/>
                  </a:lnTo>
                  <a:lnTo>
                    <a:pt x="248209" y="20958"/>
                  </a:lnTo>
                  <a:lnTo>
                    <a:pt x="243545" y="18468"/>
                  </a:lnTo>
                  <a:lnTo>
                    <a:pt x="238803" y="16127"/>
                  </a:lnTo>
                  <a:lnTo>
                    <a:pt x="233990" y="13936"/>
                  </a:lnTo>
                  <a:lnTo>
                    <a:pt x="229111" y="11900"/>
                  </a:lnTo>
                  <a:lnTo>
                    <a:pt x="224169" y="10018"/>
                  </a:lnTo>
                  <a:lnTo>
                    <a:pt x="219170" y="8294"/>
                  </a:lnTo>
                  <a:lnTo>
                    <a:pt x="214119" y="6729"/>
                  </a:lnTo>
                  <a:lnTo>
                    <a:pt x="209021" y="5324"/>
                  </a:lnTo>
                  <a:lnTo>
                    <a:pt x="203881" y="4081"/>
                  </a:lnTo>
                  <a:lnTo>
                    <a:pt x="198705" y="3001"/>
                  </a:lnTo>
                  <a:lnTo>
                    <a:pt x="193497" y="2086"/>
                  </a:lnTo>
                  <a:lnTo>
                    <a:pt x="188263" y="1336"/>
                  </a:lnTo>
                  <a:lnTo>
                    <a:pt x="183007" y="752"/>
                  </a:lnTo>
                  <a:lnTo>
                    <a:pt x="177736" y="334"/>
                  </a:lnTo>
                  <a:lnTo>
                    <a:pt x="172454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211921" y="4794382"/>
              <a:ext cx="644" cy="167167"/>
            </a:xfrm>
            <a:custGeom>
              <a:avLst/>
              <a:pathLst>
                <a:path w="644" h="167167">
                  <a:moveTo>
                    <a:pt x="644" y="0"/>
                  </a:moveTo>
                  <a:lnTo>
                    <a:pt x="0" y="1"/>
                  </a:lnTo>
                  <a:lnTo>
                    <a:pt x="644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211921" y="4794383"/>
              <a:ext cx="644" cy="167166"/>
            </a:xfrm>
            <a:custGeom>
              <a:avLst/>
              <a:pathLst>
                <a:path w="644" h="167166">
                  <a:moveTo>
                    <a:pt x="0" y="0"/>
                  </a:moveTo>
                  <a:lnTo>
                    <a:pt x="644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211921" y="4794383"/>
              <a:ext cx="644" cy="167166"/>
            </a:xfrm>
            <a:custGeom>
              <a:avLst/>
              <a:pathLst>
                <a:path w="644" h="167166">
                  <a:moveTo>
                    <a:pt x="0" y="0"/>
                  </a:moveTo>
                  <a:lnTo>
                    <a:pt x="644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211921" y="4794383"/>
              <a:ext cx="644" cy="167166"/>
            </a:xfrm>
            <a:custGeom>
              <a:avLst/>
              <a:pathLst>
                <a:path w="644" h="167166">
                  <a:moveTo>
                    <a:pt x="0" y="0"/>
                  </a:moveTo>
                  <a:lnTo>
                    <a:pt x="644" y="1671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211921" y="4794383"/>
              <a:ext cx="644" cy="167166"/>
            </a:xfrm>
            <a:custGeom>
              <a:avLst/>
              <a:pathLst>
                <a:path w="644" h="167166">
                  <a:moveTo>
                    <a:pt x="0" y="0"/>
                  </a:moveTo>
                  <a:lnTo>
                    <a:pt x="644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211921" y="4794383"/>
              <a:ext cx="644" cy="167166"/>
            </a:xfrm>
            <a:custGeom>
              <a:avLst/>
              <a:pathLst>
                <a:path w="644" h="167166">
                  <a:moveTo>
                    <a:pt x="0" y="0"/>
                  </a:moveTo>
                  <a:lnTo>
                    <a:pt x="644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211921" y="4794383"/>
              <a:ext cx="644" cy="167166"/>
            </a:xfrm>
            <a:custGeom>
              <a:avLst/>
              <a:pathLst>
                <a:path w="644" h="167166">
                  <a:moveTo>
                    <a:pt x="0" y="0"/>
                  </a:moveTo>
                  <a:lnTo>
                    <a:pt x="644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211921" y="4794383"/>
              <a:ext cx="644" cy="167166"/>
            </a:xfrm>
            <a:custGeom>
              <a:avLst/>
              <a:pathLst>
                <a:path w="644" h="167166">
                  <a:moveTo>
                    <a:pt x="0" y="0"/>
                  </a:moveTo>
                  <a:lnTo>
                    <a:pt x="644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211921" y="4794383"/>
              <a:ext cx="644" cy="167166"/>
            </a:xfrm>
            <a:custGeom>
              <a:avLst/>
              <a:pathLst>
                <a:path w="644" h="167166">
                  <a:moveTo>
                    <a:pt x="0" y="0"/>
                  </a:moveTo>
                  <a:lnTo>
                    <a:pt x="644" y="1671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211921" y="4794383"/>
              <a:ext cx="644" cy="167166"/>
            </a:xfrm>
            <a:custGeom>
              <a:avLst/>
              <a:pathLst>
                <a:path w="644" h="167166">
                  <a:moveTo>
                    <a:pt x="0" y="0"/>
                  </a:moveTo>
                  <a:lnTo>
                    <a:pt x="644" y="1671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067468" y="4794383"/>
              <a:ext cx="145098" cy="167166"/>
            </a:xfrm>
            <a:custGeom>
              <a:avLst/>
              <a:pathLst>
                <a:path w="145098" h="167166">
                  <a:moveTo>
                    <a:pt x="144453" y="0"/>
                  </a:moveTo>
                  <a:lnTo>
                    <a:pt x="138983" y="110"/>
                  </a:lnTo>
                  <a:lnTo>
                    <a:pt x="133520" y="400"/>
                  </a:lnTo>
                  <a:lnTo>
                    <a:pt x="128070" y="868"/>
                  </a:lnTo>
                  <a:lnTo>
                    <a:pt x="122637" y="1514"/>
                  </a:lnTo>
                  <a:lnTo>
                    <a:pt x="117229" y="2338"/>
                  </a:lnTo>
                  <a:lnTo>
                    <a:pt x="111851" y="3338"/>
                  </a:lnTo>
                  <a:lnTo>
                    <a:pt x="106508" y="4513"/>
                  </a:lnTo>
                  <a:lnTo>
                    <a:pt x="101206" y="5863"/>
                  </a:lnTo>
                  <a:lnTo>
                    <a:pt x="95952" y="7386"/>
                  </a:lnTo>
                  <a:lnTo>
                    <a:pt x="90750" y="9079"/>
                  </a:lnTo>
                  <a:lnTo>
                    <a:pt x="85606" y="10942"/>
                  </a:lnTo>
                  <a:lnTo>
                    <a:pt x="80526" y="12973"/>
                  </a:lnTo>
                  <a:lnTo>
                    <a:pt x="75515" y="15168"/>
                  </a:lnTo>
                  <a:lnTo>
                    <a:pt x="70579" y="17526"/>
                  </a:lnTo>
                  <a:lnTo>
                    <a:pt x="65723" y="20045"/>
                  </a:lnTo>
                  <a:lnTo>
                    <a:pt x="60951" y="22721"/>
                  </a:lnTo>
                  <a:lnTo>
                    <a:pt x="56270" y="25552"/>
                  </a:lnTo>
                  <a:lnTo>
                    <a:pt x="51684" y="28534"/>
                  </a:lnTo>
                  <a:lnTo>
                    <a:pt x="47197" y="31665"/>
                  </a:lnTo>
                  <a:lnTo>
                    <a:pt x="42816" y="34941"/>
                  </a:lnTo>
                  <a:lnTo>
                    <a:pt x="38544" y="38358"/>
                  </a:lnTo>
                  <a:lnTo>
                    <a:pt x="34387" y="41914"/>
                  </a:lnTo>
                  <a:lnTo>
                    <a:pt x="30348" y="45604"/>
                  </a:lnTo>
                  <a:lnTo>
                    <a:pt x="26431" y="49424"/>
                  </a:lnTo>
                  <a:lnTo>
                    <a:pt x="22642" y="53369"/>
                  </a:lnTo>
                  <a:lnTo>
                    <a:pt x="18984" y="57437"/>
                  </a:lnTo>
                  <a:lnTo>
                    <a:pt x="15461" y="61623"/>
                  </a:lnTo>
                  <a:lnTo>
                    <a:pt x="12077" y="65921"/>
                  </a:lnTo>
                  <a:lnTo>
                    <a:pt x="8836" y="70328"/>
                  </a:lnTo>
                  <a:lnTo>
                    <a:pt x="5740" y="74838"/>
                  </a:lnTo>
                  <a:lnTo>
                    <a:pt x="2794" y="79448"/>
                  </a:lnTo>
                  <a:lnTo>
                    <a:pt x="0" y="84151"/>
                  </a:lnTo>
                  <a:lnTo>
                    <a:pt x="145098" y="167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045411" y="4794382"/>
              <a:ext cx="334304" cy="334334"/>
            </a:xfrm>
            <a:custGeom>
              <a:avLst/>
              <a:pathLst>
                <a:path w="334304" h="334334">
                  <a:moveTo>
                    <a:pt x="22056" y="84152"/>
                  </a:moveTo>
                  <a:lnTo>
                    <a:pt x="19497" y="88794"/>
                  </a:lnTo>
                  <a:lnTo>
                    <a:pt x="17086" y="93515"/>
                  </a:lnTo>
                  <a:lnTo>
                    <a:pt x="14827" y="98310"/>
                  </a:lnTo>
                  <a:lnTo>
                    <a:pt x="12720" y="103174"/>
                  </a:lnTo>
                  <a:lnTo>
                    <a:pt x="10769" y="108102"/>
                  </a:lnTo>
                  <a:lnTo>
                    <a:pt x="8975" y="113090"/>
                  </a:lnTo>
                  <a:lnTo>
                    <a:pt x="7340" y="118132"/>
                  </a:lnTo>
                  <a:lnTo>
                    <a:pt x="5866" y="123224"/>
                  </a:lnTo>
                  <a:lnTo>
                    <a:pt x="4554" y="128359"/>
                  </a:lnTo>
                  <a:lnTo>
                    <a:pt x="3405" y="133534"/>
                  </a:lnTo>
                  <a:lnTo>
                    <a:pt x="2421" y="138742"/>
                  </a:lnTo>
                  <a:lnTo>
                    <a:pt x="1603" y="143979"/>
                  </a:lnTo>
                  <a:lnTo>
                    <a:pt x="951" y="149240"/>
                  </a:lnTo>
                  <a:lnTo>
                    <a:pt x="466" y="154518"/>
                  </a:lnTo>
                  <a:lnTo>
                    <a:pt x="149" y="159809"/>
                  </a:lnTo>
                  <a:lnTo>
                    <a:pt x="0" y="165107"/>
                  </a:lnTo>
                  <a:lnTo>
                    <a:pt x="18" y="170408"/>
                  </a:lnTo>
                  <a:lnTo>
                    <a:pt x="205" y="175705"/>
                  </a:lnTo>
                  <a:lnTo>
                    <a:pt x="560" y="180994"/>
                  </a:lnTo>
                  <a:lnTo>
                    <a:pt x="1082" y="186269"/>
                  </a:lnTo>
                  <a:lnTo>
                    <a:pt x="1771" y="191524"/>
                  </a:lnTo>
                  <a:lnTo>
                    <a:pt x="2626" y="196755"/>
                  </a:lnTo>
                  <a:lnTo>
                    <a:pt x="3647" y="201957"/>
                  </a:lnTo>
                  <a:lnTo>
                    <a:pt x="4832" y="207123"/>
                  </a:lnTo>
                  <a:lnTo>
                    <a:pt x="6181" y="212249"/>
                  </a:lnTo>
                  <a:lnTo>
                    <a:pt x="7691" y="217330"/>
                  </a:lnTo>
                  <a:lnTo>
                    <a:pt x="9361" y="222361"/>
                  </a:lnTo>
                  <a:lnTo>
                    <a:pt x="11191" y="227336"/>
                  </a:lnTo>
                  <a:lnTo>
                    <a:pt x="13176" y="232250"/>
                  </a:lnTo>
                  <a:lnTo>
                    <a:pt x="15317" y="237099"/>
                  </a:lnTo>
                  <a:lnTo>
                    <a:pt x="17611" y="241878"/>
                  </a:lnTo>
                  <a:lnTo>
                    <a:pt x="20055" y="246581"/>
                  </a:lnTo>
                  <a:lnTo>
                    <a:pt x="22646" y="251205"/>
                  </a:lnTo>
                  <a:lnTo>
                    <a:pt x="25383" y="255744"/>
                  </a:lnTo>
                  <a:lnTo>
                    <a:pt x="28263" y="260195"/>
                  </a:lnTo>
                  <a:lnTo>
                    <a:pt x="31282" y="264551"/>
                  </a:lnTo>
                  <a:lnTo>
                    <a:pt x="34438" y="268810"/>
                  </a:lnTo>
                  <a:lnTo>
                    <a:pt x="37727" y="272967"/>
                  </a:lnTo>
                  <a:lnTo>
                    <a:pt x="41146" y="277017"/>
                  </a:lnTo>
                  <a:lnTo>
                    <a:pt x="44692" y="280956"/>
                  </a:lnTo>
                  <a:lnTo>
                    <a:pt x="48362" y="284782"/>
                  </a:lnTo>
                  <a:lnTo>
                    <a:pt x="52150" y="288489"/>
                  </a:lnTo>
                  <a:lnTo>
                    <a:pt x="56054" y="292074"/>
                  </a:lnTo>
                  <a:lnTo>
                    <a:pt x="60070" y="295534"/>
                  </a:lnTo>
                  <a:lnTo>
                    <a:pt x="64194" y="298864"/>
                  </a:lnTo>
                  <a:lnTo>
                    <a:pt x="68421" y="302062"/>
                  </a:lnTo>
                  <a:lnTo>
                    <a:pt x="72747" y="305125"/>
                  </a:lnTo>
                  <a:lnTo>
                    <a:pt x="77169" y="308048"/>
                  </a:lnTo>
                  <a:lnTo>
                    <a:pt x="81680" y="310830"/>
                  </a:lnTo>
                  <a:lnTo>
                    <a:pt x="86278" y="313468"/>
                  </a:lnTo>
                  <a:lnTo>
                    <a:pt x="90957" y="315959"/>
                  </a:lnTo>
                  <a:lnTo>
                    <a:pt x="95713" y="318300"/>
                  </a:lnTo>
                  <a:lnTo>
                    <a:pt x="100540" y="320489"/>
                  </a:lnTo>
                  <a:lnTo>
                    <a:pt x="105435" y="322523"/>
                  </a:lnTo>
                  <a:lnTo>
                    <a:pt x="110391" y="324402"/>
                  </a:lnTo>
                  <a:lnTo>
                    <a:pt x="115405" y="326123"/>
                  </a:lnTo>
                  <a:lnTo>
                    <a:pt x="120470" y="327683"/>
                  </a:lnTo>
                  <a:lnTo>
                    <a:pt x="125583" y="329083"/>
                  </a:lnTo>
                  <a:lnTo>
                    <a:pt x="130737" y="330319"/>
                  </a:lnTo>
                  <a:lnTo>
                    <a:pt x="135928" y="331392"/>
                  </a:lnTo>
                  <a:lnTo>
                    <a:pt x="141150" y="332299"/>
                  </a:lnTo>
                  <a:lnTo>
                    <a:pt x="146399" y="333041"/>
                  </a:lnTo>
                  <a:lnTo>
                    <a:pt x="151668" y="333616"/>
                  </a:lnTo>
                  <a:lnTo>
                    <a:pt x="156953" y="334023"/>
                  </a:lnTo>
                  <a:lnTo>
                    <a:pt x="162248" y="334262"/>
                  </a:lnTo>
                  <a:lnTo>
                    <a:pt x="167548" y="334334"/>
                  </a:lnTo>
                  <a:lnTo>
                    <a:pt x="172848" y="334237"/>
                  </a:lnTo>
                  <a:lnTo>
                    <a:pt x="178142" y="333973"/>
                  </a:lnTo>
                  <a:lnTo>
                    <a:pt x="183425" y="333541"/>
                  </a:lnTo>
                  <a:lnTo>
                    <a:pt x="188691" y="332941"/>
                  </a:lnTo>
                  <a:lnTo>
                    <a:pt x="193936" y="332175"/>
                  </a:lnTo>
                  <a:lnTo>
                    <a:pt x="199154" y="331243"/>
                  </a:lnTo>
                  <a:lnTo>
                    <a:pt x="204340" y="330146"/>
                  </a:lnTo>
                  <a:lnTo>
                    <a:pt x="209488" y="328885"/>
                  </a:lnTo>
                  <a:lnTo>
                    <a:pt x="214594" y="327462"/>
                  </a:lnTo>
                  <a:lnTo>
                    <a:pt x="219652" y="325877"/>
                  </a:lnTo>
                  <a:lnTo>
                    <a:pt x="224658" y="324133"/>
                  </a:lnTo>
                  <a:lnTo>
                    <a:pt x="229605" y="322231"/>
                  </a:lnTo>
                  <a:lnTo>
                    <a:pt x="234490" y="320173"/>
                  </a:lnTo>
                  <a:lnTo>
                    <a:pt x="239307" y="317961"/>
                  </a:lnTo>
                  <a:lnTo>
                    <a:pt x="244052" y="315598"/>
                  </a:lnTo>
                  <a:lnTo>
                    <a:pt x="248719" y="313085"/>
                  </a:lnTo>
                  <a:lnTo>
                    <a:pt x="253304" y="310426"/>
                  </a:lnTo>
                  <a:lnTo>
                    <a:pt x="257803" y="307623"/>
                  </a:lnTo>
                  <a:lnTo>
                    <a:pt x="262210" y="304678"/>
                  </a:lnTo>
                  <a:lnTo>
                    <a:pt x="266522" y="301595"/>
                  </a:lnTo>
                  <a:lnTo>
                    <a:pt x="270734" y="298377"/>
                  </a:lnTo>
                  <a:lnTo>
                    <a:pt x="274842" y="295028"/>
                  </a:lnTo>
                  <a:lnTo>
                    <a:pt x="278841" y="291549"/>
                  </a:lnTo>
                  <a:lnTo>
                    <a:pt x="282729" y="287946"/>
                  </a:lnTo>
                  <a:lnTo>
                    <a:pt x="286500" y="284221"/>
                  </a:lnTo>
                  <a:lnTo>
                    <a:pt x="290151" y="280378"/>
                  </a:lnTo>
                  <a:lnTo>
                    <a:pt x="293678" y="276422"/>
                  </a:lnTo>
                  <a:lnTo>
                    <a:pt x="297079" y="272355"/>
                  </a:lnTo>
                  <a:lnTo>
                    <a:pt x="300348" y="268183"/>
                  </a:lnTo>
                  <a:lnTo>
                    <a:pt x="303484" y="263910"/>
                  </a:lnTo>
                  <a:lnTo>
                    <a:pt x="306483" y="259539"/>
                  </a:lnTo>
                  <a:lnTo>
                    <a:pt x="309341" y="255075"/>
                  </a:lnTo>
                  <a:lnTo>
                    <a:pt x="312057" y="250523"/>
                  </a:lnTo>
                  <a:lnTo>
                    <a:pt x="314627" y="245887"/>
                  </a:lnTo>
                  <a:lnTo>
                    <a:pt x="317048" y="241172"/>
                  </a:lnTo>
                  <a:lnTo>
                    <a:pt x="319319" y="236383"/>
                  </a:lnTo>
                  <a:lnTo>
                    <a:pt x="321437" y="231524"/>
                  </a:lnTo>
                  <a:lnTo>
                    <a:pt x="323400" y="226600"/>
                  </a:lnTo>
                  <a:lnTo>
                    <a:pt x="325206" y="221616"/>
                  </a:lnTo>
                  <a:lnTo>
                    <a:pt x="326852" y="216578"/>
                  </a:lnTo>
                  <a:lnTo>
                    <a:pt x="328339" y="211490"/>
                  </a:lnTo>
                  <a:lnTo>
                    <a:pt x="329663" y="206358"/>
                  </a:lnTo>
                  <a:lnTo>
                    <a:pt x="330824" y="201186"/>
                  </a:lnTo>
                  <a:lnTo>
                    <a:pt x="331820" y="195980"/>
                  </a:lnTo>
                  <a:lnTo>
                    <a:pt x="332651" y="190745"/>
                  </a:lnTo>
                  <a:lnTo>
                    <a:pt x="333315" y="185486"/>
                  </a:lnTo>
                  <a:lnTo>
                    <a:pt x="333812" y="180209"/>
                  </a:lnTo>
                  <a:lnTo>
                    <a:pt x="334142" y="174918"/>
                  </a:lnTo>
                  <a:lnTo>
                    <a:pt x="334304" y="169620"/>
                  </a:lnTo>
                  <a:lnTo>
                    <a:pt x="334297" y="164320"/>
                  </a:lnTo>
                  <a:lnTo>
                    <a:pt x="334123" y="159022"/>
                  </a:lnTo>
                  <a:lnTo>
                    <a:pt x="333781" y="153733"/>
                  </a:lnTo>
                  <a:lnTo>
                    <a:pt x="333271" y="148457"/>
                  </a:lnTo>
                  <a:lnTo>
                    <a:pt x="332595" y="143199"/>
                  </a:lnTo>
                  <a:lnTo>
                    <a:pt x="331752" y="137966"/>
                  </a:lnTo>
                  <a:lnTo>
                    <a:pt x="330743" y="132763"/>
                  </a:lnTo>
                  <a:lnTo>
                    <a:pt x="329570" y="127593"/>
                  </a:lnTo>
                  <a:lnTo>
                    <a:pt x="328234" y="122464"/>
                  </a:lnTo>
                  <a:lnTo>
                    <a:pt x="326735" y="117380"/>
                  </a:lnTo>
                  <a:lnTo>
                    <a:pt x="325077" y="112345"/>
                  </a:lnTo>
                  <a:lnTo>
                    <a:pt x="323259" y="107366"/>
                  </a:lnTo>
                  <a:lnTo>
                    <a:pt x="321285" y="102447"/>
                  </a:lnTo>
                  <a:lnTo>
                    <a:pt x="319156" y="97593"/>
                  </a:lnTo>
                  <a:lnTo>
                    <a:pt x="316873" y="92809"/>
                  </a:lnTo>
                  <a:lnTo>
                    <a:pt x="314441" y="88099"/>
                  </a:lnTo>
                  <a:lnTo>
                    <a:pt x="311860" y="83470"/>
                  </a:lnTo>
                  <a:lnTo>
                    <a:pt x="309134" y="78924"/>
                  </a:lnTo>
                  <a:lnTo>
                    <a:pt x="306264" y="74467"/>
                  </a:lnTo>
                  <a:lnTo>
                    <a:pt x="303256" y="70103"/>
                  </a:lnTo>
                  <a:lnTo>
                    <a:pt x="300110" y="65837"/>
                  </a:lnTo>
                  <a:lnTo>
                    <a:pt x="296830" y="61673"/>
                  </a:lnTo>
                  <a:lnTo>
                    <a:pt x="293421" y="57614"/>
                  </a:lnTo>
                  <a:lnTo>
                    <a:pt x="289884" y="53666"/>
                  </a:lnTo>
                  <a:lnTo>
                    <a:pt x="286224" y="49832"/>
                  </a:lnTo>
                  <a:lnTo>
                    <a:pt x="282444" y="46116"/>
                  </a:lnTo>
                  <a:lnTo>
                    <a:pt x="278548" y="42522"/>
                  </a:lnTo>
                  <a:lnTo>
                    <a:pt x="274540" y="39053"/>
                  </a:lnTo>
                  <a:lnTo>
                    <a:pt x="270425" y="35713"/>
                  </a:lnTo>
                  <a:lnTo>
                    <a:pt x="266205" y="32505"/>
                  </a:lnTo>
                  <a:lnTo>
                    <a:pt x="261886" y="29432"/>
                  </a:lnTo>
                  <a:lnTo>
                    <a:pt x="257472" y="26498"/>
                  </a:lnTo>
                  <a:lnTo>
                    <a:pt x="252966" y="23705"/>
                  </a:lnTo>
                  <a:lnTo>
                    <a:pt x="248375" y="21057"/>
                  </a:lnTo>
                  <a:lnTo>
                    <a:pt x="243702" y="18555"/>
                  </a:lnTo>
                  <a:lnTo>
                    <a:pt x="238952" y="16203"/>
                  </a:lnTo>
                  <a:lnTo>
                    <a:pt x="234129" y="14003"/>
                  </a:lnTo>
                  <a:lnTo>
                    <a:pt x="229240" y="11956"/>
                  </a:lnTo>
                  <a:lnTo>
                    <a:pt x="224288" y="10066"/>
                  </a:lnTo>
                  <a:lnTo>
                    <a:pt x="219278" y="8334"/>
                  </a:lnTo>
                  <a:lnTo>
                    <a:pt x="214216" y="6761"/>
                  </a:lnTo>
                  <a:lnTo>
                    <a:pt x="209107" y="5349"/>
                  </a:lnTo>
                  <a:lnTo>
                    <a:pt x="203956" y="4101"/>
                  </a:lnTo>
                  <a:lnTo>
                    <a:pt x="198767" y="3016"/>
                  </a:lnTo>
                  <a:lnTo>
                    <a:pt x="193547" y="2096"/>
                  </a:lnTo>
                  <a:lnTo>
                    <a:pt x="188301" y="1342"/>
                  </a:lnTo>
                  <a:lnTo>
                    <a:pt x="183033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4" y="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629034" y="5103947"/>
              <a:ext cx="53" cy="167167"/>
            </a:xfrm>
            <a:custGeom>
              <a:avLst/>
              <a:pathLst>
                <a:path w="53" h="167167">
                  <a:moveTo>
                    <a:pt x="0" y="0"/>
                  </a:moveTo>
                  <a:lnTo>
                    <a:pt x="53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629034" y="5103947"/>
              <a:ext cx="53" cy="167167"/>
            </a:xfrm>
            <a:custGeom>
              <a:avLst/>
              <a:pathLst>
                <a:path w="53" h="167167">
                  <a:moveTo>
                    <a:pt x="0" y="0"/>
                  </a:moveTo>
                  <a:lnTo>
                    <a:pt x="53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629034" y="5103947"/>
              <a:ext cx="53" cy="167167"/>
            </a:xfrm>
            <a:custGeom>
              <a:avLst/>
              <a:pathLst>
                <a:path w="53" h="167167">
                  <a:moveTo>
                    <a:pt x="0" y="0"/>
                  </a:moveTo>
                  <a:lnTo>
                    <a:pt x="53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629034" y="5103947"/>
              <a:ext cx="53" cy="167167"/>
            </a:xfrm>
            <a:custGeom>
              <a:avLst/>
              <a:pathLst>
                <a:path w="53" h="167167">
                  <a:moveTo>
                    <a:pt x="0" y="0"/>
                  </a:moveTo>
                  <a:lnTo>
                    <a:pt x="5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629034" y="5103947"/>
              <a:ext cx="53" cy="167167"/>
            </a:xfrm>
            <a:custGeom>
              <a:avLst/>
              <a:pathLst>
                <a:path w="53" h="167167">
                  <a:moveTo>
                    <a:pt x="0" y="0"/>
                  </a:moveTo>
                  <a:lnTo>
                    <a:pt x="5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629034" y="5103947"/>
              <a:ext cx="53" cy="167167"/>
            </a:xfrm>
            <a:custGeom>
              <a:avLst/>
              <a:pathLst>
                <a:path w="53" h="167167">
                  <a:moveTo>
                    <a:pt x="0" y="0"/>
                  </a:moveTo>
                  <a:lnTo>
                    <a:pt x="5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629034" y="5103947"/>
              <a:ext cx="53" cy="167167"/>
            </a:xfrm>
            <a:custGeom>
              <a:avLst/>
              <a:pathLst>
                <a:path w="53" h="167167">
                  <a:moveTo>
                    <a:pt x="0" y="0"/>
                  </a:moveTo>
                  <a:lnTo>
                    <a:pt x="5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629034" y="5103947"/>
              <a:ext cx="53" cy="167167"/>
            </a:xfrm>
            <a:custGeom>
              <a:avLst/>
              <a:pathLst>
                <a:path w="53" h="167167">
                  <a:moveTo>
                    <a:pt x="0" y="0"/>
                  </a:moveTo>
                  <a:lnTo>
                    <a:pt x="53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629034" y="5103947"/>
              <a:ext cx="53" cy="167167"/>
            </a:xfrm>
            <a:custGeom>
              <a:avLst/>
              <a:pathLst>
                <a:path w="53" h="167167">
                  <a:moveTo>
                    <a:pt x="0" y="0"/>
                  </a:moveTo>
                  <a:lnTo>
                    <a:pt x="5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461938" y="5103947"/>
              <a:ext cx="334307" cy="334333"/>
            </a:xfrm>
            <a:custGeom>
              <a:avLst/>
              <a:pathLst>
                <a:path w="334307" h="334333">
                  <a:moveTo>
                    <a:pt x="167096" y="0"/>
                  </a:moveTo>
                  <a:lnTo>
                    <a:pt x="161798" y="85"/>
                  </a:lnTo>
                  <a:lnTo>
                    <a:pt x="156505" y="339"/>
                  </a:lnTo>
                  <a:lnTo>
                    <a:pt x="151224" y="760"/>
                  </a:lnTo>
                  <a:lnTo>
                    <a:pt x="145958" y="1348"/>
                  </a:lnTo>
                  <a:lnTo>
                    <a:pt x="140713" y="2103"/>
                  </a:lnTo>
                  <a:lnTo>
                    <a:pt x="135496" y="3024"/>
                  </a:lnTo>
                  <a:lnTo>
                    <a:pt x="130309" y="4109"/>
                  </a:lnTo>
                  <a:lnTo>
                    <a:pt x="125160" y="5359"/>
                  </a:lnTo>
                  <a:lnTo>
                    <a:pt x="120053" y="6771"/>
                  </a:lnTo>
                  <a:lnTo>
                    <a:pt x="114994" y="8344"/>
                  </a:lnTo>
                  <a:lnTo>
                    <a:pt x="109987" y="10077"/>
                  </a:lnTo>
                  <a:lnTo>
                    <a:pt x="105037" y="11967"/>
                  </a:lnTo>
                  <a:lnTo>
                    <a:pt x="100149" y="14014"/>
                  </a:lnTo>
                  <a:lnTo>
                    <a:pt x="95329" y="16214"/>
                  </a:lnTo>
                  <a:lnTo>
                    <a:pt x="90581" y="18566"/>
                  </a:lnTo>
                  <a:lnTo>
                    <a:pt x="85911" y="21067"/>
                  </a:lnTo>
                  <a:lnTo>
                    <a:pt x="81321" y="23715"/>
                  </a:lnTo>
                  <a:lnTo>
                    <a:pt x="76818" y="26507"/>
                  </a:lnTo>
                  <a:lnTo>
                    <a:pt x="72406" y="29441"/>
                  </a:lnTo>
                  <a:lnTo>
                    <a:pt x="68088" y="32512"/>
                  </a:lnTo>
                  <a:lnTo>
                    <a:pt x="63871" y="35720"/>
                  </a:lnTo>
                  <a:lnTo>
                    <a:pt x="59757" y="39059"/>
                  </a:lnTo>
                  <a:lnTo>
                    <a:pt x="55751" y="42527"/>
                  </a:lnTo>
                  <a:lnTo>
                    <a:pt x="51857" y="46120"/>
                  </a:lnTo>
                  <a:lnTo>
                    <a:pt x="48078" y="49834"/>
                  </a:lnTo>
                  <a:lnTo>
                    <a:pt x="44420" y="53667"/>
                  </a:lnTo>
                  <a:lnTo>
                    <a:pt x="40884" y="57613"/>
                  </a:lnTo>
                  <a:lnTo>
                    <a:pt x="37476" y="61670"/>
                  </a:lnTo>
                  <a:lnTo>
                    <a:pt x="34197" y="65833"/>
                  </a:lnTo>
                  <a:lnTo>
                    <a:pt x="31053" y="70097"/>
                  </a:lnTo>
                  <a:lnTo>
                    <a:pt x="28045" y="74459"/>
                  </a:lnTo>
                  <a:lnTo>
                    <a:pt x="25177" y="78914"/>
                  </a:lnTo>
                  <a:lnTo>
                    <a:pt x="22451" y="83458"/>
                  </a:lnTo>
                  <a:lnTo>
                    <a:pt x="19871" y="88086"/>
                  </a:lnTo>
                  <a:lnTo>
                    <a:pt x="17438" y="92793"/>
                  </a:lnTo>
                  <a:lnTo>
                    <a:pt x="15157" y="97575"/>
                  </a:lnTo>
                  <a:lnTo>
                    <a:pt x="13027" y="102427"/>
                  </a:lnTo>
                  <a:lnTo>
                    <a:pt x="11053" y="107344"/>
                  </a:lnTo>
                  <a:lnTo>
                    <a:pt x="9236" y="112321"/>
                  </a:lnTo>
                  <a:lnTo>
                    <a:pt x="7577" y="117353"/>
                  </a:lnTo>
                  <a:lnTo>
                    <a:pt x="6078" y="122435"/>
                  </a:lnTo>
                  <a:lnTo>
                    <a:pt x="4741" y="127562"/>
                  </a:lnTo>
                  <a:lnTo>
                    <a:pt x="3568" y="132729"/>
                  </a:lnTo>
                  <a:lnTo>
                    <a:pt x="2559" y="137931"/>
                  </a:lnTo>
                  <a:lnTo>
                    <a:pt x="1715" y="143161"/>
                  </a:lnTo>
                  <a:lnTo>
                    <a:pt x="1037" y="148416"/>
                  </a:lnTo>
                  <a:lnTo>
                    <a:pt x="526" y="153690"/>
                  </a:lnTo>
                  <a:lnTo>
                    <a:pt x="183" y="158978"/>
                  </a:lnTo>
                  <a:lnTo>
                    <a:pt x="7" y="164273"/>
                  </a:lnTo>
                  <a:lnTo>
                    <a:pt x="0" y="169572"/>
                  </a:lnTo>
                  <a:lnTo>
                    <a:pt x="160" y="174868"/>
                  </a:lnTo>
                  <a:lnTo>
                    <a:pt x="488" y="180156"/>
                  </a:lnTo>
                  <a:lnTo>
                    <a:pt x="983" y="185431"/>
                  </a:lnTo>
                  <a:lnTo>
                    <a:pt x="1645" y="190688"/>
                  </a:lnTo>
                  <a:lnTo>
                    <a:pt x="2474" y="195922"/>
                  </a:lnTo>
                  <a:lnTo>
                    <a:pt x="3468" y="201126"/>
                  </a:lnTo>
                  <a:lnTo>
                    <a:pt x="4626" y="206297"/>
                  </a:lnTo>
                  <a:lnTo>
                    <a:pt x="5948" y="211428"/>
                  </a:lnTo>
                  <a:lnTo>
                    <a:pt x="7432" y="216514"/>
                  </a:lnTo>
                  <a:lnTo>
                    <a:pt x="9076" y="221551"/>
                  </a:lnTo>
                  <a:lnTo>
                    <a:pt x="10879" y="226533"/>
                  </a:lnTo>
                  <a:lnTo>
                    <a:pt x="12839" y="231456"/>
                  </a:lnTo>
                  <a:lnTo>
                    <a:pt x="14954" y="236314"/>
                  </a:lnTo>
                  <a:lnTo>
                    <a:pt x="17222" y="241103"/>
                  </a:lnTo>
                  <a:lnTo>
                    <a:pt x="19640" y="245817"/>
                  </a:lnTo>
                  <a:lnTo>
                    <a:pt x="22207" y="250453"/>
                  </a:lnTo>
                  <a:lnTo>
                    <a:pt x="24919" y="255004"/>
                  </a:lnTo>
                  <a:lnTo>
                    <a:pt x="27774" y="259468"/>
                  </a:lnTo>
                  <a:lnTo>
                    <a:pt x="30769" y="263838"/>
                  </a:lnTo>
                  <a:lnTo>
                    <a:pt x="33902" y="268112"/>
                  </a:lnTo>
                  <a:lnTo>
                    <a:pt x="37168" y="272284"/>
                  </a:lnTo>
                  <a:lnTo>
                    <a:pt x="40564" y="276351"/>
                  </a:lnTo>
                  <a:lnTo>
                    <a:pt x="44088" y="280308"/>
                  </a:lnTo>
                  <a:lnTo>
                    <a:pt x="47736" y="284151"/>
                  </a:lnTo>
                  <a:lnTo>
                    <a:pt x="51503" y="287877"/>
                  </a:lnTo>
                  <a:lnTo>
                    <a:pt x="55387" y="291481"/>
                  </a:lnTo>
                  <a:lnTo>
                    <a:pt x="59382" y="294960"/>
                  </a:lnTo>
                  <a:lnTo>
                    <a:pt x="63487" y="298312"/>
                  </a:lnTo>
                  <a:lnTo>
                    <a:pt x="67695" y="301531"/>
                  </a:lnTo>
                  <a:lnTo>
                    <a:pt x="72003" y="304615"/>
                  </a:lnTo>
                  <a:lnTo>
                    <a:pt x="76407" y="307562"/>
                  </a:lnTo>
                  <a:lnTo>
                    <a:pt x="80902" y="310367"/>
                  </a:lnTo>
                  <a:lnTo>
                    <a:pt x="85484" y="313028"/>
                  </a:lnTo>
                  <a:lnTo>
                    <a:pt x="90147" y="315543"/>
                  </a:lnTo>
                  <a:lnTo>
                    <a:pt x="94888" y="317909"/>
                  </a:lnTo>
                  <a:lnTo>
                    <a:pt x="99702" y="320124"/>
                  </a:lnTo>
                  <a:lnTo>
                    <a:pt x="104583" y="322184"/>
                  </a:lnTo>
                  <a:lnTo>
                    <a:pt x="109527" y="324089"/>
                  </a:lnTo>
                  <a:lnTo>
                    <a:pt x="114529" y="325837"/>
                  </a:lnTo>
                  <a:lnTo>
                    <a:pt x="119584" y="327425"/>
                  </a:lnTo>
                  <a:lnTo>
                    <a:pt x="124687" y="328851"/>
                  </a:lnTo>
                  <a:lnTo>
                    <a:pt x="129833" y="330116"/>
                  </a:lnTo>
                  <a:lnTo>
                    <a:pt x="135016" y="331217"/>
                  </a:lnTo>
                  <a:lnTo>
                    <a:pt x="140231" y="332153"/>
                  </a:lnTo>
                  <a:lnTo>
                    <a:pt x="145473" y="332923"/>
                  </a:lnTo>
                  <a:lnTo>
                    <a:pt x="150737" y="333527"/>
                  </a:lnTo>
                  <a:lnTo>
                    <a:pt x="156017" y="333963"/>
                  </a:lnTo>
                  <a:lnTo>
                    <a:pt x="161309" y="334232"/>
                  </a:lnTo>
                  <a:lnTo>
                    <a:pt x="166607" y="334333"/>
                  </a:lnTo>
                  <a:lnTo>
                    <a:pt x="171905" y="334267"/>
                  </a:lnTo>
                  <a:lnTo>
                    <a:pt x="177198" y="334032"/>
                  </a:lnTo>
                  <a:lnTo>
                    <a:pt x="182481" y="333630"/>
                  </a:lnTo>
                  <a:lnTo>
                    <a:pt x="187749" y="333060"/>
                  </a:lnTo>
                  <a:lnTo>
                    <a:pt x="192996" y="332324"/>
                  </a:lnTo>
                  <a:lnTo>
                    <a:pt x="198217" y="331422"/>
                  </a:lnTo>
                  <a:lnTo>
                    <a:pt x="203407" y="330355"/>
                  </a:lnTo>
                  <a:lnTo>
                    <a:pt x="208561" y="329124"/>
                  </a:lnTo>
                  <a:lnTo>
                    <a:pt x="213673" y="327730"/>
                  </a:lnTo>
                  <a:lnTo>
                    <a:pt x="218738" y="326175"/>
                  </a:lnTo>
                  <a:lnTo>
                    <a:pt x="223751" y="324460"/>
                  </a:lnTo>
                  <a:lnTo>
                    <a:pt x="228708" y="322587"/>
                  </a:lnTo>
                  <a:lnTo>
                    <a:pt x="233602" y="320559"/>
                  </a:lnTo>
                  <a:lnTo>
                    <a:pt x="238430" y="318375"/>
                  </a:lnTo>
                  <a:lnTo>
                    <a:pt x="243187" y="316040"/>
                  </a:lnTo>
                  <a:lnTo>
                    <a:pt x="247867" y="313556"/>
                  </a:lnTo>
                  <a:lnTo>
                    <a:pt x="252465" y="310924"/>
                  </a:lnTo>
                  <a:lnTo>
                    <a:pt x="256978" y="308148"/>
                  </a:lnTo>
                  <a:lnTo>
                    <a:pt x="261401" y="305231"/>
                  </a:lnTo>
                  <a:lnTo>
                    <a:pt x="265729" y="302174"/>
                  </a:lnTo>
                  <a:lnTo>
                    <a:pt x="269959" y="298982"/>
                  </a:lnTo>
                  <a:lnTo>
                    <a:pt x="274084" y="295658"/>
                  </a:lnTo>
                  <a:lnTo>
                    <a:pt x="278103" y="292204"/>
                  </a:lnTo>
                  <a:lnTo>
                    <a:pt x="282010" y="288625"/>
                  </a:lnTo>
                  <a:lnTo>
                    <a:pt x="285801" y="284924"/>
                  </a:lnTo>
                  <a:lnTo>
                    <a:pt x="289474" y="281105"/>
                  </a:lnTo>
                  <a:lnTo>
                    <a:pt x="293023" y="277171"/>
                  </a:lnTo>
                  <a:lnTo>
                    <a:pt x="296446" y="273126"/>
                  </a:lnTo>
                  <a:lnTo>
                    <a:pt x="299739" y="268975"/>
                  </a:lnTo>
                  <a:lnTo>
                    <a:pt x="302899" y="264722"/>
                  </a:lnTo>
                  <a:lnTo>
                    <a:pt x="305923" y="260371"/>
                  </a:lnTo>
                  <a:lnTo>
                    <a:pt x="308807" y="255926"/>
                  </a:lnTo>
                  <a:lnTo>
                    <a:pt x="311548" y="251392"/>
                  </a:lnTo>
                  <a:lnTo>
                    <a:pt x="314145" y="246774"/>
                  </a:lnTo>
                  <a:lnTo>
                    <a:pt x="316594" y="242075"/>
                  </a:lnTo>
                  <a:lnTo>
                    <a:pt x="318893" y="237301"/>
                  </a:lnTo>
                  <a:lnTo>
                    <a:pt x="321040" y="232457"/>
                  </a:lnTo>
                  <a:lnTo>
                    <a:pt x="323032" y="227547"/>
                  </a:lnTo>
                  <a:lnTo>
                    <a:pt x="324867" y="222577"/>
                  </a:lnTo>
                  <a:lnTo>
                    <a:pt x="326544" y="217551"/>
                  </a:lnTo>
                  <a:lnTo>
                    <a:pt x="328060" y="212474"/>
                  </a:lnTo>
                  <a:lnTo>
                    <a:pt x="329415" y="207351"/>
                  </a:lnTo>
                  <a:lnTo>
                    <a:pt x="330607" y="202189"/>
                  </a:lnTo>
                  <a:lnTo>
                    <a:pt x="331635" y="196991"/>
                  </a:lnTo>
                  <a:lnTo>
                    <a:pt x="332498" y="191763"/>
                  </a:lnTo>
                  <a:lnTo>
                    <a:pt x="333194" y="186511"/>
                  </a:lnTo>
                  <a:lnTo>
                    <a:pt x="333724" y="181239"/>
                  </a:lnTo>
                  <a:lnTo>
                    <a:pt x="334086" y="175952"/>
                  </a:lnTo>
                  <a:lnTo>
                    <a:pt x="334281" y="170657"/>
                  </a:lnTo>
                  <a:lnTo>
                    <a:pt x="334307" y="165359"/>
                  </a:lnTo>
                  <a:lnTo>
                    <a:pt x="334166" y="160062"/>
                  </a:lnTo>
                  <a:lnTo>
                    <a:pt x="333857" y="154773"/>
                  </a:lnTo>
                  <a:lnTo>
                    <a:pt x="333380" y="149496"/>
                  </a:lnTo>
                  <a:lnTo>
                    <a:pt x="332737" y="144237"/>
                  </a:lnTo>
                  <a:lnTo>
                    <a:pt x="331927" y="139000"/>
                  </a:lnTo>
                  <a:lnTo>
                    <a:pt x="330952" y="133792"/>
                  </a:lnTo>
                  <a:lnTo>
                    <a:pt x="329812" y="128618"/>
                  </a:lnTo>
                  <a:lnTo>
                    <a:pt x="328508" y="123482"/>
                  </a:lnTo>
                  <a:lnTo>
                    <a:pt x="327043" y="118390"/>
                  </a:lnTo>
                  <a:lnTo>
                    <a:pt x="325417" y="113348"/>
                  </a:lnTo>
                  <a:lnTo>
                    <a:pt x="323631" y="108359"/>
                  </a:lnTo>
                  <a:lnTo>
                    <a:pt x="321689" y="103429"/>
                  </a:lnTo>
                  <a:lnTo>
                    <a:pt x="319592" y="98564"/>
                  </a:lnTo>
                  <a:lnTo>
                    <a:pt x="317341" y="93767"/>
                  </a:lnTo>
                  <a:lnTo>
                    <a:pt x="314939" y="89044"/>
                  </a:lnTo>
                  <a:lnTo>
                    <a:pt x="312389" y="84399"/>
                  </a:lnTo>
                  <a:lnTo>
                    <a:pt x="309693" y="79838"/>
                  </a:lnTo>
                  <a:lnTo>
                    <a:pt x="306854" y="75364"/>
                  </a:lnTo>
                  <a:lnTo>
                    <a:pt x="303874" y="70983"/>
                  </a:lnTo>
                  <a:lnTo>
                    <a:pt x="300757" y="66698"/>
                  </a:lnTo>
                  <a:lnTo>
                    <a:pt x="297506" y="62515"/>
                  </a:lnTo>
                  <a:lnTo>
                    <a:pt x="294124" y="58436"/>
                  </a:lnTo>
                  <a:lnTo>
                    <a:pt x="290614" y="54466"/>
                  </a:lnTo>
                  <a:lnTo>
                    <a:pt x="286981" y="50610"/>
                  </a:lnTo>
                  <a:lnTo>
                    <a:pt x="283227" y="46871"/>
                  </a:lnTo>
                  <a:lnTo>
                    <a:pt x="279356" y="43253"/>
                  </a:lnTo>
                  <a:lnTo>
                    <a:pt x="275372" y="39759"/>
                  </a:lnTo>
                  <a:lnTo>
                    <a:pt x="271280" y="36393"/>
                  </a:lnTo>
                  <a:lnTo>
                    <a:pt x="267084" y="33159"/>
                  </a:lnTo>
                  <a:lnTo>
                    <a:pt x="262786" y="30059"/>
                  </a:lnTo>
                  <a:lnTo>
                    <a:pt x="258393" y="27097"/>
                  </a:lnTo>
                  <a:lnTo>
                    <a:pt x="253908" y="24276"/>
                  </a:lnTo>
                  <a:lnTo>
                    <a:pt x="249336" y="21598"/>
                  </a:lnTo>
                  <a:lnTo>
                    <a:pt x="244681" y="19066"/>
                  </a:lnTo>
                  <a:lnTo>
                    <a:pt x="239949" y="16684"/>
                  </a:lnTo>
                  <a:lnTo>
                    <a:pt x="235143" y="14452"/>
                  </a:lnTo>
                  <a:lnTo>
                    <a:pt x="230269" y="12374"/>
                  </a:lnTo>
                  <a:lnTo>
                    <a:pt x="225332" y="10451"/>
                  </a:lnTo>
                  <a:lnTo>
                    <a:pt x="220336" y="8686"/>
                  </a:lnTo>
                  <a:lnTo>
                    <a:pt x="215287" y="7080"/>
                  </a:lnTo>
                  <a:lnTo>
                    <a:pt x="210189" y="5635"/>
                  </a:lnTo>
                  <a:lnTo>
                    <a:pt x="205048" y="4352"/>
                  </a:lnTo>
                  <a:lnTo>
                    <a:pt x="199869" y="3233"/>
                  </a:lnTo>
                  <a:lnTo>
                    <a:pt x="194658" y="2278"/>
                  </a:lnTo>
                  <a:lnTo>
                    <a:pt x="189418" y="1489"/>
                  </a:lnTo>
                  <a:lnTo>
                    <a:pt x="184156" y="867"/>
                  </a:lnTo>
                  <a:lnTo>
                    <a:pt x="178877" y="411"/>
                  </a:lnTo>
                  <a:lnTo>
                    <a:pt x="173587" y="123"/>
                  </a:lnTo>
                  <a:lnTo>
                    <a:pt x="168290" y="3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629088" y="5103947"/>
              <a:ext cx="1139" cy="167167"/>
            </a:xfrm>
            <a:custGeom>
              <a:avLst/>
              <a:pathLst>
                <a:path w="1139" h="167167">
                  <a:moveTo>
                    <a:pt x="1139" y="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956651" y="5309273"/>
              <a:ext cx="149243" cy="167167"/>
            </a:xfrm>
            <a:custGeom>
              <a:avLst/>
              <a:pathLst>
                <a:path w="149243" h="167167">
                  <a:moveTo>
                    <a:pt x="149243" y="0"/>
                  </a:moveTo>
                  <a:lnTo>
                    <a:pt x="143818" y="88"/>
                  </a:lnTo>
                  <a:lnTo>
                    <a:pt x="138399" y="352"/>
                  </a:lnTo>
                  <a:lnTo>
                    <a:pt x="132992" y="791"/>
                  </a:lnTo>
                  <a:lnTo>
                    <a:pt x="127602" y="1406"/>
                  </a:lnTo>
                  <a:lnTo>
                    <a:pt x="122234" y="2196"/>
                  </a:lnTo>
                  <a:lnTo>
                    <a:pt x="116895" y="3159"/>
                  </a:lnTo>
                  <a:lnTo>
                    <a:pt x="111590" y="4295"/>
                  </a:lnTo>
                  <a:lnTo>
                    <a:pt x="106325" y="5603"/>
                  </a:lnTo>
                  <a:lnTo>
                    <a:pt x="101105" y="7080"/>
                  </a:lnTo>
                  <a:lnTo>
                    <a:pt x="95936" y="8727"/>
                  </a:lnTo>
                  <a:lnTo>
                    <a:pt x="90823" y="10540"/>
                  </a:lnTo>
                  <a:lnTo>
                    <a:pt x="85771" y="12518"/>
                  </a:lnTo>
                  <a:lnTo>
                    <a:pt x="80786" y="14659"/>
                  </a:lnTo>
                  <a:lnTo>
                    <a:pt x="75873" y="16961"/>
                  </a:lnTo>
                  <a:lnTo>
                    <a:pt x="71038" y="19421"/>
                  </a:lnTo>
                  <a:lnTo>
                    <a:pt x="66285" y="22036"/>
                  </a:lnTo>
                  <a:lnTo>
                    <a:pt x="61619" y="24804"/>
                  </a:lnTo>
                  <a:lnTo>
                    <a:pt x="57046" y="27723"/>
                  </a:lnTo>
                  <a:lnTo>
                    <a:pt x="52569" y="30788"/>
                  </a:lnTo>
                  <a:lnTo>
                    <a:pt x="48195" y="33997"/>
                  </a:lnTo>
                  <a:lnTo>
                    <a:pt x="43927" y="37346"/>
                  </a:lnTo>
                  <a:lnTo>
                    <a:pt x="39770" y="40831"/>
                  </a:lnTo>
                  <a:lnTo>
                    <a:pt x="35728" y="44450"/>
                  </a:lnTo>
                  <a:lnTo>
                    <a:pt x="31806" y="48198"/>
                  </a:lnTo>
                  <a:lnTo>
                    <a:pt x="28007" y="52072"/>
                  </a:lnTo>
                  <a:lnTo>
                    <a:pt x="24336" y="56066"/>
                  </a:lnTo>
                  <a:lnTo>
                    <a:pt x="20797" y="60178"/>
                  </a:lnTo>
                  <a:lnTo>
                    <a:pt x="17393" y="64402"/>
                  </a:lnTo>
                  <a:lnTo>
                    <a:pt x="14127" y="68735"/>
                  </a:lnTo>
                  <a:lnTo>
                    <a:pt x="11005" y="73171"/>
                  </a:lnTo>
                  <a:lnTo>
                    <a:pt x="8027" y="77706"/>
                  </a:lnTo>
                  <a:lnTo>
                    <a:pt x="5199" y="82336"/>
                  </a:lnTo>
                  <a:lnTo>
                    <a:pt x="2522" y="87055"/>
                  </a:lnTo>
                  <a:lnTo>
                    <a:pt x="0" y="91858"/>
                  </a:lnTo>
                  <a:lnTo>
                    <a:pt x="149243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3938734" y="5309273"/>
              <a:ext cx="334311" cy="334333"/>
            </a:xfrm>
            <a:custGeom>
              <a:avLst/>
              <a:pathLst>
                <a:path w="334311" h="334333">
                  <a:moveTo>
                    <a:pt x="17917" y="91858"/>
                  </a:moveTo>
                  <a:lnTo>
                    <a:pt x="15599" y="96638"/>
                  </a:lnTo>
                  <a:lnTo>
                    <a:pt x="13435" y="101489"/>
                  </a:lnTo>
                  <a:lnTo>
                    <a:pt x="11426" y="106406"/>
                  </a:lnTo>
                  <a:lnTo>
                    <a:pt x="9574" y="111385"/>
                  </a:lnTo>
                  <a:lnTo>
                    <a:pt x="7881" y="116420"/>
                  </a:lnTo>
                  <a:lnTo>
                    <a:pt x="6349" y="121506"/>
                  </a:lnTo>
                  <a:lnTo>
                    <a:pt x="4980" y="126638"/>
                  </a:lnTo>
                  <a:lnTo>
                    <a:pt x="3774" y="131811"/>
                  </a:lnTo>
                  <a:lnTo>
                    <a:pt x="2733" y="137020"/>
                  </a:lnTo>
                  <a:lnTo>
                    <a:pt x="1858" y="142260"/>
                  </a:lnTo>
                  <a:lnTo>
                    <a:pt x="1150" y="147524"/>
                  </a:lnTo>
                  <a:lnTo>
                    <a:pt x="610" y="152809"/>
                  </a:lnTo>
                  <a:lnTo>
                    <a:pt x="238" y="158108"/>
                  </a:lnTo>
                  <a:lnTo>
                    <a:pt x="34" y="163416"/>
                  </a:lnTo>
                  <a:lnTo>
                    <a:pt x="0" y="168727"/>
                  </a:lnTo>
                  <a:lnTo>
                    <a:pt x="133" y="174038"/>
                  </a:lnTo>
                  <a:lnTo>
                    <a:pt x="436" y="179341"/>
                  </a:lnTo>
                  <a:lnTo>
                    <a:pt x="907" y="184632"/>
                  </a:lnTo>
                  <a:lnTo>
                    <a:pt x="1546" y="189905"/>
                  </a:lnTo>
                  <a:lnTo>
                    <a:pt x="2352" y="195156"/>
                  </a:lnTo>
                  <a:lnTo>
                    <a:pt x="3324" y="200378"/>
                  </a:lnTo>
                  <a:lnTo>
                    <a:pt x="4462" y="205566"/>
                  </a:lnTo>
                  <a:lnTo>
                    <a:pt x="5764" y="210716"/>
                  </a:lnTo>
                  <a:lnTo>
                    <a:pt x="7230" y="215822"/>
                  </a:lnTo>
                  <a:lnTo>
                    <a:pt x="8856" y="220879"/>
                  </a:lnTo>
                  <a:lnTo>
                    <a:pt x="10643" y="225881"/>
                  </a:lnTo>
                  <a:lnTo>
                    <a:pt x="12587" y="230825"/>
                  </a:lnTo>
                  <a:lnTo>
                    <a:pt x="14688" y="235704"/>
                  </a:lnTo>
                  <a:lnTo>
                    <a:pt x="16942" y="240513"/>
                  </a:lnTo>
                  <a:lnTo>
                    <a:pt x="19348" y="245249"/>
                  </a:lnTo>
                  <a:lnTo>
                    <a:pt x="21904" y="249906"/>
                  </a:lnTo>
                  <a:lnTo>
                    <a:pt x="24606" y="254479"/>
                  </a:lnTo>
                  <a:lnTo>
                    <a:pt x="27452" y="258964"/>
                  </a:lnTo>
                  <a:lnTo>
                    <a:pt x="30439" y="263357"/>
                  </a:lnTo>
                  <a:lnTo>
                    <a:pt x="33564" y="267652"/>
                  </a:lnTo>
                  <a:lnTo>
                    <a:pt x="36824" y="271846"/>
                  </a:lnTo>
                  <a:lnTo>
                    <a:pt x="40216" y="275934"/>
                  </a:lnTo>
                  <a:lnTo>
                    <a:pt x="43736" y="279912"/>
                  </a:lnTo>
                  <a:lnTo>
                    <a:pt x="47380" y="283777"/>
                  </a:lnTo>
                  <a:lnTo>
                    <a:pt x="51146" y="287524"/>
                  </a:lnTo>
                  <a:lnTo>
                    <a:pt x="55028" y="291149"/>
                  </a:lnTo>
                  <a:lnTo>
                    <a:pt x="59024" y="294649"/>
                  </a:lnTo>
                  <a:lnTo>
                    <a:pt x="63129" y="298020"/>
                  </a:lnTo>
                  <a:lnTo>
                    <a:pt x="67339" y="301259"/>
                  </a:lnTo>
                  <a:lnTo>
                    <a:pt x="71650" y="304363"/>
                  </a:lnTo>
                  <a:lnTo>
                    <a:pt x="76057" y="307329"/>
                  </a:lnTo>
                  <a:lnTo>
                    <a:pt x="80556" y="310152"/>
                  </a:lnTo>
                  <a:lnTo>
                    <a:pt x="85143" y="312832"/>
                  </a:lnTo>
                  <a:lnTo>
                    <a:pt x="89812" y="315364"/>
                  </a:lnTo>
                  <a:lnTo>
                    <a:pt x="94560" y="317747"/>
                  </a:lnTo>
                  <a:lnTo>
                    <a:pt x="99381" y="319977"/>
                  </a:lnTo>
                  <a:lnTo>
                    <a:pt x="104270" y="322054"/>
                  </a:lnTo>
                  <a:lnTo>
                    <a:pt x="109223" y="323974"/>
                  </a:lnTo>
                  <a:lnTo>
                    <a:pt x="114234" y="325735"/>
                  </a:lnTo>
                  <a:lnTo>
                    <a:pt x="119299" y="327337"/>
                  </a:lnTo>
                  <a:lnTo>
                    <a:pt x="124412" y="328776"/>
                  </a:lnTo>
                  <a:lnTo>
                    <a:pt x="129568" y="330053"/>
                  </a:lnTo>
                  <a:lnTo>
                    <a:pt x="134763" y="331165"/>
                  </a:lnTo>
                  <a:lnTo>
                    <a:pt x="139990" y="332112"/>
                  </a:lnTo>
                  <a:lnTo>
                    <a:pt x="145244" y="332892"/>
                  </a:lnTo>
                  <a:lnTo>
                    <a:pt x="150520" y="333504"/>
                  </a:lnTo>
                  <a:lnTo>
                    <a:pt x="155814" y="333949"/>
                  </a:lnTo>
                  <a:lnTo>
                    <a:pt x="161118" y="334225"/>
                  </a:lnTo>
                  <a:lnTo>
                    <a:pt x="166429" y="334333"/>
                  </a:lnTo>
                  <a:lnTo>
                    <a:pt x="171741" y="334272"/>
                  </a:lnTo>
                  <a:lnTo>
                    <a:pt x="177048" y="334042"/>
                  </a:lnTo>
                  <a:lnTo>
                    <a:pt x="182345" y="333643"/>
                  </a:lnTo>
                  <a:lnTo>
                    <a:pt x="187626" y="333077"/>
                  </a:lnTo>
                  <a:lnTo>
                    <a:pt x="192887" y="332343"/>
                  </a:lnTo>
                  <a:lnTo>
                    <a:pt x="198122" y="331442"/>
                  </a:lnTo>
                  <a:lnTo>
                    <a:pt x="203326" y="330375"/>
                  </a:lnTo>
                  <a:lnTo>
                    <a:pt x="208493" y="329144"/>
                  </a:lnTo>
                  <a:lnTo>
                    <a:pt x="213619" y="327749"/>
                  </a:lnTo>
                  <a:lnTo>
                    <a:pt x="218697" y="326192"/>
                  </a:lnTo>
                  <a:lnTo>
                    <a:pt x="223724" y="324474"/>
                  </a:lnTo>
                  <a:lnTo>
                    <a:pt x="228693" y="322597"/>
                  </a:lnTo>
                  <a:lnTo>
                    <a:pt x="233600" y="320564"/>
                  </a:lnTo>
                  <a:lnTo>
                    <a:pt x="238441" y="318375"/>
                  </a:lnTo>
                  <a:lnTo>
                    <a:pt x="243209" y="316034"/>
                  </a:lnTo>
                  <a:lnTo>
                    <a:pt x="247900" y="313543"/>
                  </a:lnTo>
                  <a:lnTo>
                    <a:pt x="252510" y="310904"/>
                  </a:lnTo>
                  <a:lnTo>
                    <a:pt x="257034" y="308119"/>
                  </a:lnTo>
                  <a:lnTo>
                    <a:pt x="261467" y="305193"/>
                  </a:lnTo>
                  <a:lnTo>
                    <a:pt x="265805" y="302127"/>
                  </a:lnTo>
                  <a:lnTo>
                    <a:pt x="270043" y="298924"/>
                  </a:lnTo>
                  <a:lnTo>
                    <a:pt x="274177" y="295589"/>
                  </a:lnTo>
                  <a:lnTo>
                    <a:pt x="278203" y="292124"/>
                  </a:lnTo>
                  <a:lnTo>
                    <a:pt x="282117" y="288533"/>
                  </a:lnTo>
                  <a:lnTo>
                    <a:pt x="285915" y="284819"/>
                  </a:lnTo>
                  <a:lnTo>
                    <a:pt x="289593" y="280987"/>
                  </a:lnTo>
                  <a:lnTo>
                    <a:pt x="293148" y="277039"/>
                  </a:lnTo>
                  <a:lnTo>
                    <a:pt x="296575" y="272981"/>
                  </a:lnTo>
                  <a:lnTo>
                    <a:pt x="299872" y="268816"/>
                  </a:lnTo>
                  <a:lnTo>
                    <a:pt x="303034" y="264548"/>
                  </a:lnTo>
                  <a:lnTo>
                    <a:pt x="306060" y="260182"/>
                  </a:lnTo>
                  <a:lnTo>
                    <a:pt x="308945" y="255722"/>
                  </a:lnTo>
                  <a:lnTo>
                    <a:pt x="311687" y="251172"/>
                  </a:lnTo>
                  <a:lnTo>
                    <a:pt x="314283" y="246538"/>
                  </a:lnTo>
                  <a:lnTo>
                    <a:pt x="316730" y="241823"/>
                  </a:lnTo>
                  <a:lnTo>
                    <a:pt x="319027" y="237033"/>
                  </a:lnTo>
                  <a:lnTo>
                    <a:pt x="321170" y="232173"/>
                  </a:lnTo>
                  <a:lnTo>
                    <a:pt x="323158" y="227247"/>
                  </a:lnTo>
                  <a:lnTo>
                    <a:pt x="324988" y="222260"/>
                  </a:lnTo>
                  <a:lnTo>
                    <a:pt x="326658" y="217218"/>
                  </a:lnTo>
                  <a:lnTo>
                    <a:pt x="328168" y="212125"/>
                  </a:lnTo>
                  <a:lnTo>
                    <a:pt x="329515" y="206987"/>
                  </a:lnTo>
                  <a:lnTo>
                    <a:pt x="330698" y="201808"/>
                  </a:lnTo>
                  <a:lnTo>
                    <a:pt x="331717" y="196595"/>
                  </a:lnTo>
                  <a:lnTo>
                    <a:pt x="332568" y="191352"/>
                  </a:lnTo>
                  <a:lnTo>
                    <a:pt x="333253" y="186084"/>
                  </a:lnTo>
                  <a:lnTo>
                    <a:pt x="333770" y="180797"/>
                  </a:lnTo>
                  <a:lnTo>
                    <a:pt x="334119" y="175497"/>
                  </a:lnTo>
                  <a:lnTo>
                    <a:pt x="334300" y="170188"/>
                  </a:lnTo>
                  <a:lnTo>
                    <a:pt x="334311" y="164876"/>
                  </a:lnTo>
                  <a:lnTo>
                    <a:pt x="334154" y="159567"/>
                  </a:lnTo>
                  <a:lnTo>
                    <a:pt x="333828" y="154265"/>
                  </a:lnTo>
                  <a:lnTo>
                    <a:pt x="333334" y="148976"/>
                  </a:lnTo>
                  <a:lnTo>
                    <a:pt x="332673" y="143705"/>
                  </a:lnTo>
                  <a:lnTo>
                    <a:pt x="331844" y="138458"/>
                  </a:lnTo>
                  <a:lnTo>
                    <a:pt x="330848" y="133241"/>
                  </a:lnTo>
                  <a:lnTo>
                    <a:pt x="329688" y="128057"/>
                  </a:lnTo>
                  <a:lnTo>
                    <a:pt x="328363" y="122913"/>
                  </a:lnTo>
                  <a:lnTo>
                    <a:pt x="326876" y="117813"/>
                  </a:lnTo>
                  <a:lnTo>
                    <a:pt x="325227" y="112764"/>
                  </a:lnTo>
                  <a:lnTo>
                    <a:pt x="323419" y="107769"/>
                  </a:lnTo>
                  <a:lnTo>
                    <a:pt x="321453" y="102834"/>
                  </a:lnTo>
                  <a:lnTo>
                    <a:pt x="319331" y="97965"/>
                  </a:lnTo>
                  <a:lnTo>
                    <a:pt x="317055" y="93165"/>
                  </a:lnTo>
                  <a:lnTo>
                    <a:pt x="314628" y="88440"/>
                  </a:lnTo>
                  <a:lnTo>
                    <a:pt x="312052" y="83794"/>
                  </a:lnTo>
                  <a:lnTo>
                    <a:pt x="309330" y="79233"/>
                  </a:lnTo>
                  <a:lnTo>
                    <a:pt x="306465" y="74760"/>
                  </a:lnTo>
                  <a:lnTo>
                    <a:pt x="303459" y="70381"/>
                  </a:lnTo>
                  <a:lnTo>
                    <a:pt x="300315" y="66099"/>
                  </a:lnTo>
                  <a:lnTo>
                    <a:pt x="297036" y="61919"/>
                  </a:lnTo>
                  <a:lnTo>
                    <a:pt x="293627" y="57846"/>
                  </a:lnTo>
                  <a:lnTo>
                    <a:pt x="290090" y="53883"/>
                  </a:lnTo>
                  <a:lnTo>
                    <a:pt x="286428" y="50035"/>
                  </a:lnTo>
                  <a:lnTo>
                    <a:pt x="282646" y="46304"/>
                  </a:lnTo>
                  <a:lnTo>
                    <a:pt x="278748" y="42696"/>
                  </a:lnTo>
                  <a:lnTo>
                    <a:pt x="274737" y="39214"/>
                  </a:lnTo>
                  <a:lnTo>
                    <a:pt x="270617" y="35860"/>
                  </a:lnTo>
                  <a:lnTo>
                    <a:pt x="266393" y="32640"/>
                  </a:lnTo>
                  <a:lnTo>
                    <a:pt x="262069" y="29555"/>
                  </a:lnTo>
                  <a:lnTo>
                    <a:pt x="257649" y="26609"/>
                  </a:lnTo>
                  <a:lnTo>
                    <a:pt x="253137" y="23805"/>
                  </a:lnTo>
                  <a:lnTo>
                    <a:pt x="248539" y="21145"/>
                  </a:lnTo>
                  <a:lnTo>
                    <a:pt x="243859" y="18633"/>
                  </a:lnTo>
                  <a:lnTo>
                    <a:pt x="239101" y="16271"/>
                  </a:lnTo>
                  <a:lnTo>
                    <a:pt x="234270" y="14062"/>
                  </a:lnTo>
                  <a:lnTo>
                    <a:pt x="229372" y="12007"/>
                  </a:lnTo>
                  <a:lnTo>
                    <a:pt x="224411" y="10109"/>
                  </a:lnTo>
                  <a:lnTo>
                    <a:pt x="219392" y="8369"/>
                  </a:lnTo>
                  <a:lnTo>
                    <a:pt x="214320" y="6790"/>
                  </a:lnTo>
                  <a:lnTo>
                    <a:pt x="209201" y="5372"/>
                  </a:lnTo>
                  <a:lnTo>
                    <a:pt x="204039" y="4118"/>
                  </a:lnTo>
                  <a:lnTo>
                    <a:pt x="198840" y="3029"/>
                  </a:lnTo>
                  <a:lnTo>
                    <a:pt x="193609" y="2105"/>
                  </a:lnTo>
                  <a:lnTo>
                    <a:pt x="188351" y="1348"/>
                  </a:lnTo>
                  <a:lnTo>
                    <a:pt x="183072" y="759"/>
                  </a:lnTo>
                  <a:lnTo>
                    <a:pt x="177777" y="337"/>
                  </a:lnTo>
                  <a:lnTo>
                    <a:pt x="172471" y="84"/>
                  </a:lnTo>
                  <a:lnTo>
                    <a:pt x="167160" y="0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612886" y="5399291"/>
              <a:ext cx="4394" cy="167167"/>
            </a:xfrm>
            <a:custGeom>
              <a:avLst/>
              <a:pathLst>
                <a:path w="4394" h="167167">
                  <a:moveTo>
                    <a:pt x="4394" y="0"/>
                  </a:moveTo>
                  <a:lnTo>
                    <a:pt x="0" y="57"/>
                  </a:lnTo>
                  <a:lnTo>
                    <a:pt x="4394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612886" y="5399349"/>
              <a:ext cx="4394" cy="167109"/>
            </a:xfrm>
            <a:custGeom>
              <a:avLst/>
              <a:pathLst>
                <a:path w="4394" h="167109">
                  <a:moveTo>
                    <a:pt x="0" y="0"/>
                  </a:moveTo>
                  <a:lnTo>
                    <a:pt x="4394" y="167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612886" y="5399349"/>
              <a:ext cx="4394" cy="167109"/>
            </a:xfrm>
            <a:custGeom>
              <a:avLst/>
              <a:pathLst>
                <a:path w="4394" h="167109">
                  <a:moveTo>
                    <a:pt x="0" y="0"/>
                  </a:moveTo>
                  <a:lnTo>
                    <a:pt x="4394" y="167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612886" y="5399349"/>
              <a:ext cx="4394" cy="167109"/>
            </a:xfrm>
            <a:custGeom>
              <a:avLst/>
              <a:pathLst>
                <a:path w="4394" h="167109">
                  <a:moveTo>
                    <a:pt x="0" y="0"/>
                  </a:moveTo>
                  <a:lnTo>
                    <a:pt x="4394" y="167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612886" y="5399349"/>
              <a:ext cx="4394" cy="167109"/>
            </a:xfrm>
            <a:custGeom>
              <a:avLst/>
              <a:pathLst>
                <a:path w="4394" h="167109">
                  <a:moveTo>
                    <a:pt x="0" y="0"/>
                  </a:moveTo>
                  <a:lnTo>
                    <a:pt x="4394" y="167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612886" y="5399349"/>
              <a:ext cx="4394" cy="167109"/>
            </a:xfrm>
            <a:custGeom>
              <a:avLst/>
              <a:pathLst>
                <a:path w="4394" h="167109">
                  <a:moveTo>
                    <a:pt x="0" y="0"/>
                  </a:moveTo>
                  <a:lnTo>
                    <a:pt x="4394" y="1671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612886" y="5399349"/>
              <a:ext cx="4394" cy="167109"/>
            </a:xfrm>
            <a:custGeom>
              <a:avLst/>
              <a:pathLst>
                <a:path w="4394" h="167109">
                  <a:moveTo>
                    <a:pt x="0" y="0"/>
                  </a:moveTo>
                  <a:lnTo>
                    <a:pt x="4394" y="1671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4450115" y="5399349"/>
              <a:ext cx="334330" cy="334256"/>
            </a:xfrm>
            <a:custGeom>
              <a:avLst/>
              <a:pathLst>
                <a:path w="334330" h="334256">
                  <a:moveTo>
                    <a:pt x="162770" y="0"/>
                  </a:moveTo>
                  <a:lnTo>
                    <a:pt x="157488" y="222"/>
                  </a:lnTo>
                  <a:lnTo>
                    <a:pt x="152215" y="612"/>
                  </a:lnTo>
                  <a:lnTo>
                    <a:pt x="146957" y="1168"/>
                  </a:lnTo>
                  <a:lnTo>
                    <a:pt x="141719" y="1890"/>
                  </a:lnTo>
                  <a:lnTo>
                    <a:pt x="136506" y="2777"/>
                  </a:lnTo>
                  <a:lnTo>
                    <a:pt x="131325" y="3829"/>
                  </a:lnTo>
                  <a:lnTo>
                    <a:pt x="126179" y="5044"/>
                  </a:lnTo>
                  <a:lnTo>
                    <a:pt x="121074" y="6421"/>
                  </a:lnTo>
                  <a:lnTo>
                    <a:pt x="116015" y="7959"/>
                  </a:lnTo>
                  <a:lnTo>
                    <a:pt x="111008" y="9656"/>
                  </a:lnTo>
                  <a:lnTo>
                    <a:pt x="106056" y="11511"/>
                  </a:lnTo>
                  <a:lnTo>
                    <a:pt x="101166" y="13521"/>
                  </a:lnTo>
                  <a:lnTo>
                    <a:pt x="96342" y="15686"/>
                  </a:lnTo>
                  <a:lnTo>
                    <a:pt x="91589" y="18001"/>
                  </a:lnTo>
                  <a:lnTo>
                    <a:pt x="86911" y="20466"/>
                  </a:lnTo>
                  <a:lnTo>
                    <a:pt x="82313" y="23077"/>
                  </a:lnTo>
                  <a:lnTo>
                    <a:pt x="77801" y="25833"/>
                  </a:lnTo>
                  <a:lnTo>
                    <a:pt x="73378" y="28729"/>
                  </a:lnTo>
                  <a:lnTo>
                    <a:pt x="69048" y="31765"/>
                  </a:lnTo>
                  <a:lnTo>
                    <a:pt x="64817" y="34935"/>
                  </a:lnTo>
                  <a:lnTo>
                    <a:pt x="60688" y="38238"/>
                  </a:lnTo>
                  <a:lnTo>
                    <a:pt x="56666" y="41670"/>
                  </a:lnTo>
                  <a:lnTo>
                    <a:pt x="52754" y="45227"/>
                  </a:lnTo>
                  <a:lnTo>
                    <a:pt x="48957" y="48906"/>
                  </a:lnTo>
                  <a:lnTo>
                    <a:pt x="45278" y="52704"/>
                  </a:lnTo>
                  <a:lnTo>
                    <a:pt x="41721" y="56616"/>
                  </a:lnTo>
                  <a:lnTo>
                    <a:pt x="38289" y="60638"/>
                  </a:lnTo>
                  <a:lnTo>
                    <a:pt x="34986" y="64767"/>
                  </a:lnTo>
                  <a:lnTo>
                    <a:pt x="31816" y="68998"/>
                  </a:lnTo>
                  <a:lnTo>
                    <a:pt x="28781" y="73328"/>
                  </a:lnTo>
                  <a:lnTo>
                    <a:pt x="25884" y="77751"/>
                  </a:lnTo>
                  <a:lnTo>
                    <a:pt x="23129" y="82264"/>
                  </a:lnTo>
                  <a:lnTo>
                    <a:pt x="20518" y="86861"/>
                  </a:lnTo>
                  <a:lnTo>
                    <a:pt x="18053" y="91539"/>
                  </a:lnTo>
                  <a:lnTo>
                    <a:pt x="15738" y="96293"/>
                  </a:lnTo>
                  <a:lnTo>
                    <a:pt x="13574" y="101117"/>
                  </a:lnTo>
                  <a:lnTo>
                    <a:pt x="11564" y="106007"/>
                  </a:lnTo>
                  <a:lnTo>
                    <a:pt x="9709" y="110959"/>
                  </a:lnTo>
                  <a:lnTo>
                    <a:pt x="8012" y="115966"/>
                  </a:lnTo>
                  <a:lnTo>
                    <a:pt x="6475" y="121025"/>
                  </a:lnTo>
                  <a:lnTo>
                    <a:pt x="5098" y="126130"/>
                  </a:lnTo>
                  <a:lnTo>
                    <a:pt x="3883" y="131276"/>
                  </a:lnTo>
                  <a:lnTo>
                    <a:pt x="2831" y="136458"/>
                  </a:lnTo>
                  <a:lnTo>
                    <a:pt x="1944" y="141670"/>
                  </a:lnTo>
                  <a:lnTo>
                    <a:pt x="1222" y="146908"/>
                  </a:lnTo>
                  <a:lnTo>
                    <a:pt x="666" y="152166"/>
                  </a:lnTo>
                  <a:lnTo>
                    <a:pt x="277" y="157439"/>
                  </a:lnTo>
                  <a:lnTo>
                    <a:pt x="55" y="162722"/>
                  </a:lnTo>
                  <a:lnTo>
                    <a:pt x="0" y="168009"/>
                  </a:lnTo>
                  <a:lnTo>
                    <a:pt x="112" y="173295"/>
                  </a:lnTo>
                  <a:lnTo>
                    <a:pt x="391" y="178575"/>
                  </a:lnTo>
                  <a:lnTo>
                    <a:pt x="837" y="183843"/>
                  </a:lnTo>
                  <a:lnTo>
                    <a:pt x="1449" y="189095"/>
                  </a:lnTo>
                  <a:lnTo>
                    <a:pt x="2227" y="194325"/>
                  </a:lnTo>
                  <a:lnTo>
                    <a:pt x="3171" y="199527"/>
                  </a:lnTo>
                  <a:lnTo>
                    <a:pt x="4278" y="204698"/>
                  </a:lnTo>
                  <a:lnTo>
                    <a:pt x="5548" y="209830"/>
                  </a:lnTo>
                  <a:lnTo>
                    <a:pt x="6980" y="214920"/>
                  </a:lnTo>
                  <a:lnTo>
                    <a:pt x="8572" y="219962"/>
                  </a:lnTo>
                  <a:lnTo>
                    <a:pt x="10323" y="224951"/>
                  </a:lnTo>
                  <a:lnTo>
                    <a:pt x="12231" y="229882"/>
                  </a:lnTo>
                  <a:lnTo>
                    <a:pt x="14293" y="234750"/>
                  </a:lnTo>
                  <a:lnTo>
                    <a:pt x="16509" y="239551"/>
                  </a:lnTo>
                  <a:lnTo>
                    <a:pt x="18875" y="244279"/>
                  </a:lnTo>
                  <a:lnTo>
                    <a:pt x="21390" y="248931"/>
                  </a:lnTo>
                  <a:lnTo>
                    <a:pt x="24050" y="253500"/>
                  </a:lnTo>
                  <a:lnTo>
                    <a:pt x="26854" y="257983"/>
                  </a:lnTo>
                  <a:lnTo>
                    <a:pt x="29798" y="262374"/>
                  </a:lnTo>
                  <a:lnTo>
                    <a:pt x="32880" y="266671"/>
                  </a:lnTo>
                  <a:lnTo>
                    <a:pt x="36096" y="270868"/>
                  </a:lnTo>
                  <a:lnTo>
                    <a:pt x="39442" y="274961"/>
                  </a:lnTo>
                  <a:lnTo>
                    <a:pt x="42917" y="278946"/>
                  </a:lnTo>
                  <a:lnTo>
                    <a:pt x="46516" y="282820"/>
                  </a:lnTo>
                  <a:lnTo>
                    <a:pt x="50236" y="286577"/>
                  </a:lnTo>
                  <a:lnTo>
                    <a:pt x="54073" y="290216"/>
                  </a:lnTo>
                  <a:lnTo>
                    <a:pt x="58022" y="293730"/>
                  </a:lnTo>
                  <a:lnTo>
                    <a:pt x="62081" y="297119"/>
                  </a:lnTo>
                  <a:lnTo>
                    <a:pt x="66246" y="300377"/>
                  </a:lnTo>
                  <a:lnTo>
                    <a:pt x="70511" y="303502"/>
                  </a:lnTo>
                  <a:lnTo>
                    <a:pt x="74872" y="306490"/>
                  </a:lnTo>
                  <a:lnTo>
                    <a:pt x="79327" y="309339"/>
                  </a:lnTo>
                  <a:lnTo>
                    <a:pt x="83869" y="312046"/>
                  </a:lnTo>
                  <a:lnTo>
                    <a:pt x="88494" y="314608"/>
                  </a:lnTo>
                  <a:lnTo>
                    <a:pt x="93198" y="317022"/>
                  </a:lnTo>
                  <a:lnTo>
                    <a:pt x="97976" y="319286"/>
                  </a:lnTo>
                  <a:lnTo>
                    <a:pt x="102823" y="321398"/>
                  </a:lnTo>
                  <a:lnTo>
                    <a:pt x="107735" y="323356"/>
                  </a:lnTo>
                  <a:lnTo>
                    <a:pt x="112706" y="325157"/>
                  </a:lnTo>
                  <a:lnTo>
                    <a:pt x="117731" y="326800"/>
                  </a:lnTo>
                  <a:lnTo>
                    <a:pt x="122806" y="328284"/>
                  </a:lnTo>
                  <a:lnTo>
                    <a:pt x="127926" y="329606"/>
                  </a:lnTo>
                  <a:lnTo>
                    <a:pt x="133084" y="330766"/>
                  </a:lnTo>
                  <a:lnTo>
                    <a:pt x="138277" y="331762"/>
                  </a:lnTo>
                  <a:lnTo>
                    <a:pt x="143498" y="332593"/>
                  </a:lnTo>
                  <a:lnTo>
                    <a:pt x="148744" y="333259"/>
                  </a:lnTo>
                  <a:lnTo>
                    <a:pt x="154007" y="333758"/>
                  </a:lnTo>
                  <a:lnTo>
                    <a:pt x="159284" y="334091"/>
                  </a:lnTo>
                  <a:lnTo>
                    <a:pt x="164569" y="334256"/>
                  </a:lnTo>
                  <a:lnTo>
                    <a:pt x="169856" y="334255"/>
                  </a:lnTo>
                  <a:lnTo>
                    <a:pt x="175141" y="334086"/>
                  </a:lnTo>
                  <a:lnTo>
                    <a:pt x="180418" y="333750"/>
                  </a:lnTo>
                  <a:lnTo>
                    <a:pt x="185681" y="333248"/>
                  </a:lnTo>
                  <a:lnTo>
                    <a:pt x="190926" y="332579"/>
                  </a:lnTo>
                  <a:lnTo>
                    <a:pt x="196147" y="331745"/>
                  </a:lnTo>
                  <a:lnTo>
                    <a:pt x="201339" y="330746"/>
                  </a:lnTo>
                  <a:lnTo>
                    <a:pt x="206497" y="329583"/>
                  </a:lnTo>
                  <a:lnTo>
                    <a:pt x="211616" y="328258"/>
                  </a:lnTo>
                  <a:lnTo>
                    <a:pt x="216690" y="326772"/>
                  </a:lnTo>
                  <a:lnTo>
                    <a:pt x="221715" y="325126"/>
                  </a:lnTo>
                  <a:lnTo>
                    <a:pt x="226685" y="323322"/>
                  </a:lnTo>
                  <a:lnTo>
                    <a:pt x="231595" y="321361"/>
                  </a:lnTo>
                  <a:lnTo>
                    <a:pt x="236441" y="319246"/>
                  </a:lnTo>
                  <a:lnTo>
                    <a:pt x="241218" y="316979"/>
                  </a:lnTo>
                  <a:lnTo>
                    <a:pt x="245920" y="314562"/>
                  </a:lnTo>
                  <a:lnTo>
                    <a:pt x="250544" y="311998"/>
                  </a:lnTo>
                  <a:lnTo>
                    <a:pt x="255085" y="309289"/>
                  </a:lnTo>
                  <a:lnTo>
                    <a:pt x="259537" y="306437"/>
                  </a:lnTo>
                  <a:lnTo>
                    <a:pt x="263897" y="303446"/>
                  </a:lnTo>
                  <a:lnTo>
                    <a:pt x="268160" y="300319"/>
                  </a:lnTo>
                  <a:lnTo>
                    <a:pt x="272323" y="297058"/>
                  </a:lnTo>
                  <a:lnTo>
                    <a:pt x="276380" y="293667"/>
                  </a:lnTo>
                  <a:lnTo>
                    <a:pt x="280328" y="290150"/>
                  </a:lnTo>
                  <a:lnTo>
                    <a:pt x="284162" y="286510"/>
                  </a:lnTo>
                  <a:lnTo>
                    <a:pt x="287880" y="282750"/>
                  </a:lnTo>
                  <a:lnTo>
                    <a:pt x="291476" y="278875"/>
                  </a:lnTo>
                  <a:lnTo>
                    <a:pt x="294949" y="274887"/>
                  </a:lnTo>
                  <a:lnTo>
                    <a:pt x="298293" y="270792"/>
                  </a:lnTo>
                  <a:lnTo>
                    <a:pt x="301507" y="266593"/>
                  </a:lnTo>
                  <a:lnTo>
                    <a:pt x="304586" y="262295"/>
                  </a:lnTo>
                  <a:lnTo>
                    <a:pt x="307527" y="257901"/>
                  </a:lnTo>
                  <a:lnTo>
                    <a:pt x="310328" y="253417"/>
                  </a:lnTo>
                  <a:lnTo>
                    <a:pt x="312986" y="248846"/>
                  </a:lnTo>
                  <a:lnTo>
                    <a:pt x="315498" y="244194"/>
                  </a:lnTo>
                  <a:lnTo>
                    <a:pt x="317862" y="239464"/>
                  </a:lnTo>
                  <a:lnTo>
                    <a:pt x="320075" y="234662"/>
                  </a:lnTo>
                  <a:lnTo>
                    <a:pt x="322135" y="229793"/>
                  </a:lnTo>
                  <a:lnTo>
                    <a:pt x="324040" y="224860"/>
                  </a:lnTo>
                  <a:lnTo>
                    <a:pt x="325787" y="219870"/>
                  </a:lnTo>
                  <a:lnTo>
                    <a:pt x="327377" y="214827"/>
                  </a:lnTo>
                  <a:lnTo>
                    <a:pt x="328806" y="209737"/>
                  </a:lnTo>
                  <a:lnTo>
                    <a:pt x="330073" y="204604"/>
                  </a:lnTo>
                  <a:lnTo>
                    <a:pt x="331177" y="199433"/>
                  </a:lnTo>
                  <a:lnTo>
                    <a:pt x="332117" y="194230"/>
                  </a:lnTo>
                  <a:lnTo>
                    <a:pt x="332893" y="188999"/>
                  </a:lnTo>
                  <a:lnTo>
                    <a:pt x="333502" y="183747"/>
                  </a:lnTo>
                  <a:lnTo>
                    <a:pt x="333945" y="178479"/>
                  </a:lnTo>
                  <a:lnTo>
                    <a:pt x="334221" y="173198"/>
                  </a:lnTo>
                  <a:lnTo>
                    <a:pt x="334330" y="167912"/>
                  </a:lnTo>
                  <a:lnTo>
                    <a:pt x="334272" y="162625"/>
                  </a:lnTo>
                  <a:lnTo>
                    <a:pt x="334046" y="157343"/>
                  </a:lnTo>
                  <a:lnTo>
                    <a:pt x="333654" y="152070"/>
                  </a:lnTo>
                  <a:lnTo>
                    <a:pt x="333095" y="146812"/>
                  </a:lnTo>
                  <a:lnTo>
                    <a:pt x="332370" y="141575"/>
                  </a:lnTo>
                  <a:lnTo>
                    <a:pt x="331480" y="136363"/>
                  </a:lnTo>
                  <a:lnTo>
                    <a:pt x="330426" y="131182"/>
                  </a:lnTo>
                  <a:lnTo>
                    <a:pt x="329208" y="126037"/>
                  </a:lnTo>
                  <a:lnTo>
                    <a:pt x="327828" y="120932"/>
                  </a:lnTo>
                  <a:lnTo>
                    <a:pt x="326287" y="115875"/>
                  </a:lnTo>
                  <a:lnTo>
                    <a:pt x="324587" y="110868"/>
                  </a:lnTo>
                  <a:lnTo>
                    <a:pt x="322730" y="105918"/>
                  </a:lnTo>
                  <a:lnTo>
                    <a:pt x="320717" y="101028"/>
                  </a:lnTo>
                  <a:lnTo>
                    <a:pt x="318550" y="96205"/>
                  </a:lnTo>
                  <a:lnTo>
                    <a:pt x="316232" y="91453"/>
                  </a:lnTo>
                  <a:lnTo>
                    <a:pt x="313765" y="86777"/>
                  </a:lnTo>
                  <a:lnTo>
                    <a:pt x="311151" y="82181"/>
                  </a:lnTo>
                  <a:lnTo>
                    <a:pt x="308393" y="77670"/>
                  </a:lnTo>
                  <a:lnTo>
                    <a:pt x="305494" y="73248"/>
                  </a:lnTo>
                  <a:lnTo>
                    <a:pt x="302456" y="68920"/>
                  </a:lnTo>
                  <a:lnTo>
                    <a:pt x="299284" y="64691"/>
                  </a:lnTo>
                  <a:lnTo>
                    <a:pt x="295978" y="60564"/>
                  </a:lnTo>
                  <a:lnTo>
                    <a:pt x="292544" y="56543"/>
                  </a:lnTo>
                  <a:lnTo>
                    <a:pt x="288985" y="52633"/>
                  </a:lnTo>
                  <a:lnTo>
                    <a:pt x="285304" y="48838"/>
                  </a:lnTo>
                  <a:lnTo>
                    <a:pt x="281504" y="45161"/>
                  </a:lnTo>
                  <a:lnTo>
                    <a:pt x="277591" y="41606"/>
                  </a:lnTo>
                  <a:lnTo>
                    <a:pt x="273566" y="38177"/>
                  </a:lnTo>
                  <a:lnTo>
                    <a:pt x="269436" y="34876"/>
                  </a:lnTo>
                  <a:lnTo>
                    <a:pt x="265203" y="31708"/>
                  </a:lnTo>
                  <a:lnTo>
                    <a:pt x="260871" y="28675"/>
                  </a:lnTo>
                  <a:lnTo>
                    <a:pt x="256447" y="25781"/>
                  </a:lnTo>
                  <a:lnTo>
                    <a:pt x="251932" y="23028"/>
                  </a:lnTo>
                  <a:lnTo>
                    <a:pt x="247333" y="20419"/>
                  </a:lnTo>
                  <a:lnTo>
                    <a:pt x="242654" y="17957"/>
                  </a:lnTo>
                  <a:lnTo>
                    <a:pt x="237900" y="15645"/>
                  </a:lnTo>
                  <a:lnTo>
                    <a:pt x="233074" y="13483"/>
                  </a:lnTo>
                  <a:lnTo>
                    <a:pt x="228183" y="11476"/>
                  </a:lnTo>
                  <a:lnTo>
                    <a:pt x="223230" y="9624"/>
                  </a:lnTo>
                  <a:lnTo>
                    <a:pt x="218222" y="7930"/>
                  </a:lnTo>
                  <a:lnTo>
                    <a:pt x="213162" y="6395"/>
                  </a:lnTo>
                  <a:lnTo>
                    <a:pt x="208056" y="5020"/>
                  </a:lnTo>
                  <a:lnTo>
                    <a:pt x="202910" y="3808"/>
                  </a:lnTo>
                  <a:lnTo>
                    <a:pt x="197728" y="2759"/>
                  </a:lnTo>
                  <a:lnTo>
                    <a:pt x="167165" y="1671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4617280" y="5399291"/>
              <a:ext cx="30563" cy="167167"/>
            </a:xfrm>
            <a:custGeom>
              <a:avLst/>
              <a:pathLst>
                <a:path w="30563" h="167167">
                  <a:moveTo>
                    <a:pt x="30563" y="2817"/>
                  </a:moveTo>
                  <a:lnTo>
                    <a:pt x="22979" y="1586"/>
                  </a:lnTo>
                  <a:lnTo>
                    <a:pt x="15346" y="705"/>
                  </a:lnTo>
                  <a:lnTo>
                    <a:pt x="7681" y="17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101769" y="5369149"/>
              <a:ext cx="33906" cy="167167"/>
            </a:xfrm>
            <a:custGeom>
              <a:avLst/>
              <a:pathLst>
                <a:path w="33906" h="167167">
                  <a:moveTo>
                    <a:pt x="33906" y="0"/>
                  </a:moveTo>
                  <a:lnTo>
                    <a:pt x="27080" y="139"/>
                  </a:lnTo>
                  <a:lnTo>
                    <a:pt x="20264" y="557"/>
                  </a:lnTo>
                  <a:lnTo>
                    <a:pt x="13471" y="1253"/>
                  </a:lnTo>
                  <a:lnTo>
                    <a:pt x="6713" y="2226"/>
                  </a:lnTo>
                  <a:lnTo>
                    <a:pt x="0" y="3474"/>
                  </a:lnTo>
                  <a:lnTo>
                    <a:pt x="3390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101769" y="5372624"/>
              <a:ext cx="33906" cy="163692"/>
            </a:xfrm>
            <a:custGeom>
              <a:avLst/>
              <a:pathLst>
                <a:path w="33906" h="163692">
                  <a:moveTo>
                    <a:pt x="0" y="0"/>
                  </a:moveTo>
                  <a:lnTo>
                    <a:pt x="33906" y="1636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101769" y="5372624"/>
              <a:ext cx="33906" cy="163692"/>
            </a:xfrm>
            <a:custGeom>
              <a:avLst/>
              <a:pathLst>
                <a:path w="33906" h="163692">
                  <a:moveTo>
                    <a:pt x="0" y="0"/>
                  </a:moveTo>
                  <a:lnTo>
                    <a:pt x="33906" y="1636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101769" y="5372624"/>
              <a:ext cx="33906" cy="163692"/>
            </a:xfrm>
            <a:custGeom>
              <a:avLst/>
              <a:pathLst>
                <a:path w="33906" h="163692">
                  <a:moveTo>
                    <a:pt x="0" y="0"/>
                  </a:moveTo>
                  <a:lnTo>
                    <a:pt x="33906" y="1636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101769" y="5372624"/>
              <a:ext cx="33906" cy="163692"/>
            </a:xfrm>
            <a:custGeom>
              <a:avLst/>
              <a:pathLst>
                <a:path w="33906" h="163692">
                  <a:moveTo>
                    <a:pt x="0" y="0"/>
                  </a:moveTo>
                  <a:lnTo>
                    <a:pt x="33906" y="1636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101769" y="5372624"/>
              <a:ext cx="33906" cy="163692"/>
            </a:xfrm>
            <a:custGeom>
              <a:avLst/>
              <a:pathLst>
                <a:path w="33906" h="163692">
                  <a:moveTo>
                    <a:pt x="0" y="0"/>
                  </a:moveTo>
                  <a:lnTo>
                    <a:pt x="33906" y="1636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4968526" y="5372624"/>
              <a:ext cx="167149" cy="262033"/>
            </a:xfrm>
            <a:custGeom>
              <a:avLst/>
              <a:pathLst>
                <a:path w="167149" h="262033">
                  <a:moveTo>
                    <a:pt x="133242" y="0"/>
                  </a:moveTo>
                  <a:lnTo>
                    <a:pt x="127992" y="1175"/>
                  </a:lnTo>
                  <a:lnTo>
                    <a:pt x="122782" y="2520"/>
                  </a:lnTo>
                  <a:lnTo>
                    <a:pt x="117619" y="4031"/>
                  </a:lnTo>
                  <a:lnTo>
                    <a:pt x="112507" y="5707"/>
                  </a:lnTo>
                  <a:lnTo>
                    <a:pt x="107451" y="7547"/>
                  </a:lnTo>
                  <a:lnTo>
                    <a:pt x="102457" y="9549"/>
                  </a:lnTo>
                  <a:lnTo>
                    <a:pt x="97531" y="11711"/>
                  </a:lnTo>
                  <a:lnTo>
                    <a:pt x="92676" y="14030"/>
                  </a:lnTo>
                  <a:lnTo>
                    <a:pt x="87898" y="16504"/>
                  </a:lnTo>
                  <a:lnTo>
                    <a:pt x="83203" y="19130"/>
                  </a:lnTo>
                  <a:lnTo>
                    <a:pt x="78595" y="21907"/>
                  </a:lnTo>
                  <a:lnTo>
                    <a:pt x="74078" y="24830"/>
                  </a:lnTo>
                  <a:lnTo>
                    <a:pt x="69658" y="27897"/>
                  </a:lnTo>
                  <a:lnTo>
                    <a:pt x="65338" y="31104"/>
                  </a:lnTo>
                  <a:lnTo>
                    <a:pt x="61124" y="34449"/>
                  </a:lnTo>
                  <a:lnTo>
                    <a:pt x="57020" y="37928"/>
                  </a:lnTo>
                  <a:lnTo>
                    <a:pt x="53030" y="41537"/>
                  </a:lnTo>
                  <a:lnTo>
                    <a:pt x="49158" y="45272"/>
                  </a:lnTo>
                  <a:lnTo>
                    <a:pt x="45409" y="49131"/>
                  </a:lnTo>
                  <a:lnTo>
                    <a:pt x="41785" y="53107"/>
                  </a:lnTo>
                  <a:lnTo>
                    <a:pt x="38292" y="57199"/>
                  </a:lnTo>
                  <a:lnTo>
                    <a:pt x="34932" y="61400"/>
                  </a:lnTo>
                  <a:lnTo>
                    <a:pt x="31708" y="65708"/>
                  </a:lnTo>
                  <a:lnTo>
                    <a:pt x="28625" y="70117"/>
                  </a:lnTo>
                  <a:lnTo>
                    <a:pt x="25686" y="74623"/>
                  </a:lnTo>
                  <a:lnTo>
                    <a:pt x="22893" y="79222"/>
                  </a:lnTo>
                  <a:lnTo>
                    <a:pt x="20249" y="83908"/>
                  </a:lnTo>
                  <a:lnTo>
                    <a:pt x="17758" y="88676"/>
                  </a:lnTo>
                  <a:lnTo>
                    <a:pt x="15422" y="93522"/>
                  </a:lnTo>
                  <a:lnTo>
                    <a:pt x="13242" y="98441"/>
                  </a:lnTo>
                  <a:lnTo>
                    <a:pt x="11222" y="103427"/>
                  </a:lnTo>
                  <a:lnTo>
                    <a:pt x="9363" y="108476"/>
                  </a:lnTo>
                  <a:lnTo>
                    <a:pt x="7668" y="113582"/>
                  </a:lnTo>
                  <a:lnTo>
                    <a:pt x="6138" y="118740"/>
                  </a:lnTo>
                  <a:lnTo>
                    <a:pt x="4775" y="123945"/>
                  </a:lnTo>
                  <a:lnTo>
                    <a:pt x="3580" y="129191"/>
                  </a:lnTo>
                  <a:lnTo>
                    <a:pt x="2555" y="134472"/>
                  </a:lnTo>
                  <a:lnTo>
                    <a:pt x="1700" y="139784"/>
                  </a:lnTo>
                  <a:lnTo>
                    <a:pt x="1016" y="145120"/>
                  </a:lnTo>
                  <a:lnTo>
                    <a:pt x="505" y="150476"/>
                  </a:lnTo>
                  <a:lnTo>
                    <a:pt x="166" y="155845"/>
                  </a:lnTo>
                  <a:lnTo>
                    <a:pt x="0" y="161223"/>
                  </a:lnTo>
                  <a:lnTo>
                    <a:pt x="7" y="166603"/>
                  </a:lnTo>
                  <a:lnTo>
                    <a:pt x="187" y="171980"/>
                  </a:lnTo>
                  <a:lnTo>
                    <a:pt x="540" y="177348"/>
                  </a:lnTo>
                  <a:lnTo>
                    <a:pt x="1066" y="182703"/>
                  </a:lnTo>
                  <a:lnTo>
                    <a:pt x="1763" y="188037"/>
                  </a:lnTo>
                  <a:lnTo>
                    <a:pt x="2633" y="193347"/>
                  </a:lnTo>
                  <a:lnTo>
                    <a:pt x="3672" y="198625"/>
                  </a:lnTo>
                  <a:lnTo>
                    <a:pt x="4881" y="203868"/>
                  </a:lnTo>
                  <a:lnTo>
                    <a:pt x="6258" y="209069"/>
                  </a:lnTo>
                  <a:lnTo>
                    <a:pt x="7801" y="214223"/>
                  </a:lnTo>
                  <a:lnTo>
                    <a:pt x="9510" y="219324"/>
                  </a:lnTo>
                  <a:lnTo>
                    <a:pt x="11382" y="224368"/>
                  </a:lnTo>
                  <a:lnTo>
                    <a:pt x="13415" y="229349"/>
                  </a:lnTo>
                  <a:lnTo>
                    <a:pt x="15607" y="234262"/>
                  </a:lnTo>
                  <a:lnTo>
                    <a:pt x="17957" y="239102"/>
                  </a:lnTo>
                  <a:lnTo>
                    <a:pt x="20461" y="243864"/>
                  </a:lnTo>
                  <a:lnTo>
                    <a:pt x="23117" y="248543"/>
                  </a:lnTo>
                  <a:lnTo>
                    <a:pt x="25922" y="253134"/>
                  </a:lnTo>
                  <a:lnTo>
                    <a:pt x="28873" y="257632"/>
                  </a:lnTo>
                  <a:lnTo>
                    <a:pt x="31967" y="262033"/>
                  </a:lnTo>
                  <a:lnTo>
                    <a:pt x="167149" y="1636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000494" y="5369149"/>
              <a:ext cx="302343" cy="334315"/>
            </a:xfrm>
            <a:custGeom>
              <a:avLst/>
              <a:pathLst>
                <a:path w="302343" h="334315">
                  <a:moveTo>
                    <a:pt x="0" y="265508"/>
                  </a:moveTo>
                  <a:lnTo>
                    <a:pt x="3205" y="269770"/>
                  </a:lnTo>
                  <a:lnTo>
                    <a:pt x="6545" y="273927"/>
                  </a:lnTo>
                  <a:lnTo>
                    <a:pt x="10016" y="277976"/>
                  </a:lnTo>
                  <a:lnTo>
                    <a:pt x="13614" y="281912"/>
                  </a:lnTo>
                  <a:lnTo>
                    <a:pt x="17336" y="285731"/>
                  </a:lnTo>
                  <a:lnTo>
                    <a:pt x="21177" y="289430"/>
                  </a:lnTo>
                  <a:lnTo>
                    <a:pt x="25135" y="293004"/>
                  </a:lnTo>
                  <a:lnTo>
                    <a:pt x="29205" y="296450"/>
                  </a:lnTo>
                  <a:lnTo>
                    <a:pt x="33382" y="299764"/>
                  </a:lnTo>
                  <a:lnTo>
                    <a:pt x="37664" y="302944"/>
                  </a:lnTo>
                  <a:lnTo>
                    <a:pt x="42044" y="305985"/>
                  </a:lnTo>
                  <a:lnTo>
                    <a:pt x="46519" y="308885"/>
                  </a:lnTo>
                  <a:lnTo>
                    <a:pt x="51085" y="311641"/>
                  </a:lnTo>
                  <a:lnTo>
                    <a:pt x="55736" y="314250"/>
                  </a:lnTo>
                  <a:lnTo>
                    <a:pt x="60468" y="316709"/>
                  </a:lnTo>
                  <a:lnTo>
                    <a:pt x="65276" y="319016"/>
                  </a:lnTo>
                  <a:lnTo>
                    <a:pt x="70155" y="321169"/>
                  </a:lnTo>
                  <a:lnTo>
                    <a:pt x="75100" y="323165"/>
                  </a:lnTo>
                  <a:lnTo>
                    <a:pt x="80106" y="325002"/>
                  </a:lnTo>
                  <a:lnTo>
                    <a:pt x="85169" y="326678"/>
                  </a:lnTo>
                  <a:lnTo>
                    <a:pt x="90282" y="328192"/>
                  </a:lnTo>
                  <a:lnTo>
                    <a:pt x="95441" y="329542"/>
                  </a:lnTo>
                  <a:lnTo>
                    <a:pt x="100640" y="330727"/>
                  </a:lnTo>
                  <a:lnTo>
                    <a:pt x="105875" y="331746"/>
                  </a:lnTo>
                  <a:lnTo>
                    <a:pt x="111139" y="332597"/>
                  </a:lnTo>
                  <a:lnTo>
                    <a:pt x="116428" y="333279"/>
                  </a:lnTo>
                  <a:lnTo>
                    <a:pt x="121736" y="333793"/>
                  </a:lnTo>
                  <a:lnTo>
                    <a:pt x="127058" y="334137"/>
                  </a:lnTo>
                  <a:lnTo>
                    <a:pt x="132388" y="334311"/>
                  </a:lnTo>
                  <a:lnTo>
                    <a:pt x="137721" y="334315"/>
                  </a:lnTo>
                  <a:lnTo>
                    <a:pt x="143051" y="334149"/>
                  </a:lnTo>
                  <a:lnTo>
                    <a:pt x="148373" y="333813"/>
                  </a:lnTo>
                  <a:lnTo>
                    <a:pt x="153682" y="333307"/>
                  </a:lnTo>
                  <a:lnTo>
                    <a:pt x="158972" y="332633"/>
                  </a:lnTo>
                  <a:lnTo>
                    <a:pt x="164237" y="331790"/>
                  </a:lnTo>
                  <a:lnTo>
                    <a:pt x="169473" y="330779"/>
                  </a:lnTo>
                  <a:lnTo>
                    <a:pt x="174675" y="329602"/>
                  </a:lnTo>
                  <a:lnTo>
                    <a:pt x="179836" y="328260"/>
                  </a:lnTo>
                  <a:lnTo>
                    <a:pt x="184951" y="326753"/>
                  </a:lnTo>
                  <a:lnTo>
                    <a:pt x="190016" y="325085"/>
                  </a:lnTo>
                  <a:lnTo>
                    <a:pt x="195025" y="323255"/>
                  </a:lnTo>
                  <a:lnTo>
                    <a:pt x="199974" y="321267"/>
                  </a:lnTo>
                  <a:lnTo>
                    <a:pt x="204856" y="319122"/>
                  </a:lnTo>
                  <a:lnTo>
                    <a:pt x="209667" y="316822"/>
                  </a:lnTo>
                  <a:lnTo>
                    <a:pt x="214403" y="314370"/>
                  </a:lnTo>
                  <a:lnTo>
                    <a:pt x="219058" y="311768"/>
                  </a:lnTo>
                  <a:lnTo>
                    <a:pt x="223627" y="309019"/>
                  </a:lnTo>
                  <a:lnTo>
                    <a:pt x="228107" y="306126"/>
                  </a:lnTo>
                  <a:lnTo>
                    <a:pt x="232492" y="303091"/>
                  </a:lnTo>
                  <a:lnTo>
                    <a:pt x="236778" y="299918"/>
                  </a:lnTo>
                  <a:lnTo>
                    <a:pt x="240961" y="296610"/>
                  </a:lnTo>
                  <a:lnTo>
                    <a:pt x="245036" y="293170"/>
                  </a:lnTo>
                  <a:lnTo>
                    <a:pt x="248999" y="289602"/>
                  </a:lnTo>
                  <a:lnTo>
                    <a:pt x="252846" y="285909"/>
                  </a:lnTo>
                  <a:lnTo>
                    <a:pt x="256574" y="282096"/>
                  </a:lnTo>
                  <a:lnTo>
                    <a:pt x="260178" y="278165"/>
                  </a:lnTo>
                  <a:lnTo>
                    <a:pt x="263655" y="274122"/>
                  </a:lnTo>
                  <a:lnTo>
                    <a:pt x="267001" y="269970"/>
                  </a:lnTo>
                  <a:lnTo>
                    <a:pt x="270213" y="265713"/>
                  </a:lnTo>
                  <a:lnTo>
                    <a:pt x="273288" y="261355"/>
                  </a:lnTo>
                  <a:lnTo>
                    <a:pt x="276222" y="256902"/>
                  </a:lnTo>
                  <a:lnTo>
                    <a:pt x="279012" y="252358"/>
                  </a:lnTo>
                  <a:lnTo>
                    <a:pt x="281656" y="247727"/>
                  </a:lnTo>
                  <a:lnTo>
                    <a:pt x="284151" y="243014"/>
                  </a:lnTo>
                  <a:lnTo>
                    <a:pt x="286495" y="238224"/>
                  </a:lnTo>
                  <a:lnTo>
                    <a:pt x="288684" y="233361"/>
                  </a:lnTo>
                  <a:lnTo>
                    <a:pt x="290717" y="228431"/>
                  </a:lnTo>
                  <a:lnTo>
                    <a:pt x="292592" y="223439"/>
                  </a:lnTo>
                  <a:lnTo>
                    <a:pt x="294307" y="218389"/>
                  </a:lnTo>
                  <a:lnTo>
                    <a:pt x="295860" y="213288"/>
                  </a:lnTo>
                  <a:lnTo>
                    <a:pt x="297249" y="208139"/>
                  </a:lnTo>
                  <a:lnTo>
                    <a:pt x="298474" y="202949"/>
                  </a:lnTo>
                  <a:lnTo>
                    <a:pt x="299532" y="197722"/>
                  </a:lnTo>
                  <a:lnTo>
                    <a:pt x="300423" y="192464"/>
                  </a:lnTo>
                  <a:lnTo>
                    <a:pt x="301146" y="187181"/>
                  </a:lnTo>
                  <a:lnTo>
                    <a:pt x="301700" y="181877"/>
                  </a:lnTo>
                  <a:lnTo>
                    <a:pt x="302084" y="176558"/>
                  </a:lnTo>
                  <a:lnTo>
                    <a:pt x="302299" y="171230"/>
                  </a:lnTo>
                  <a:lnTo>
                    <a:pt x="302343" y="165897"/>
                  </a:lnTo>
                  <a:lnTo>
                    <a:pt x="302218" y="160566"/>
                  </a:lnTo>
                  <a:lnTo>
                    <a:pt x="301922" y="155241"/>
                  </a:lnTo>
                  <a:lnTo>
                    <a:pt x="301457" y="149929"/>
                  </a:lnTo>
                  <a:lnTo>
                    <a:pt x="300823" y="144634"/>
                  </a:lnTo>
                  <a:lnTo>
                    <a:pt x="300020" y="139362"/>
                  </a:lnTo>
                  <a:lnTo>
                    <a:pt x="299049" y="134118"/>
                  </a:lnTo>
                  <a:lnTo>
                    <a:pt x="297911" y="128908"/>
                  </a:lnTo>
                  <a:lnTo>
                    <a:pt x="296608" y="123737"/>
                  </a:lnTo>
                  <a:lnTo>
                    <a:pt x="295141" y="118610"/>
                  </a:lnTo>
                  <a:lnTo>
                    <a:pt x="293511" y="113533"/>
                  </a:lnTo>
                  <a:lnTo>
                    <a:pt x="291719" y="108510"/>
                  </a:lnTo>
                  <a:lnTo>
                    <a:pt x="289769" y="103547"/>
                  </a:lnTo>
                  <a:lnTo>
                    <a:pt x="287661" y="98648"/>
                  </a:lnTo>
                  <a:lnTo>
                    <a:pt x="285398" y="93819"/>
                  </a:lnTo>
                  <a:lnTo>
                    <a:pt x="282982" y="89065"/>
                  </a:lnTo>
                  <a:lnTo>
                    <a:pt x="280415" y="84391"/>
                  </a:lnTo>
                  <a:lnTo>
                    <a:pt x="277701" y="79800"/>
                  </a:lnTo>
                  <a:lnTo>
                    <a:pt x="274842" y="75299"/>
                  </a:lnTo>
                  <a:lnTo>
                    <a:pt x="271841" y="70891"/>
                  </a:lnTo>
                  <a:lnTo>
                    <a:pt x="268700" y="66581"/>
                  </a:lnTo>
                  <a:lnTo>
                    <a:pt x="265424" y="62373"/>
                  </a:lnTo>
                  <a:lnTo>
                    <a:pt x="262015" y="58272"/>
                  </a:lnTo>
                  <a:lnTo>
                    <a:pt x="258477" y="54282"/>
                  </a:lnTo>
                  <a:lnTo>
                    <a:pt x="254814" y="50407"/>
                  </a:lnTo>
                  <a:lnTo>
                    <a:pt x="251029" y="46650"/>
                  </a:lnTo>
                  <a:lnTo>
                    <a:pt x="247126" y="43017"/>
                  </a:lnTo>
                  <a:lnTo>
                    <a:pt x="243109" y="39509"/>
                  </a:lnTo>
                  <a:lnTo>
                    <a:pt x="238982" y="36132"/>
                  </a:lnTo>
                  <a:lnTo>
                    <a:pt x="234749" y="32887"/>
                  </a:lnTo>
                  <a:lnTo>
                    <a:pt x="230416" y="29780"/>
                  </a:lnTo>
                  <a:lnTo>
                    <a:pt x="225985" y="26812"/>
                  </a:lnTo>
                  <a:lnTo>
                    <a:pt x="221462" y="23987"/>
                  </a:lnTo>
                  <a:lnTo>
                    <a:pt x="216851" y="21308"/>
                  </a:lnTo>
                  <a:lnTo>
                    <a:pt x="212157" y="18777"/>
                  </a:lnTo>
                  <a:lnTo>
                    <a:pt x="207385" y="16397"/>
                  </a:lnTo>
                  <a:lnTo>
                    <a:pt x="202539" y="14171"/>
                  </a:lnTo>
                  <a:lnTo>
                    <a:pt x="197625" y="12100"/>
                  </a:lnTo>
                  <a:lnTo>
                    <a:pt x="192647" y="10187"/>
                  </a:lnTo>
                  <a:lnTo>
                    <a:pt x="187611" y="8434"/>
                  </a:lnTo>
                  <a:lnTo>
                    <a:pt x="182521" y="6843"/>
                  </a:lnTo>
                  <a:lnTo>
                    <a:pt x="177383" y="5414"/>
                  </a:lnTo>
                  <a:lnTo>
                    <a:pt x="172202" y="4150"/>
                  </a:lnTo>
                  <a:lnTo>
                    <a:pt x="166984" y="3053"/>
                  </a:lnTo>
                  <a:lnTo>
                    <a:pt x="161733" y="2122"/>
                  </a:lnTo>
                  <a:lnTo>
                    <a:pt x="156455" y="1359"/>
                  </a:lnTo>
                  <a:lnTo>
                    <a:pt x="151155" y="765"/>
                  </a:lnTo>
                  <a:lnTo>
                    <a:pt x="145839" y="340"/>
                  </a:lnTo>
                  <a:lnTo>
                    <a:pt x="140513" y="85"/>
                  </a:lnTo>
                  <a:lnTo>
                    <a:pt x="135181" y="0"/>
                  </a:lnTo>
                  <a:lnTo>
                    <a:pt x="13518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614619" y="5220472"/>
              <a:ext cx="18515" cy="167167"/>
            </a:xfrm>
            <a:custGeom>
              <a:avLst/>
              <a:pathLst>
                <a:path w="18515" h="167167">
                  <a:moveTo>
                    <a:pt x="18515" y="0"/>
                  </a:moveTo>
                  <a:lnTo>
                    <a:pt x="9243" y="257"/>
                  </a:lnTo>
                  <a:lnTo>
                    <a:pt x="0" y="1028"/>
                  </a:lnTo>
                  <a:lnTo>
                    <a:pt x="1851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614619" y="5221500"/>
              <a:ext cx="18515" cy="166138"/>
            </a:xfrm>
            <a:custGeom>
              <a:avLst/>
              <a:pathLst>
                <a:path w="18515" h="166138">
                  <a:moveTo>
                    <a:pt x="0" y="0"/>
                  </a:moveTo>
                  <a:lnTo>
                    <a:pt x="18515" y="1661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614619" y="5221500"/>
              <a:ext cx="18515" cy="166138"/>
            </a:xfrm>
            <a:custGeom>
              <a:avLst/>
              <a:pathLst>
                <a:path w="18515" h="166138">
                  <a:moveTo>
                    <a:pt x="0" y="0"/>
                  </a:moveTo>
                  <a:lnTo>
                    <a:pt x="18515" y="1661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614619" y="5221500"/>
              <a:ext cx="18515" cy="166138"/>
            </a:xfrm>
            <a:custGeom>
              <a:avLst/>
              <a:pathLst>
                <a:path w="18515" h="166138">
                  <a:moveTo>
                    <a:pt x="0" y="0"/>
                  </a:moveTo>
                  <a:lnTo>
                    <a:pt x="18515" y="16613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5614619" y="5221500"/>
              <a:ext cx="18515" cy="166138"/>
            </a:xfrm>
            <a:custGeom>
              <a:avLst/>
              <a:pathLst>
                <a:path w="18515" h="166138">
                  <a:moveTo>
                    <a:pt x="0" y="0"/>
                  </a:moveTo>
                  <a:lnTo>
                    <a:pt x="18515" y="16613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5472639" y="5221500"/>
              <a:ext cx="160496" cy="166138"/>
            </a:xfrm>
            <a:custGeom>
              <a:avLst/>
              <a:pathLst>
                <a:path w="160496" h="166138">
                  <a:moveTo>
                    <a:pt x="141980" y="0"/>
                  </a:moveTo>
                  <a:lnTo>
                    <a:pt x="136562" y="693"/>
                  </a:lnTo>
                  <a:lnTo>
                    <a:pt x="131170" y="1563"/>
                  </a:lnTo>
                  <a:lnTo>
                    <a:pt x="125809" y="2609"/>
                  </a:lnTo>
                  <a:lnTo>
                    <a:pt x="120485" y="3830"/>
                  </a:lnTo>
                  <a:lnTo>
                    <a:pt x="115203" y="5224"/>
                  </a:lnTo>
                  <a:lnTo>
                    <a:pt x="109970" y="6789"/>
                  </a:lnTo>
                  <a:lnTo>
                    <a:pt x="104791" y="8525"/>
                  </a:lnTo>
                  <a:lnTo>
                    <a:pt x="99672" y="10429"/>
                  </a:lnTo>
                  <a:lnTo>
                    <a:pt x="94617" y="12499"/>
                  </a:lnTo>
                  <a:lnTo>
                    <a:pt x="89633" y="14734"/>
                  </a:lnTo>
                  <a:lnTo>
                    <a:pt x="84724" y="17130"/>
                  </a:lnTo>
                  <a:lnTo>
                    <a:pt x="79896" y="19685"/>
                  </a:lnTo>
                  <a:lnTo>
                    <a:pt x="75155" y="22396"/>
                  </a:lnTo>
                  <a:lnTo>
                    <a:pt x="70504" y="25261"/>
                  </a:lnTo>
                  <a:lnTo>
                    <a:pt x="65950" y="28276"/>
                  </a:lnTo>
                  <a:lnTo>
                    <a:pt x="61496" y="31439"/>
                  </a:lnTo>
                  <a:lnTo>
                    <a:pt x="57148" y="34745"/>
                  </a:lnTo>
                  <a:lnTo>
                    <a:pt x="52911" y="38191"/>
                  </a:lnTo>
                  <a:lnTo>
                    <a:pt x="48788" y="41775"/>
                  </a:lnTo>
                  <a:lnTo>
                    <a:pt x="44785" y="45490"/>
                  </a:lnTo>
                  <a:lnTo>
                    <a:pt x="40905" y="49335"/>
                  </a:lnTo>
                  <a:lnTo>
                    <a:pt x="37153" y="53305"/>
                  </a:lnTo>
                  <a:lnTo>
                    <a:pt x="33532" y="57395"/>
                  </a:lnTo>
                  <a:lnTo>
                    <a:pt x="30047" y="61601"/>
                  </a:lnTo>
                  <a:lnTo>
                    <a:pt x="26702" y="65918"/>
                  </a:lnTo>
                  <a:lnTo>
                    <a:pt x="23499" y="70343"/>
                  </a:lnTo>
                  <a:lnTo>
                    <a:pt x="20442" y="74870"/>
                  </a:lnTo>
                  <a:lnTo>
                    <a:pt x="17535" y="79494"/>
                  </a:lnTo>
                  <a:lnTo>
                    <a:pt x="14781" y="84211"/>
                  </a:lnTo>
                  <a:lnTo>
                    <a:pt x="12182" y="89015"/>
                  </a:lnTo>
                  <a:lnTo>
                    <a:pt x="9742" y="93902"/>
                  </a:lnTo>
                  <a:lnTo>
                    <a:pt x="7462" y="98865"/>
                  </a:lnTo>
                  <a:lnTo>
                    <a:pt x="5346" y="103901"/>
                  </a:lnTo>
                  <a:lnTo>
                    <a:pt x="3395" y="109003"/>
                  </a:lnTo>
                  <a:lnTo>
                    <a:pt x="1613" y="114166"/>
                  </a:lnTo>
                  <a:lnTo>
                    <a:pt x="0" y="119385"/>
                  </a:lnTo>
                  <a:lnTo>
                    <a:pt x="160496" y="1661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5465968" y="5220472"/>
              <a:ext cx="334326" cy="334324"/>
            </a:xfrm>
            <a:custGeom>
              <a:avLst/>
              <a:pathLst>
                <a:path w="334326" h="334324">
                  <a:moveTo>
                    <a:pt x="6671" y="120413"/>
                  </a:moveTo>
                  <a:lnTo>
                    <a:pt x="5273" y="125511"/>
                  </a:lnTo>
                  <a:lnTo>
                    <a:pt x="4037" y="130650"/>
                  </a:lnTo>
                  <a:lnTo>
                    <a:pt x="2964" y="135825"/>
                  </a:lnTo>
                  <a:lnTo>
                    <a:pt x="2055" y="141032"/>
                  </a:lnTo>
                  <a:lnTo>
                    <a:pt x="1311" y="146265"/>
                  </a:lnTo>
                  <a:lnTo>
                    <a:pt x="733" y="151518"/>
                  </a:lnTo>
                  <a:lnTo>
                    <a:pt x="322" y="156788"/>
                  </a:lnTo>
                  <a:lnTo>
                    <a:pt x="77" y="162068"/>
                  </a:lnTo>
                  <a:lnTo>
                    <a:pt x="0" y="167353"/>
                  </a:lnTo>
                  <a:lnTo>
                    <a:pt x="89" y="172637"/>
                  </a:lnTo>
                  <a:lnTo>
                    <a:pt x="345" y="177917"/>
                  </a:lnTo>
                  <a:lnTo>
                    <a:pt x="769" y="183185"/>
                  </a:lnTo>
                  <a:lnTo>
                    <a:pt x="1358" y="188438"/>
                  </a:lnTo>
                  <a:lnTo>
                    <a:pt x="2114" y="193669"/>
                  </a:lnTo>
                  <a:lnTo>
                    <a:pt x="3034" y="198874"/>
                  </a:lnTo>
                  <a:lnTo>
                    <a:pt x="4118" y="204047"/>
                  </a:lnTo>
                  <a:lnTo>
                    <a:pt x="5366" y="209183"/>
                  </a:lnTo>
                  <a:lnTo>
                    <a:pt x="6775" y="214277"/>
                  </a:lnTo>
                  <a:lnTo>
                    <a:pt x="8344" y="219324"/>
                  </a:lnTo>
                  <a:lnTo>
                    <a:pt x="10073" y="224319"/>
                  </a:lnTo>
                  <a:lnTo>
                    <a:pt x="11958" y="229257"/>
                  </a:lnTo>
                  <a:lnTo>
                    <a:pt x="13999" y="234133"/>
                  </a:lnTo>
                  <a:lnTo>
                    <a:pt x="16192" y="238942"/>
                  </a:lnTo>
                  <a:lnTo>
                    <a:pt x="18537" y="243679"/>
                  </a:lnTo>
                  <a:lnTo>
                    <a:pt x="21030" y="248339"/>
                  </a:lnTo>
                  <a:lnTo>
                    <a:pt x="23669" y="252919"/>
                  </a:lnTo>
                  <a:lnTo>
                    <a:pt x="26452" y="257412"/>
                  </a:lnTo>
                  <a:lnTo>
                    <a:pt x="29375" y="261816"/>
                  </a:lnTo>
                  <a:lnTo>
                    <a:pt x="32436" y="266125"/>
                  </a:lnTo>
                  <a:lnTo>
                    <a:pt x="35632" y="270334"/>
                  </a:lnTo>
                  <a:lnTo>
                    <a:pt x="38959" y="274441"/>
                  </a:lnTo>
                  <a:lnTo>
                    <a:pt x="42415" y="278441"/>
                  </a:lnTo>
                  <a:lnTo>
                    <a:pt x="45995" y="282329"/>
                  </a:lnTo>
                  <a:lnTo>
                    <a:pt x="49696" y="286102"/>
                  </a:lnTo>
                  <a:lnTo>
                    <a:pt x="53515" y="289757"/>
                  </a:lnTo>
                  <a:lnTo>
                    <a:pt x="57447" y="293288"/>
                  </a:lnTo>
                  <a:lnTo>
                    <a:pt x="61489" y="296694"/>
                  </a:lnTo>
                  <a:lnTo>
                    <a:pt x="65637" y="299970"/>
                  </a:lnTo>
                  <a:lnTo>
                    <a:pt x="69886" y="303113"/>
                  </a:lnTo>
                  <a:lnTo>
                    <a:pt x="74233" y="306121"/>
                  </a:lnTo>
                  <a:lnTo>
                    <a:pt x="78672" y="308989"/>
                  </a:lnTo>
                  <a:lnTo>
                    <a:pt x="83200" y="311716"/>
                  </a:lnTo>
                  <a:lnTo>
                    <a:pt x="87812" y="314299"/>
                  </a:lnTo>
                  <a:lnTo>
                    <a:pt x="92503" y="316734"/>
                  </a:lnTo>
                  <a:lnTo>
                    <a:pt x="97268" y="319019"/>
                  </a:lnTo>
                  <a:lnTo>
                    <a:pt x="102104" y="321153"/>
                  </a:lnTo>
                  <a:lnTo>
                    <a:pt x="107005" y="323133"/>
                  </a:lnTo>
                  <a:lnTo>
                    <a:pt x="111966" y="324957"/>
                  </a:lnTo>
                  <a:lnTo>
                    <a:pt x="116982" y="326623"/>
                  </a:lnTo>
                  <a:lnTo>
                    <a:pt x="122048" y="328130"/>
                  </a:lnTo>
                  <a:lnTo>
                    <a:pt x="127159" y="329476"/>
                  </a:lnTo>
                  <a:lnTo>
                    <a:pt x="132310" y="330660"/>
                  </a:lnTo>
                  <a:lnTo>
                    <a:pt x="137496" y="331680"/>
                  </a:lnTo>
                  <a:lnTo>
                    <a:pt x="142712" y="332536"/>
                  </a:lnTo>
                  <a:lnTo>
                    <a:pt x="147952" y="333226"/>
                  </a:lnTo>
                  <a:lnTo>
                    <a:pt x="153212" y="333751"/>
                  </a:lnTo>
                  <a:lnTo>
                    <a:pt x="158485" y="334109"/>
                  </a:lnTo>
                  <a:lnTo>
                    <a:pt x="163767" y="334300"/>
                  </a:lnTo>
                  <a:lnTo>
                    <a:pt x="169053" y="334324"/>
                  </a:lnTo>
                  <a:lnTo>
                    <a:pt x="174336" y="334181"/>
                  </a:lnTo>
                  <a:lnTo>
                    <a:pt x="179612" y="333870"/>
                  </a:lnTo>
                  <a:lnTo>
                    <a:pt x="184876" y="333394"/>
                  </a:lnTo>
                  <a:lnTo>
                    <a:pt x="190123" y="332751"/>
                  </a:lnTo>
                  <a:lnTo>
                    <a:pt x="195346" y="331942"/>
                  </a:lnTo>
                  <a:lnTo>
                    <a:pt x="200541" y="330969"/>
                  </a:lnTo>
                  <a:lnTo>
                    <a:pt x="205703" y="329832"/>
                  </a:lnTo>
                  <a:lnTo>
                    <a:pt x="210826" y="328532"/>
                  </a:lnTo>
                  <a:lnTo>
                    <a:pt x="215906" y="327072"/>
                  </a:lnTo>
                  <a:lnTo>
                    <a:pt x="220937" y="325451"/>
                  </a:lnTo>
                  <a:lnTo>
                    <a:pt x="225914" y="323672"/>
                  </a:lnTo>
                  <a:lnTo>
                    <a:pt x="230832" y="321736"/>
                  </a:lnTo>
                  <a:lnTo>
                    <a:pt x="235687" y="319646"/>
                  </a:lnTo>
                  <a:lnTo>
                    <a:pt x="240473" y="317404"/>
                  </a:lnTo>
                  <a:lnTo>
                    <a:pt x="245186" y="315011"/>
                  </a:lnTo>
                  <a:lnTo>
                    <a:pt x="249821" y="312471"/>
                  </a:lnTo>
                  <a:lnTo>
                    <a:pt x="254373" y="309785"/>
                  </a:lnTo>
                  <a:lnTo>
                    <a:pt x="258838" y="306957"/>
                  </a:lnTo>
                  <a:lnTo>
                    <a:pt x="263212" y="303989"/>
                  </a:lnTo>
                  <a:lnTo>
                    <a:pt x="267489" y="300884"/>
                  </a:lnTo>
                  <a:lnTo>
                    <a:pt x="271667" y="297646"/>
                  </a:lnTo>
                  <a:lnTo>
                    <a:pt x="275739" y="294277"/>
                  </a:lnTo>
                  <a:lnTo>
                    <a:pt x="279704" y="290781"/>
                  </a:lnTo>
                  <a:lnTo>
                    <a:pt x="283555" y="287161"/>
                  </a:lnTo>
                  <a:lnTo>
                    <a:pt x="287291" y="283422"/>
                  </a:lnTo>
                  <a:lnTo>
                    <a:pt x="290906" y="279566"/>
                  </a:lnTo>
                  <a:lnTo>
                    <a:pt x="294397" y="275598"/>
                  </a:lnTo>
                  <a:lnTo>
                    <a:pt x="297762" y="271522"/>
                  </a:lnTo>
                  <a:lnTo>
                    <a:pt x="300996" y="267341"/>
                  </a:lnTo>
                  <a:lnTo>
                    <a:pt x="304096" y="263060"/>
                  </a:lnTo>
                  <a:lnTo>
                    <a:pt x="307059" y="258683"/>
                  </a:lnTo>
                  <a:lnTo>
                    <a:pt x="309882" y="254215"/>
                  </a:lnTo>
                  <a:lnTo>
                    <a:pt x="312563" y="249660"/>
                  </a:lnTo>
                  <a:lnTo>
                    <a:pt x="315098" y="245022"/>
                  </a:lnTo>
                  <a:lnTo>
                    <a:pt x="317485" y="240306"/>
                  </a:lnTo>
                  <a:lnTo>
                    <a:pt x="319722" y="235517"/>
                  </a:lnTo>
                  <a:lnTo>
                    <a:pt x="321807" y="230660"/>
                  </a:lnTo>
                  <a:lnTo>
                    <a:pt x="323737" y="225740"/>
                  </a:lnTo>
                  <a:lnTo>
                    <a:pt x="325510" y="220761"/>
                  </a:lnTo>
                  <a:lnTo>
                    <a:pt x="327125" y="215728"/>
                  </a:lnTo>
                  <a:lnTo>
                    <a:pt x="328581" y="210647"/>
                  </a:lnTo>
                  <a:lnTo>
                    <a:pt x="329875" y="205522"/>
                  </a:lnTo>
                  <a:lnTo>
                    <a:pt x="331006" y="200359"/>
                  </a:lnTo>
                  <a:lnTo>
                    <a:pt x="331973" y="195163"/>
                  </a:lnTo>
                  <a:lnTo>
                    <a:pt x="332776" y="189939"/>
                  </a:lnTo>
                  <a:lnTo>
                    <a:pt x="333413" y="184692"/>
                  </a:lnTo>
                  <a:lnTo>
                    <a:pt x="333884" y="179427"/>
                  </a:lnTo>
                  <a:lnTo>
                    <a:pt x="334188" y="174151"/>
                  </a:lnTo>
                  <a:lnTo>
                    <a:pt x="334326" y="168867"/>
                  </a:lnTo>
                  <a:lnTo>
                    <a:pt x="334296" y="163581"/>
                  </a:lnTo>
                  <a:lnTo>
                    <a:pt x="334099" y="158300"/>
                  </a:lnTo>
                  <a:lnTo>
                    <a:pt x="333735" y="153027"/>
                  </a:lnTo>
                  <a:lnTo>
                    <a:pt x="333205" y="147768"/>
                  </a:lnTo>
                  <a:lnTo>
                    <a:pt x="332509" y="142528"/>
                  </a:lnTo>
                  <a:lnTo>
                    <a:pt x="331647" y="137314"/>
                  </a:lnTo>
                  <a:lnTo>
                    <a:pt x="330621" y="132129"/>
                  </a:lnTo>
                  <a:lnTo>
                    <a:pt x="329432" y="126979"/>
                  </a:lnTo>
                  <a:lnTo>
                    <a:pt x="328080" y="121869"/>
                  </a:lnTo>
                  <a:lnTo>
                    <a:pt x="326568" y="116804"/>
                  </a:lnTo>
                  <a:lnTo>
                    <a:pt x="324896" y="111790"/>
                  </a:lnTo>
                  <a:lnTo>
                    <a:pt x="323066" y="106832"/>
                  </a:lnTo>
                  <a:lnTo>
                    <a:pt x="321081" y="101933"/>
                  </a:lnTo>
                  <a:lnTo>
                    <a:pt x="318942" y="97100"/>
                  </a:lnTo>
                  <a:lnTo>
                    <a:pt x="316651" y="92337"/>
                  </a:lnTo>
                  <a:lnTo>
                    <a:pt x="314210" y="87648"/>
                  </a:lnTo>
                  <a:lnTo>
                    <a:pt x="311623" y="83039"/>
                  </a:lnTo>
                  <a:lnTo>
                    <a:pt x="308891" y="78515"/>
                  </a:lnTo>
                  <a:lnTo>
                    <a:pt x="306017" y="74079"/>
                  </a:lnTo>
                  <a:lnTo>
                    <a:pt x="303005" y="69735"/>
                  </a:lnTo>
                  <a:lnTo>
                    <a:pt x="299857" y="65490"/>
                  </a:lnTo>
                  <a:lnTo>
                    <a:pt x="296576" y="61346"/>
                  </a:lnTo>
                  <a:lnTo>
                    <a:pt x="293166" y="57307"/>
                  </a:lnTo>
                  <a:lnTo>
                    <a:pt x="289630" y="53379"/>
                  </a:lnTo>
                  <a:lnTo>
                    <a:pt x="285972" y="49564"/>
                  </a:lnTo>
                  <a:lnTo>
                    <a:pt x="282194" y="45867"/>
                  </a:lnTo>
                  <a:lnTo>
                    <a:pt x="278302" y="42291"/>
                  </a:lnTo>
                  <a:lnTo>
                    <a:pt x="274299" y="38840"/>
                  </a:lnTo>
                  <a:lnTo>
                    <a:pt x="270188" y="35518"/>
                  </a:lnTo>
                  <a:lnTo>
                    <a:pt x="265975" y="32326"/>
                  </a:lnTo>
                  <a:lnTo>
                    <a:pt x="261662" y="29270"/>
                  </a:lnTo>
                  <a:lnTo>
                    <a:pt x="257256" y="26352"/>
                  </a:lnTo>
                  <a:lnTo>
                    <a:pt x="252759" y="23574"/>
                  </a:lnTo>
                  <a:lnTo>
                    <a:pt x="248177" y="20940"/>
                  </a:lnTo>
                  <a:lnTo>
                    <a:pt x="243513" y="18452"/>
                  </a:lnTo>
                  <a:lnTo>
                    <a:pt x="238774" y="16113"/>
                  </a:lnTo>
                  <a:lnTo>
                    <a:pt x="233962" y="13924"/>
                  </a:lnTo>
                  <a:lnTo>
                    <a:pt x="229084" y="11889"/>
                  </a:lnTo>
                  <a:lnTo>
                    <a:pt x="224145" y="10009"/>
                  </a:lnTo>
                  <a:lnTo>
                    <a:pt x="219148" y="8287"/>
                  </a:lnTo>
                  <a:lnTo>
                    <a:pt x="214099" y="6723"/>
                  </a:lnTo>
                  <a:lnTo>
                    <a:pt x="209003" y="5319"/>
                  </a:lnTo>
                  <a:lnTo>
                    <a:pt x="203866" y="4078"/>
                  </a:lnTo>
                  <a:lnTo>
                    <a:pt x="198691" y="2999"/>
                  </a:lnTo>
                  <a:lnTo>
                    <a:pt x="193485" y="2084"/>
                  </a:lnTo>
                  <a:lnTo>
                    <a:pt x="188253" y="1335"/>
                  </a:lnTo>
                  <a:lnTo>
                    <a:pt x="183000" y="751"/>
                  </a:lnTo>
                  <a:lnTo>
                    <a:pt x="177731" y="334"/>
                  </a:lnTo>
                  <a:lnTo>
                    <a:pt x="172452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067640" y="4961274"/>
              <a:ext cx="15200" cy="167167"/>
            </a:xfrm>
            <a:custGeom>
              <a:avLst/>
              <a:pathLst>
                <a:path w="15200" h="167167">
                  <a:moveTo>
                    <a:pt x="15200" y="0"/>
                  </a:moveTo>
                  <a:lnTo>
                    <a:pt x="0" y="692"/>
                  </a:lnTo>
                  <a:lnTo>
                    <a:pt x="1520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067640" y="4961966"/>
              <a:ext cx="15200" cy="166474"/>
            </a:xfrm>
            <a:custGeom>
              <a:avLst/>
              <a:pathLst>
                <a:path w="15200" h="166474">
                  <a:moveTo>
                    <a:pt x="0" y="0"/>
                  </a:moveTo>
                  <a:lnTo>
                    <a:pt x="15200" y="1664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067640" y="4961966"/>
              <a:ext cx="15200" cy="166474"/>
            </a:xfrm>
            <a:custGeom>
              <a:avLst/>
              <a:pathLst>
                <a:path w="15200" h="166474">
                  <a:moveTo>
                    <a:pt x="0" y="0"/>
                  </a:moveTo>
                  <a:lnTo>
                    <a:pt x="15200" y="16647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067640" y="4961966"/>
              <a:ext cx="15200" cy="166474"/>
            </a:xfrm>
            <a:custGeom>
              <a:avLst/>
              <a:pathLst>
                <a:path w="15200" h="166474">
                  <a:moveTo>
                    <a:pt x="0" y="0"/>
                  </a:moveTo>
                  <a:lnTo>
                    <a:pt x="15200" y="16647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5950341" y="4961966"/>
              <a:ext cx="132499" cy="166474"/>
            </a:xfrm>
            <a:custGeom>
              <a:avLst/>
              <a:pathLst>
                <a:path w="132499" h="166474">
                  <a:moveTo>
                    <a:pt x="117299" y="0"/>
                  </a:moveTo>
                  <a:lnTo>
                    <a:pt x="111821" y="591"/>
                  </a:lnTo>
                  <a:lnTo>
                    <a:pt x="106365" y="1362"/>
                  </a:lnTo>
                  <a:lnTo>
                    <a:pt x="100938" y="2313"/>
                  </a:lnTo>
                  <a:lnTo>
                    <a:pt x="95545" y="3443"/>
                  </a:lnTo>
                  <a:lnTo>
                    <a:pt x="90193" y="4749"/>
                  </a:lnTo>
                  <a:lnTo>
                    <a:pt x="84886" y="6231"/>
                  </a:lnTo>
                  <a:lnTo>
                    <a:pt x="79631" y="7887"/>
                  </a:lnTo>
                  <a:lnTo>
                    <a:pt x="74433" y="9716"/>
                  </a:lnTo>
                  <a:lnTo>
                    <a:pt x="69299" y="11714"/>
                  </a:lnTo>
                  <a:lnTo>
                    <a:pt x="64233" y="13881"/>
                  </a:lnTo>
                  <a:lnTo>
                    <a:pt x="59241" y="16214"/>
                  </a:lnTo>
                  <a:lnTo>
                    <a:pt x="54329" y="18710"/>
                  </a:lnTo>
                  <a:lnTo>
                    <a:pt x="49502" y="21366"/>
                  </a:lnTo>
                  <a:lnTo>
                    <a:pt x="44765" y="24180"/>
                  </a:lnTo>
                  <a:lnTo>
                    <a:pt x="40123" y="27148"/>
                  </a:lnTo>
                  <a:lnTo>
                    <a:pt x="35582" y="30268"/>
                  </a:lnTo>
                  <a:lnTo>
                    <a:pt x="31146" y="33536"/>
                  </a:lnTo>
                  <a:lnTo>
                    <a:pt x="26820" y="36949"/>
                  </a:lnTo>
                  <a:lnTo>
                    <a:pt x="22609" y="40502"/>
                  </a:lnTo>
                  <a:lnTo>
                    <a:pt x="18517" y="44192"/>
                  </a:lnTo>
                  <a:lnTo>
                    <a:pt x="14549" y="48014"/>
                  </a:lnTo>
                  <a:lnTo>
                    <a:pt x="10709" y="51966"/>
                  </a:lnTo>
                  <a:lnTo>
                    <a:pt x="7002" y="56041"/>
                  </a:lnTo>
                  <a:lnTo>
                    <a:pt x="3430" y="60237"/>
                  </a:lnTo>
                  <a:lnTo>
                    <a:pt x="0" y="64548"/>
                  </a:lnTo>
                  <a:lnTo>
                    <a:pt x="132499" y="1664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5915683" y="4961274"/>
              <a:ext cx="334306" cy="334334"/>
            </a:xfrm>
            <a:custGeom>
              <a:avLst/>
              <a:pathLst>
                <a:path w="334306" h="334334">
                  <a:moveTo>
                    <a:pt x="34657" y="65241"/>
                  </a:moveTo>
                  <a:lnTo>
                    <a:pt x="31487" y="69500"/>
                  </a:lnTo>
                  <a:lnTo>
                    <a:pt x="28453" y="73858"/>
                  </a:lnTo>
                  <a:lnTo>
                    <a:pt x="25560" y="78310"/>
                  </a:lnTo>
                  <a:lnTo>
                    <a:pt x="22810" y="82852"/>
                  </a:lnTo>
                  <a:lnTo>
                    <a:pt x="20205" y="87479"/>
                  </a:lnTo>
                  <a:lnTo>
                    <a:pt x="17748" y="92186"/>
                  </a:lnTo>
                  <a:lnTo>
                    <a:pt x="15442" y="96969"/>
                  </a:lnTo>
                  <a:lnTo>
                    <a:pt x="13289" y="101822"/>
                  </a:lnTo>
                  <a:lnTo>
                    <a:pt x="11292" y="106742"/>
                  </a:lnTo>
                  <a:lnTo>
                    <a:pt x="9451" y="111723"/>
                  </a:lnTo>
                  <a:lnTo>
                    <a:pt x="7770" y="116759"/>
                  </a:lnTo>
                  <a:lnTo>
                    <a:pt x="6249" y="121846"/>
                  </a:lnTo>
                  <a:lnTo>
                    <a:pt x="4891" y="126979"/>
                  </a:lnTo>
                  <a:lnTo>
                    <a:pt x="3697" y="132153"/>
                  </a:lnTo>
                  <a:lnTo>
                    <a:pt x="2667" y="137362"/>
                  </a:lnTo>
                  <a:lnTo>
                    <a:pt x="1804" y="142601"/>
                  </a:lnTo>
                  <a:lnTo>
                    <a:pt x="1107" y="147865"/>
                  </a:lnTo>
                  <a:lnTo>
                    <a:pt x="578" y="153148"/>
                  </a:lnTo>
                  <a:lnTo>
                    <a:pt x="216" y="158445"/>
                  </a:lnTo>
                  <a:lnTo>
                    <a:pt x="24" y="163751"/>
                  </a:lnTo>
                  <a:lnTo>
                    <a:pt x="0" y="169061"/>
                  </a:lnTo>
                  <a:lnTo>
                    <a:pt x="144" y="174369"/>
                  </a:lnTo>
                  <a:lnTo>
                    <a:pt x="457" y="179669"/>
                  </a:lnTo>
                  <a:lnTo>
                    <a:pt x="938" y="184957"/>
                  </a:lnTo>
                  <a:lnTo>
                    <a:pt x="1587" y="190227"/>
                  </a:lnTo>
                  <a:lnTo>
                    <a:pt x="2403" y="195473"/>
                  </a:lnTo>
                  <a:lnTo>
                    <a:pt x="3385" y="200691"/>
                  </a:lnTo>
                  <a:lnTo>
                    <a:pt x="4532" y="205876"/>
                  </a:lnTo>
                  <a:lnTo>
                    <a:pt x="5843" y="211021"/>
                  </a:lnTo>
                  <a:lnTo>
                    <a:pt x="7318" y="216122"/>
                  </a:lnTo>
                  <a:lnTo>
                    <a:pt x="8953" y="221173"/>
                  </a:lnTo>
                  <a:lnTo>
                    <a:pt x="10748" y="226170"/>
                  </a:lnTo>
                  <a:lnTo>
                    <a:pt x="12701" y="231108"/>
                  </a:lnTo>
                  <a:lnTo>
                    <a:pt x="14809" y="235981"/>
                  </a:lnTo>
                  <a:lnTo>
                    <a:pt x="17072" y="240785"/>
                  </a:lnTo>
                  <a:lnTo>
                    <a:pt x="19485" y="245514"/>
                  </a:lnTo>
                  <a:lnTo>
                    <a:pt x="22048" y="250164"/>
                  </a:lnTo>
                  <a:lnTo>
                    <a:pt x="24757" y="254731"/>
                  </a:lnTo>
                  <a:lnTo>
                    <a:pt x="27610" y="259209"/>
                  </a:lnTo>
                  <a:lnTo>
                    <a:pt x="30603" y="263594"/>
                  </a:lnTo>
                  <a:lnTo>
                    <a:pt x="33735" y="267882"/>
                  </a:lnTo>
                  <a:lnTo>
                    <a:pt x="37000" y="272069"/>
                  </a:lnTo>
                  <a:lnTo>
                    <a:pt x="40398" y="276150"/>
                  </a:lnTo>
                  <a:lnTo>
                    <a:pt x="43923" y="280120"/>
                  </a:lnTo>
                  <a:lnTo>
                    <a:pt x="47572" y="283977"/>
                  </a:lnTo>
                  <a:lnTo>
                    <a:pt x="51342" y="287716"/>
                  </a:lnTo>
                  <a:lnTo>
                    <a:pt x="55229" y="291333"/>
                  </a:lnTo>
                  <a:lnTo>
                    <a:pt x="59229" y="294825"/>
                  </a:lnTo>
                  <a:lnTo>
                    <a:pt x="63337" y="298188"/>
                  </a:lnTo>
                  <a:lnTo>
                    <a:pt x="67551" y="301419"/>
                  </a:lnTo>
                  <a:lnTo>
                    <a:pt x="71865" y="304515"/>
                  </a:lnTo>
                  <a:lnTo>
                    <a:pt x="76275" y="307472"/>
                  </a:lnTo>
                  <a:lnTo>
                    <a:pt x="80777" y="310288"/>
                  </a:lnTo>
                  <a:lnTo>
                    <a:pt x="85365" y="312959"/>
                  </a:lnTo>
                  <a:lnTo>
                    <a:pt x="90037" y="315483"/>
                  </a:lnTo>
                  <a:lnTo>
                    <a:pt x="94786" y="317857"/>
                  </a:lnTo>
                  <a:lnTo>
                    <a:pt x="99608" y="320079"/>
                  </a:lnTo>
                  <a:lnTo>
                    <a:pt x="104499" y="322148"/>
                  </a:lnTo>
                  <a:lnTo>
                    <a:pt x="109452" y="324059"/>
                  </a:lnTo>
                  <a:lnTo>
                    <a:pt x="114464" y="325813"/>
                  </a:lnTo>
                  <a:lnTo>
                    <a:pt x="119529" y="327406"/>
                  </a:lnTo>
                  <a:lnTo>
                    <a:pt x="124642" y="328838"/>
                  </a:lnTo>
                  <a:lnTo>
                    <a:pt x="129798" y="330107"/>
                  </a:lnTo>
                  <a:lnTo>
                    <a:pt x="134991" y="331211"/>
                  </a:lnTo>
                  <a:lnTo>
                    <a:pt x="140217" y="332150"/>
                  </a:lnTo>
                  <a:lnTo>
                    <a:pt x="145471" y="332922"/>
                  </a:lnTo>
                  <a:lnTo>
                    <a:pt x="150746" y="333527"/>
                  </a:lnTo>
                  <a:lnTo>
                    <a:pt x="156037" y="333964"/>
                  </a:lnTo>
                  <a:lnTo>
                    <a:pt x="161340" y="334233"/>
                  </a:lnTo>
                  <a:lnTo>
                    <a:pt x="166649" y="334334"/>
                  </a:lnTo>
                  <a:lnTo>
                    <a:pt x="171958" y="334265"/>
                  </a:lnTo>
                  <a:lnTo>
                    <a:pt x="177263" y="334029"/>
                  </a:lnTo>
                  <a:lnTo>
                    <a:pt x="182557" y="333623"/>
                  </a:lnTo>
                  <a:lnTo>
                    <a:pt x="187835" y="333050"/>
                  </a:lnTo>
                  <a:lnTo>
                    <a:pt x="193093" y="332310"/>
                  </a:lnTo>
                  <a:lnTo>
                    <a:pt x="198325" y="331403"/>
                  </a:lnTo>
                  <a:lnTo>
                    <a:pt x="203525" y="330330"/>
                  </a:lnTo>
                  <a:lnTo>
                    <a:pt x="208688" y="329093"/>
                  </a:lnTo>
                  <a:lnTo>
                    <a:pt x="213810" y="327692"/>
                  </a:lnTo>
                  <a:lnTo>
                    <a:pt x="218885" y="326130"/>
                  </a:lnTo>
                  <a:lnTo>
                    <a:pt x="223907" y="324407"/>
                  </a:lnTo>
                  <a:lnTo>
                    <a:pt x="228872" y="322525"/>
                  </a:lnTo>
                  <a:lnTo>
                    <a:pt x="233775" y="320487"/>
                  </a:lnTo>
                  <a:lnTo>
                    <a:pt x="238610" y="318294"/>
                  </a:lnTo>
                  <a:lnTo>
                    <a:pt x="243374" y="315948"/>
                  </a:lnTo>
                  <a:lnTo>
                    <a:pt x="248061" y="313452"/>
                  </a:lnTo>
                  <a:lnTo>
                    <a:pt x="252666" y="310809"/>
                  </a:lnTo>
                  <a:lnTo>
                    <a:pt x="257184" y="308021"/>
                  </a:lnTo>
                  <a:lnTo>
                    <a:pt x="261612" y="305091"/>
                  </a:lnTo>
                  <a:lnTo>
                    <a:pt x="265945" y="302022"/>
                  </a:lnTo>
                  <a:lnTo>
                    <a:pt x="270178" y="298816"/>
                  </a:lnTo>
                  <a:lnTo>
                    <a:pt x="274307" y="295478"/>
                  </a:lnTo>
                  <a:lnTo>
                    <a:pt x="278328" y="292010"/>
                  </a:lnTo>
                  <a:lnTo>
                    <a:pt x="282236" y="288417"/>
                  </a:lnTo>
                  <a:lnTo>
                    <a:pt x="286029" y="284701"/>
                  </a:lnTo>
                  <a:lnTo>
                    <a:pt x="289702" y="280866"/>
                  </a:lnTo>
                  <a:lnTo>
                    <a:pt x="293251" y="276917"/>
                  </a:lnTo>
                  <a:lnTo>
                    <a:pt x="296673" y="272857"/>
                  </a:lnTo>
                  <a:lnTo>
                    <a:pt x="299964" y="268690"/>
                  </a:lnTo>
                  <a:lnTo>
                    <a:pt x="303121" y="264421"/>
                  </a:lnTo>
                  <a:lnTo>
                    <a:pt x="306141" y="260054"/>
                  </a:lnTo>
                  <a:lnTo>
                    <a:pt x="309021" y="255593"/>
                  </a:lnTo>
                  <a:lnTo>
                    <a:pt x="311758" y="251043"/>
                  </a:lnTo>
                  <a:lnTo>
                    <a:pt x="314349" y="246409"/>
                  </a:lnTo>
                  <a:lnTo>
                    <a:pt x="316791" y="241694"/>
                  </a:lnTo>
                  <a:lnTo>
                    <a:pt x="319083" y="236904"/>
                  </a:lnTo>
                  <a:lnTo>
                    <a:pt x="321221" y="232044"/>
                  </a:lnTo>
                  <a:lnTo>
                    <a:pt x="323203" y="227119"/>
                  </a:lnTo>
                  <a:lnTo>
                    <a:pt x="325029" y="222133"/>
                  </a:lnTo>
                  <a:lnTo>
                    <a:pt x="326695" y="217091"/>
                  </a:lnTo>
                  <a:lnTo>
                    <a:pt x="328200" y="211999"/>
                  </a:lnTo>
                  <a:lnTo>
                    <a:pt x="329542" y="206862"/>
                  </a:lnTo>
                  <a:lnTo>
                    <a:pt x="330721" y="201685"/>
                  </a:lnTo>
                  <a:lnTo>
                    <a:pt x="331735" y="196473"/>
                  </a:lnTo>
                  <a:lnTo>
                    <a:pt x="332583" y="191231"/>
                  </a:lnTo>
                  <a:lnTo>
                    <a:pt x="333263" y="185965"/>
                  </a:lnTo>
                  <a:lnTo>
                    <a:pt x="333777" y="180681"/>
                  </a:lnTo>
                  <a:lnTo>
                    <a:pt x="334122" y="175382"/>
                  </a:lnTo>
                  <a:lnTo>
                    <a:pt x="334298" y="170075"/>
                  </a:lnTo>
                  <a:lnTo>
                    <a:pt x="334306" y="164766"/>
                  </a:lnTo>
                  <a:lnTo>
                    <a:pt x="334146" y="159458"/>
                  </a:lnTo>
                  <a:lnTo>
                    <a:pt x="333817" y="154159"/>
                  </a:lnTo>
                  <a:lnTo>
                    <a:pt x="333320" y="148873"/>
                  </a:lnTo>
                  <a:lnTo>
                    <a:pt x="332655" y="143605"/>
                  </a:lnTo>
                  <a:lnTo>
                    <a:pt x="331823" y="138361"/>
                  </a:lnTo>
                  <a:lnTo>
                    <a:pt x="330825" y="133146"/>
                  </a:lnTo>
                  <a:lnTo>
                    <a:pt x="329662" y="127965"/>
                  </a:lnTo>
                  <a:lnTo>
                    <a:pt x="328335" y="122824"/>
                  </a:lnTo>
                  <a:lnTo>
                    <a:pt x="326846" y="117727"/>
                  </a:lnTo>
                  <a:lnTo>
                    <a:pt x="325195" y="112681"/>
                  </a:lnTo>
                  <a:lnTo>
                    <a:pt x="323385" y="107689"/>
                  </a:lnTo>
                  <a:lnTo>
                    <a:pt x="321417" y="102758"/>
                  </a:lnTo>
                  <a:lnTo>
                    <a:pt x="319294" y="97891"/>
                  </a:lnTo>
                  <a:lnTo>
                    <a:pt x="317017" y="93094"/>
                  </a:lnTo>
                  <a:lnTo>
                    <a:pt x="314589" y="88372"/>
                  </a:lnTo>
                  <a:lnTo>
                    <a:pt x="312012" y="83730"/>
                  </a:lnTo>
                  <a:lnTo>
                    <a:pt x="309289" y="79171"/>
                  </a:lnTo>
                  <a:lnTo>
                    <a:pt x="306423" y="74702"/>
                  </a:lnTo>
                  <a:lnTo>
                    <a:pt x="303416" y="70326"/>
                  </a:lnTo>
                  <a:lnTo>
                    <a:pt x="300272" y="66047"/>
                  </a:lnTo>
                  <a:lnTo>
                    <a:pt x="296993" y="61870"/>
                  </a:lnTo>
                  <a:lnTo>
                    <a:pt x="293583" y="57800"/>
                  </a:lnTo>
                  <a:lnTo>
                    <a:pt x="290046" y="53840"/>
                  </a:lnTo>
                  <a:lnTo>
                    <a:pt x="286385" y="49995"/>
                  </a:lnTo>
                  <a:lnTo>
                    <a:pt x="282604" y="46267"/>
                  </a:lnTo>
                  <a:lnTo>
                    <a:pt x="278706" y="42662"/>
                  </a:lnTo>
                  <a:lnTo>
                    <a:pt x="274696" y="39182"/>
                  </a:lnTo>
                  <a:lnTo>
                    <a:pt x="270577" y="35831"/>
                  </a:lnTo>
                  <a:lnTo>
                    <a:pt x="266354" y="32613"/>
                  </a:lnTo>
                  <a:lnTo>
                    <a:pt x="262030" y="29530"/>
                  </a:lnTo>
                  <a:lnTo>
                    <a:pt x="257611" y="26587"/>
                  </a:lnTo>
                  <a:lnTo>
                    <a:pt x="253101" y="23785"/>
                  </a:lnTo>
                  <a:lnTo>
                    <a:pt x="248504" y="21128"/>
                  </a:lnTo>
                  <a:lnTo>
                    <a:pt x="243825" y="18618"/>
                  </a:lnTo>
                  <a:lnTo>
                    <a:pt x="239069" y="16258"/>
                  </a:lnTo>
                  <a:lnTo>
                    <a:pt x="234240" y="14050"/>
                  </a:lnTo>
                  <a:lnTo>
                    <a:pt x="229343" y="11997"/>
                  </a:lnTo>
                  <a:lnTo>
                    <a:pt x="224384" y="10100"/>
                  </a:lnTo>
                  <a:lnTo>
                    <a:pt x="219367" y="8362"/>
                  </a:lnTo>
                  <a:lnTo>
                    <a:pt x="214297" y="6784"/>
                  </a:lnTo>
                  <a:lnTo>
                    <a:pt x="209180" y="5368"/>
                  </a:lnTo>
                  <a:lnTo>
                    <a:pt x="204020" y="4115"/>
                  </a:lnTo>
                  <a:lnTo>
                    <a:pt x="198823" y="3026"/>
                  </a:lnTo>
                  <a:lnTo>
                    <a:pt x="193594" y="2103"/>
                  </a:lnTo>
                  <a:lnTo>
                    <a:pt x="188339" y="1347"/>
                  </a:lnTo>
                  <a:lnTo>
                    <a:pt x="183062" y="758"/>
                  </a:lnTo>
                  <a:lnTo>
                    <a:pt x="177769" y="337"/>
                  </a:lnTo>
                  <a:lnTo>
                    <a:pt x="172465" y="84"/>
                  </a:lnTo>
                  <a:lnTo>
                    <a:pt x="167156" y="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361459" y="4605529"/>
              <a:ext cx="99087" cy="167167"/>
            </a:xfrm>
            <a:custGeom>
              <a:avLst/>
              <a:pathLst>
                <a:path w="99087" h="167167">
                  <a:moveTo>
                    <a:pt x="99087" y="0"/>
                  </a:moveTo>
                  <a:lnTo>
                    <a:pt x="93506" y="93"/>
                  </a:lnTo>
                  <a:lnTo>
                    <a:pt x="87931" y="372"/>
                  </a:lnTo>
                  <a:lnTo>
                    <a:pt x="82368" y="838"/>
                  </a:lnTo>
                  <a:lnTo>
                    <a:pt x="76825" y="1489"/>
                  </a:lnTo>
                  <a:lnTo>
                    <a:pt x="71306" y="2324"/>
                  </a:lnTo>
                  <a:lnTo>
                    <a:pt x="65818" y="3344"/>
                  </a:lnTo>
                  <a:lnTo>
                    <a:pt x="60367" y="4546"/>
                  </a:lnTo>
                  <a:lnTo>
                    <a:pt x="54959" y="5929"/>
                  </a:lnTo>
                  <a:lnTo>
                    <a:pt x="49600" y="7492"/>
                  </a:lnTo>
                  <a:lnTo>
                    <a:pt x="44297" y="9233"/>
                  </a:lnTo>
                  <a:lnTo>
                    <a:pt x="39055" y="11151"/>
                  </a:lnTo>
                  <a:lnTo>
                    <a:pt x="33879" y="13242"/>
                  </a:lnTo>
                  <a:lnTo>
                    <a:pt x="28777" y="15505"/>
                  </a:lnTo>
                  <a:lnTo>
                    <a:pt x="23752" y="17937"/>
                  </a:lnTo>
                  <a:lnTo>
                    <a:pt x="18812" y="20535"/>
                  </a:lnTo>
                  <a:lnTo>
                    <a:pt x="13961" y="23297"/>
                  </a:lnTo>
                  <a:lnTo>
                    <a:pt x="9205" y="26219"/>
                  </a:lnTo>
                  <a:lnTo>
                    <a:pt x="4550" y="29299"/>
                  </a:lnTo>
                  <a:lnTo>
                    <a:pt x="0" y="32532"/>
                  </a:lnTo>
                  <a:lnTo>
                    <a:pt x="9908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361459" y="4638061"/>
              <a:ext cx="99087" cy="134635"/>
            </a:xfrm>
            <a:custGeom>
              <a:avLst/>
              <a:pathLst>
                <a:path w="99087" h="134635">
                  <a:moveTo>
                    <a:pt x="0" y="0"/>
                  </a:moveTo>
                  <a:lnTo>
                    <a:pt x="99087" y="13463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361459" y="4638061"/>
              <a:ext cx="99087" cy="134635"/>
            </a:xfrm>
            <a:custGeom>
              <a:avLst/>
              <a:pathLst>
                <a:path w="99087" h="134635">
                  <a:moveTo>
                    <a:pt x="0" y="0"/>
                  </a:moveTo>
                  <a:lnTo>
                    <a:pt x="99087" y="13463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293393" y="4638061"/>
              <a:ext cx="334318" cy="301798"/>
            </a:xfrm>
            <a:custGeom>
              <a:avLst/>
              <a:pathLst>
                <a:path w="334318" h="301798">
                  <a:moveTo>
                    <a:pt x="68065" y="0"/>
                  </a:moveTo>
                  <a:lnTo>
                    <a:pt x="63854" y="3202"/>
                  </a:lnTo>
                  <a:lnTo>
                    <a:pt x="59747" y="6537"/>
                  </a:lnTo>
                  <a:lnTo>
                    <a:pt x="55747" y="10000"/>
                  </a:lnTo>
                  <a:lnTo>
                    <a:pt x="51859" y="13588"/>
                  </a:lnTo>
                  <a:lnTo>
                    <a:pt x="48086" y="17297"/>
                  </a:lnTo>
                  <a:lnTo>
                    <a:pt x="44433" y="21123"/>
                  </a:lnTo>
                  <a:lnTo>
                    <a:pt x="40902" y="25064"/>
                  </a:lnTo>
                  <a:lnTo>
                    <a:pt x="37498" y="29114"/>
                  </a:lnTo>
                  <a:lnTo>
                    <a:pt x="34224" y="33269"/>
                  </a:lnTo>
                  <a:lnTo>
                    <a:pt x="31083" y="37526"/>
                  </a:lnTo>
                  <a:lnTo>
                    <a:pt x="28078" y="41881"/>
                  </a:lnTo>
                  <a:lnTo>
                    <a:pt x="25213" y="46328"/>
                  </a:lnTo>
                  <a:lnTo>
                    <a:pt x="22489" y="50864"/>
                  </a:lnTo>
                  <a:lnTo>
                    <a:pt x="19911" y="55484"/>
                  </a:lnTo>
                  <a:lnTo>
                    <a:pt x="17480" y="60183"/>
                  </a:lnTo>
                  <a:lnTo>
                    <a:pt x="15199" y="64956"/>
                  </a:lnTo>
                  <a:lnTo>
                    <a:pt x="13070" y="69800"/>
                  </a:lnTo>
                  <a:lnTo>
                    <a:pt x="11096" y="74708"/>
                  </a:lnTo>
                  <a:lnTo>
                    <a:pt x="9277" y="79676"/>
                  </a:lnTo>
                  <a:lnTo>
                    <a:pt x="7617" y="84700"/>
                  </a:lnTo>
                  <a:lnTo>
                    <a:pt x="6117" y="89773"/>
                  </a:lnTo>
                  <a:lnTo>
                    <a:pt x="4778" y="94892"/>
                  </a:lnTo>
                  <a:lnTo>
                    <a:pt x="3602" y="100050"/>
                  </a:lnTo>
                  <a:lnTo>
                    <a:pt x="2589" y="105242"/>
                  </a:lnTo>
                  <a:lnTo>
                    <a:pt x="1742" y="110465"/>
                  </a:lnTo>
                  <a:lnTo>
                    <a:pt x="1060" y="115711"/>
                  </a:lnTo>
                  <a:lnTo>
                    <a:pt x="544" y="120976"/>
                  </a:lnTo>
                  <a:lnTo>
                    <a:pt x="195" y="126255"/>
                  </a:lnTo>
                  <a:lnTo>
                    <a:pt x="14" y="131543"/>
                  </a:lnTo>
                  <a:lnTo>
                    <a:pt x="0" y="136833"/>
                  </a:lnTo>
                  <a:lnTo>
                    <a:pt x="153" y="142122"/>
                  </a:lnTo>
                  <a:lnTo>
                    <a:pt x="473" y="147403"/>
                  </a:lnTo>
                  <a:lnTo>
                    <a:pt x="961" y="152671"/>
                  </a:lnTo>
                  <a:lnTo>
                    <a:pt x="1615" y="157921"/>
                  </a:lnTo>
                  <a:lnTo>
                    <a:pt x="2435" y="163147"/>
                  </a:lnTo>
                  <a:lnTo>
                    <a:pt x="3419" y="168346"/>
                  </a:lnTo>
                  <a:lnTo>
                    <a:pt x="4568" y="173510"/>
                  </a:lnTo>
                  <a:lnTo>
                    <a:pt x="5880" y="178635"/>
                  </a:lnTo>
                  <a:lnTo>
                    <a:pt x="7353" y="183717"/>
                  </a:lnTo>
                  <a:lnTo>
                    <a:pt x="8986" y="188749"/>
                  </a:lnTo>
                  <a:lnTo>
                    <a:pt x="10778" y="193727"/>
                  </a:lnTo>
                  <a:lnTo>
                    <a:pt x="12726" y="198646"/>
                  </a:lnTo>
                  <a:lnTo>
                    <a:pt x="14829" y="203500"/>
                  </a:lnTo>
                  <a:lnTo>
                    <a:pt x="17084" y="208286"/>
                  </a:lnTo>
                  <a:lnTo>
                    <a:pt x="19490" y="212998"/>
                  </a:lnTo>
                  <a:lnTo>
                    <a:pt x="22044" y="217631"/>
                  </a:lnTo>
                  <a:lnTo>
                    <a:pt x="24743" y="222182"/>
                  </a:lnTo>
                  <a:lnTo>
                    <a:pt x="27585" y="226644"/>
                  </a:lnTo>
                  <a:lnTo>
                    <a:pt x="30566" y="231015"/>
                  </a:lnTo>
                  <a:lnTo>
                    <a:pt x="33684" y="235289"/>
                  </a:lnTo>
                  <a:lnTo>
                    <a:pt x="36936" y="239462"/>
                  </a:lnTo>
                  <a:lnTo>
                    <a:pt x="40319" y="243530"/>
                  </a:lnTo>
                  <a:lnTo>
                    <a:pt x="43828" y="247489"/>
                  </a:lnTo>
                  <a:lnTo>
                    <a:pt x="47461" y="251335"/>
                  </a:lnTo>
                  <a:lnTo>
                    <a:pt x="51214" y="255064"/>
                  </a:lnTo>
                  <a:lnTo>
                    <a:pt x="55083" y="258672"/>
                  </a:lnTo>
                  <a:lnTo>
                    <a:pt x="59064" y="262157"/>
                  </a:lnTo>
                  <a:lnTo>
                    <a:pt x="63154" y="265513"/>
                  </a:lnTo>
                  <a:lnTo>
                    <a:pt x="67347" y="268739"/>
                  </a:lnTo>
                  <a:lnTo>
                    <a:pt x="71641" y="271830"/>
                  </a:lnTo>
                  <a:lnTo>
                    <a:pt x="76030" y="274783"/>
                  </a:lnTo>
                  <a:lnTo>
                    <a:pt x="80511" y="277597"/>
                  </a:lnTo>
                  <a:lnTo>
                    <a:pt x="85078" y="280267"/>
                  </a:lnTo>
                  <a:lnTo>
                    <a:pt x="89728" y="282791"/>
                  </a:lnTo>
                  <a:lnTo>
                    <a:pt x="94455" y="285167"/>
                  </a:lnTo>
                  <a:lnTo>
                    <a:pt x="99255" y="287392"/>
                  </a:lnTo>
                  <a:lnTo>
                    <a:pt x="104122" y="289464"/>
                  </a:lnTo>
                  <a:lnTo>
                    <a:pt x="109053" y="291381"/>
                  </a:lnTo>
                  <a:lnTo>
                    <a:pt x="114043" y="293141"/>
                  </a:lnTo>
                  <a:lnTo>
                    <a:pt x="119085" y="294742"/>
                  </a:lnTo>
                  <a:lnTo>
                    <a:pt x="124176" y="296183"/>
                  </a:lnTo>
                  <a:lnTo>
                    <a:pt x="129309" y="297462"/>
                  </a:lnTo>
                  <a:lnTo>
                    <a:pt x="134481" y="298578"/>
                  </a:lnTo>
                  <a:lnTo>
                    <a:pt x="139685" y="299530"/>
                  </a:lnTo>
                  <a:lnTo>
                    <a:pt x="144917" y="300317"/>
                  </a:lnTo>
                  <a:lnTo>
                    <a:pt x="150171" y="300937"/>
                  </a:lnTo>
                  <a:lnTo>
                    <a:pt x="155442" y="301391"/>
                  </a:lnTo>
                  <a:lnTo>
                    <a:pt x="160725" y="301679"/>
                  </a:lnTo>
                  <a:lnTo>
                    <a:pt x="166014" y="301798"/>
                  </a:lnTo>
                  <a:lnTo>
                    <a:pt x="171304" y="301751"/>
                  </a:lnTo>
                  <a:lnTo>
                    <a:pt x="176590" y="301535"/>
                  </a:lnTo>
                  <a:lnTo>
                    <a:pt x="181867" y="301153"/>
                  </a:lnTo>
                  <a:lnTo>
                    <a:pt x="187129" y="300604"/>
                  </a:lnTo>
                  <a:lnTo>
                    <a:pt x="192371" y="299889"/>
                  </a:lnTo>
                  <a:lnTo>
                    <a:pt x="197588" y="299008"/>
                  </a:lnTo>
                  <a:lnTo>
                    <a:pt x="202774" y="297963"/>
                  </a:lnTo>
                  <a:lnTo>
                    <a:pt x="207925" y="296754"/>
                  </a:lnTo>
                  <a:lnTo>
                    <a:pt x="213034" y="295382"/>
                  </a:lnTo>
                  <a:lnTo>
                    <a:pt x="218098" y="293850"/>
                  </a:lnTo>
                  <a:lnTo>
                    <a:pt x="223111" y="292158"/>
                  </a:lnTo>
                  <a:lnTo>
                    <a:pt x="228068" y="290308"/>
                  </a:lnTo>
                  <a:lnTo>
                    <a:pt x="232963" y="288303"/>
                  </a:lnTo>
                  <a:lnTo>
                    <a:pt x="237793" y="286143"/>
                  </a:lnTo>
                  <a:lnTo>
                    <a:pt x="242552" y="283832"/>
                  </a:lnTo>
                  <a:lnTo>
                    <a:pt x="247236" y="281371"/>
                  </a:lnTo>
                  <a:lnTo>
                    <a:pt x="251839" y="278764"/>
                  </a:lnTo>
                  <a:lnTo>
                    <a:pt x="256357" y="276012"/>
                  </a:lnTo>
                  <a:lnTo>
                    <a:pt x="260787" y="273118"/>
                  </a:lnTo>
                  <a:lnTo>
                    <a:pt x="265122" y="270086"/>
                  </a:lnTo>
                  <a:lnTo>
                    <a:pt x="269359" y="266918"/>
                  </a:lnTo>
                  <a:lnTo>
                    <a:pt x="273494" y="263617"/>
                  </a:lnTo>
                  <a:lnTo>
                    <a:pt x="277522" y="260187"/>
                  </a:lnTo>
                  <a:lnTo>
                    <a:pt x="281440" y="256632"/>
                  </a:lnTo>
                  <a:lnTo>
                    <a:pt x="285243" y="252954"/>
                  </a:lnTo>
                  <a:lnTo>
                    <a:pt x="288928" y="249158"/>
                  </a:lnTo>
                  <a:lnTo>
                    <a:pt x="292491" y="245247"/>
                  </a:lnTo>
                  <a:lnTo>
                    <a:pt x="295929" y="241226"/>
                  </a:lnTo>
                  <a:lnTo>
                    <a:pt x="299237" y="237097"/>
                  </a:lnTo>
                  <a:lnTo>
                    <a:pt x="302413" y="232866"/>
                  </a:lnTo>
                  <a:lnTo>
                    <a:pt x="305454" y="228537"/>
                  </a:lnTo>
                  <a:lnTo>
                    <a:pt x="308356" y="224113"/>
                  </a:lnTo>
                  <a:lnTo>
                    <a:pt x="311117" y="219600"/>
                  </a:lnTo>
                  <a:lnTo>
                    <a:pt x="313734" y="215002"/>
                  </a:lnTo>
                  <a:lnTo>
                    <a:pt x="316204" y="210323"/>
                  </a:lnTo>
                  <a:lnTo>
                    <a:pt x="318524" y="205569"/>
                  </a:lnTo>
                  <a:lnTo>
                    <a:pt x="320693" y="200743"/>
                  </a:lnTo>
                  <a:lnTo>
                    <a:pt x="322708" y="195851"/>
                  </a:lnTo>
                  <a:lnTo>
                    <a:pt x="324567" y="190898"/>
                  </a:lnTo>
                  <a:lnTo>
                    <a:pt x="326269" y="185889"/>
                  </a:lnTo>
                  <a:lnTo>
                    <a:pt x="327811" y="180828"/>
                  </a:lnTo>
                  <a:lnTo>
                    <a:pt x="329192" y="175721"/>
                  </a:lnTo>
                  <a:lnTo>
                    <a:pt x="330411" y="170573"/>
                  </a:lnTo>
                  <a:lnTo>
                    <a:pt x="331467" y="165388"/>
                  </a:lnTo>
                  <a:lnTo>
                    <a:pt x="332358" y="160173"/>
                  </a:lnTo>
                  <a:lnTo>
                    <a:pt x="333083" y="154933"/>
                  </a:lnTo>
                  <a:lnTo>
                    <a:pt x="333642" y="149672"/>
                  </a:lnTo>
                  <a:lnTo>
                    <a:pt x="334035" y="144396"/>
                  </a:lnTo>
                  <a:lnTo>
                    <a:pt x="334260" y="139110"/>
                  </a:lnTo>
                  <a:lnTo>
                    <a:pt x="334318" y="133820"/>
                  </a:lnTo>
                  <a:lnTo>
                    <a:pt x="334208" y="128530"/>
                  </a:lnTo>
                  <a:lnTo>
                    <a:pt x="333932" y="123247"/>
                  </a:lnTo>
                  <a:lnTo>
                    <a:pt x="333488" y="117975"/>
                  </a:lnTo>
                  <a:lnTo>
                    <a:pt x="332877" y="112720"/>
                  </a:lnTo>
                  <a:lnTo>
                    <a:pt x="332101" y="107487"/>
                  </a:lnTo>
                  <a:lnTo>
                    <a:pt x="331159" y="102281"/>
                  </a:lnTo>
                  <a:lnTo>
                    <a:pt x="330053" y="97107"/>
                  </a:lnTo>
                  <a:lnTo>
                    <a:pt x="328784" y="91971"/>
                  </a:lnTo>
                  <a:lnTo>
                    <a:pt x="327353" y="86877"/>
                  </a:lnTo>
                  <a:lnTo>
                    <a:pt x="325762" y="81832"/>
                  </a:lnTo>
                  <a:lnTo>
                    <a:pt x="324011" y="76839"/>
                  </a:lnTo>
                  <a:lnTo>
                    <a:pt x="322104" y="71905"/>
                  </a:lnTo>
                  <a:lnTo>
                    <a:pt x="320041" y="67033"/>
                  </a:lnTo>
                  <a:lnTo>
                    <a:pt x="317825" y="62228"/>
                  </a:lnTo>
                  <a:lnTo>
                    <a:pt x="315459" y="57497"/>
                  </a:lnTo>
                  <a:lnTo>
                    <a:pt x="167152" y="1346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460546" y="4605529"/>
              <a:ext cx="148306" cy="167167"/>
            </a:xfrm>
            <a:custGeom>
              <a:avLst/>
              <a:pathLst>
                <a:path w="148306" h="167167">
                  <a:moveTo>
                    <a:pt x="148306" y="90029"/>
                  </a:moveTo>
                  <a:lnTo>
                    <a:pt x="145674" y="85168"/>
                  </a:lnTo>
                  <a:lnTo>
                    <a:pt x="142884" y="80397"/>
                  </a:lnTo>
                  <a:lnTo>
                    <a:pt x="139937" y="75721"/>
                  </a:lnTo>
                  <a:lnTo>
                    <a:pt x="136837" y="71144"/>
                  </a:lnTo>
                  <a:lnTo>
                    <a:pt x="133588" y="66673"/>
                  </a:lnTo>
                  <a:lnTo>
                    <a:pt x="130193" y="62311"/>
                  </a:lnTo>
                  <a:lnTo>
                    <a:pt x="126655" y="58065"/>
                  </a:lnTo>
                  <a:lnTo>
                    <a:pt x="122979" y="53937"/>
                  </a:lnTo>
                  <a:lnTo>
                    <a:pt x="119168" y="49933"/>
                  </a:lnTo>
                  <a:lnTo>
                    <a:pt x="115227" y="46058"/>
                  </a:lnTo>
                  <a:lnTo>
                    <a:pt x="111161" y="42314"/>
                  </a:lnTo>
                  <a:lnTo>
                    <a:pt x="106972" y="38708"/>
                  </a:lnTo>
                  <a:lnTo>
                    <a:pt x="102667" y="35241"/>
                  </a:lnTo>
                  <a:lnTo>
                    <a:pt x="98249" y="31919"/>
                  </a:lnTo>
                  <a:lnTo>
                    <a:pt x="93724" y="28745"/>
                  </a:lnTo>
                  <a:lnTo>
                    <a:pt x="89097" y="25722"/>
                  </a:lnTo>
                  <a:lnTo>
                    <a:pt x="84372" y="22854"/>
                  </a:lnTo>
                  <a:lnTo>
                    <a:pt x="79555" y="20143"/>
                  </a:lnTo>
                  <a:lnTo>
                    <a:pt x="74651" y="17594"/>
                  </a:lnTo>
                  <a:lnTo>
                    <a:pt x="69665" y="15208"/>
                  </a:lnTo>
                  <a:lnTo>
                    <a:pt x="64603" y="12987"/>
                  </a:lnTo>
                  <a:lnTo>
                    <a:pt x="59471" y="10936"/>
                  </a:lnTo>
                  <a:lnTo>
                    <a:pt x="54273" y="9055"/>
                  </a:lnTo>
                  <a:lnTo>
                    <a:pt x="49016" y="7347"/>
                  </a:lnTo>
                  <a:lnTo>
                    <a:pt x="43706" y="5814"/>
                  </a:lnTo>
                  <a:lnTo>
                    <a:pt x="38348" y="4458"/>
                  </a:lnTo>
                  <a:lnTo>
                    <a:pt x="32948" y="3279"/>
                  </a:lnTo>
                  <a:lnTo>
                    <a:pt x="27512" y="2279"/>
                  </a:lnTo>
                  <a:lnTo>
                    <a:pt x="22045" y="1460"/>
                  </a:lnTo>
                  <a:lnTo>
                    <a:pt x="16555" y="821"/>
                  </a:lnTo>
                  <a:lnTo>
                    <a:pt x="11047" y="365"/>
                  </a:lnTo>
                  <a:lnTo>
                    <a:pt x="5526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687359" y="4172415"/>
              <a:ext cx="58533" cy="167167"/>
            </a:xfrm>
            <a:custGeom>
              <a:avLst/>
              <a:pathLst>
                <a:path w="58533" h="167167">
                  <a:moveTo>
                    <a:pt x="58533" y="0"/>
                  </a:moveTo>
                  <a:lnTo>
                    <a:pt x="52554" y="106"/>
                  </a:lnTo>
                  <a:lnTo>
                    <a:pt x="46583" y="427"/>
                  </a:lnTo>
                  <a:lnTo>
                    <a:pt x="40627" y="961"/>
                  </a:lnTo>
                  <a:lnTo>
                    <a:pt x="34694" y="1708"/>
                  </a:lnTo>
                  <a:lnTo>
                    <a:pt x="28792" y="2666"/>
                  </a:lnTo>
                  <a:lnTo>
                    <a:pt x="22927" y="3835"/>
                  </a:lnTo>
                  <a:lnTo>
                    <a:pt x="17109" y="5213"/>
                  </a:lnTo>
                  <a:lnTo>
                    <a:pt x="11343" y="6799"/>
                  </a:lnTo>
                  <a:lnTo>
                    <a:pt x="5637" y="8589"/>
                  </a:lnTo>
                  <a:lnTo>
                    <a:pt x="0" y="10582"/>
                  </a:lnTo>
                  <a:lnTo>
                    <a:pt x="58533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687359" y="4182998"/>
              <a:ext cx="58533" cy="156584"/>
            </a:xfrm>
            <a:custGeom>
              <a:avLst/>
              <a:pathLst>
                <a:path w="58533" h="156584">
                  <a:moveTo>
                    <a:pt x="0" y="0"/>
                  </a:moveTo>
                  <a:lnTo>
                    <a:pt x="58533" y="15658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578725" y="4182998"/>
              <a:ext cx="167167" cy="320633"/>
            </a:xfrm>
            <a:custGeom>
              <a:avLst/>
              <a:pathLst>
                <a:path w="167167" h="320633">
                  <a:moveTo>
                    <a:pt x="108633" y="0"/>
                  </a:moveTo>
                  <a:lnTo>
                    <a:pt x="103656" y="1951"/>
                  </a:lnTo>
                  <a:lnTo>
                    <a:pt x="98744" y="4061"/>
                  </a:lnTo>
                  <a:lnTo>
                    <a:pt x="93902" y="6327"/>
                  </a:lnTo>
                  <a:lnTo>
                    <a:pt x="89135" y="8746"/>
                  </a:lnTo>
                  <a:lnTo>
                    <a:pt x="84448" y="11317"/>
                  </a:lnTo>
                  <a:lnTo>
                    <a:pt x="79845" y="14036"/>
                  </a:lnTo>
                  <a:lnTo>
                    <a:pt x="75332" y="16901"/>
                  </a:lnTo>
                  <a:lnTo>
                    <a:pt x="70913" y="19909"/>
                  </a:lnTo>
                  <a:lnTo>
                    <a:pt x="66592" y="23056"/>
                  </a:lnTo>
                  <a:lnTo>
                    <a:pt x="62374" y="26340"/>
                  </a:lnTo>
                  <a:lnTo>
                    <a:pt x="58263" y="29758"/>
                  </a:lnTo>
                  <a:lnTo>
                    <a:pt x="54263" y="33305"/>
                  </a:lnTo>
                  <a:lnTo>
                    <a:pt x="50379" y="36978"/>
                  </a:lnTo>
                  <a:lnTo>
                    <a:pt x="46615" y="40773"/>
                  </a:lnTo>
                  <a:lnTo>
                    <a:pt x="42973" y="44687"/>
                  </a:lnTo>
                  <a:lnTo>
                    <a:pt x="39459" y="48715"/>
                  </a:lnTo>
                  <a:lnTo>
                    <a:pt x="36075" y="52854"/>
                  </a:lnTo>
                  <a:lnTo>
                    <a:pt x="32825" y="57098"/>
                  </a:lnTo>
                  <a:lnTo>
                    <a:pt x="29713" y="61445"/>
                  </a:lnTo>
                  <a:lnTo>
                    <a:pt x="26741" y="65888"/>
                  </a:lnTo>
                  <a:lnTo>
                    <a:pt x="23913" y="70425"/>
                  </a:lnTo>
                  <a:lnTo>
                    <a:pt x="21231" y="75049"/>
                  </a:lnTo>
                  <a:lnTo>
                    <a:pt x="18699" y="79757"/>
                  </a:lnTo>
                  <a:lnTo>
                    <a:pt x="16318" y="84544"/>
                  </a:lnTo>
                  <a:lnTo>
                    <a:pt x="14092" y="89404"/>
                  </a:lnTo>
                  <a:lnTo>
                    <a:pt x="12022" y="94333"/>
                  </a:lnTo>
                  <a:lnTo>
                    <a:pt x="10111" y="99325"/>
                  </a:lnTo>
                  <a:lnTo>
                    <a:pt x="8361" y="104376"/>
                  </a:lnTo>
                  <a:lnTo>
                    <a:pt x="6773" y="109481"/>
                  </a:lnTo>
                  <a:lnTo>
                    <a:pt x="5348" y="114633"/>
                  </a:lnTo>
                  <a:lnTo>
                    <a:pt x="4090" y="119829"/>
                  </a:lnTo>
                  <a:lnTo>
                    <a:pt x="2998" y="125062"/>
                  </a:lnTo>
                  <a:lnTo>
                    <a:pt x="2074" y="130327"/>
                  </a:lnTo>
                  <a:lnTo>
                    <a:pt x="1319" y="135620"/>
                  </a:lnTo>
                  <a:lnTo>
                    <a:pt x="733" y="140933"/>
                  </a:lnTo>
                  <a:lnTo>
                    <a:pt x="318" y="146263"/>
                  </a:lnTo>
                  <a:lnTo>
                    <a:pt x="73" y="151603"/>
                  </a:lnTo>
                  <a:lnTo>
                    <a:pt x="0" y="156948"/>
                  </a:lnTo>
                  <a:lnTo>
                    <a:pt x="97" y="162293"/>
                  </a:lnTo>
                  <a:lnTo>
                    <a:pt x="365" y="167632"/>
                  </a:lnTo>
                  <a:lnTo>
                    <a:pt x="803" y="172960"/>
                  </a:lnTo>
                  <a:lnTo>
                    <a:pt x="1412" y="178271"/>
                  </a:lnTo>
                  <a:lnTo>
                    <a:pt x="2190" y="183560"/>
                  </a:lnTo>
                  <a:lnTo>
                    <a:pt x="3137" y="188821"/>
                  </a:lnTo>
                  <a:lnTo>
                    <a:pt x="4252" y="194050"/>
                  </a:lnTo>
                  <a:lnTo>
                    <a:pt x="5533" y="199240"/>
                  </a:lnTo>
                  <a:lnTo>
                    <a:pt x="6979" y="204386"/>
                  </a:lnTo>
                  <a:lnTo>
                    <a:pt x="8590" y="209484"/>
                  </a:lnTo>
                  <a:lnTo>
                    <a:pt x="10362" y="214527"/>
                  </a:lnTo>
                  <a:lnTo>
                    <a:pt x="12295" y="219511"/>
                  </a:lnTo>
                  <a:lnTo>
                    <a:pt x="14386" y="224431"/>
                  </a:lnTo>
                  <a:lnTo>
                    <a:pt x="16634" y="229281"/>
                  </a:lnTo>
                  <a:lnTo>
                    <a:pt x="19035" y="234057"/>
                  </a:lnTo>
                  <a:lnTo>
                    <a:pt x="21588" y="238754"/>
                  </a:lnTo>
                  <a:lnTo>
                    <a:pt x="24290" y="243367"/>
                  </a:lnTo>
                  <a:lnTo>
                    <a:pt x="27138" y="247891"/>
                  </a:lnTo>
                  <a:lnTo>
                    <a:pt x="30129" y="252322"/>
                  </a:lnTo>
                  <a:lnTo>
                    <a:pt x="33260" y="256654"/>
                  </a:lnTo>
                  <a:lnTo>
                    <a:pt x="36528" y="260885"/>
                  </a:lnTo>
                  <a:lnTo>
                    <a:pt x="39930" y="265009"/>
                  </a:lnTo>
                  <a:lnTo>
                    <a:pt x="43462" y="269022"/>
                  </a:lnTo>
                  <a:lnTo>
                    <a:pt x="47121" y="272919"/>
                  </a:lnTo>
                  <a:lnTo>
                    <a:pt x="50902" y="276698"/>
                  </a:lnTo>
                  <a:lnTo>
                    <a:pt x="54802" y="280354"/>
                  </a:lnTo>
                  <a:lnTo>
                    <a:pt x="58817" y="283884"/>
                  </a:lnTo>
                  <a:lnTo>
                    <a:pt x="62942" y="287283"/>
                  </a:lnTo>
                  <a:lnTo>
                    <a:pt x="67175" y="290549"/>
                  </a:lnTo>
                  <a:lnTo>
                    <a:pt x="71509" y="293678"/>
                  </a:lnTo>
                  <a:lnTo>
                    <a:pt x="75942" y="296666"/>
                  </a:lnTo>
                  <a:lnTo>
                    <a:pt x="80468" y="299512"/>
                  </a:lnTo>
                  <a:lnTo>
                    <a:pt x="85082" y="302211"/>
                  </a:lnTo>
                  <a:lnTo>
                    <a:pt x="89780" y="304761"/>
                  </a:lnTo>
                  <a:lnTo>
                    <a:pt x="94558" y="307159"/>
                  </a:lnTo>
                  <a:lnTo>
                    <a:pt x="99409" y="309404"/>
                  </a:lnTo>
                  <a:lnTo>
                    <a:pt x="104330" y="311492"/>
                  </a:lnTo>
                  <a:lnTo>
                    <a:pt x="109316" y="313422"/>
                  </a:lnTo>
                  <a:lnTo>
                    <a:pt x="114360" y="315192"/>
                  </a:lnTo>
                  <a:lnTo>
                    <a:pt x="119459" y="316799"/>
                  </a:lnTo>
                  <a:lnTo>
                    <a:pt x="124606" y="318243"/>
                  </a:lnTo>
                  <a:lnTo>
                    <a:pt x="129797" y="319521"/>
                  </a:lnTo>
                  <a:lnTo>
                    <a:pt x="135026" y="320633"/>
                  </a:lnTo>
                  <a:lnTo>
                    <a:pt x="167167" y="1565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713751" y="4172415"/>
              <a:ext cx="199291" cy="334334"/>
            </a:xfrm>
            <a:custGeom>
              <a:avLst/>
              <a:pathLst>
                <a:path w="199291" h="334334">
                  <a:moveTo>
                    <a:pt x="0" y="331215"/>
                  </a:moveTo>
                  <a:lnTo>
                    <a:pt x="5225" y="332153"/>
                  </a:lnTo>
                  <a:lnTo>
                    <a:pt x="10479" y="332925"/>
                  </a:lnTo>
                  <a:lnTo>
                    <a:pt x="15753" y="333529"/>
                  </a:lnTo>
                  <a:lnTo>
                    <a:pt x="21045" y="333966"/>
                  </a:lnTo>
                  <a:lnTo>
                    <a:pt x="26348" y="334234"/>
                  </a:lnTo>
                  <a:lnTo>
                    <a:pt x="31656" y="334334"/>
                  </a:lnTo>
                  <a:lnTo>
                    <a:pt x="36965" y="334265"/>
                  </a:lnTo>
                  <a:lnTo>
                    <a:pt x="42269" y="334027"/>
                  </a:lnTo>
                  <a:lnTo>
                    <a:pt x="47563" y="333621"/>
                  </a:lnTo>
                  <a:lnTo>
                    <a:pt x="52841" y="333048"/>
                  </a:lnTo>
                  <a:lnTo>
                    <a:pt x="58099" y="332307"/>
                  </a:lnTo>
                  <a:lnTo>
                    <a:pt x="63330" y="331399"/>
                  </a:lnTo>
                  <a:lnTo>
                    <a:pt x="68530" y="330326"/>
                  </a:lnTo>
                  <a:lnTo>
                    <a:pt x="73693" y="329088"/>
                  </a:lnTo>
                  <a:lnTo>
                    <a:pt x="78814" y="327686"/>
                  </a:lnTo>
                  <a:lnTo>
                    <a:pt x="83888" y="326123"/>
                  </a:lnTo>
                  <a:lnTo>
                    <a:pt x="88910" y="324400"/>
                  </a:lnTo>
                  <a:lnTo>
                    <a:pt x="93875" y="322518"/>
                  </a:lnTo>
                  <a:lnTo>
                    <a:pt x="98777" y="320479"/>
                  </a:lnTo>
                  <a:lnTo>
                    <a:pt x="103612" y="318285"/>
                  </a:lnTo>
                  <a:lnTo>
                    <a:pt x="108375" y="315939"/>
                  </a:lnTo>
                  <a:lnTo>
                    <a:pt x="113062" y="313443"/>
                  </a:lnTo>
                  <a:lnTo>
                    <a:pt x="117666" y="310800"/>
                  </a:lnTo>
                  <a:lnTo>
                    <a:pt x="122184" y="308011"/>
                  </a:lnTo>
                  <a:lnTo>
                    <a:pt x="126612" y="305080"/>
                  </a:lnTo>
                  <a:lnTo>
                    <a:pt x="130944" y="302011"/>
                  </a:lnTo>
                  <a:lnTo>
                    <a:pt x="135176" y="298805"/>
                  </a:lnTo>
                  <a:lnTo>
                    <a:pt x="139305" y="295467"/>
                  </a:lnTo>
                  <a:lnTo>
                    <a:pt x="143325" y="291999"/>
                  </a:lnTo>
                  <a:lnTo>
                    <a:pt x="147233" y="288405"/>
                  </a:lnTo>
                  <a:lnTo>
                    <a:pt x="151025" y="284689"/>
                  </a:lnTo>
                  <a:lnTo>
                    <a:pt x="154698" y="280854"/>
                  </a:lnTo>
                  <a:lnTo>
                    <a:pt x="158246" y="276904"/>
                  </a:lnTo>
                  <a:lnTo>
                    <a:pt x="161668" y="272844"/>
                  </a:lnTo>
                  <a:lnTo>
                    <a:pt x="164958" y="268678"/>
                  </a:lnTo>
                  <a:lnTo>
                    <a:pt x="168115" y="264408"/>
                  </a:lnTo>
                  <a:lnTo>
                    <a:pt x="171135" y="260041"/>
                  </a:lnTo>
                  <a:lnTo>
                    <a:pt x="174014" y="255580"/>
                  </a:lnTo>
                  <a:lnTo>
                    <a:pt x="176750" y="251030"/>
                  </a:lnTo>
                  <a:lnTo>
                    <a:pt x="179340" y="246396"/>
                  </a:lnTo>
                  <a:lnTo>
                    <a:pt x="181782" y="241681"/>
                  </a:lnTo>
                  <a:lnTo>
                    <a:pt x="184073" y="236891"/>
                  </a:lnTo>
                  <a:lnTo>
                    <a:pt x="186211" y="232031"/>
                  </a:lnTo>
                  <a:lnTo>
                    <a:pt x="188193" y="227105"/>
                  </a:lnTo>
                  <a:lnTo>
                    <a:pt x="190018" y="222119"/>
                  </a:lnTo>
                  <a:lnTo>
                    <a:pt x="191683" y="217078"/>
                  </a:lnTo>
                  <a:lnTo>
                    <a:pt x="193188" y="211986"/>
                  </a:lnTo>
                  <a:lnTo>
                    <a:pt x="194530" y="206849"/>
                  </a:lnTo>
                  <a:lnTo>
                    <a:pt x="195708" y="201672"/>
                  </a:lnTo>
                  <a:lnTo>
                    <a:pt x="196721" y="196460"/>
                  </a:lnTo>
                  <a:lnTo>
                    <a:pt x="197569" y="191219"/>
                  </a:lnTo>
                  <a:lnTo>
                    <a:pt x="198249" y="185953"/>
                  </a:lnTo>
                  <a:lnTo>
                    <a:pt x="198762" y="180669"/>
                  </a:lnTo>
                  <a:lnTo>
                    <a:pt x="199107" y="175370"/>
                  </a:lnTo>
                  <a:lnTo>
                    <a:pt x="199283" y="170064"/>
                  </a:lnTo>
                  <a:lnTo>
                    <a:pt x="199291" y="164754"/>
                  </a:lnTo>
                  <a:lnTo>
                    <a:pt x="199130" y="159447"/>
                  </a:lnTo>
                  <a:lnTo>
                    <a:pt x="198800" y="154148"/>
                  </a:lnTo>
                  <a:lnTo>
                    <a:pt x="198303" y="148862"/>
                  </a:lnTo>
                  <a:lnTo>
                    <a:pt x="197638" y="143595"/>
                  </a:lnTo>
                  <a:lnTo>
                    <a:pt x="196806" y="138351"/>
                  </a:lnTo>
                  <a:lnTo>
                    <a:pt x="195807" y="133136"/>
                  </a:lnTo>
                  <a:lnTo>
                    <a:pt x="194644" y="127955"/>
                  </a:lnTo>
                  <a:lnTo>
                    <a:pt x="193317" y="122815"/>
                  </a:lnTo>
                  <a:lnTo>
                    <a:pt x="191827" y="117718"/>
                  </a:lnTo>
                  <a:lnTo>
                    <a:pt x="190176" y="112672"/>
                  </a:lnTo>
                  <a:lnTo>
                    <a:pt x="188366" y="107681"/>
                  </a:lnTo>
                  <a:lnTo>
                    <a:pt x="186398" y="102750"/>
                  </a:lnTo>
                  <a:lnTo>
                    <a:pt x="184274" y="97883"/>
                  </a:lnTo>
                  <a:lnTo>
                    <a:pt x="181998" y="93087"/>
                  </a:lnTo>
                  <a:lnTo>
                    <a:pt x="179569" y="88365"/>
                  </a:lnTo>
                  <a:lnTo>
                    <a:pt x="176992" y="83723"/>
                  </a:lnTo>
                  <a:lnTo>
                    <a:pt x="174269" y="79165"/>
                  </a:lnTo>
                  <a:lnTo>
                    <a:pt x="171403" y="74696"/>
                  </a:lnTo>
                  <a:lnTo>
                    <a:pt x="168396" y="70320"/>
                  </a:lnTo>
                  <a:lnTo>
                    <a:pt x="165252" y="66042"/>
                  </a:lnTo>
                  <a:lnTo>
                    <a:pt x="161973" y="61865"/>
                  </a:lnTo>
                  <a:lnTo>
                    <a:pt x="158564" y="57795"/>
                  </a:lnTo>
                  <a:lnTo>
                    <a:pt x="155027" y="53836"/>
                  </a:lnTo>
                  <a:lnTo>
                    <a:pt x="151366" y="49990"/>
                  </a:lnTo>
                  <a:lnTo>
                    <a:pt x="147584" y="46263"/>
                  </a:lnTo>
                  <a:lnTo>
                    <a:pt x="143686" y="42658"/>
                  </a:lnTo>
                  <a:lnTo>
                    <a:pt x="139676" y="39178"/>
                  </a:lnTo>
                  <a:lnTo>
                    <a:pt x="135557" y="35828"/>
                  </a:lnTo>
                  <a:lnTo>
                    <a:pt x="131334" y="32610"/>
                  </a:lnTo>
                  <a:lnTo>
                    <a:pt x="127011" y="29528"/>
                  </a:lnTo>
                  <a:lnTo>
                    <a:pt x="122592" y="26584"/>
                  </a:lnTo>
                  <a:lnTo>
                    <a:pt x="118082" y="23783"/>
                  </a:lnTo>
                  <a:lnTo>
                    <a:pt x="113485" y="21126"/>
                  </a:lnTo>
                  <a:lnTo>
                    <a:pt x="108806" y="18616"/>
                  </a:lnTo>
                  <a:lnTo>
                    <a:pt x="104050" y="16256"/>
                  </a:lnTo>
                  <a:lnTo>
                    <a:pt x="99221" y="14049"/>
                  </a:lnTo>
                  <a:lnTo>
                    <a:pt x="94325" y="11996"/>
                  </a:lnTo>
                  <a:lnTo>
                    <a:pt x="89366" y="10099"/>
                  </a:lnTo>
                  <a:lnTo>
                    <a:pt x="84349" y="8361"/>
                  </a:lnTo>
                  <a:lnTo>
                    <a:pt x="79279" y="6783"/>
                  </a:lnTo>
                  <a:lnTo>
                    <a:pt x="74162" y="5367"/>
                  </a:lnTo>
                  <a:lnTo>
                    <a:pt x="69003" y="4114"/>
                  </a:lnTo>
                  <a:lnTo>
                    <a:pt x="63806" y="3026"/>
                  </a:lnTo>
                  <a:lnTo>
                    <a:pt x="58577" y="2103"/>
                  </a:lnTo>
                  <a:lnTo>
                    <a:pt x="53322" y="1347"/>
                  </a:lnTo>
                  <a:lnTo>
                    <a:pt x="48045" y="758"/>
                  </a:lnTo>
                  <a:lnTo>
                    <a:pt x="42753" y="337"/>
                  </a:lnTo>
                  <a:lnTo>
                    <a:pt x="37449" y="84"/>
                  </a:lnTo>
                  <a:lnTo>
                    <a:pt x="32141" y="0"/>
                  </a:lnTo>
                  <a:lnTo>
                    <a:pt x="3214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765434" y="3685283"/>
              <a:ext cx="158061" cy="167167"/>
            </a:xfrm>
            <a:custGeom>
              <a:avLst/>
              <a:pathLst>
                <a:path w="158061" h="167167">
                  <a:moveTo>
                    <a:pt x="158061" y="0"/>
                  </a:moveTo>
                  <a:lnTo>
                    <a:pt x="152610" y="88"/>
                  </a:lnTo>
                  <a:lnTo>
                    <a:pt x="147165" y="355"/>
                  </a:lnTo>
                  <a:lnTo>
                    <a:pt x="141732" y="799"/>
                  </a:lnTo>
                  <a:lnTo>
                    <a:pt x="136317" y="1420"/>
                  </a:lnTo>
                  <a:lnTo>
                    <a:pt x="130924" y="2217"/>
                  </a:lnTo>
                  <a:lnTo>
                    <a:pt x="125560" y="3189"/>
                  </a:lnTo>
                  <a:lnTo>
                    <a:pt x="120231" y="4336"/>
                  </a:lnTo>
                  <a:lnTo>
                    <a:pt x="114942" y="5656"/>
                  </a:lnTo>
                  <a:lnTo>
                    <a:pt x="109699" y="7148"/>
                  </a:lnTo>
                  <a:lnTo>
                    <a:pt x="104507" y="8810"/>
                  </a:lnTo>
                  <a:lnTo>
                    <a:pt x="99373" y="10640"/>
                  </a:lnTo>
                  <a:lnTo>
                    <a:pt x="94300" y="12637"/>
                  </a:lnTo>
                  <a:lnTo>
                    <a:pt x="89296" y="14798"/>
                  </a:lnTo>
                  <a:lnTo>
                    <a:pt x="84364" y="17121"/>
                  </a:lnTo>
                  <a:lnTo>
                    <a:pt x="79511" y="19604"/>
                  </a:lnTo>
                  <a:lnTo>
                    <a:pt x="74742" y="22243"/>
                  </a:lnTo>
                  <a:lnTo>
                    <a:pt x="70061" y="25037"/>
                  </a:lnTo>
                  <a:lnTo>
                    <a:pt x="65473" y="27982"/>
                  </a:lnTo>
                  <a:lnTo>
                    <a:pt x="60984" y="31074"/>
                  </a:lnTo>
                  <a:lnTo>
                    <a:pt x="56599" y="34312"/>
                  </a:lnTo>
                  <a:lnTo>
                    <a:pt x="52321" y="37691"/>
                  </a:lnTo>
                  <a:lnTo>
                    <a:pt x="48156" y="41207"/>
                  </a:lnTo>
                  <a:lnTo>
                    <a:pt x="44107" y="44858"/>
                  </a:lnTo>
                  <a:lnTo>
                    <a:pt x="40180" y="48638"/>
                  </a:lnTo>
                  <a:lnTo>
                    <a:pt x="36378" y="52545"/>
                  </a:lnTo>
                  <a:lnTo>
                    <a:pt x="32705" y="56573"/>
                  </a:lnTo>
                  <a:lnTo>
                    <a:pt x="29166" y="60719"/>
                  </a:lnTo>
                  <a:lnTo>
                    <a:pt x="25764" y="64978"/>
                  </a:lnTo>
                  <a:lnTo>
                    <a:pt x="22502" y="69346"/>
                  </a:lnTo>
                  <a:lnTo>
                    <a:pt x="19385" y="73818"/>
                  </a:lnTo>
                  <a:lnTo>
                    <a:pt x="16415" y="78389"/>
                  </a:lnTo>
                  <a:lnTo>
                    <a:pt x="13596" y="83054"/>
                  </a:lnTo>
                  <a:lnTo>
                    <a:pt x="10930" y="87809"/>
                  </a:lnTo>
                  <a:lnTo>
                    <a:pt x="8421" y="92649"/>
                  </a:lnTo>
                  <a:lnTo>
                    <a:pt x="6071" y="97567"/>
                  </a:lnTo>
                  <a:lnTo>
                    <a:pt x="3882" y="102560"/>
                  </a:lnTo>
                  <a:lnTo>
                    <a:pt x="1858" y="107621"/>
                  </a:lnTo>
                  <a:lnTo>
                    <a:pt x="0" y="112746"/>
                  </a:lnTo>
                  <a:lnTo>
                    <a:pt x="15806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6756346" y="3685293"/>
              <a:ext cx="334309" cy="334323"/>
            </a:xfrm>
            <a:custGeom>
              <a:avLst/>
              <a:pathLst>
                <a:path w="334309" h="334323">
                  <a:moveTo>
                    <a:pt x="9087" y="112735"/>
                  </a:moveTo>
                  <a:lnTo>
                    <a:pt x="7444" y="117765"/>
                  </a:lnTo>
                  <a:lnTo>
                    <a:pt x="5961" y="122844"/>
                  </a:lnTo>
                  <a:lnTo>
                    <a:pt x="4639" y="127967"/>
                  </a:lnTo>
                  <a:lnTo>
                    <a:pt x="3480" y="133130"/>
                  </a:lnTo>
                  <a:lnTo>
                    <a:pt x="2485" y="138327"/>
                  </a:lnTo>
                  <a:lnTo>
                    <a:pt x="1655" y="143552"/>
                  </a:lnTo>
                  <a:lnTo>
                    <a:pt x="991" y="148801"/>
                  </a:lnTo>
                  <a:lnTo>
                    <a:pt x="494" y="154069"/>
                  </a:lnTo>
                  <a:lnTo>
                    <a:pt x="163" y="159350"/>
                  </a:lnTo>
                  <a:lnTo>
                    <a:pt x="0" y="164638"/>
                  </a:lnTo>
                  <a:lnTo>
                    <a:pt x="4" y="169929"/>
                  </a:lnTo>
                  <a:lnTo>
                    <a:pt x="175" y="175218"/>
                  </a:lnTo>
                  <a:lnTo>
                    <a:pt x="514" y="180498"/>
                  </a:lnTo>
                  <a:lnTo>
                    <a:pt x="1019" y="185765"/>
                  </a:lnTo>
                  <a:lnTo>
                    <a:pt x="1692" y="191013"/>
                  </a:lnTo>
                  <a:lnTo>
                    <a:pt x="2529" y="196237"/>
                  </a:lnTo>
                  <a:lnTo>
                    <a:pt x="3532" y="201433"/>
                  </a:lnTo>
                  <a:lnTo>
                    <a:pt x="4699" y="206593"/>
                  </a:lnTo>
                  <a:lnTo>
                    <a:pt x="6028" y="211715"/>
                  </a:lnTo>
                  <a:lnTo>
                    <a:pt x="7519" y="216791"/>
                  </a:lnTo>
                  <a:lnTo>
                    <a:pt x="9170" y="221818"/>
                  </a:lnTo>
                  <a:lnTo>
                    <a:pt x="10979" y="226791"/>
                  </a:lnTo>
                  <a:lnTo>
                    <a:pt x="12945" y="231703"/>
                  </a:lnTo>
                  <a:lnTo>
                    <a:pt x="15065" y="236551"/>
                  </a:lnTo>
                  <a:lnTo>
                    <a:pt x="17337" y="241329"/>
                  </a:lnTo>
                  <a:lnTo>
                    <a:pt x="19759" y="246033"/>
                  </a:lnTo>
                  <a:lnTo>
                    <a:pt x="22329" y="250658"/>
                  </a:lnTo>
                  <a:lnTo>
                    <a:pt x="25045" y="255199"/>
                  </a:lnTo>
                  <a:lnTo>
                    <a:pt x="27902" y="259653"/>
                  </a:lnTo>
                  <a:lnTo>
                    <a:pt x="30899" y="264013"/>
                  </a:lnTo>
                  <a:lnTo>
                    <a:pt x="34033" y="268276"/>
                  </a:lnTo>
                  <a:lnTo>
                    <a:pt x="37299" y="272439"/>
                  </a:lnTo>
                  <a:lnTo>
                    <a:pt x="40696" y="276495"/>
                  </a:lnTo>
                  <a:lnTo>
                    <a:pt x="44220" y="280442"/>
                  </a:lnTo>
                  <a:lnTo>
                    <a:pt x="47867" y="284276"/>
                  </a:lnTo>
                  <a:lnTo>
                    <a:pt x="51633" y="287992"/>
                  </a:lnTo>
                  <a:lnTo>
                    <a:pt x="55515" y="291587"/>
                  </a:lnTo>
                  <a:lnTo>
                    <a:pt x="59509" y="295058"/>
                  </a:lnTo>
                  <a:lnTo>
                    <a:pt x="63611" y="298400"/>
                  </a:lnTo>
                  <a:lnTo>
                    <a:pt x="67816" y="301611"/>
                  </a:lnTo>
                  <a:lnTo>
                    <a:pt x="72121" y="304688"/>
                  </a:lnTo>
                  <a:lnTo>
                    <a:pt x="76521" y="307626"/>
                  </a:lnTo>
                  <a:lnTo>
                    <a:pt x="81012" y="310424"/>
                  </a:lnTo>
                  <a:lnTo>
                    <a:pt x="85589" y="313078"/>
                  </a:lnTo>
                  <a:lnTo>
                    <a:pt x="90248" y="315586"/>
                  </a:lnTo>
                  <a:lnTo>
                    <a:pt x="94984" y="317945"/>
                  </a:lnTo>
                  <a:lnTo>
                    <a:pt x="99792" y="320154"/>
                  </a:lnTo>
                  <a:lnTo>
                    <a:pt x="104668" y="322209"/>
                  </a:lnTo>
                  <a:lnTo>
                    <a:pt x="109606" y="324108"/>
                  </a:lnTo>
                  <a:lnTo>
                    <a:pt x="114602" y="325851"/>
                  </a:lnTo>
                  <a:lnTo>
                    <a:pt x="119651" y="327434"/>
                  </a:lnTo>
                  <a:lnTo>
                    <a:pt x="124747" y="328857"/>
                  </a:lnTo>
                  <a:lnTo>
                    <a:pt x="129886" y="330118"/>
                  </a:lnTo>
                  <a:lnTo>
                    <a:pt x="135062" y="331216"/>
                  </a:lnTo>
                  <a:lnTo>
                    <a:pt x="140270" y="332149"/>
                  </a:lnTo>
                  <a:lnTo>
                    <a:pt x="145505" y="332917"/>
                  </a:lnTo>
                  <a:lnTo>
                    <a:pt x="150761" y="333519"/>
                  </a:lnTo>
                  <a:lnTo>
                    <a:pt x="156035" y="333954"/>
                  </a:lnTo>
                  <a:lnTo>
                    <a:pt x="161319" y="334222"/>
                  </a:lnTo>
                  <a:lnTo>
                    <a:pt x="166609" y="334323"/>
                  </a:lnTo>
                  <a:lnTo>
                    <a:pt x="171900" y="334256"/>
                  </a:lnTo>
                  <a:lnTo>
                    <a:pt x="177186" y="334022"/>
                  </a:lnTo>
                  <a:lnTo>
                    <a:pt x="182461" y="333621"/>
                  </a:lnTo>
                  <a:lnTo>
                    <a:pt x="187722" y="333053"/>
                  </a:lnTo>
                  <a:lnTo>
                    <a:pt x="192962" y="332319"/>
                  </a:lnTo>
                  <a:lnTo>
                    <a:pt x="198176" y="331419"/>
                  </a:lnTo>
                  <a:lnTo>
                    <a:pt x="203359" y="330355"/>
                  </a:lnTo>
                  <a:lnTo>
                    <a:pt x="208505" y="329127"/>
                  </a:lnTo>
                  <a:lnTo>
                    <a:pt x="213611" y="327737"/>
                  </a:lnTo>
                  <a:lnTo>
                    <a:pt x="218669" y="326186"/>
                  </a:lnTo>
                  <a:lnTo>
                    <a:pt x="223676" y="324476"/>
                  </a:lnTo>
                  <a:lnTo>
                    <a:pt x="228627" y="322608"/>
                  </a:lnTo>
                  <a:lnTo>
                    <a:pt x="233516" y="320585"/>
                  </a:lnTo>
                  <a:lnTo>
                    <a:pt x="238338" y="318408"/>
                  </a:lnTo>
                  <a:lnTo>
                    <a:pt x="243089" y="316079"/>
                  </a:lnTo>
                  <a:lnTo>
                    <a:pt x="247764" y="313601"/>
                  </a:lnTo>
                  <a:lnTo>
                    <a:pt x="252358" y="310976"/>
                  </a:lnTo>
                  <a:lnTo>
                    <a:pt x="256867" y="308208"/>
                  </a:lnTo>
                  <a:lnTo>
                    <a:pt x="261286" y="305298"/>
                  </a:lnTo>
                  <a:lnTo>
                    <a:pt x="265611" y="302249"/>
                  </a:lnTo>
                  <a:lnTo>
                    <a:pt x="269837" y="299065"/>
                  </a:lnTo>
                  <a:lnTo>
                    <a:pt x="273960" y="295749"/>
                  </a:lnTo>
                  <a:lnTo>
                    <a:pt x="277976" y="292305"/>
                  </a:lnTo>
                  <a:lnTo>
                    <a:pt x="281881" y="288735"/>
                  </a:lnTo>
                  <a:lnTo>
                    <a:pt x="285671" y="285043"/>
                  </a:lnTo>
                  <a:lnTo>
                    <a:pt x="289343" y="281233"/>
                  </a:lnTo>
                  <a:lnTo>
                    <a:pt x="292892" y="277308"/>
                  </a:lnTo>
                  <a:lnTo>
                    <a:pt x="296315" y="273274"/>
                  </a:lnTo>
                  <a:lnTo>
                    <a:pt x="299609" y="269133"/>
                  </a:lnTo>
                  <a:lnTo>
                    <a:pt x="302769" y="264890"/>
                  </a:lnTo>
                  <a:lnTo>
                    <a:pt x="305795" y="260549"/>
                  </a:lnTo>
                  <a:lnTo>
                    <a:pt x="308681" y="256114"/>
                  </a:lnTo>
                  <a:lnTo>
                    <a:pt x="311425" y="251590"/>
                  </a:lnTo>
                  <a:lnTo>
                    <a:pt x="314025" y="246982"/>
                  </a:lnTo>
                  <a:lnTo>
                    <a:pt x="316478" y="242294"/>
                  </a:lnTo>
                  <a:lnTo>
                    <a:pt x="318781" y="237530"/>
                  </a:lnTo>
                  <a:lnTo>
                    <a:pt x="320932" y="232696"/>
                  </a:lnTo>
                  <a:lnTo>
                    <a:pt x="322929" y="227796"/>
                  </a:lnTo>
                  <a:lnTo>
                    <a:pt x="324770" y="222836"/>
                  </a:lnTo>
                  <a:lnTo>
                    <a:pt x="326453" y="217820"/>
                  </a:lnTo>
                  <a:lnTo>
                    <a:pt x="327977" y="212753"/>
                  </a:lnTo>
                  <a:lnTo>
                    <a:pt x="329339" y="207640"/>
                  </a:lnTo>
                  <a:lnTo>
                    <a:pt x="330539" y="202487"/>
                  </a:lnTo>
                  <a:lnTo>
                    <a:pt x="331576" y="197298"/>
                  </a:lnTo>
                  <a:lnTo>
                    <a:pt x="332447" y="192079"/>
                  </a:lnTo>
                  <a:lnTo>
                    <a:pt x="333153" y="186836"/>
                  </a:lnTo>
                  <a:lnTo>
                    <a:pt x="333693" y="181572"/>
                  </a:lnTo>
                  <a:lnTo>
                    <a:pt x="334065" y="176294"/>
                  </a:lnTo>
                  <a:lnTo>
                    <a:pt x="334271" y="171007"/>
                  </a:lnTo>
                  <a:lnTo>
                    <a:pt x="334309" y="165716"/>
                  </a:lnTo>
                  <a:lnTo>
                    <a:pt x="334180" y="160427"/>
                  </a:lnTo>
                  <a:lnTo>
                    <a:pt x="333883" y="155144"/>
                  </a:lnTo>
                  <a:lnTo>
                    <a:pt x="333420" y="149873"/>
                  </a:lnTo>
                  <a:lnTo>
                    <a:pt x="332789" y="144620"/>
                  </a:lnTo>
                  <a:lnTo>
                    <a:pt x="331993" y="139389"/>
                  </a:lnTo>
                  <a:lnTo>
                    <a:pt x="331032" y="134186"/>
                  </a:lnTo>
                  <a:lnTo>
                    <a:pt x="329906" y="129016"/>
                  </a:lnTo>
                  <a:lnTo>
                    <a:pt x="328618" y="123884"/>
                  </a:lnTo>
                  <a:lnTo>
                    <a:pt x="327167" y="118796"/>
                  </a:lnTo>
                  <a:lnTo>
                    <a:pt x="325557" y="113756"/>
                  </a:lnTo>
                  <a:lnTo>
                    <a:pt x="323787" y="108769"/>
                  </a:lnTo>
                  <a:lnTo>
                    <a:pt x="321861" y="103841"/>
                  </a:lnTo>
                  <a:lnTo>
                    <a:pt x="319780" y="98977"/>
                  </a:lnTo>
                  <a:lnTo>
                    <a:pt x="317546" y="94181"/>
                  </a:lnTo>
                  <a:lnTo>
                    <a:pt x="315161" y="89457"/>
                  </a:lnTo>
                  <a:lnTo>
                    <a:pt x="312628" y="84812"/>
                  </a:lnTo>
                  <a:lnTo>
                    <a:pt x="309949" y="80249"/>
                  </a:lnTo>
                  <a:lnTo>
                    <a:pt x="307127" y="75774"/>
                  </a:lnTo>
                  <a:lnTo>
                    <a:pt x="304165" y="71389"/>
                  </a:lnTo>
                  <a:lnTo>
                    <a:pt x="301065" y="67101"/>
                  </a:lnTo>
                  <a:lnTo>
                    <a:pt x="297832" y="62913"/>
                  </a:lnTo>
                  <a:lnTo>
                    <a:pt x="294467" y="58829"/>
                  </a:lnTo>
                  <a:lnTo>
                    <a:pt x="290975" y="54854"/>
                  </a:lnTo>
                  <a:lnTo>
                    <a:pt x="287359" y="50992"/>
                  </a:lnTo>
                  <a:lnTo>
                    <a:pt x="283623" y="47246"/>
                  </a:lnTo>
                  <a:lnTo>
                    <a:pt x="279769" y="43620"/>
                  </a:lnTo>
                  <a:lnTo>
                    <a:pt x="275803" y="40117"/>
                  </a:lnTo>
                  <a:lnTo>
                    <a:pt x="271728" y="36742"/>
                  </a:lnTo>
                  <a:lnTo>
                    <a:pt x="267549" y="33498"/>
                  </a:lnTo>
                  <a:lnTo>
                    <a:pt x="263269" y="30387"/>
                  </a:lnTo>
                  <a:lnTo>
                    <a:pt x="258892" y="27414"/>
                  </a:lnTo>
                  <a:lnTo>
                    <a:pt x="254424" y="24580"/>
                  </a:lnTo>
                  <a:lnTo>
                    <a:pt x="249868" y="21890"/>
                  </a:lnTo>
                  <a:lnTo>
                    <a:pt x="245229" y="19345"/>
                  </a:lnTo>
                  <a:lnTo>
                    <a:pt x="240512" y="16948"/>
                  </a:lnTo>
                  <a:lnTo>
                    <a:pt x="235722" y="14701"/>
                  </a:lnTo>
                  <a:lnTo>
                    <a:pt x="230862" y="12607"/>
                  </a:lnTo>
                  <a:lnTo>
                    <a:pt x="225939" y="10668"/>
                  </a:lnTo>
                  <a:lnTo>
                    <a:pt x="220957" y="8886"/>
                  </a:lnTo>
                  <a:lnTo>
                    <a:pt x="215922" y="7262"/>
                  </a:lnTo>
                  <a:lnTo>
                    <a:pt x="210837" y="5799"/>
                  </a:lnTo>
                  <a:lnTo>
                    <a:pt x="205709" y="4497"/>
                  </a:lnTo>
                  <a:lnTo>
                    <a:pt x="200542" y="3358"/>
                  </a:lnTo>
                  <a:lnTo>
                    <a:pt x="195341" y="2384"/>
                  </a:lnTo>
                  <a:lnTo>
                    <a:pt x="190112" y="1574"/>
                  </a:lnTo>
                  <a:lnTo>
                    <a:pt x="184860" y="930"/>
                  </a:lnTo>
                  <a:lnTo>
                    <a:pt x="179591" y="453"/>
                  </a:lnTo>
                  <a:lnTo>
                    <a:pt x="174309" y="142"/>
                  </a:lnTo>
                  <a:lnTo>
                    <a:pt x="169020" y="0"/>
                  </a:lnTo>
                  <a:lnTo>
                    <a:pt x="167148" y="1671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6923495" y="3685283"/>
              <a:ext cx="1871" cy="167167"/>
            </a:xfrm>
            <a:custGeom>
              <a:avLst/>
              <a:pathLst>
                <a:path w="1871" h="167167">
                  <a:moveTo>
                    <a:pt x="1871" y="1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tx823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6727739" y="2753836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6555392" y="2266703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6285813" y="1833590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5876387" y="1482170"/>
              <a:ext cx="412905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AMP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5410870" y="1222972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4982243" y="1069969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4410874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3904837" y="1135613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3412078" y="1335172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3043228" y="1650504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2661773" y="2041851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2455187" y="2505106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2335480" y="3009529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2324783" y="3527924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2449885" y="4032347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2688283" y="4495602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3048437" y="4898484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3449192" y="5208048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42" name="tx842"/>
            <p:cNvSpPr/>
            <p:nvPr/>
          </p:nvSpPr>
          <p:spPr>
            <a:xfrm>
              <a:off x="3936509" y="5413374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43" name="tx843"/>
            <p:cNvSpPr/>
            <p:nvPr/>
          </p:nvSpPr>
          <p:spPr>
            <a:xfrm>
              <a:off x="4431989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44" name="tx844"/>
            <p:cNvSpPr/>
            <p:nvPr/>
          </p:nvSpPr>
          <p:spPr>
            <a:xfrm>
              <a:off x="4987452" y="5467484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45" name="tx845"/>
            <p:cNvSpPr/>
            <p:nvPr/>
          </p:nvSpPr>
          <p:spPr>
            <a:xfrm>
              <a:off x="5447984" y="5320248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46" name="tx846"/>
            <p:cNvSpPr/>
            <p:nvPr/>
          </p:nvSpPr>
          <p:spPr>
            <a:xfrm>
              <a:off x="5881736" y="5059608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47" name="tx847"/>
            <p:cNvSpPr/>
            <p:nvPr/>
          </p:nvSpPr>
          <p:spPr>
            <a:xfrm>
              <a:off x="6280604" y="4703863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8" name="tx848"/>
            <p:cNvSpPr/>
            <p:nvPr/>
          </p:nvSpPr>
          <p:spPr>
            <a:xfrm>
              <a:off x="6550137" y="4272006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9" name="tx849"/>
            <p:cNvSpPr/>
            <p:nvPr/>
          </p:nvSpPr>
          <p:spPr>
            <a:xfrm>
              <a:off x="6743552" y="3783478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2025-06-26T12:13:51Z</dcterms:modified>
  <cp:category/>
</cp:coreProperties>
</file>