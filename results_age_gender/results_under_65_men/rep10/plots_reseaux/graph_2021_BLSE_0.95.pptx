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1642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548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311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311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3275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68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311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337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562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3004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081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3112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3275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382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502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3275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3379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3174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164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2548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272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11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275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268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189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1642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2548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019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32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112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164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2548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11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3594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164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2548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46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311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164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2548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11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164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548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11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019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32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214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112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3275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268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6145762" y="4937755"/>
              <a:ext cx="152749" cy="136318"/>
            </a:xfrm>
            <a:custGeom>
              <a:avLst/>
              <a:pathLst>
                <a:path w="152749" h="136318">
                  <a:moveTo>
                    <a:pt x="0" y="136318"/>
                  </a:moveTo>
                  <a:lnTo>
                    <a:pt x="152749" y="0"/>
                  </a:lnTo>
                </a:path>
              </a:pathLst>
            </a:custGeom>
            <a:ln w="332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214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2740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2680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562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174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508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495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320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112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275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2680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909039" y="3170392"/>
              <a:ext cx="74739" cy="167167"/>
            </a:xfrm>
            <a:custGeom>
              <a:avLst/>
              <a:pathLst>
                <a:path w="74739" h="167167">
                  <a:moveTo>
                    <a:pt x="74739" y="0"/>
                  </a:moveTo>
                  <a:lnTo>
                    <a:pt x="68780" y="106"/>
                  </a:lnTo>
                  <a:lnTo>
                    <a:pt x="62828" y="424"/>
                  </a:lnTo>
                  <a:lnTo>
                    <a:pt x="56892" y="955"/>
                  </a:lnTo>
                  <a:lnTo>
                    <a:pt x="50978" y="1697"/>
                  </a:lnTo>
                  <a:lnTo>
                    <a:pt x="45095" y="2649"/>
                  </a:lnTo>
                  <a:lnTo>
                    <a:pt x="39249" y="3810"/>
                  </a:lnTo>
                  <a:lnTo>
                    <a:pt x="33448" y="5179"/>
                  </a:lnTo>
                  <a:lnTo>
                    <a:pt x="27700" y="6754"/>
                  </a:lnTo>
                  <a:lnTo>
                    <a:pt x="22012" y="8533"/>
                  </a:lnTo>
                  <a:lnTo>
                    <a:pt x="16391" y="10513"/>
                  </a:lnTo>
                  <a:lnTo>
                    <a:pt x="10843" y="12693"/>
                  </a:lnTo>
                  <a:lnTo>
                    <a:pt x="5377" y="15069"/>
                  </a:lnTo>
                  <a:lnTo>
                    <a:pt x="0" y="17638"/>
                  </a:lnTo>
                  <a:lnTo>
                    <a:pt x="7473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909039" y="3188030"/>
              <a:ext cx="74739" cy="149529"/>
            </a:xfrm>
            <a:custGeom>
              <a:avLst/>
              <a:pathLst>
                <a:path w="74739" h="149529">
                  <a:moveTo>
                    <a:pt x="0" y="0"/>
                  </a:moveTo>
                  <a:lnTo>
                    <a:pt x="74739" y="14952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909039" y="3188030"/>
              <a:ext cx="74739" cy="149529"/>
            </a:xfrm>
            <a:custGeom>
              <a:avLst/>
              <a:pathLst>
                <a:path w="74739" h="149529">
                  <a:moveTo>
                    <a:pt x="0" y="0"/>
                  </a:moveTo>
                  <a:lnTo>
                    <a:pt x="74739" y="14952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909039" y="3188030"/>
              <a:ext cx="74739" cy="149529"/>
            </a:xfrm>
            <a:custGeom>
              <a:avLst/>
              <a:pathLst>
                <a:path w="74739" h="149529">
                  <a:moveTo>
                    <a:pt x="0" y="0"/>
                  </a:moveTo>
                  <a:lnTo>
                    <a:pt x="74739" y="14952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909039" y="3188030"/>
              <a:ext cx="74739" cy="149529"/>
            </a:xfrm>
            <a:custGeom>
              <a:avLst/>
              <a:pathLst>
                <a:path w="74739" h="149529">
                  <a:moveTo>
                    <a:pt x="0" y="0"/>
                  </a:moveTo>
                  <a:lnTo>
                    <a:pt x="74739" y="14952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909039" y="3188030"/>
              <a:ext cx="74739" cy="149529"/>
            </a:xfrm>
            <a:custGeom>
              <a:avLst/>
              <a:pathLst>
                <a:path w="74739" h="149529">
                  <a:moveTo>
                    <a:pt x="0" y="0"/>
                  </a:moveTo>
                  <a:lnTo>
                    <a:pt x="74739" y="14952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09039" y="3188030"/>
              <a:ext cx="74739" cy="149529"/>
            </a:xfrm>
            <a:custGeom>
              <a:avLst/>
              <a:pathLst>
                <a:path w="74739" h="149529">
                  <a:moveTo>
                    <a:pt x="0" y="0"/>
                  </a:moveTo>
                  <a:lnTo>
                    <a:pt x="74739" y="14952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09039" y="3188030"/>
              <a:ext cx="74739" cy="149529"/>
            </a:xfrm>
            <a:custGeom>
              <a:avLst/>
              <a:pathLst>
                <a:path w="74739" h="149529">
                  <a:moveTo>
                    <a:pt x="0" y="0"/>
                  </a:moveTo>
                  <a:lnTo>
                    <a:pt x="74739" y="14952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09039" y="3188030"/>
              <a:ext cx="74739" cy="149529"/>
            </a:xfrm>
            <a:custGeom>
              <a:avLst/>
              <a:pathLst>
                <a:path w="74739" h="149529">
                  <a:moveTo>
                    <a:pt x="0" y="0"/>
                  </a:moveTo>
                  <a:lnTo>
                    <a:pt x="74739" y="14952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09039" y="3188030"/>
              <a:ext cx="74739" cy="149529"/>
            </a:xfrm>
            <a:custGeom>
              <a:avLst/>
              <a:pathLst>
                <a:path w="74739" h="149529">
                  <a:moveTo>
                    <a:pt x="0" y="0"/>
                  </a:moveTo>
                  <a:lnTo>
                    <a:pt x="74739" y="14952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09039" y="3188030"/>
              <a:ext cx="74739" cy="149529"/>
            </a:xfrm>
            <a:custGeom>
              <a:avLst/>
              <a:pathLst>
                <a:path w="74739" h="149529">
                  <a:moveTo>
                    <a:pt x="0" y="0"/>
                  </a:moveTo>
                  <a:lnTo>
                    <a:pt x="74739" y="14952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09039" y="3188030"/>
              <a:ext cx="74739" cy="149529"/>
            </a:xfrm>
            <a:custGeom>
              <a:avLst/>
              <a:pathLst>
                <a:path w="74739" h="149529">
                  <a:moveTo>
                    <a:pt x="0" y="0"/>
                  </a:moveTo>
                  <a:lnTo>
                    <a:pt x="74739" y="14952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09039" y="3188030"/>
              <a:ext cx="74739" cy="149529"/>
            </a:xfrm>
            <a:custGeom>
              <a:avLst/>
              <a:pathLst>
                <a:path w="74739" h="149529">
                  <a:moveTo>
                    <a:pt x="0" y="0"/>
                  </a:moveTo>
                  <a:lnTo>
                    <a:pt x="74739" y="1495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09039" y="3188030"/>
              <a:ext cx="74739" cy="149529"/>
            </a:xfrm>
            <a:custGeom>
              <a:avLst/>
              <a:pathLst>
                <a:path w="74739" h="149529">
                  <a:moveTo>
                    <a:pt x="0" y="0"/>
                  </a:moveTo>
                  <a:lnTo>
                    <a:pt x="74739" y="1495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09039" y="3188030"/>
              <a:ext cx="74739" cy="149529"/>
            </a:xfrm>
            <a:custGeom>
              <a:avLst/>
              <a:pathLst>
                <a:path w="74739" h="149529">
                  <a:moveTo>
                    <a:pt x="0" y="0"/>
                  </a:moveTo>
                  <a:lnTo>
                    <a:pt x="74739" y="1495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09039" y="3188030"/>
              <a:ext cx="74739" cy="149529"/>
            </a:xfrm>
            <a:custGeom>
              <a:avLst/>
              <a:pathLst>
                <a:path w="74739" h="149529">
                  <a:moveTo>
                    <a:pt x="0" y="0"/>
                  </a:moveTo>
                  <a:lnTo>
                    <a:pt x="74739" y="1495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09039" y="3188030"/>
              <a:ext cx="74739" cy="149529"/>
            </a:xfrm>
            <a:custGeom>
              <a:avLst/>
              <a:pathLst>
                <a:path w="74739" h="149529">
                  <a:moveTo>
                    <a:pt x="0" y="0"/>
                  </a:moveTo>
                  <a:lnTo>
                    <a:pt x="74739" y="14952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09039" y="3188030"/>
              <a:ext cx="74739" cy="149529"/>
            </a:xfrm>
            <a:custGeom>
              <a:avLst/>
              <a:pathLst>
                <a:path w="74739" h="149529">
                  <a:moveTo>
                    <a:pt x="0" y="0"/>
                  </a:moveTo>
                  <a:lnTo>
                    <a:pt x="74739" y="1495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09039" y="3188030"/>
              <a:ext cx="74739" cy="149529"/>
            </a:xfrm>
            <a:custGeom>
              <a:avLst/>
              <a:pathLst>
                <a:path w="74739" h="149529">
                  <a:moveTo>
                    <a:pt x="0" y="0"/>
                  </a:moveTo>
                  <a:lnTo>
                    <a:pt x="74739" y="1495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09039" y="3188030"/>
              <a:ext cx="74739" cy="149529"/>
            </a:xfrm>
            <a:custGeom>
              <a:avLst/>
              <a:pathLst>
                <a:path w="74739" h="149529">
                  <a:moveTo>
                    <a:pt x="0" y="0"/>
                  </a:moveTo>
                  <a:lnTo>
                    <a:pt x="74739" y="14952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09039" y="3188030"/>
              <a:ext cx="74739" cy="149529"/>
            </a:xfrm>
            <a:custGeom>
              <a:avLst/>
              <a:pathLst>
                <a:path w="74739" h="149529">
                  <a:moveTo>
                    <a:pt x="0" y="0"/>
                  </a:moveTo>
                  <a:lnTo>
                    <a:pt x="74739" y="1495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09039" y="3188030"/>
              <a:ext cx="74739" cy="149529"/>
            </a:xfrm>
            <a:custGeom>
              <a:avLst/>
              <a:pathLst>
                <a:path w="74739" h="149529">
                  <a:moveTo>
                    <a:pt x="0" y="0"/>
                  </a:moveTo>
                  <a:lnTo>
                    <a:pt x="74739" y="1495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09039" y="3188030"/>
              <a:ext cx="74739" cy="149529"/>
            </a:xfrm>
            <a:custGeom>
              <a:avLst/>
              <a:pathLst>
                <a:path w="74739" h="149529">
                  <a:moveTo>
                    <a:pt x="0" y="0"/>
                  </a:moveTo>
                  <a:lnTo>
                    <a:pt x="74739" y="1495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09039" y="3188030"/>
              <a:ext cx="74739" cy="149529"/>
            </a:xfrm>
            <a:custGeom>
              <a:avLst/>
              <a:pathLst>
                <a:path w="74739" h="149529">
                  <a:moveTo>
                    <a:pt x="0" y="0"/>
                  </a:moveTo>
                  <a:lnTo>
                    <a:pt x="74739" y="1495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09039" y="3188030"/>
              <a:ext cx="74739" cy="149529"/>
            </a:xfrm>
            <a:custGeom>
              <a:avLst/>
              <a:pathLst>
                <a:path w="74739" h="149529">
                  <a:moveTo>
                    <a:pt x="0" y="0"/>
                  </a:moveTo>
                  <a:lnTo>
                    <a:pt x="74739" y="14952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09039" y="3188030"/>
              <a:ext cx="74739" cy="149529"/>
            </a:xfrm>
            <a:custGeom>
              <a:avLst/>
              <a:pathLst>
                <a:path w="74739" h="149529">
                  <a:moveTo>
                    <a:pt x="0" y="0"/>
                  </a:moveTo>
                  <a:lnTo>
                    <a:pt x="74739" y="1495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816611" y="3170394"/>
              <a:ext cx="334318" cy="334327"/>
            </a:xfrm>
            <a:custGeom>
              <a:avLst/>
              <a:pathLst>
                <a:path w="334318" h="334327">
                  <a:moveTo>
                    <a:pt x="92427" y="17636"/>
                  </a:moveTo>
                  <a:lnTo>
                    <a:pt x="87740" y="20073"/>
                  </a:lnTo>
                  <a:lnTo>
                    <a:pt x="83131" y="22656"/>
                  </a:lnTo>
                  <a:lnTo>
                    <a:pt x="78607" y="25384"/>
                  </a:lnTo>
                  <a:lnTo>
                    <a:pt x="74170" y="28253"/>
                  </a:lnTo>
                  <a:lnTo>
                    <a:pt x="69827" y="31261"/>
                  </a:lnTo>
                  <a:lnTo>
                    <a:pt x="65581" y="34405"/>
                  </a:lnTo>
                  <a:lnTo>
                    <a:pt x="61437" y="37681"/>
                  </a:lnTo>
                  <a:lnTo>
                    <a:pt x="57398" y="41087"/>
                  </a:lnTo>
                  <a:lnTo>
                    <a:pt x="53469" y="44619"/>
                  </a:lnTo>
                  <a:lnTo>
                    <a:pt x="49653" y="48273"/>
                  </a:lnTo>
                  <a:lnTo>
                    <a:pt x="45955" y="52046"/>
                  </a:lnTo>
                  <a:lnTo>
                    <a:pt x="42377" y="55934"/>
                  </a:lnTo>
                  <a:lnTo>
                    <a:pt x="38925" y="59932"/>
                  </a:lnTo>
                  <a:lnTo>
                    <a:pt x="35600" y="64038"/>
                  </a:lnTo>
                  <a:lnTo>
                    <a:pt x="32407" y="68247"/>
                  </a:lnTo>
                  <a:lnTo>
                    <a:pt x="29349" y="72555"/>
                  </a:lnTo>
                  <a:lnTo>
                    <a:pt x="26428" y="76958"/>
                  </a:lnTo>
                  <a:lnTo>
                    <a:pt x="23647" y="81450"/>
                  </a:lnTo>
                  <a:lnTo>
                    <a:pt x="21010" y="86028"/>
                  </a:lnTo>
                  <a:lnTo>
                    <a:pt x="18520" y="90687"/>
                  </a:lnTo>
                  <a:lnTo>
                    <a:pt x="16177" y="95423"/>
                  </a:lnTo>
                  <a:lnTo>
                    <a:pt x="13985" y="100230"/>
                  </a:lnTo>
                  <a:lnTo>
                    <a:pt x="11947" y="105104"/>
                  </a:lnTo>
                  <a:lnTo>
                    <a:pt x="10063" y="110040"/>
                  </a:lnTo>
                  <a:lnTo>
                    <a:pt x="8336" y="115033"/>
                  </a:lnTo>
                  <a:lnTo>
                    <a:pt x="6768" y="120078"/>
                  </a:lnTo>
                  <a:lnTo>
                    <a:pt x="5360" y="125170"/>
                  </a:lnTo>
                  <a:lnTo>
                    <a:pt x="4114" y="130304"/>
                  </a:lnTo>
                  <a:lnTo>
                    <a:pt x="3031" y="135475"/>
                  </a:lnTo>
                  <a:lnTo>
                    <a:pt x="2111" y="140677"/>
                  </a:lnTo>
                  <a:lnTo>
                    <a:pt x="1357" y="145906"/>
                  </a:lnTo>
                  <a:lnTo>
                    <a:pt x="768" y="151157"/>
                  </a:lnTo>
                  <a:lnTo>
                    <a:pt x="345" y="156423"/>
                  </a:lnTo>
                  <a:lnTo>
                    <a:pt x="89" y="161700"/>
                  </a:lnTo>
                  <a:lnTo>
                    <a:pt x="0" y="166982"/>
                  </a:lnTo>
                  <a:lnTo>
                    <a:pt x="77" y="172265"/>
                  </a:lnTo>
                  <a:lnTo>
                    <a:pt x="322" y="177542"/>
                  </a:lnTo>
                  <a:lnTo>
                    <a:pt x="733" y="182809"/>
                  </a:lnTo>
                  <a:lnTo>
                    <a:pt x="1310" y="188061"/>
                  </a:lnTo>
                  <a:lnTo>
                    <a:pt x="2054" y="193292"/>
                  </a:lnTo>
                  <a:lnTo>
                    <a:pt x="2962" y="198496"/>
                  </a:lnTo>
                  <a:lnTo>
                    <a:pt x="4034" y="203669"/>
                  </a:lnTo>
                  <a:lnTo>
                    <a:pt x="5269" y="208806"/>
                  </a:lnTo>
                  <a:lnTo>
                    <a:pt x="6665" y="213901"/>
                  </a:lnTo>
                  <a:lnTo>
                    <a:pt x="8222" y="218950"/>
                  </a:lnTo>
                  <a:lnTo>
                    <a:pt x="9938" y="223947"/>
                  </a:lnTo>
                  <a:lnTo>
                    <a:pt x="11811" y="228887"/>
                  </a:lnTo>
                  <a:lnTo>
                    <a:pt x="13839" y="233765"/>
                  </a:lnTo>
                  <a:lnTo>
                    <a:pt x="16020" y="238577"/>
                  </a:lnTo>
                  <a:lnTo>
                    <a:pt x="18352" y="243318"/>
                  </a:lnTo>
                  <a:lnTo>
                    <a:pt x="20833" y="247982"/>
                  </a:lnTo>
                  <a:lnTo>
                    <a:pt x="23460" y="252566"/>
                  </a:lnTo>
                  <a:lnTo>
                    <a:pt x="26230" y="257064"/>
                  </a:lnTo>
                  <a:lnTo>
                    <a:pt x="29141" y="261473"/>
                  </a:lnTo>
                  <a:lnTo>
                    <a:pt x="32191" y="265788"/>
                  </a:lnTo>
                  <a:lnTo>
                    <a:pt x="35374" y="270004"/>
                  </a:lnTo>
                  <a:lnTo>
                    <a:pt x="38690" y="274117"/>
                  </a:lnTo>
                  <a:lnTo>
                    <a:pt x="42134" y="278123"/>
                  </a:lnTo>
                  <a:lnTo>
                    <a:pt x="45702" y="282019"/>
                  </a:lnTo>
                  <a:lnTo>
                    <a:pt x="49393" y="285800"/>
                  </a:lnTo>
                  <a:lnTo>
                    <a:pt x="53200" y="289462"/>
                  </a:lnTo>
                  <a:lnTo>
                    <a:pt x="57122" y="293003"/>
                  </a:lnTo>
                  <a:lnTo>
                    <a:pt x="61153" y="296417"/>
                  </a:lnTo>
                  <a:lnTo>
                    <a:pt x="65290" y="299703"/>
                  </a:lnTo>
                  <a:lnTo>
                    <a:pt x="69529" y="302856"/>
                  </a:lnTo>
                  <a:lnTo>
                    <a:pt x="73866" y="305873"/>
                  </a:lnTo>
                  <a:lnTo>
                    <a:pt x="78296" y="308752"/>
                  </a:lnTo>
                  <a:lnTo>
                    <a:pt x="82814" y="311490"/>
                  </a:lnTo>
                  <a:lnTo>
                    <a:pt x="87417" y="314084"/>
                  </a:lnTo>
                  <a:lnTo>
                    <a:pt x="92100" y="316530"/>
                  </a:lnTo>
                  <a:lnTo>
                    <a:pt x="96857" y="318828"/>
                  </a:lnTo>
                  <a:lnTo>
                    <a:pt x="101685" y="320974"/>
                  </a:lnTo>
                  <a:lnTo>
                    <a:pt x="106578" y="322966"/>
                  </a:lnTo>
                  <a:lnTo>
                    <a:pt x="111531" y="324803"/>
                  </a:lnTo>
                  <a:lnTo>
                    <a:pt x="116541" y="326482"/>
                  </a:lnTo>
                  <a:lnTo>
                    <a:pt x="121600" y="328003"/>
                  </a:lnTo>
                  <a:lnTo>
                    <a:pt x="126705" y="329362"/>
                  </a:lnTo>
                  <a:lnTo>
                    <a:pt x="131851" y="330560"/>
                  </a:lnTo>
                  <a:lnTo>
                    <a:pt x="137032" y="331594"/>
                  </a:lnTo>
                  <a:lnTo>
                    <a:pt x="142243" y="332464"/>
                  </a:lnTo>
                  <a:lnTo>
                    <a:pt x="147479" y="333169"/>
                  </a:lnTo>
                  <a:lnTo>
                    <a:pt x="152734" y="333709"/>
                  </a:lnTo>
                  <a:lnTo>
                    <a:pt x="158004" y="334082"/>
                  </a:lnTo>
                  <a:lnTo>
                    <a:pt x="163284" y="334288"/>
                  </a:lnTo>
                  <a:lnTo>
                    <a:pt x="168567" y="334327"/>
                  </a:lnTo>
                  <a:lnTo>
                    <a:pt x="173848" y="334199"/>
                  </a:lnTo>
                  <a:lnTo>
                    <a:pt x="179123" y="333905"/>
                  </a:lnTo>
                  <a:lnTo>
                    <a:pt x="184386" y="333444"/>
                  </a:lnTo>
                  <a:lnTo>
                    <a:pt x="189632" y="332816"/>
                  </a:lnTo>
                  <a:lnTo>
                    <a:pt x="194855" y="332024"/>
                  </a:lnTo>
                  <a:lnTo>
                    <a:pt x="200051" y="331067"/>
                  </a:lnTo>
                  <a:lnTo>
                    <a:pt x="205214" y="329946"/>
                  </a:lnTo>
                  <a:lnTo>
                    <a:pt x="210339" y="328662"/>
                  </a:lnTo>
                  <a:lnTo>
                    <a:pt x="215421" y="327217"/>
                  </a:lnTo>
                  <a:lnTo>
                    <a:pt x="220454" y="325612"/>
                  </a:lnTo>
                  <a:lnTo>
                    <a:pt x="225434" y="323849"/>
                  </a:lnTo>
                  <a:lnTo>
                    <a:pt x="230357" y="321930"/>
                  </a:lnTo>
                  <a:lnTo>
                    <a:pt x="235216" y="319856"/>
                  </a:lnTo>
                  <a:lnTo>
                    <a:pt x="240007" y="317629"/>
                  </a:lnTo>
                  <a:lnTo>
                    <a:pt x="244725" y="315252"/>
                  </a:lnTo>
                  <a:lnTo>
                    <a:pt x="249366" y="312727"/>
                  </a:lnTo>
                  <a:lnTo>
                    <a:pt x="253924" y="310057"/>
                  </a:lnTo>
                  <a:lnTo>
                    <a:pt x="258396" y="307244"/>
                  </a:lnTo>
                  <a:lnTo>
                    <a:pt x="262777" y="304292"/>
                  </a:lnTo>
                  <a:lnTo>
                    <a:pt x="267063" y="301202"/>
                  </a:lnTo>
                  <a:lnTo>
                    <a:pt x="271249" y="297978"/>
                  </a:lnTo>
                  <a:lnTo>
                    <a:pt x="275330" y="294624"/>
                  </a:lnTo>
                  <a:lnTo>
                    <a:pt x="279304" y="291142"/>
                  </a:lnTo>
                  <a:lnTo>
                    <a:pt x="283166" y="287537"/>
                  </a:lnTo>
                  <a:lnTo>
                    <a:pt x="286911" y="283811"/>
                  </a:lnTo>
                  <a:lnTo>
                    <a:pt x="290538" y="279969"/>
                  </a:lnTo>
                  <a:lnTo>
                    <a:pt x="294041" y="276014"/>
                  </a:lnTo>
                  <a:lnTo>
                    <a:pt x="297417" y="271950"/>
                  </a:lnTo>
                  <a:lnTo>
                    <a:pt x="300663" y="267782"/>
                  </a:lnTo>
                  <a:lnTo>
                    <a:pt x="303776" y="263513"/>
                  </a:lnTo>
                  <a:lnTo>
                    <a:pt x="306752" y="259148"/>
                  </a:lnTo>
                  <a:lnTo>
                    <a:pt x="309589" y="254692"/>
                  </a:lnTo>
                  <a:lnTo>
                    <a:pt x="312284" y="250147"/>
                  </a:lnTo>
                  <a:lnTo>
                    <a:pt x="314834" y="245520"/>
                  </a:lnTo>
                  <a:lnTo>
                    <a:pt x="317236" y="240815"/>
                  </a:lnTo>
                  <a:lnTo>
                    <a:pt x="319488" y="236036"/>
                  </a:lnTo>
                  <a:lnTo>
                    <a:pt x="321589" y="231188"/>
                  </a:lnTo>
                  <a:lnTo>
                    <a:pt x="323535" y="226276"/>
                  </a:lnTo>
                  <a:lnTo>
                    <a:pt x="325324" y="221306"/>
                  </a:lnTo>
                  <a:lnTo>
                    <a:pt x="326956" y="216281"/>
                  </a:lnTo>
                  <a:lnTo>
                    <a:pt x="328428" y="211207"/>
                  </a:lnTo>
                  <a:lnTo>
                    <a:pt x="329740" y="206089"/>
                  </a:lnTo>
                  <a:lnTo>
                    <a:pt x="330888" y="200932"/>
                  </a:lnTo>
                  <a:lnTo>
                    <a:pt x="331874" y="195742"/>
                  </a:lnTo>
                  <a:lnTo>
                    <a:pt x="332694" y="190523"/>
                  </a:lnTo>
                  <a:lnTo>
                    <a:pt x="333350" y="185280"/>
                  </a:lnTo>
                  <a:lnTo>
                    <a:pt x="333839" y="180020"/>
                  </a:lnTo>
                  <a:lnTo>
                    <a:pt x="334162" y="174747"/>
                  </a:lnTo>
                  <a:lnTo>
                    <a:pt x="334318" y="169466"/>
                  </a:lnTo>
                  <a:lnTo>
                    <a:pt x="334308" y="164183"/>
                  </a:lnTo>
                  <a:lnTo>
                    <a:pt x="334130" y="158903"/>
                  </a:lnTo>
                  <a:lnTo>
                    <a:pt x="333785" y="153631"/>
                  </a:lnTo>
                  <a:lnTo>
                    <a:pt x="333275" y="148372"/>
                  </a:lnTo>
                  <a:lnTo>
                    <a:pt x="332598" y="143133"/>
                  </a:lnTo>
                  <a:lnTo>
                    <a:pt x="331756" y="137917"/>
                  </a:lnTo>
                  <a:lnTo>
                    <a:pt x="330749" y="132731"/>
                  </a:lnTo>
                  <a:lnTo>
                    <a:pt x="329579" y="127579"/>
                  </a:lnTo>
                  <a:lnTo>
                    <a:pt x="328247" y="122466"/>
                  </a:lnTo>
                  <a:lnTo>
                    <a:pt x="326754" y="117398"/>
                  </a:lnTo>
                  <a:lnTo>
                    <a:pt x="325102" y="112380"/>
                  </a:lnTo>
                  <a:lnTo>
                    <a:pt x="323292" y="107417"/>
                  </a:lnTo>
                  <a:lnTo>
                    <a:pt x="321326" y="102513"/>
                  </a:lnTo>
                  <a:lnTo>
                    <a:pt x="319206" y="97674"/>
                  </a:lnTo>
                  <a:lnTo>
                    <a:pt x="316934" y="92904"/>
                  </a:lnTo>
                  <a:lnTo>
                    <a:pt x="314513" y="88209"/>
                  </a:lnTo>
                  <a:lnTo>
                    <a:pt x="311944" y="83592"/>
                  </a:lnTo>
                  <a:lnTo>
                    <a:pt x="309231" y="79059"/>
                  </a:lnTo>
                  <a:lnTo>
                    <a:pt x="306376" y="74613"/>
                  </a:lnTo>
                  <a:lnTo>
                    <a:pt x="303381" y="70261"/>
                  </a:lnTo>
                  <a:lnTo>
                    <a:pt x="300251" y="66005"/>
                  </a:lnTo>
                  <a:lnTo>
                    <a:pt x="296988" y="61850"/>
                  </a:lnTo>
                  <a:lnTo>
                    <a:pt x="293595" y="57800"/>
                  </a:lnTo>
                  <a:lnTo>
                    <a:pt x="290076" y="53859"/>
                  </a:lnTo>
                  <a:lnTo>
                    <a:pt x="286434" y="50032"/>
                  </a:lnTo>
                  <a:lnTo>
                    <a:pt x="282673" y="46322"/>
                  </a:lnTo>
                  <a:lnTo>
                    <a:pt x="278797" y="42732"/>
                  </a:lnTo>
                  <a:lnTo>
                    <a:pt x="274809" y="39267"/>
                  </a:lnTo>
                  <a:lnTo>
                    <a:pt x="270714" y="35929"/>
                  </a:lnTo>
                  <a:lnTo>
                    <a:pt x="266515" y="32722"/>
                  </a:lnTo>
                  <a:lnTo>
                    <a:pt x="262217" y="29650"/>
                  </a:lnTo>
                  <a:lnTo>
                    <a:pt x="257824" y="26715"/>
                  </a:lnTo>
                  <a:lnTo>
                    <a:pt x="253340" y="23921"/>
                  </a:lnTo>
                  <a:lnTo>
                    <a:pt x="248771" y="21269"/>
                  </a:lnTo>
                  <a:lnTo>
                    <a:pt x="244120" y="18763"/>
                  </a:lnTo>
                  <a:lnTo>
                    <a:pt x="239392" y="16406"/>
                  </a:lnTo>
                  <a:lnTo>
                    <a:pt x="234592" y="14199"/>
                  </a:lnTo>
                  <a:lnTo>
                    <a:pt x="229724" y="12144"/>
                  </a:lnTo>
                  <a:lnTo>
                    <a:pt x="224794" y="10245"/>
                  </a:lnTo>
                  <a:lnTo>
                    <a:pt x="219807" y="8502"/>
                  </a:lnTo>
                  <a:lnTo>
                    <a:pt x="214767" y="6918"/>
                  </a:lnTo>
                  <a:lnTo>
                    <a:pt x="209679" y="5494"/>
                  </a:lnTo>
                  <a:lnTo>
                    <a:pt x="204549" y="4231"/>
                  </a:lnTo>
                  <a:lnTo>
                    <a:pt x="199382" y="3131"/>
                  </a:lnTo>
                  <a:lnTo>
                    <a:pt x="194182" y="2195"/>
                  </a:lnTo>
                  <a:lnTo>
                    <a:pt x="188956" y="1424"/>
                  </a:lnTo>
                  <a:lnTo>
                    <a:pt x="183707" y="818"/>
                  </a:lnTo>
                  <a:lnTo>
                    <a:pt x="178442" y="379"/>
                  </a:lnTo>
                  <a:lnTo>
                    <a:pt x="173166" y="106"/>
                  </a:lnTo>
                  <a:lnTo>
                    <a:pt x="167884" y="0"/>
                  </a:lnTo>
                  <a:lnTo>
                    <a:pt x="167167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83779" y="3170392"/>
              <a:ext cx="717" cy="167167"/>
            </a:xfrm>
            <a:custGeom>
              <a:avLst/>
              <a:pathLst>
                <a:path w="717" h="167167">
                  <a:moveTo>
                    <a:pt x="717" y="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51855" y="2633064"/>
              <a:ext cx="167155" cy="222089"/>
            </a:xfrm>
            <a:custGeom>
              <a:avLst/>
              <a:pathLst>
                <a:path w="167155" h="222089">
                  <a:moveTo>
                    <a:pt x="167155" y="0"/>
                  </a:moveTo>
                  <a:lnTo>
                    <a:pt x="161757" y="87"/>
                  </a:lnTo>
                  <a:lnTo>
                    <a:pt x="156365" y="348"/>
                  </a:lnTo>
                  <a:lnTo>
                    <a:pt x="150983" y="784"/>
                  </a:lnTo>
                  <a:lnTo>
                    <a:pt x="145619" y="1393"/>
                  </a:lnTo>
                  <a:lnTo>
                    <a:pt x="140277" y="2174"/>
                  </a:lnTo>
                  <a:lnTo>
                    <a:pt x="134963" y="3128"/>
                  </a:lnTo>
                  <a:lnTo>
                    <a:pt x="129683" y="4254"/>
                  </a:lnTo>
                  <a:lnTo>
                    <a:pt x="124442" y="5549"/>
                  </a:lnTo>
                  <a:lnTo>
                    <a:pt x="119245" y="7012"/>
                  </a:lnTo>
                  <a:lnTo>
                    <a:pt x="114098" y="8643"/>
                  </a:lnTo>
                  <a:lnTo>
                    <a:pt x="109007" y="10439"/>
                  </a:lnTo>
                  <a:lnTo>
                    <a:pt x="103976" y="12398"/>
                  </a:lnTo>
                  <a:lnTo>
                    <a:pt x="99011" y="14519"/>
                  </a:lnTo>
                  <a:lnTo>
                    <a:pt x="94117" y="16799"/>
                  </a:lnTo>
                  <a:lnTo>
                    <a:pt x="89300" y="19236"/>
                  </a:lnTo>
                  <a:lnTo>
                    <a:pt x="84563" y="21828"/>
                  </a:lnTo>
                  <a:lnTo>
                    <a:pt x="79913" y="24570"/>
                  </a:lnTo>
                  <a:lnTo>
                    <a:pt x="75354" y="27462"/>
                  </a:lnTo>
                  <a:lnTo>
                    <a:pt x="70891" y="30499"/>
                  </a:lnTo>
                  <a:lnTo>
                    <a:pt x="66528" y="33679"/>
                  </a:lnTo>
                  <a:lnTo>
                    <a:pt x="62269" y="36998"/>
                  </a:lnTo>
                  <a:lnTo>
                    <a:pt x="58121" y="40453"/>
                  </a:lnTo>
                  <a:lnTo>
                    <a:pt x="54086" y="44040"/>
                  </a:lnTo>
                  <a:lnTo>
                    <a:pt x="50169" y="47756"/>
                  </a:lnTo>
                  <a:lnTo>
                    <a:pt x="46374" y="51596"/>
                  </a:lnTo>
                  <a:lnTo>
                    <a:pt x="42705" y="55556"/>
                  </a:lnTo>
                  <a:lnTo>
                    <a:pt x="39165" y="59633"/>
                  </a:lnTo>
                  <a:lnTo>
                    <a:pt x="35760" y="63822"/>
                  </a:lnTo>
                  <a:lnTo>
                    <a:pt x="32491" y="68119"/>
                  </a:lnTo>
                  <a:lnTo>
                    <a:pt x="29363" y="72519"/>
                  </a:lnTo>
                  <a:lnTo>
                    <a:pt x="26378" y="77018"/>
                  </a:lnTo>
                  <a:lnTo>
                    <a:pt x="23541" y="81611"/>
                  </a:lnTo>
                  <a:lnTo>
                    <a:pt x="20853" y="86293"/>
                  </a:lnTo>
                  <a:lnTo>
                    <a:pt x="18318" y="91060"/>
                  </a:lnTo>
                  <a:lnTo>
                    <a:pt x="15937" y="95906"/>
                  </a:lnTo>
                  <a:lnTo>
                    <a:pt x="13715" y="100826"/>
                  </a:lnTo>
                  <a:lnTo>
                    <a:pt x="11653" y="105816"/>
                  </a:lnTo>
                  <a:lnTo>
                    <a:pt x="9753" y="110869"/>
                  </a:lnTo>
                  <a:lnTo>
                    <a:pt x="8017" y="115981"/>
                  </a:lnTo>
                  <a:lnTo>
                    <a:pt x="6447" y="121147"/>
                  </a:lnTo>
                  <a:lnTo>
                    <a:pt x="5045" y="126361"/>
                  </a:lnTo>
                  <a:lnTo>
                    <a:pt x="3812" y="131617"/>
                  </a:lnTo>
                  <a:lnTo>
                    <a:pt x="2749" y="136910"/>
                  </a:lnTo>
                  <a:lnTo>
                    <a:pt x="1858" y="142235"/>
                  </a:lnTo>
                  <a:lnTo>
                    <a:pt x="1139" y="147586"/>
                  </a:lnTo>
                  <a:lnTo>
                    <a:pt x="593" y="152957"/>
                  </a:lnTo>
                  <a:lnTo>
                    <a:pt x="221" y="158343"/>
                  </a:lnTo>
                  <a:lnTo>
                    <a:pt x="23" y="163738"/>
                  </a:lnTo>
                  <a:lnTo>
                    <a:pt x="0" y="169137"/>
                  </a:lnTo>
                  <a:lnTo>
                    <a:pt x="150" y="174534"/>
                  </a:lnTo>
                  <a:lnTo>
                    <a:pt x="475" y="179923"/>
                  </a:lnTo>
                  <a:lnTo>
                    <a:pt x="974" y="185298"/>
                  </a:lnTo>
                  <a:lnTo>
                    <a:pt x="1646" y="190655"/>
                  </a:lnTo>
                  <a:lnTo>
                    <a:pt x="2491" y="195988"/>
                  </a:lnTo>
                  <a:lnTo>
                    <a:pt x="3508" y="201290"/>
                  </a:lnTo>
                  <a:lnTo>
                    <a:pt x="4695" y="206557"/>
                  </a:lnTo>
                  <a:lnTo>
                    <a:pt x="6052" y="211782"/>
                  </a:lnTo>
                  <a:lnTo>
                    <a:pt x="7576" y="216961"/>
                  </a:lnTo>
                  <a:lnTo>
                    <a:pt x="9267" y="222089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61123" y="2800231"/>
              <a:ext cx="157887" cy="54921"/>
            </a:xfrm>
            <a:custGeom>
              <a:avLst/>
              <a:pathLst>
                <a:path w="157887" h="54921">
                  <a:moveTo>
                    <a:pt x="0" y="54921"/>
                  </a:moveTo>
                  <a:lnTo>
                    <a:pt x="157887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61123" y="2800231"/>
              <a:ext cx="157887" cy="54921"/>
            </a:xfrm>
            <a:custGeom>
              <a:avLst/>
              <a:pathLst>
                <a:path w="157887" h="54921">
                  <a:moveTo>
                    <a:pt x="0" y="54921"/>
                  </a:moveTo>
                  <a:lnTo>
                    <a:pt x="157887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61123" y="2800231"/>
              <a:ext cx="157887" cy="54921"/>
            </a:xfrm>
            <a:custGeom>
              <a:avLst/>
              <a:pathLst>
                <a:path w="157887" h="54921">
                  <a:moveTo>
                    <a:pt x="0" y="54921"/>
                  </a:moveTo>
                  <a:lnTo>
                    <a:pt x="15788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61123" y="2800231"/>
              <a:ext cx="157887" cy="54921"/>
            </a:xfrm>
            <a:custGeom>
              <a:avLst/>
              <a:pathLst>
                <a:path w="157887" h="54921">
                  <a:moveTo>
                    <a:pt x="0" y="54921"/>
                  </a:moveTo>
                  <a:lnTo>
                    <a:pt x="15788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61123" y="2800231"/>
              <a:ext cx="157887" cy="54921"/>
            </a:xfrm>
            <a:custGeom>
              <a:avLst/>
              <a:pathLst>
                <a:path w="157887" h="54921">
                  <a:moveTo>
                    <a:pt x="0" y="54921"/>
                  </a:moveTo>
                  <a:lnTo>
                    <a:pt x="15788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61123" y="2800231"/>
              <a:ext cx="157887" cy="54921"/>
            </a:xfrm>
            <a:custGeom>
              <a:avLst/>
              <a:pathLst>
                <a:path w="157887" h="54921">
                  <a:moveTo>
                    <a:pt x="0" y="54921"/>
                  </a:moveTo>
                  <a:lnTo>
                    <a:pt x="15788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61123" y="2800231"/>
              <a:ext cx="157887" cy="54921"/>
            </a:xfrm>
            <a:custGeom>
              <a:avLst/>
              <a:pathLst>
                <a:path w="157887" h="54921">
                  <a:moveTo>
                    <a:pt x="0" y="54921"/>
                  </a:moveTo>
                  <a:lnTo>
                    <a:pt x="15788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61123" y="2800231"/>
              <a:ext cx="157887" cy="54921"/>
            </a:xfrm>
            <a:custGeom>
              <a:avLst/>
              <a:pathLst>
                <a:path w="157887" h="54921">
                  <a:moveTo>
                    <a:pt x="0" y="54921"/>
                  </a:moveTo>
                  <a:lnTo>
                    <a:pt x="15788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61123" y="2800231"/>
              <a:ext cx="157887" cy="54921"/>
            </a:xfrm>
            <a:custGeom>
              <a:avLst/>
              <a:pathLst>
                <a:path w="157887" h="54921">
                  <a:moveTo>
                    <a:pt x="0" y="54921"/>
                  </a:moveTo>
                  <a:lnTo>
                    <a:pt x="15788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61123" y="2800231"/>
              <a:ext cx="157887" cy="54921"/>
            </a:xfrm>
            <a:custGeom>
              <a:avLst/>
              <a:pathLst>
                <a:path w="157887" h="54921">
                  <a:moveTo>
                    <a:pt x="0" y="54921"/>
                  </a:moveTo>
                  <a:lnTo>
                    <a:pt x="15788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61123" y="2800231"/>
              <a:ext cx="157887" cy="54921"/>
            </a:xfrm>
            <a:custGeom>
              <a:avLst/>
              <a:pathLst>
                <a:path w="157887" h="54921">
                  <a:moveTo>
                    <a:pt x="0" y="54921"/>
                  </a:moveTo>
                  <a:lnTo>
                    <a:pt x="15788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61123" y="2800231"/>
              <a:ext cx="157887" cy="54921"/>
            </a:xfrm>
            <a:custGeom>
              <a:avLst/>
              <a:pathLst>
                <a:path w="157887" h="54921">
                  <a:moveTo>
                    <a:pt x="0" y="54921"/>
                  </a:moveTo>
                  <a:lnTo>
                    <a:pt x="15788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61123" y="2800231"/>
              <a:ext cx="157887" cy="54921"/>
            </a:xfrm>
            <a:custGeom>
              <a:avLst/>
              <a:pathLst>
                <a:path w="157887" h="54921">
                  <a:moveTo>
                    <a:pt x="0" y="54921"/>
                  </a:moveTo>
                  <a:lnTo>
                    <a:pt x="15788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61123" y="2800231"/>
              <a:ext cx="157887" cy="54921"/>
            </a:xfrm>
            <a:custGeom>
              <a:avLst/>
              <a:pathLst>
                <a:path w="157887" h="54921">
                  <a:moveTo>
                    <a:pt x="0" y="54921"/>
                  </a:moveTo>
                  <a:lnTo>
                    <a:pt x="15788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61123" y="2800231"/>
              <a:ext cx="157887" cy="54921"/>
            </a:xfrm>
            <a:custGeom>
              <a:avLst/>
              <a:pathLst>
                <a:path w="157887" h="54921">
                  <a:moveTo>
                    <a:pt x="0" y="54921"/>
                  </a:moveTo>
                  <a:lnTo>
                    <a:pt x="15788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61123" y="2800231"/>
              <a:ext cx="157887" cy="54921"/>
            </a:xfrm>
            <a:custGeom>
              <a:avLst/>
              <a:pathLst>
                <a:path w="157887" h="54921">
                  <a:moveTo>
                    <a:pt x="0" y="54921"/>
                  </a:moveTo>
                  <a:lnTo>
                    <a:pt x="15788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61123" y="2800231"/>
              <a:ext cx="157887" cy="54921"/>
            </a:xfrm>
            <a:custGeom>
              <a:avLst/>
              <a:pathLst>
                <a:path w="157887" h="54921">
                  <a:moveTo>
                    <a:pt x="0" y="54921"/>
                  </a:moveTo>
                  <a:lnTo>
                    <a:pt x="15788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61123" y="2800231"/>
              <a:ext cx="157887" cy="54921"/>
            </a:xfrm>
            <a:custGeom>
              <a:avLst/>
              <a:pathLst>
                <a:path w="157887" h="54921">
                  <a:moveTo>
                    <a:pt x="0" y="54921"/>
                  </a:moveTo>
                  <a:lnTo>
                    <a:pt x="15788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61123" y="2800231"/>
              <a:ext cx="157887" cy="54921"/>
            </a:xfrm>
            <a:custGeom>
              <a:avLst/>
              <a:pathLst>
                <a:path w="157887" h="54921">
                  <a:moveTo>
                    <a:pt x="0" y="54921"/>
                  </a:moveTo>
                  <a:lnTo>
                    <a:pt x="15788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61123" y="2800231"/>
              <a:ext cx="157887" cy="54921"/>
            </a:xfrm>
            <a:custGeom>
              <a:avLst/>
              <a:pathLst>
                <a:path w="157887" h="54921">
                  <a:moveTo>
                    <a:pt x="0" y="54921"/>
                  </a:moveTo>
                  <a:lnTo>
                    <a:pt x="15788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61123" y="2800231"/>
              <a:ext cx="157887" cy="54921"/>
            </a:xfrm>
            <a:custGeom>
              <a:avLst/>
              <a:pathLst>
                <a:path w="157887" h="54921">
                  <a:moveTo>
                    <a:pt x="0" y="54921"/>
                  </a:moveTo>
                  <a:lnTo>
                    <a:pt x="15788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61123" y="2800231"/>
              <a:ext cx="157887" cy="54921"/>
            </a:xfrm>
            <a:custGeom>
              <a:avLst/>
              <a:pathLst>
                <a:path w="157887" h="54921">
                  <a:moveTo>
                    <a:pt x="0" y="54921"/>
                  </a:moveTo>
                  <a:lnTo>
                    <a:pt x="15788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61123" y="2800231"/>
              <a:ext cx="157887" cy="54921"/>
            </a:xfrm>
            <a:custGeom>
              <a:avLst/>
              <a:pathLst>
                <a:path w="157887" h="54921">
                  <a:moveTo>
                    <a:pt x="0" y="54921"/>
                  </a:moveTo>
                  <a:lnTo>
                    <a:pt x="15788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61123" y="2800231"/>
              <a:ext cx="157887" cy="54921"/>
            </a:xfrm>
            <a:custGeom>
              <a:avLst/>
              <a:pathLst>
                <a:path w="157887" h="54921">
                  <a:moveTo>
                    <a:pt x="0" y="54921"/>
                  </a:moveTo>
                  <a:lnTo>
                    <a:pt x="15788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61123" y="2648225"/>
              <a:ext cx="325053" cy="319171"/>
            </a:xfrm>
            <a:custGeom>
              <a:avLst/>
              <a:pathLst>
                <a:path w="325053" h="319171">
                  <a:moveTo>
                    <a:pt x="0" y="206928"/>
                  </a:moveTo>
                  <a:lnTo>
                    <a:pt x="1828" y="211927"/>
                  </a:lnTo>
                  <a:lnTo>
                    <a:pt x="3815" y="216865"/>
                  </a:lnTo>
                  <a:lnTo>
                    <a:pt x="5958" y="221737"/>
                  </a:lnTo>
                  <a:lnTo>
                    <a:pt x="8255" y="226539"/>
                  </a:lnTo>
                  <a:lnTo>
                    <a:pt x="10704" y="231265"/>
                  </a:lnTo>
                  <a:lnTo>
                    <a:pt x="13302" y="235910"/>
                  </a:lnTo>
                  <a:lnTo>
                    <a:pt x="16046" y="240471"/>
                  </a:lnTo>
                  <a:lnTo>
                    <a:pt x="18935" y="244942"/>
                  </a:lnTo>
                  <a:lnTo>
                    <a:pt x="21964" y="249319"/>
                  </a:lnTo>
                  <a:lnTo>
                    <a:pt x="25131" y="253597"/>
                  </a:lnTo>
                  <a:lnTo>
                    <a:pt x="28432" y="257772"/>
                  </a:lnTo>
                  <a:lnTo>
                    <a:pt x="31865" y="261840"/>
                  </a:lnTo>
                  <a:lnTo>
                    <a:pt x="35426" y="265796"/>
                  </a:lnTo>
                  <a:lnTo>
                    <a:pt x="39111" y="269637"/>
                  </a:lnTo>
                  <a:lnTo>
                    <a:pt x="42916" y="273359"/>
                  </a:lnTo>
                  <a:lnTo>
                    <a:pt x="46838" y="276958"/>
                  </a:lnTo>
                  <a:lnTo>
                    <a:pt x="50872" y="280430"/>
                  </a:lnTo>
                  <a:lnTo>
                    <a:pt x="55015" y="283772"/>
                  </a:lnTo>
                  <a:lnTo>
                    <a:pt x="59262" y="286980"/>
                  </a:lnTo>
                  <a:lnTo>
                    <a:pt x="63609" y="290052"/>
                  </a:lnTo>
                  <a:lnTo>
                    <a:pt x="68052" y="292983"/>
                  </a:lnTo>
                  <a:lnTo>
                    <a:pt x="72586" y="295772"/>
                  </a:lnTo>
                  <a:lnTo>
                    <a:pt x="77206" y="298415"/>
                  </a:lnTo>
                  <a:lnTo>
                    <a:pt x="81908" y="300909"/>
                  </a:lnTo>
                  <a:lnTo>
                    <a:pt x="86687" y="303253"/>
                  </a:lnTo>
                  <a:lnTo>
                    <a:pt x="91539" y="305443"/>
                  </a:lnTo>
                  <a:lnTo>
                    <a:pt x="96457" y="307477"/>
                  </a:lnTo>
                  <a:lnTo>
                    <a:pt x="101438" y="309354"/>
                  </a:lnTo>
                  <a:lnTo>
                    <a:pt x="106476" y="311072"/>
                  </a:lnTo>
                  <a:lnTo>
                    <a:pt x="111567" y="312628"/>
                  </a:lnTo>
                  <a:lnTo>
                    <a:pt x="116704" y="314021"/>
                  </a:lnTo>
                  <a:lnTo>
                    <a:pt x="121883" y="315250"/>
                  </a:lnTo>
                  <a:lnTo>
                    <a:pt x="127098" y="316314"/>
                  </a:lnTo>
                  <a:lnTo>
                    <a:pt x="132345" y="317211"/>
                  </a:lnTo>
                  <a:lnTo>
                    <a:pt x="137617" y="317940"/>
                  </a:lnTo>
                  <a:lnTo>
                    <a:pt x="142910" y="318501"/>
                  </a:lnTo>
                  <a:lnTo>
                    <a:pt x="148219" y="318894"/>
                  </a:lnTo>
                  <a:lnTo>
                    <a:pt x="153537" y="319117"/>
                  </a:lnTo>
                  <a:lnTo>
                    <a:pt x="158859" y="319171"/>
                  </a:lnTo>
                  <a:lnTo>
                    <a:pt x="164181" y="319055"/>
                  </a:lnTo>
                  <a:lnTo>
                    <a:pt x="169496" y="318770"/>
                  </a:lnTo>
                  <a:lnTo>
                    <a:pt x="174799" y="318316"/>
                  </a:lnTo>
                  <a:lnTo>
                    <a:pt x="180086" y="317693"/>
                  </a:lnTo>
                  <a:lnTo>
                    <a:pt x="185349" y="316902"/>
                  </a:lnTo>
                  <a:lnTo>
                    <a:pt x="190585" y="315945"/>
                  </a:lnTo>
                  <a:lnTo>
                    <a:pt x="195788" y="314820"/>
                  </a:lnTo>
                  <a:lnTo>
                    <a:pt x="200952" y="313531"/>
                  </a:lnTo>
                  <a:lnTo>
                    <a:pt x="206073" y="312078"/>
                  </a:lnTo>
                  <a:lnTo>
                    <a:pt x="211145" y="310463"/>
                  </a:lnTo>
                  <a:lnTo>
                    <a:pt x="216162" y="308687"/>
                  </a:lnTo>
                  <a:lnTo>
                    <a:pt x="221121" y="306752"/>
                  </a:lnTo>
                  <a:lnTo>
                    <a:pt x="226016" y="304661"/>
                  </a:lnTo>
                  <a:lnTo>
                    <a:pt x="230841" y="302414"/>
                  </a:lnTo>
                  <a:lnTo>
                    <a:pt x="235593" y="300016"/>
                  </a:lnTo>
                  <a:lnTo>
                    <a:pt x="240266" y="297467"/>
                  </a:lnTo>
                  <a:lnTo>
                    <a:pt x="244855" y="294770"/>
                  </a:lnTo>
                  <a:lnTo>
                    <a:pt x="249356" y="291929"/>
                  </a:lnTo>
                  <a:lnTo>
                    <a:pt x="253764" y="288946"/>
                  </a:lnTo>
                  <a:lnTo>
                    <a:pt x="258075" y="285824"/>
                  </a:lnTo>
                  <a:lnTo>
                    <a:pt x="262285" y="282567"/>
                  </a:lnTo>
                  <a:lnTo>
                    <a:pt x="266389" y="279177"/>
                  </a:lnTo>
                  <a:lnTo>
                    <a:pt x="270383" y="275658"/>
                  </a:lnTo>
                  <a:lnTo>
                    <a:pt x="274262" y="272014"/>
                  </a:lnTo>
                  <a:lnTo>
                    <a:pt x="278024" y="268248"/>
                  </a:lnTo>
                  <a:lnTo>
                    <a:pt x="281664" y="264364"/>
                  </a:lnTo>
                  <a:lnTo>
                    <a:pt x="285178" y="260367"/>
                  </a:lnTo>
                  <a:lnTo>
                    <a:pt x="288564" y="256259"/>
                  </a:lnTo>
                  <a:lnTo>
                    <a:pt x="291816" y="252046"/>
                  </a:lnTo>
                  <a:lnTo>
                    <a:pt x="294933" y="247731"/>
                  </a:lnTo>
                  <a:lnTo>
                    <a:pt x="297912" y="243320"/>
                  </a:lnTo>
                  <a:lnTo>
                    <a:pt x="300748" y="238815"/>
                  </a:lnTo>
                  <a:lnTo>
                    <a:pt x="303439" y="234223"/>
                  </a:lnTo>
                  <a:lnTo>
                    <a:pt x="305983" y="229548"/>
                  </a:lnTo>
                  <a:lnTo>
                    <a:pt x="308376" y="224793"/>
                  </a:lnTo>
                  <a:lnTo>
                    <a:pt x="310617" y="219965"/>
                  </a:lnTo>
                  <a:lnTo>
                    <a:pt x="312704" y="215069"/>
                  </a:lnTo>
                  <a:lnTo>
                    <a:pt x="314633" y="210108"/>
                  </a:lnTo>
                  <a:lnTo>
                    <a:pt x="316403" y="205088"/>
                  </a:lnTo>
                  <a:lnTo>
                    <a:pt x="318013" y="200014"/>
                  </a:lnTo>
                  <a:lnTo>
                    <a:pt x="319460" y="194892"/>
                  </a:lnTo>
                  <a:lnTo>
                    <a:pt x="320744" y="189726"/>
                  </a:lnTo>
                  <a:lnTo>
                    <a:pt x="321862" y="184522"/>
                  </a:lnTo>
                  <a:lnTo>
                    <a:pt x="322814" y="179285"/>
                  </a:lnTo>
                  <a:lnTo>
                    <a:pt x="323599" y="174021"/>
                  </a:lnTo>
                  <a:lnTo>
                    <a:pt x="324216" y="168734"/>
                  </a:lnTo>
                  <a:lnTo>
                    <a:pt x="324664" y="163430"/>
                  </a:lnTo>
                  <a:lnTo>
                    <a:pt x="324943" y="158115"/>
                  </a:lnTo>
                  <a:lnTo>
                    <a:pt x="325053" y="152793"/>
                  </a:lnTo>
                  <a:lnTo>
                    <a:pt x="324993" y="147471"/>
                  </a:lnTo>
                  <a:lnTo>
                    <a:pt x="324764" y="142153"/>
                  </a:lnTo>
                  <a:lnTo>
                    <a:pt x="324366" y="136845"/>
                  </a:lnTo>
                  <a:lnTo>
                    <a:pt x="323799" y="131552"/>
                  </a:lnTo>
                  <a:lnTo>
                    <a:pt x="323063" y="126281"/>
                  </a:lnTo>
                  <a:lnTo>
                    <a:pt x="322161" y="121035"/>
                  </a:lnTo>
                  <a:lnTo>
                    <a:pt x="321091" y="115821"/>
                  </a:lnTo>
                  <a:lnTo>
                    <a:pt x="319857" y="110643"/>
                  </a:lnTo>
                  <a:lnTo>
                    <a:pt x="318458" y="105507"/>
                  </a:lnTo>
                  <a:lnTo>
                    <a:pt x="316896" y="100419"/>
                  </a:lnTo>
                  <a:lnTo>
                    <a:pt x="315173" y="95383"/>
                  </a:lnTo>
                  <a:lnTo>
                    <a:pt x="313290" y="90404"/>
                  </a:lnTo>
                  <a:lnTo>
                    <a:pt x="311250" y="85488"/>
                  </a:lnTo>
                  <a:lnTo>
                    <a:pt x="309055" y="80639"/>
                  </a:lnTo>
                  <a:lnTo>
                    <a:pt x="306706" y="75862"/>
                  </a:lnTo>
                  <a:lnTo>
                    <a:pt x="304207" y="71163"/>
                  </a:lnTo>
                  <a:lnTo>
                    <a:pt x="301559" y="66546"/>
                  </a:lnTo>
                  <a:lnTo>
                    <a:pt x="298765" y="62015"/>
                  </a:lnTo>
                  <a:lnTo>
                    <a:pt x="295829" y="57575"/>
                  </a:lnTo>
                  <a:lnTo>
                    <a:pt x="292752" y="53232"/>
                  </a:lnTo>
                  <a:lnTo>
                    <a:pt x="289539" y="48988"/>
                  </a:lnTo>
                  <a:lnTo>
                    <a:pt x="286193" y="44849"/>
                  </a:lnTo>
                  <a:lnTo>
                    <a:pt x="282716" y="40818"/>
                  </a:lnTo>
                  <a:lnTo>
                    <a:pt x="279113" y="36900"/>
                  </a:lnTo>
                  <a:lnTo>
                    <a:pt x="275387" y="33099"/>
                  </a:lnTo>
                  <a:lnTo>
                    <a:pt x="271542" y="29419"/>
                  </a:lnTo>
                  <a:lnTo>
                    <a:pt x="267581" y="25862"/>
                  </a:lnTo>
                  <a:lnTo>
                    <a:pt x="263510" y="22434"/>
                  </a:lnTo>
                  <a:lnTo>
                    <a:pt x="259331" y="19137"/>
                  </a:lnTo>
                  <a:lnTo>
                    <a:pt x="255049" y="15975"/>
                  </a:lnTo>
                  <a:lnTo>
                    <a:pt x="250669" y="12950"/>
                  </a:lnTo>
                  <a:lnTo>
                    <a:pt x="246195" y="10067"/>
                  </a:lnTo>
                  <a:lnTo>
                    <a:pt x="241631" y="7328"/>
                  </a:lnTo>
                  <a:lnTo>
                    <a:pt x="236983" y="4735"/>
                  </a:lnTo>
                  <a:lnTo>
                    <a:pt x="232254" y="2291"/>
                  </a:lnTo>
                  <a:lnTo>
                    <a:pt x="227450" y="0"/>
                  </a:lnTo>
                  <a:lnTo>
                    <a:pt x="157887" y="1520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919011" y="2633064"/>
              <a:ext cx="69562" cy="167167"/>
            </a:xfrm>
            <a:custGeom>
              <a:avLst/>
              <a:pathLst>
                <a:path w="69562" h="167167">
                  <a:moveTo>
                    <a:pt x="69562" y="15160"/>
                  </a:moveTo>
                  <a:lnTo>
                    <a:pt x="64082" y="12770"/>
                  </a:lnTo>
                  <a:lnTo>
                    <a:pt x="58520" y="10577"/>
                  </a:lnTo>
                  <a:lnTo>
                    <a:pt x="52884" y="8585"/>
                  </a:lnTo>
                  <a:lnTo>
                    <a:pt x="47179" y="6795"/>
                  </a:lnTo>
                  <a:lnTo>
                    <a:pt x="41415" y="5211"/>
                  </a:lnTo>
                  <a:lnTo>
                    <a:pt x="35597" y="3834"/>
                  </a:lnTo>
                  <a:lnTo>
                    <a:pt x="29734" y="2665"/>
                  </a:lnTo>
                  <a:lnTo>
                    <a:pt x="23833" y="1707"/>
                  </a:lnTo>
                  <a:lnTo>
                    <a:pt x="17901" y="961"/>
                  </a:lnTo>
                  <a:lnTo>
                    <a:pt x="11947" y="427"/>
                  </a:lnTo>
                  <a:lnTo>
                    <a:pt x="5977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654375" y="2126963"/>
              <a:ext cx="74097" cy="167167"/>
            </a:xfrm>
            <a:custGeom>
              <a:avLst/>
              <a:pathLst>
                <a:path w="74097" h="167167">
                  <a:moveTo>
                    <a:pt x="74097" y="0"/>
                  </a:moveTo>
                  <a:lnTo>
                    <a:pt x="68193" y="104"/>
                  </a:lnTo>
                  <a:lnTo>
                    <a:pt x="62296" y="417"/>
                  </a:lnTo>
                  <a:lnTo>
                    <a:pt x="56414" y="937"/>
                  </a:lnTo>
                  <a:lnTo>
                    <a:pt x="50555" y="1666"/>
                  </a:lnTo>
                  <a:lnTo>
                    <a:pt x="44724" y="2600"/>
                  </a:lnTo>
                  <a:lnTo>
                    <a:pt x="38930" y="3740"/>
                  </a:lnTo>
                  <a:lnTo>
                    <a:pt x="33180" y="5084"/>
                  </a:lnTo>
                  <a:lnTo>
                    <a:pt x="27482" y="6630"/>
                  </a:lnTo>
                  <a:lnTo>
                    <a:pt x="21841" y="8377"/>
                  </a:lnTo>
                  <a:lnTo>
                    <a:pt x="16266" y="10321"/>
                  </a:lnTo>
                  <a:lnTo>
                    <a:pt x="10762" y="12462"/>
                  </a:lnTo>
                  <a:lnTo>
                    <a:pt x="5338" y="14795"/>
                  </a:lnTo>
                  <a:lnTo>
                    <a:pt x="0" y="17318"/>
                  </a:lnTo>
                  <a:lnTo>
                    <a:pt x="7409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654375" y="2144282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654375" y="2144282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654375" y="2144282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654375" y="2144282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654375" y="2144282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54375" y="2144282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54375" y="2144282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54375" y="2144282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54375" y="2144282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54375" y="2144282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54375" y="2144282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54375" y="2144282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54375" y="2144282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54375" y="2144282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54375" y="2144282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54375" y="2144282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54375" y="2144282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54375" y="2144282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54375" y="2144282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54375" y="2144282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54375" y="2144282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54375" y="2144282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54375" y="2144282"/>
              <a:ext cx="74097" cy="149848"/>
            </a:xfrm>
            <a:custGeom>
              <a:avLst/>
              <a:pathLst>
                <a:path w="74097" h="149848">
                  <a:moveTo>
                    <a:pt x="0" y="0"/>
                  </a:moveTo>
                  <a:lnTo>
                    <a:pt x="74097" y="1498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561306" y="2144282"/>
              <a:ext cx="248251" cy="317014"/>
            </a:xfrm>
            <a:custGeom>
              <a:avLst/>
              <a:pathLst>
                <a:path w="248251" h="317014">
                  <a:moveTo>
                    <a:pt x="93068" y="0"/>
                  </a:moveTo>
                  <a:lnTo>
                    <a:pt x="88328" y="2438"/>
                  </a:lnTo>
                  <a:lnTo>
                    <a:pt x="83669" y="5027"/>
                  </a:lnTo>
                  <a:lnTo>
                    <a:pt x="79094" y="7762"/>
                  </a:lnTo>
                  <a:lnTo>
                    <a:pt x="74608" y="10642"/>
                  </a:lnTo>
                  <a:lnTo>
                    <a:pt x="70217" y="13664"/>
                  </a:lnTo>
                  <a:lnTo>
                    <a:pt x="65925" y="16824"/>
                  </a:lnTo>
                  <a:lnTo>
                    <a:pt x="61735" y="20120"/>
                  </a:lnTo>
                  <a:lnTo>
                    <a:pt x="57652" y="23547"/>
                  </a:lnTo>
                  <a:lnTo>
                    <a:pt x="53681" y="27103"/>
                  </a:lnTo>
                  <a:lnTo>
                    <a:pt x="49826" y="30783"/>
                  </a:lnTo>
                  <a:lnTo>
                    <a:pt x="46089" y="34585"/>
                  </a:lnTo>
                  <a:lnTo>
                    <a:pt x="42476" y="38504"/>
                  </a:lnTo>
                  <a:lnTo>
                    <a:pt x="38989" y="42536"/>
                  </a:lnTo>
                  <a:lnTo>
                    <a:pt x="35633" y="46677"/>
                  </a:lnTo>
                  <a:lnTo>
                    <a:pt x="32411" y="50923"/>
                  </a:lnTo>
                  <a:lnTo>
                    <a:pt x="29325" y="55270"/>
                  </a:lnTo>
                  <a:lnTo>
                    <a:pt x="26380" y="59713"/>
                  </a:lnTo>
                  <a:lnTo>
                    <a:pt x="23578" y="64247"/>
                  </a:lnTo>
                  <a:lnTo>
                    <a:pt x="20921" y="68868"/>
                  </a:lnTo>
                  <a:lnTo>
                    <a:pt x="18414" y="73572"/>
                  </a:lnTo>
                  <a:lnTo>
                    <a:pt x="16058" y="78354"/>
                  </a:lnTo>
                  <a:lnTo>
                    <a:pt x="13855" y="83208"/>
                  </a:lnTo>
                  <a:lnTo>
                    <a:pt x="11808" y="88129"/>
                  </a:lnTo>
                  <a:lnTo>
                    <a:pt x="9920" y="93114"/>
                  </a:lnTo>
                  <a:lnTo>
                    <a:pt x="8191" y="98156"/>
                  </a:lnTo>
                  <a:lnTo>
                    <a:pt x="6623" y="103251"/>
                  </a:lnTo>
                  <a:lnTo>
                    <a:pt x="5219" y="108393"/>
                  </a:lnTo>
                  <a:lnTo>
                    <a:pt x="3980" y="113578"/>
                  </a:lnTo>
                  <a:lnTo>
                    <a:pt x="2907" y="118799"/>
                  </a:lnTo>
                  <a:lnTo>
                    <a:pt x="2000" y="124052"/>
                  </a:lnTo>
                  <a:lnTo>
                    <a:pt x="1262" y="129331"/>
                  </a:lnTo>
                  <a:lnTo>
                    <a:pt x="692" y="134631"/>
                  </a:lnTo>
                  <a:lnTo>
                    <a:pt x="291" y="139946"/>
                  </a:lnTo>
                  <a:lnTo>
                    <a:pt x="60" y="145271"/>
                  </a:lnTo>
                  <a:lnTo>
                    <a:pt x="0" y="150601"/>
                  </a:lnTo>
                  <a:lnTo>
                    <a:pt x="109" y="155931"/>
                  </a:lnTo>
                  <a:lnTo>
                    <a:pt x="387" y="161254"/>
                  </a:lnTo>
                  <a:lnTo>
                    <a:pt x="836" y="166565"/>
                  </a:lnTo>
                  <a:lnTo>
                    <a:pt x="1453" y="171860"/>
                  </a:lnTo>
                  <a:lnTo>
                    <a:pt x="2239" y="177132"/>
                  </a:lnTo>
                  <a:lnTo>
                    <a:pt x="3193" y="182376"/>
                  </a:lnTo>
                  <a:lnTo>
                    <a:pt x="4314" y="187588"/>
                  </a:lnTo>
                  <a:lnTo>
                    <a:pt x="5600" y="192761"/>
                  </a:lnTo>
                  <a:lnTo>
                    <a:pt x="7050" y="197890"/>
                  </a:lnTo>
                  <a:lnTo>
                    <a:pt x="8663" y="202970"/>
                  </a:lnTo>
                  <a:lnTo>
                    <a:pt x="10437" y="207997"/>
                  </a:lnTo>
                  <a:lnTo>
                    <a:pt x="12371" y="212964"/>
                  </a:lnTo>
                  <a:lnTo>
                    <a:pt x="14462" y="217867"/>
                  </a:lnTo>
                  <a:lnTo>
                    <a:pt x="16708" y="222701"/>
                  </a:lnTo>
                  <a:lnTo>
                    <a:pt x="19107" y="227461"/>
                  </a:lnTo>
                  <a:lnTo>
                    <a:pt x="21657" y="232142"/>
                  </a:lnTo>
                  <a:lnTo>
                    <a:pt x="24355" y="236740"/>
                  </a:lnTo>
                  <a:lnTo>
                    <a:pt x="27198" y="241249"/>
                  </a:lnTo>
                  <a:lnTo>
                    <a:pt x="30183" y="245665"/>
                  </a:lnTo>
                  <a:lnTo>
                    <a:pt x="33308" y="249983"/>
                  </a:lnTo>
                  <a:lnTo>
                    <a:pt x="36568" y="254200"/>
                  </a:lnTo>
                  <a:lnTo>
                    <a:pt x="39962" y="258311"/>
                  </a:lnTo>
                  <a:lnTo>
                    <a:pt x="43484" y="262311"/>
                  </a:lnTo>
                  <a:lnTo>
                    <a:pt x="47133" y="266197"/>
                  </a:lnTo>
                  <a:lnTo>
                    <a:pt x="50903" y="269965"/>
                  </a:lnTo>
                  <a:lnTo>
                    <a:pt x="54792" y="273611"/>
                  </a:lnTo>
                  <a:lnTo>
                    <a:pt x="58795" y="277131"/>
                  </a:lnTo>
                  <a:lnTo>
                    <a:pt x="62908" y="280521"/>
                  </a:lnTo>
                  <a:lnTo>
                    <a:pt x="67128" y="283779"/>
                  </a:lnTo>
                  <a:lnTo>
                    <a:pt x="71449" y="286900"/>
                  </a:lnTo>
                  <a:lnTo>
                    <a:pt x="75867" y="289882"/>
                  </a:lnTo>
                  <a:lnTo>
                    <a:pt x="80378" y="292722"/>
                  </a:lnTo>
                  <a:lnTo>
                    <a:pt x="84977" y="295416"/>
                  </a:lnTo>
                  <a:lnTo>
                    <a:pt x="89660" y="297962"/>
                  </a:lnTo>
                  <a:lnTo>
                    <a:pt x="94422" y="300358"/>
                  </a:lnTo>
                  <a:lnTo>
                    <a:pt x="99257" y="302601"/>
                  </a:lnTo>
                  <a:lnTo>
                    <a:pt x="104162" y="304688"/>
                  </a:lnTo>
                  <a:lnTo>
                    <a:pt x="109131" y="306618"/>
                  </a:lnTo>
                  <a:lnTo>
                    <a:pt x="114159" y="308389"/>
                  </a:lnTo>
                  <a:lnTo>
                    <a:pt x="119240" y="309998"/>
                  </a:lnTo>
                  <a:lnTo>
                    <a:pt x="124371" y="311445"/>
                  </a:lnTo>
                  <a:lnTo>
                    <a:pt x="129544" y="312727"/>
                  </a:lnTo>
                  <a:lnTo>
                    <a:pt x="134757" y="313844"/>
                  </a:lnTo>
                  <a:lnTo>
                    <a:pt x="140002" y="314794"/>
                  </a:lnTo>
                  <a:lnTo>
                    <a:pt x="145274" y="315576"/>
                  </a:lnTo>
                  <a:lnTo>
                    <a:pt x="150569" y="316190"/>
                  </a:lnTo>
                  <a:lnTo>
                    <a:pt x="155881" y="316634"/>
                  </a:lnTo>
                  <a:lnTo>
                    <a:pt x="161205" y="316909"/>
                  </a:lnTo>
                  <a:lnTo>
                    <a:pt x="166534" y="317014"/>
                  </a:lnTo>
                  <a:lnTo>
                    <a:pt x="171864" y="316949"/>
                  </a:lnTo>
                  <a:lnTo>
                    <a:pt x="177189" y="316715"/>
                  </a:lnTo>
                  <a:lnTo>
                    <a:pt x="182504" y="316310"/>
                  </a:lnTo>
                  <a:lnTo>
                    <a:pt x="187804" y="315737"/>
                  </a:lnTo>
                  <a:lnTo>
                    <a:pt x="193082" y="314994"/>
                  </a:lnTo>
                  <a:lnTo>
                    <a:pt x="198334" y="314084"/>
                  </a:lnTo>
                  <a:lnTo>
                    <a:pt x="203555" y="313007"/>
                  </a:lnTo>
                  <a:lnTo>
                    <a:pt x="208738" y="311764"/>
                  </a:lnTo>
                  <a:lnTo>
                    <a:pt x="213879" y="310356"/>
                  </a:lnTo>
                  <a:lnTo>
                    <a:pt x="218973" y="308785"/>
                  </a:lnTo>
                  <a:lnTo>
                    <a:pt x="224014" y="307052"/>
                  </a:lnTo>
                  <a:lnTo>
                    <a:pt x="228997" y="305160"/>
                  </a:lnTo>
                  <a:lnTo>
                    <a:pt x="233917" y="303110"/>
                  </a:lnTo>
                  <a:lnTo>
                    <a:pt x="238770" y="300903"/>
                  </a:lnTo>
                  <a:lnTo>
                    <a:pt x="243549" y="298544"/>
                  </a:lnTo>
                  <a:lnTo>
                    <a:pt x="248251" y="296033"/>
                  </a:lnTo>
                  <a:lnTo>
                    <a:pt x="167165" y="1498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728472" y="2126963"/>
              <a:ext cx="167166" cy="313352"/>
            </a:xfrm>
            <a:custGeom>
              <a:avLst/>
              <a:pathLst>
                <a:path w="167166" h="313352">
                  <a:moveTo>
                    <a:pt x="81086" y="313352"/>
                  </a:moveTo>
                  <a:lnTo>
                    <a:pt x="85741" y="310671"/>
                  </a:lnTo>
                  <a:lnTo>
                    <a:pt x="90307" y="307842"/>
                  </a:lnTo>
                  <a:lnTo>
                    <a:pt x="94781" y="304868"/>
                  </a:lnTo>
                  <a:lnTo>
                    <a:pt x="99156" y="301751"/>
                  </a:lnTo>
                  <a:lnTo>
                    <a:pt x="103429" y="298496"/>
                  </a:lnTo>
                  <a:lnTo>
                    <a:pt x="107596" y="295105"/>
                  </a:lnTo>
                  <a:lnTo>
                    <a:pt x="111651" y="291581"/>
                  </a:lnTo>
                  <a:lnTo>
                    <a:pt x="115591" y="287930"/>
                  </a:lnTo>
                  <a:lnTo>
                    <a:pt x="119411" y="284153"/>
                  </a:lnTo>
                  <a:lnTo>
                    <a:pt x="123108" y="280256"/>
                  </a:lnTo>
                  <a:lnTo>
                    <a:pt x="126678" y="276242"/>
                  </a:lnTo>
                  <a:lnTo>
                    <a:pt x="130118" y="272116"/>
                  </a:lnTo>
                  <a:lnTo>
                    <a:pt x="133422" y="267881"/>
                  </a:lnTo>
                  <a:lnTo>
                    <a:pt x="136590" y="263542"/>
                  </a:lnTo>
                  <a:lnTo>
                    <a:pt x="139616" y="259103"/>
                  </a:lnTo>
                  <a:lnTo>
                    <a:pt x="142498" y="254570"/>
                  </a:lnTo>
                  <a:lnTo>
                    <a:pt x="145232" y="249946"/>
                  </a:lnTo>
                  <a:lnTo>
                    <a:pt x="147817" y="245237"/>
                  </a:lnTo>
                  <a:lnTo>
                    <a:pt x="150249" y="240447"/>
                  </a:lnTo>
                  <a:lnTo>
                    <a:pt x="152526" y="235582"/>
                  </a:lnTo>
                  <a:lnTo>
                    <a:pt x="154646" y="230646"/>
                  </a:lnTo>
                  <a:lnTo>
                    <a:pt x="156605" y="225644"/>
                  </a:lnTo>
                  <a:lnTo>
                    <a:pt x="158403" y="220582"/>
                  </a:lnTo>
                  <a:lnTo>
                    <a:pt x="160038" y="215465"/>
                  </a:lnTo>
                  <a:lnTo>
                    <a:pt x="161507" y="210298"/>
                  </a:lnTo>
                  <a:lnTo>
                    <a:pt x="162809" y="205086"/>
                  </a:lnTo>
                  <a:lnTo>
                    <a:pt x="163944" y="199835"/>
                  </a:lnTo>
                  <a:lnTo>
                    <a:pt x="164909" y="194551"/>
                  </a:lnTo>
                  <a:lnTo>
                    <a:pt x="165703" y="189238"/>
                  </a:lnTo>
                  <a:lnTo>
                    <a:pt x="166327" y="183903"/>
                  </a:lnTo>
                  <a:lnTo>
                    <a:pt x="166779" y="178550"/>
                  </a:lnTo>
                  <a:lnTo>
                    <a:pt x="167059" y="173185"/>
                  </a:lnTo>
                  <a:lnTo>
                    <a:pt x="167166" y="167814"/>
                  </a:lnTo>
                  <a:lnTo>
                    <a:pt x="167100" y="162443"/>
                  </a:lnTo>
                  <a:lnTo>
                    <a:pt x="166862" y="157076"/>
                  </a:lnTo>
                  <a:lnTo>
                    <a:pt x="166452" y="151720"/>
                  </a:lnTo>
                  <a:lnTo>
                    <a:pt x="165869" y="146380"/>
                  </a:lnTo>
                  <a:lnTo>
                    <a:pt x="165116" y="141061"/>
                  </a:lnTo>
                  <a:lnTo>
                    <a:pt x="164192" y="135769"/>
                  </a:lnTo>
                  <a:lnTo>
                    <a:pt x="163098" y="130510"/>
                  </a:lnTo>
                  <a:lnTo>
                    <a:pt x="161836" y="125288"/>
                  </a:lnTo>
                  <a:lnTo>
                    <a:pt x="160407" y="120110"/>
                  </a:lnTo>
                  <a:lnTo>
                    <a:pt x="158812" y="114980"/>
                  </a:lnTo>
                  <a:lnTo>
                    <a:pt x="157054" y="109905"/>
                  </a:lnTo>
                  <a:lnTo>
                    <a:pt x="155133" y="104888"/>
                  </a:lnTo>
                  <a:lnTo>
                    <a:pt x="153051" y="99936"/>
                  </a:lnTo>
                  <a:lnTo>
                    <a:pt x="150812" y="95053"/>
                  </a:lnTo>
                  <a:lnTo>
                    <a:pt x="148417" y="90244"/>
                  </a:lnTo>
                  <a:lnTo>
                    <a:pt x="145869" y="85515"/>
                  </a:lnTo>
                  <a:lnTo>
                    <a:pt x="143170" y="80870"/>
                  </a:lnTo>
                  <a:lnTo>
                    <a:pt x="140324" y="76315"/>
                  </a:lnTo>
                  <a:lnTo>
                    <a:pt x="137332" y="71853"/>
                  </a:lnTo>
                  <a:lnTo>
                    <a:pt x="134199" y="67490"/>
                  </a:lnTo>
                  <a:lnTo>
                    <a:pt x="130927" y="63229"/>
                  </a:lnTo>
                  <a:lnTo>
                    <a:pt x="127519" y="59076"/>
                  </a:lnTo>
                  <a:lnTo>
                    <a:pt x="123981" y="55035"/>
                  </a:lnTo>
                  <a:lnTo>
                    <a:pt x="120314" y="51109"/>
                  </a:lnTo>
                  <a:lnTo>
                    <a:pt x="116523" y="47303"/>
                  </a:lnTo>
                  <a:lnTo>
                    <a:pt x="112611" y="43621"/>
                  </a:lnTo>
                  <a:lnTo>
                    <a:pt x="108583" y="40067"/>
                  </a:lnTo>
                  <a:lnTo>
                    <a:pt x="104443" y="36643"/>
                  </a:lnTo>
                  <a:lnTo>
                    <a:pt x="100196" y="33355"/>
                  </a:lnTo>
                  <a:lnTo>
                    <a:pt x="95845" y="30205"/>
                  </a:lnTo>
                  <a:lnTo>
                    <a:pt x="91394" y="27196"/>
                  </a:lnTo>
                  <a:lnTo>
                    <a:pt x="86850" y="24331"/>
                  </a:lnTo>
                  <a:lnTo>
                    <a:pt x="82216" y="21615"/>
                  </a:lnTo>
                  <a:lnTo>
                    <a:pt x="77497" y="19048"/>
                  </a:lnTo>
                  <a:lnTo>
                    <a:pt x="72697" y="16635"/>
                  </a:lnTo>
                  <a:lnTo>
                    <a:pt x="67823" y="14377"/>
                  </a:lnTo>
                  <a:lnTo>
                    <a:pt x="62879" y="12276"/>
                  </a:lnTo>
                  <a:lnTo>
                    <a:pt x="57870" y="10336"/>
                  </a:lnTo>
                  <a:lnTo>
                    <a:pt x="52801" y="8557"/>
                  </a:lnTo>
                  <a:lnTo>
                    <a:pt x="47677" y="6943"/>
                  </a:lnTo>
                  <a:lnTo>
                    <a:pt x="42505" y="5494"/>
                  </a:lnTo>
                  <a:lnTo>
                    <a:pt x="37288" y="4211"/>
                  </a:lnTo>
                  <a:lnTo>
                    <a:pt x="32033" y="3097"/>
                  </a:lnTo>
                  <a:lnTo>
                    <a:pt x="26745" y="2153"/>
                  </a:lnTo>
                  <a:lnTo>
                    <a:pt x="21429" y="1379"/>
                  </a:lnTo>
                  <a:lnTo>
                    <a:pt x="16091" y="776"/>
                  </a:lnTo>
                  <a:lnTo>
                    <a:pt x="10736" y="345"/>
                  </a:lnTo>
                  <a:lnTo>
                    <a:pt x="5371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382051" y="1681503"/>
              <a:ext cx="41183" cy="167167"/>
            </a:xfrm>
            <a:custGeom>
              <a:avLst/>
              <a:pathLst>
                <a:path w="41183" h="167167">
                  <a:moveTo>
                    <a:pt x="41183" y="0"/>
                  </a:moveTo>
                  <a:lnTo>
                    <a:pt x="34250" y="143"/>
                  </a:lnTo>
                  <a:lnTo>
                    <a:pt x="27328" y="575"/>
                  </a:lnTo>
                  <a:lnTo>
                    <a:pt x="20431" y="1293"/>
                  </a:lnTo>
                  <a:lnTo>
                    <a:pt x="13569" y="2296"/>
                  </a:lnTo>
                  <a:lnTo>
                    <a:pt x="6755" y="3583"/>
                  </a:lnTo>
                  <a:lnTo>
                    <a:pt x="0" y="5152"/>
                  </a:lnTo>
                  <a:lnTo>
                    <a:pt x="41183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382051" y="1686655"/>
              <a:ext cx="41183" cy="162015"/>
            </a:xfrm>
            <a:custGeom>
              <a:avLst/>
              <a:pathLst>
                <a:path w="41183" h="162015">
                  <a:moveTo>
                    <a:pt x="0" y="0"/>
                  </a:moveTo>
                  <a:lnTo>
                    <a:pt x="41183" y="1620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382051" y="1686655"/>
              <a:ext cx="41183" cy="162015"/>
            </a:xfrm>
            <a:custGeom>
              <a:avLst/>
              <a:pathLst>
                <a:path w="41183" h="162015">
                  <a:moveTo>
                    <a:pt x="0" y="0"/>
                  </a:moveTo>
                  <a:lnTo>
                    <a:pt x="41183" y="1620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382051" y="1686655"/>
              <a:ext cx="41183" cy="162015"/>
            </a:xfrm>
            <a:custGeom>
              <a:avLst/>
              <a:pathLst>
                <a:path w="41183" h="162015">
                  <a:moveTo>
                    <a:pt x="0" y="0"/>
                  </a:moveTo>
                  <a:lnTo>
                    <a:pt x="41183" y="1620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382051" y="1686655"/>
              <a:ext cx="41183" cy="162015"/>
            </a:xfrm>
            <a:custGeom>
              <a:avLst/>
              <a:pathLst>
                <a:path w="41183" h="162015">
                  <a:moveTo>
                    <a:pt x="0" y="0"/>
                  </a:moveTo>
                  <a:lnTo>
                    <a:pt x="41183" y="1620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382051" y="1686655"/>
              <a:ext cx="41183" cy="162015"/>
            </a:xfrm>
            <a:custGeom>
              <a:avLst/>
              <a:pathLst>
                <a:path w="41183" h="162015">
                  <a:moveTo>
                    <a:pt x="0" y="0"/>
                  </a:moveTo>
                  <a:lnTo>
                    <a:pt x="41183" y="16201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82051" y="1686655"/>
              <a:ext cx="41183" cy="162015"/>
            </a:xfrm>
            <a:custGeom>
              <a:avLst/>
              <a:pathLst>
                <a:path w="41183" h="162015">
                  <a:moveTo>
                    <a:pt x="0" y="0"/>
                  </a:moveTo>
                  <a:lnTo>
                    <a:pt x="41183" y="16201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82051" y="1686655"/>
              <a:ext cx="41183" cy="162015"/>
            </a:xfrm>
            <a:custGeom>
              <a:avLst/>
              <a:pathLst>
                <a:path w="41183" h="162015">
                  <a:moveTo>
                    <a:pt x="0" y="0"/>
                  </a:moveTo>
                  <a:lnTo>
                    <a:pt x="41183" y="1620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82051" y="1686655"/>
              <a:ext cx="41183" cy="162015"/>
            </a:xfrm>
            <a:custGeom>
              <a:avLst/>
              <a:pathLst>
                <a:path w="41183" h="162015">
                  <a:moveTo>
                    <a:pt x="0" y="0"/>
                  </a:moveTo>
                  <a:lnTo>
                    <a:pt x="41183" y="1620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82051" y="1686655"/>
              <a:ext cx="41183" cy="162015"/>
            </a:xfrm>
            <a:custGeom>
              <a:avLst/>
              <a:pathLst>
                <a:path w="41183" h="162015">
                  <a:moveTo>
                    <a:pt x="0" y="0"/>
                  </a:moveTo>
                  <a:lnTo>
                    <a:pt x="41183" y="1620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82051" y="1686655"/>
              <a:ext cx="41183" cy="162015"/>
            </a:xfrm>
            <a:custGeom>
              <a:avLst/>
              <a:pathLst>
                <a:path w="41183" h="162015">
                  <a:moveTo>
                    <a:pt x="0" y="0"/>
                  </a:moveTo>
                  <a:lnTo>
                    <a:pt x="41183" y="1620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82051" y="1686655"/>
              <a:ext cx="41183" cy="162015"/>
            </a:xfrm>
            <a:custGeom>
              <a:avLst/>
              <a:pathLst>
                <a:path w="41183" h="162015">
                  <a:moveTo>
                    <a:pt x="0" y="0"/>
                  </a:moveTo>
                  <a:lnTo>
                    <a:pt x="41183" y="1620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82051" y="1686655"/>
              <a:ext cx="41183" cy="162015"/>
            </a:xfrm>
            <a:custGeom>
              <a:avLst/>
              <a:pathLst>
                <a:path w="41183" h="162015">
                  <a:moveTo>
                    <a:pt x="0" y="0"/>
                  </a:moveTo>
                  <a:lnTo>
                    <a:pt x="41183" y="1620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82051" y="1686655"/>
              <a:ext cx="41183" cy="162015"/>
            </a:xfrm>
            <a:custGeom>
              <a:avLst/>
              <a:pathLst>
                <a:path w="41183" h="162015">
                  <a:moveTo>
                    <a:pt x="0" y="0"/>
                  </a:moveTo>
                  <a:lnTo>
                    <a:pt x="41183" y="1620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82051" y="1686655"/>
              <a:ext cx="41183" cy="162015"/>
            </a:xfrm>
            <a:custGeom>
              <a:avLst/>
              <a:pathLst>
                <a:path w="41183" h="162015">
                  <a:moveTo>
                    <a:pt x="0" y="0"/>
                  </a:moveTo>
                  <a:lnTo>
                    <a:pt x="41183" y="1620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82051" y="1686655"/>
              <a:ext cx="41183" cy="162015"/>
            </a:xfrm>
            <a:custGeom>
              <a:avLst/>
              <a:pathLst>
                <a:path w="41183" h="162015">
                  <a:moveTo>
                    <a:pt x="0" y="0"/>
                  </a:moveTo>
                  <a:lnTo>
                    <a:pt x="41183" y="1620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82051" y="1686655"/>
              <a:ext cx="41183" cy="162015"/>
            </a:xfrm>
            <a:custGeom>
              <a:avLst/>
              <a:pathLst>
                <a:path w="41183" h="162015">
                  <a:moveTo>
                    <a:pt x="0" y="0"/>
                  </a:moveTo>
                  <a:lnTo>
                    <a:pt x="41183" y="1620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82051" y="1686655"/>
              <a:ext cx="41183" cy="162015"/>
            </a:xfrm>
            <a:custGeom>
              <a:avLst/>
              <a:pathLst>
                <a:path w="41183" h="162015">
                  <a:moveTo>
                    <a:pt x="0" y="0"/>
                  </a:moveTo>
                  <a:lnTo>
                    <a:pt x="41183" y="1620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82051" y="1686655"/>
              <a:ext cx="41183" cy="162015"/>
            </a:xfrm>
            <a:custGeom>
              <a:avLst/>
              <a:pathLst>
                <a:path w="41183" h="162015">
                  <a:moveTo>
                    <a:pt x="0" y="0"/>
                  </a:moveTo>
                  <a:lnTo>
                    <a:pt x="41183" y="1620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82051" y="1686655"/>
              <a:ext cx="41183" cy="162015"/>
            </a:xfrm>
            <a:custGeom>
              <a:avLst/>
              <a:pathLst>
                <a:path w="41183" h="162015">
                  <a:moveTo>
                    <a:pt x="0" y="0"/>
                  </a:moveTo>
                  <a:lnTo>
                    <a:pt x="41183" y="1620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82051" y="1686655"/>
              <a:ext cx="41183" cy="162015"/>
            </a:xfrm>
            <a:custGeom>
              <a:avLst/>
              <a:pathLst>
                <a:path w="41183" h="162015">
                  <a:moveTo>
                    <a:pt x="0" y="0"/>
                  </a:moveTo>
                  <a:lnTo>
                    <a:pt x="41183" y="1620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82051" y="1686655"/>
              <a:ext cx="41183" cy="162015"/>
            </a:xfrm>
            <a:custGeom>
              <a:avLst/>
              <a:pathLst>
                <a:path w="41183" h="162015">
                  <a:moveTo>
                    <a:pt x="0" y="0"/>
                  </a:moveTo>
                  <a:lnTo>
                    <a:pt x="41183" y="1620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82051" y="1686655"/>
              <a:ext cx="41183" cy="162015"/>
            </a:xfrm>
            <a:custGeom>
              <a:avLst/>
              <a:pathLst>
                <a:path w="41183" h="162015">
                  <a:moveTo>
                    <a:pt x="0" y="0"/>
                  </a:moveTo>
                  <a:lnTo>
                    <a:pt x="41183" y="1620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256071" y="1686655"/>
              <a:ext cx="334330" cy="329166"/>
            </a:xfrm>
            <a:custGeom>
              <a:avLst/>
              <a:pathLst>
                <a:path w="334330" h="329166">
                  <a:moveTo>
                    <a:pt x="125980" y="0"/>
                  </a:moveTo>
                  <a:lnTo>
                    <a:pt x="120876" y="1383"/>
                  </a:lnTo>
                  <a:lnTo>
                    <a:pt x="115818" y="2928"/>
                  </a:lnTo>
                  <a:lnTo>
                    <a:pt x="110812" y="4631"/>
                  </a:lnTo>
                  <a:lnTo>
                    <a:pt x="105863" y="6492"/>
                  </a:lnTo>
                  <a:lnTo>
                    <a:pt x="100975" y="8509"/>
                  </a:lnTo>
                  <a:lnTo>
                    <a:pt x="96152" y="10679"/>
                  </a:lnTo>
                  <a:lnTo>
                    <a:pt x="91401" y="13001"/>
                  </a:lnTo>
                  <a:lnTo>
                    <a:pt x="86726" y="15471"/>
                  </a:lnTo>
                  <a:lnTo>
                    <a:pt x="82132" y="18089"/>
                  </a:lnTo>
                  <a:lnTo>
                    <a:pt x="77622" y="20850"/>
                  </a:lnTo>
                  <a:lnTo>
                    <a:pt x="73202" y="23753"/>
                  </a:lnTo>
                  <a:lnTo>
                    <a:pt x="68876" y="26794"/>
                  </a:lnTo>
                  <a:lnTo>
                    <a:pt x="64648" y="29970"/>
                  </a:lnTo>
                  <a:lnTo>
                    <a:pt x="60523" y="33279"/>
                  </a:lnTo>
                  <a:lnTo>
                    <a:pt x="56505" y="36716"/>
                  </a:lnTo>
                  <a:lnTo>
                    <a:pt x="52597" y="40279"/>
                  </a:lnTo>
                  <a:lnTo>
                    <a:pt x="48804" y="43963"/>
                  </a:lnTo>
                  <a:lnTo>
                    <a:pt x="45130" y="47766"/>
                  </a:lnTo>
                  <a:lnTo>
                    <a:pt x="41577" y="51683"/>
                  </a:lnTo>
                  <a:lnTo>
                    <a:pt x="38150" y="55710"/>
                  </a:lnTo>
                  <a:lnTo>
                    <a:pt x="34853" y="59844"/>
                  </a:lnTo>
                  <a:lnTo>
                    <a:pt x="31687" y="64080"/>
                  </a:lnTo>
                  <a:lnTo>
                    <a:pt x="28657" y="68414"/>
                  </a:lnTo>
                  <a:lnTo>
                    <a:pt x="25766" y="72841"/>
                  </a:lnTo>
                  <a:lnTo>
                    <a:pt x="23017" y="77358"/>
                  </a:lnTo>
                  <a:lnTo>
                    <a:pt x="20411" y="81960"/>
                  </a:lnTo>
                  <a:lnTo>
                    <a:pt x="17953" y="86641"/>
                  </a:lnTo>
                  <a:lnTo>
                    <a:pt x="15643" y="91398"/>
                  </a:lnTo>
                  <a:lnTo>
                    <a:pt x="13486" y="96226"/>
                  </a:lnTo>
                  <a:lnTo>
                    <a:pt x="11482" y="101119"/>
                  </a:lnTo>
                  <a:lnTo>
                    <a:pt x="9633" y="106074"/>
                  </a:lnTo>
                  <a:lnTo>
                    <a:pt x="7943" y="111084"/>
                  </a:lnTo>
                  <a:lnTo>
                    <a:pt x="6412" y="116146"/>
                  </a:lnTo>
                  <a:lnTo>
                    <a:pt x="5041" y="121253"/>
                  </a:lnTo>
                  <a:lnTo>
                    <a:pt x="3833" y="126401"/>
                  </a:lnTo>
                  <a:lnTo>
                    <a:pt x="2789" y="131585"/>
                  </a:lnTo>
                  <a:lnTo>
                    <a:pt x="1908" y="136799"/>
                  </a:lnTo>
                  <a:lnTo>
                    <a:pt x="1194" y="142038"/>
                  </a:lnTo>
                  <a:lnTo>
                    <a:pt x="645" y="147298"/>
                  </a:lnTo>
                  <a:lnTo>
                    <a:pt x="263" y="152572"/>
                  </a:lnTo>
                  <a:lnTo>
                    <a:pt x="47" y="157855"/>
                  </a:lnTo>
                  <a:lnTo>
                    <a:pt x="0" y="163143"/>
                  </a:lnTo>
                  <a:lnTo>
                    <a:pt x="119" y="168430"/>
                  </a:lnTo>
                  <a:lnTo>
                    <a:pt x="405" y="173710"/>
                  </a:lnTo>
                  <a:lnTo>
                    <a:pt x="859" y="178978"/>
                  </a:lnTo>
                  <a:lnTo>
                    <a:pt x="1478" y="184230"/>
                  </a:lnTo>
                  <a:lnTo>
                    <a:pt x="2264" y="189459"/>
                  </a:lnTo>
                  <a:lnTo>
                    <a:pt x="3214" y="194661"/>
                  </a:lnTo>
                  <a:lnTo>
                    <a:pt x="4329" y="199830"/>
                  </a:lnTo>
                  <a:lnTo>
                    <a:pt x="5607" y="204961"/>
                  </a:lnTo>
                  <a:lnTo>
                    <a:pt x="7046" y="210050"/>
                  </a:lnTo>
                  <a:lnTo>
                    <a:pt x="8645" y="215090"/>
                  </a:lnTo>
                  <a:lnTo>
                    <a:pt x="10403" y="220077"/>
                  </a:lnTo>
                  <a:lnTo>
                    <a:pt x="12318" y="225006"/>
                  </a:lnTo>
                  <a:lnTo>
                    <a:pt x="14388" y="229872"/>
                  </a:lnTo>
                  <a:lnTo>
                    <a:pt x="16610" y="234670"/>
                  </a:lnTo>
                  <a:lnTo>
                    <a:pt x="18984" y="239396"/>
                  </a:lnTo>
                  <a:lnTo>
                    <a:pt x="21505" y="244044"/>
                  </a:lnTo>
                  <a:lnTo>
                    <a:pt x="24173" y="248610"/>
                  </a:lnTo>
                  <a:lnTo>
                    <a:pt x="26983" y="253089"/>
                  </a:lnTo>
                  <a:lnTo>
                    <a:pt x="29934" y="257477"/>
                  </a:lnTo>
                  <a:lnTo>
                    <a:pt x="33022" y="261770"/>
                  </a:lnTo>
                  <a:lnTo>
                    <a:pt x="36244" y="265962"/>
                  </a:lnTo>
                  <a:lnTo>
                    <a:pt x="39597" y="270051"/>
                  </a:lnTo>
                  <a:lnTo>
                    <a:pt x="43078" y="274032"/>
                  </a:lnTo>
                  <a:lnTo>
                    <a:pt x="46683" y="277900"/>
                  </a:lnTo>
                  <a:lnTo>
                    <a:pt x="50409" y="281653"/>
                  </a:lnTo>
                  <a:lnTo>
                    <a:pt x="54251" y="285286"/>
                  </a:lnTo>
                  <a:lnTo>
                    <a:pt x="58207" y="288796"/>
                  </a:lnTo>
                  <a:lnTo>
                    <a:pt x="62271" y="292178"/>
                  </a:lnTo>
                  <a:lnTo>
                    <a:pt x="66440" y="295431"/>
                  </a:lnTo>
                  <a:lnTo>
                    <a:pt x="70711" y="298550"/>
                  </a:lnTo>
                  <a:lnTo>
                    <a:pt x="75077" y="301532"/>
                  </a:lnTo>
                  <a:lnTo>
                    <a:pt x="79536" y="304375"/>
                  </a:lnTo>
                  <a:lnTo>
                    <a:pt x="84083" y="307075"/>
                  </a:lnTo>
                  <a:lnTo>
                    <a:pt x="88712" y="309630"/>
                  </a:lnTo>
                  <a:lnTo>
                    <a:pt x="93420" y="312038"/>
                  </a:lnTo>
                  <a:lnTo>
                    <a:pt x="98202" y="314295"/>
                  </a:lnTo>
                  <a:lnTo>
                    <a:pt x="103053" y="316400"/>
                  </a:lnTo>
                  <a:lnTo>
                    <a:pt x="107968" y="318350"/>
                  </a:lnTo>
                  <a:lnTo>
                    <a:pt x="112943" y="320144"/>
                  </a:lnTo>
                  <a:lnTo>
                    <a:pt x="117971" y="321780"/>
                  </a:lnTo>
                  <a:lnTo>
                    <a:pt x="123049" y="323256"/>
                  </a:lnTo>
                  <a:lnTo>
                    <a:pt x="128171" y="324571"/>
                  </a:lnTo>
                  <a:lnTo>
                    <a:pt x="133332" y="325723"/>
                  </a:lnTo>
                  <a:lnTo>
                    <a:pt x="138527" y="326711"/>
                  </a:lnTo>
                  <a:lnTo>
                    <a:pt x="143750" y="327534"/>
                  </a:lnTo>
                  <a:lnTo>
                    <a:pt x="148997" y="328192"/>
                  </a:lnTo>
                  <a:lnTo>
                    <a:pt x="154262" y="328683"/>
                  </a:lnTo>
                  <a:lnTo>
                    <a:pt x="159540" y="329008"/>
                  </a:lnTo>
                  <a:lnTo>
                    <a:pt x="164825" y="329166"/>
                  </a:lnTo>
                  <a:lnTo>
                    <a:pt x="170113" y="329156"/>
                  </a:lnTo>
                  <a:lnTo>
                    <a:pt x="175398" y="328979"/>
                  </a:lnTo>
                  <a:lnTo>
                    <a:pt x="180675" y="328635"/>
                  </a:lnTo>
                  <a:lnTo>
                    <a:pt x="185938" y="328124"/>
                  </a:lnTo>
                  <a:lnTo>
                    <a:pt x="191183" y="327447"/>
                  </a:lnTo>
                  <a:lnTo>
                    <a:pt x="196403" y="326605"/>
                  </a:lnTo>
                  <a:lnTo>
                    <a:pt x="201594" y="325598"/>
                  </a:lnTo>
                  <a:lnTo>
                    <a:pt x="206751" y="324427"/>
                  </a:lnTo>
                  <a:lnTo>
                    <a:pt x="211868" y="323093"/>
                  </a:lnTo>
                  <a:lnTo>
                    <a:pt x="216940" y="321599"/>
                  </a:lnTo>
                  <a:lnTo>
                    <a:pt x="221963" y="319945"/>
                  </a:lnTo>
                  <a:lnTo>
                    <a:pt x="226931" y="318132"/>
                  </a:lnTo>
                  <a:lnTo>
                    <a:pt x="231838" y="316164"/>
                  </a:lnTo>
                  <a:lnTo>
                    <a:pt x="236682" y="314041"/>
                  </a:lnTo>
                  <a:lnTo>
                    <a:pt x="241455" y="311766"/>
                  </a:lnTo>
                  <a:lnTo>
                    <a:pt x="246155" y="309342"/>
                  </a:lnTo>
                  <a:lnTo>
                    <a:pt x="250775" y="306770"/>
                  </a:lnTo>
                  <a:lnTo>
                    <a:pt x="255311" y="304053"/>
                  </a:lnTo>
                  <a:lnTo>
                    <a:pt x="259760" y="301194"/>
                  </a:lnTo>
                  <a:lnTo>
                    <a:pt x="264115" y="298195"/>
                  </a:lnTo>
                  <a:lnTo>
                    <a:pt x="268374" y="295061"/>
                  </a:lnTo>
                  <a:lnTo>
                    <a:pt x="272532" y="291793"/>
                  </a:lnTo>
                  <a:lnTo>
                    <a:pt x="276584" y="288395"/>
                  </a:lnTo>
                  <a:lnTo>
                    <a:pt x="280526" y="284871"/>
                  </a:lnTo>
                  <a:lnTo>
                    <a:pt x="284355" y="281224"/>
                  </a:lnTo>
                  <a:lnTo>
                    <a:pt x="288067" y="277458"/>
                  </a:lnTo>
                  <a:lnTo>
                    <a:pt x="291658" y="273576"/>
                  </a:lnTo>
                  <a:lnTo>
                    <a:pt x="295124" y="269583"/>
                  </a:lnTo>
                  <a:lnTo>
                    <a:pt x="298462" y="265482"/>
                  </a:lnTo>
                  <a:lnTo>
                    <a:pt x="301669" y="261277"/>
                  </a:lnTo>
                  <a:lnTo>
                    <a:pt x="304741" y="256973"/>
                  </a:lnTo>
                  <a:lnTo>
                    <a:pt x="307676" y="252574"/>
                  </a:lnTo>
                  <a:lnTo>
                    <a:pt x="310470" y="248085"/>
                  </a:lnTo>
                  <a:lnTo>
                    <a:pt x="313121" y="243509"/>
                  </a:lnTo>
                  <a:lnTo>
                    <a:pt x="315625" y="238852"/>
                  </a:lnTo>
                  <a:lnTo>
                    <a:pt x="317981" y="234118"/>
                  </a:lnTo>
                  <a:lnTo>
                    <a:pt x="320186" y="229312"/>
                  </a:lnTo>
                  <a:lnTo>
                    <a:pt x="322238" y="224438"/>
                  </a:lnTo>
                  <a:lnTo>
                    <a:pt x="324135" y="219502"/>
                  </a:lnTo>
                  <a:lnTo>
                    <a:pt x="325875" y="214509"/>
                  </a:lnTo>
                  <a:lnTo>
                    <a:pt x="327456" y="209462"/>
                  </a:lnTo>
                  <a:lnTo>
                    <a:pt x="328876" y="204369"/>
                  </a:lnTo>
                  <a:lnTo>
                    <a:pt x="330135" y="199233"/>
                  </a:lnTo>
                  <a:lnTo>
                    <a:pt x="331230" y="194060"/>
                  </a:lnTo>
                  <a:lnTo>
                    <a:pt x="332162" y="188855"/>
                  </a:lnTo>
                  <a:lnTo>
                    <a:pt x="332928" y="183622"/>
                  </a:lnTo>
                  <a:lnTo>
                    <a:pt x="333529" y="178369"/>
                  </a:lnTo>
                  <a:lnTo>
                    <a:pt x="333963" y="173099"/>
                  </a:lnTo>
                  <a:lnTo>
                    <a:pt x="334230" y="167817"/>
                  </a:lnTo>
                  <a:lnTo>
                    <a:pt x="334330" y="162530"/>
                  </a:lnTo>
                  <a:lnTo>
                    <a:pt x="334262" y="157243"/>
                  </a:lnTo>
                  <a:lnTo>
                    <a:pt x="334028" y="151960"/>
                  </a:lnTo>
                  <a:lnTo>
                    <a:pt x="333626" y="146688"/>
                  </a:lnTo>
                  <a:lnTo>
                    <a:pt x="333058" y="141430"/>
                  </a:lnTo>
                  <a:lnTo>
                    <a:pt x="332324" y="136193"/>
                  </a:lnTo>
                  <a:lnTo>
                    <a:pt x="331425" y="130983"/>
                  </a:lnTo>
                  <a:lnTo>
                    <a:pt x="330361" y="125803"/>
                  </a:lnTo>
                  <a:lnTo>
                    <a:pt x="329134" y="120659"/>
                  </a:lnTo>
                  <a:lnTo>
                    <a:pt x="327745" y="115557"/>
                  </a:lnTo>
                  <a:lnTo>
                    <a:pt x="326196" y="110501"/>
                  </a:lnTo>
                  <a:lnTo>
                    <a:pt x="324487" y="105497"/>
                  </a:lnTo>
                  <a:lnTo>
                    <a:pt x="322620" y="100549"/>
                  </a:lnTo>
                  <a:lnTo>
                    <a:pt x="320599" y="95663"/>
                  </a:lnTo>
                  <a:lnTo>
                    <a:pt x="318423" y="90843"/>
                  </a:lnTo>
                  <a:lnTo>
                    <a:pt x="316097" y="86095"/>
                  </a:lnTo>
                  <a:lnTo>
                    <a:pt x="313621" y="81422"/>
                  </a:lnTo>
                  <a:lnTo>
                    <a:pt x="310998" y="76830"/>
                  </a:lnTo>
                  <a:lnTo>
                    <a:pt x="308232" y="72324"/>
                  </a:lnTo>
                  <a:lnTo>
                    <a:pt x="305325" y="67907"/>
                  </a:lnTo>
                  <a:lnTo>
                    <a:pt x="302279" y="63584"/>
                  </a:lnTo>
                  <a:lnTo>
                    <a:pt x="299098" y="59360"/>
                  </a:lnTo>
                  <a:lnTo>
                    <a:pt x="295786" y="55238"/>
                  </a:lnTo>
                  <a:lnTo>
                    <a:pt x="292344" y="51223"/>
                  </a:lnTo>
                  <a:lnTo>
                    <a:pt x="288777" y="47319"/>
                  </a:lnTo>
                  <a:lnTo>
                    <a:pt x="285089" y="43530"/>
                  </a:lnTo>
                  <a:lnTo>
                    <a:pt x="281282" y="39860"/>
                  </a:lnTo>
                  <a:lnTo>
                    <a:pt x="277362" y="36311"/>
                  </a:lnTo>
                  <a:lnTo>
                    <a:pt x="273331" y="32889"/>
                  </a:lnTo>
                  <a:lnTo>
                    <a:pt x="269193" y="29596"/>
                  </a:lnTo>
                  <a:lnTo>
                    <a:pt x="264954" y="26435"/>
                  </a:lnTo>
                  <a:lnTo>
                    <a:pt x="260617" y="23410"/>
                  </a:lnTo>
                  <a:lnTo>
                    <a:pt x="256186" y="20523"/>
                  </a:lnTo>
                  <a:lnTo>
                    <a:pt x="251667" y="17778"/>
                  </a:lnTo>
                  <a:lnTo>
                    <a:pt x="247062" y="15178"/>
                  </a:lnTo>
                  <a:lnTo>
                    <a:pt x="242378" y="12724"/>
                  </a:lnTo>
                  <a:lnTo>
                    <a:pt x="237619" y="10420"/>
                  </a:lnTo>
                  <a:lnTo>
                    <a:pt x="232789" y="8267"/>
                  </a:lnTo>
                  <a:lnTo>
                    <a:pt x="167163" y="1620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423235" y="1681503"/>
              <a:ext cx="65625" cy="167167"/>
            </a:xfrm>
            <a:custGeom>
              <a:avLst/>
              <a:pathLst>
                <a:path w="65625" h="167167">
                  <a:moveTo>
                    <a:pt x="65625" y="13420"/>
                  </a:moveTo>
                  <a:lnTo>
                    <a:pt x="59943" y="11117"/>
                  </a:lnTo>
                  <a:lnTo>
                    <a:pt x="54181" y="9024"/>
                  </a:lnTo>
                  <a:lnTo>
                    <a:pt x="48346" y="7143"/>
                  </a:lnTo>
                  <a:lnTo>
                    <a:pt x="42446" y="5478"/>
                  </a:lnTo>
                  <a:lnTo>
                    <a:pt x="36489" y="4031"/>
                  </a:lnTo>
                  <a:lnTo>
                    <a:pt x="30483" y="2802"/>
                  </a:lnTo>
                  <a:lnTo>
                    <a:pt x="24435" y="1795"/>
                  </a:lnTo>
                  <a:lnTo>
                    <a:pt x="18355" y="1010"/>
                  </a:lnTo>
                  <a:lnTo>
                    <a:pt x="12250" y="449"/>
                  </a:lnTo>
                  <a:lnTo>
                    <a:pt x="6129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853891" y="1322571"/>
              <a:ext cx="334298" cy="334334"/>
            </a:xfrm>
            <a:custGeom>
              <a:avLst/>
              <a:pathLst>
                <a:path w="334298" h="334334">
                  <a:moveTo>
                    <a:pt x="167147" y="0"/>
                  </a:moveTo>
                  <a:lnTo>
                    <a:pt x="161845" y="84"/>
                  </a:lnTo>
                  <a:lnTo>
                    <a:pt x="156549" y="336"/>
                  </a:lnTo>
                  <a:lnTo>
                    <a:pt x="151263" y="756"/>
                  </a:lnTo>
                  <a:lnTo>
                    <a:pt x="145993" y="1343"/>
                  </a:lnTo>
                  <a:lnTo>
                    <a:pt x="140744" y="2098"/>
                  </a:lnTo>
                  <a:lnTo>
                    <a:pt x="135522" y="3018"/>
                  </a:lnTo>
                  <a:lnTo>
                    <a:pt x="130332" y="4104"/>
                  </a:lnTo>
                  <a:lnTo>
                    <a:pt x="125178" y="5354"/>
                  </a:lnTo>
                  <a:lnTo>
                    <a:pt x="120067" y="6766"/>
                  </a:lnTo>
                  <a:lnTo>
                    <a:pt x="115004" y="8340"/>
                  </a:lnTo>
                  <a:lnTo>
                    <a:pt x="109992" y="10074"/>
                  </a:lnTo>
                  <a:lnTo>
                    <a:pt x="105039" y="11966"/>
                  </a:lnTo>
                  <a:lnTo>
                    <a:pt x="100147" y="14014"/>
                  </a:lnTo>
                  <a:lnTo>
                    <a:pt x="95324" y="16216"/>
                  </a:lnTo>
                  <a:lnTo>
                    <a:pt x="90572" y="18570"/>
                  </a:lnTo>
                  <a:lnTo>
                    <a:pt x="85898" y="21073"/>
                  </a:lnTo>
                  <a:lnTo>
                    <a:pt x="81305" y="23724"/>
                  </a:lnTo>
                  <a:lnTo>
                    <a:pt x="76798" y="26518"/>
                  </a:lnTo>
                  <a:lnTo>
                    <a:pt x="72383" y="29455"/>
                  </a:lnTo>
                  <a:lnTo>
                    <a:pt x="68063" y="32530"/>
                  </a:lnTo>
                  <a:lnTo>
                    <a:pt x="63843" y="35740"/>
                  </a:lnTo>
                  <a:lnTo>
                    <a:pt x="59726" y="39083"/>
                  </a:lnTo>
                  <a:lnTo>
                    <a:pt x="55718" y="42554"/>
                  </a:lnTo>
                  <a:lnTo>
                    <a:pt x="51821" y="46151"/>
                  </a:lnTo>
                  <a:lnTo>
                    <a:pt x="48041" y="49870"/>
                  </a:lnTo>
                  <a:lnTo>
                    <a:pt x="44381" y="53706"/>
                  </a:lnTo>
                  <a:lnTo>
                    <a:pt x="40844" y="57657"/>
                  </a:lnTo>
                  <a:lnTo>
                    <a:pt x="37434" y="61718"/>
                  </a:lnTo>
                  <a:lnTo>
                    <a:pt x="34155" y="65885"/>
                  </a:lnTo>
                  <a:lnTo>
                    <a:pt x="31010" y="70154"/>
                  </a:lnTo>
                  <a:lnTo>
                    <a:pt x="28001" y="74521"/>
                  </a:lnTo>
                  <a:lnTo>
                    <a:pt x="25133" y="78981"/>
                  </a:lnTo>
                  <a:lnTo>
                    <a:pt x="22407" y="83529"/>
                  </a:lnTo>
                  <a:lnTo>
                    <a:pt x="19827" y="88162"/>
                  </a:lnTo>
                  <a:lnTo>
                    <a:pt x="17396" y="92874"/>
                  </a:lnTo>
                  <a:lnTo>
                    <a:pt x="15115" y="97661"/>
                  </a:lnTo>
                  <a:lnTo>
                    <a:pt x="12987" y="102518"/>
                  </a:lnTo>
                  <a:lnTo>
                    <a:pt x="11014" y="107440"/>
                  </a:lnTo>
                  <a:lnTo>
                    <a:pt x="9198" y="112422"/>
                  </a:lnTo>
                  <a:lnTo>
                    <a:pt x="7541" y="117459"/>
                  </a:lnTo>
                  <a:lnTo>
                    <a:pt x="6045" y="122546"/>
                  </a:lnTo>
                  <a:lnTo>
                    <a:pt x="4711" y="127679"/>
                  </a:lnTo>
                  <a:lnTo>
                    <a:pt x="3540" y="132850"/>
                  </a:lnTo>
                  <a:lnTo>
                    <a:pt x="2534" y="138057"/>
                  </a:lnTo>
                  <a:lnTo>
                    <a:pt x="1694" y="143292"/>
                  </a:lnTo>
                  <a:lnTo>
                    <a:pt x="1020" y="148552"/>
                  </a:lnTo>
                  <a:lnTo>
                    <a:pt x="513" y="153830"/>
                  </a:lnTo>
                  <a:lnTo>
                    <a:pt x="174" y="159122"/>
                  </a:lnTo>
                  <a:lnTo>
                    <a:pt x="2" y="164422"/>
                  </a:lnTo>
                  <a:lnTo>
                    <a:pt x="0" y="169725"/>
                  </a:lnTo>
                  <a:lnTo>
                    <a:pt x="165" y="175025"/>
                  </a:lnTo>
                  <a:lnTo>
                    <a:pt x="498" y="180317"/>
                  </a:lnTo>
                  <a:lnTo>
                    <a:pt x="999" y="185596"/>
                  </a:lnTo>
                  <a:lnTo>
                    <a:pt x="1667" y="190856"/>
                  </a:lnTo>
                  <a:lnTo>
                    <a:pt x="2502" y="196093"/>
                  </a:lnTo>
                  <a:lnTo>
                    <a:pt x="3502" y="201300"/>
                  </a:lnTo>
                  <a:lnTo>
                    <a:pt x="4667" y="206473"/>
                  </a:lnTo>
                  <a:lnTo>
                    <a:pt x="5995" y="211607"/>
                  </a:lnTo>
                  <a:lnTo>
                    <a:pt x="7486" y="216696"/>
                  </a:lnTo>
                  <a:lnTo>
                    <a:pt x="9137" y="221735"/>
                  </a:lnTo>
                  <a:lnTo>
                    <a:pt x="10947" y="226719"/>
                  </a:lnTo>
                  <a:lnTo>
                    <a:pt x="12915" y="231643"/>
                  </a:lnTo>
                  <a:lnTo>
                    <a:pt x="15037" y="236502"/>
                  </a:lnTo>
                  <a:lnTo>
                    <a:pt x="17313" y="241292"/>
                  </a:lnTo>
                  <a:lnTo>
                    <a:pt x="19739" y="246007"/>
                  </a:lnTo>
                  <a:lnTo>
                    <a:pt x="22314" y="250643"/>
                  </a:lnTo>
                  <a:lnTo>
                    <a:pt x="25034" y="255194"/>
                  </a:lnTo>
                  <a:lnTo>
                    <a:pt x="27898" y="259657"/>
                  </a:lnTo>
                  <a:lnTo>
                    <a:pt x="30901" y="264027"/>
                  </a:lnTo>
                  <a:lnTo>
                    <a:pt x="34042" y="268300"/>
                  </a:lnTo>
                  <a:lnTo>
                    <a:pt x="37316" y="272471"/>
                  </a:lnTo>
                  <a:lnTo>
                    <a:pt x="40722" y="276535"/>
                  </a:lnTo>
                  <a:lnTo>
                    <a:pt x="44254" y="280490"/>
                  </a:lnTo>
                  <a:lnTo>
                    <a:pt x="47910" y="284331"/>
                  </a:lnTo>
                  <a:lnTo>
                    <a:pt x="51686" y="288054"/>
                  </a:lnTo>
                  <a:lnTo>
                    <a:pt x="55578" y="291655"/>
                  </a:lnTo>
                  <a:lnTo>
                    <a:pt x="59583" y="295131"/>
                  </a:lnTo>
                  <a:lnTo>
                    <a:pt x="63695" y="298478"/>
                  </a:lnTo>
                  <a:lnTo>
                    <a:pt x="67912" y="301693"/>
                  </a:lnTo>
                  <a:lnTo>
                    <a:pt x="72229" y="304773"/>
                  </a:lnTo>
                  <a:lnTo>
                    <a:pt x="76641" y="307714"/>
                  </a:lnTo>
                  <a:lnTo>
                    <a:pt x="81144" y="310514"/>
                  </a:lnTo>
                  <a:lnTo>
                    <a:pt x="85734" y="313170"/>
                  </a:lnTo>
                  <a:lnTo>
                    <a:pt x="90406" y="315678"/>
                  </a:lnTo>
                  <a:lnTo>
                    <a:pt x="95155" y="318038"/>
                  </a:lnTo>
                  <a:lnTo>
                    <a:pt x="99976" y="320245"/>
                  </a:lnTo>
                  <a:lnTo>
                    <a:pt x="104865" y="322299"/>
                  </a:lnTo>
                  <a:lnTo>
                    <a:pt x="109816" y="324196"/>
                  </a:lnTo>
                  <a:lnTo>
                    <a:pt x="114826" y="325935"/>
                  </a:lnTo>
                  <a:lnTo>
                    <a:pt x="119888" y="327515"/>
                  </a:lnTo>
                  <a:lnTo>
                    <a:pt x="124997" y="328933"/>
                  </a:lnTo>
                  <a:lnTo>
                    <a:pt x="130149" y="330189"/>
                  </a:lnTo>
                  <a:lnTo>
                    <a:pt x="135338" y="331280"/>
                  </a:lnTo>
                  <a:lnTo>
                    <a:pt x="140559" y="332206"/>
                  </a:lnTo>
                  <a:lnTo>
                    <a:pt x="145807" y="332967"/>
                  </a:lnTo>
                  <a:lnTo>
                    <a:pt x="151076" y="333560"/>
                  </a:lnTo>
                  <a:lnTo>
                    <a:pt x="156362" y="333986"/>
                  </a:lnTo>
                  <a:lnTo>
                    <a:pt x="161658" y="334244"/>
                  </a:lnTo>
                  <a:lnTo>
                    <a:pt x="166960" y="334334"/>
                  </a:lnTo>
                  <a:lnTo>
                    <a:pt x="172262" y="334256"/>
                  </a:lnTo>
                  <a:lnTo>
                    <a:pt x="177559" y="334010"/>
                  </a:lnTo>
                  <a:lnTo>
                    <a:pt x="182846" y="333596"/>
                  </a:lnTo>
                  <a:lnTo>
                    <a:pt x="188116" y="333014"/>
                  </a:lnTo>
                  <a:lnTo>
                    <a:pt x="193366" y="332266"/>
                  </a:lnTo>
                  <a:lnTo>
                    <a:pt x="198589" y="331351"/>
                  </a:lnTo>
                  <a:lnTo>
                    <a:pt x="203781" y="330271"/>
                  </a:lnTo>
                  <a:lnTo>
                    <a:pt x="208935" y="329027"/>
                  </a:lnTo>
                  <a:lnTo>
                    <a:pt x="214048" y="327620"/>
                  </a:lnTo>
                  <a:lnTo>
                    <a:pt x="219113" y="326052"/>
                  </a:lnTo>
                  <a:lnTo>
                    <a:pt x="224127" y="324324"/>
                  </a:lnTo>
                  <a:lnTo>
                    <a:pt x="229082" y="322438"/>
                  </a:lnTo>
                  <a:lnTo>
                    <a:pt x="233976" y="320395"/>
                  </a:lnTo>
                  <a:lnTo>
                    <a:pt x="238802" y="318199"/>
                  </a:lnTo>
                  <a:lnTo>
                    <a:pt x="243556" y="315850"/>
                  </a:lnTo>
                  <a:lnTo>
                    <a:pt x="248234" y="313352"/>
                  </a:lnTo>
                  <a:lnTo>
                    <a:pt x="252829" y="310706"/>
                  </a:lnTo>
                  <a:lnTo>
                    <a:pt x="257339" y="307917"/>
                  </a:lnTo>
                  <a:lnTo>
                    <a:pt x="261757" y="304985"/>
                  </a:lnTo>
                  <a:lnTo>
                    <a:pt x="266081" y="301915"/>
                  </a:lnTo>
                  <a:lnTo>
                    <a:pt x="270305" y="298710"/>
                  </a:lnTo>
                  <a:lnTo>
                    <a:pt x="274425" y="295372"/>
                  </a:lnTo>
                  <a:lnTo>
                    <a:pt x="278437" y="291905"/>
                  </a:lnTo>
                  <a:lnTo>
                    <a:pt x="282338" y="288312"/>
                  </a:lnTo>
                  <a:lnTo>
                    <a:pt x="286122" y="284598"/>
                  </a:lnTo>
                  <a:lnTo>
                    <a:pt x="289787" y="280765"/>
                  </a:lnTo>
                  <a:lnTo>
                    <a:pt x="293328" y="276818"/>
                  </a:lnTo>
                  <a:lnTo>
                    <a:pt x="296742" y="272761"/>
                  </a:lnTo>
                  <a:lnTo>
                    <a:pt x="300026" y="268598"/>
                  </a:lnTo>
                  <a:lnTo>
                    <a:pt x="303176" y="264332"/>
                  </a:lnTo>
                  <a:lnTo>
                    <a:pt x="306190" y="259969"/>
                  </a:lnTo>
                  <a:lnTo>
                    <a:pt x="309063" y="255512"/>
                  </a:lnTo>
                  <a:lnTo>
                    <a:pt x="311794" y="250967"/>
                  </a:lnTo>
                  <a:lnTo>
                    <a:pt x="314379" y="246337"/>
                  </a:lnTo>
                  <a:lnTo>
                    <a:pt x="316816" y="241627"/>
                  </a:lnTo>
                  <a:lnTo>
                    <a:pt x="319102" y="236843"/>
                  </a:lnTo>
                  <a:lnTo>
                    <a:pt x="321235" y="231988"/>
                  </a:lnTo>
                  <a:lnTo>
                    <a:pt x="323214" y="227069"/>
                  </a:lnTo>
                  <a:lnTo>
                    <a:pt x="325035" y="222089"/>
                  </a:lnTo>
                  <a:lnTo>
                    <a:pt x="326698" y="217053"/>
                  </a:lnTo>
                  <a:lnTo>
                    <a:pt x="328200" y="211968"/>
                  </a:lnTo>
                  <a:lnTo>
                    <a:pt x="329540" y="206837"/>
                  </a:lnTo>
                  <a:lnTo>
                    <a:pt x="330716" y="201667"/>
                  </a:lnTo>
                  <a:lnTo>
                    <a:pt x="331728" y="196461"/>
                  </a:lnTo>
                  <a:lnTo>
                    <a:pt x="332574" y="191227"/>
                  </a:lnTo>
                  <a:lnTo>
                    <a:pt x="333254" y="185968"/>
                  </a:lnTo>
                  <a:lnTo>
                    <a:pt x="333767" y="180690"/>
                  </a:lnTo>
                  <a:lnTo>
                    <a:pt x="334112" y="175399"/>
                  </a:lnTo>
                  <a:lnTo>
                    <a:pt x="334289" y="170099"/>
                  </a:lnTo>
                  <a:lnTo>
                    <a:pt x="334298" y="164796"/>
                  </a:lnTo>
                  <a:lnTo>
                    <a:pt x="334139" y="159496"/>
                  </a:lnTo>
                  <a:lnTo>
                    <a:pt x="333811" y="154204"/>
                  </a:lnTo>
                  <a:lnTo>
                    <a:pt x="333316" y="148924"/>
                  </a:lnTo>
                  <a:lnTo>
                    <a:pt x="332654" y="143663"/>
                  </a:lnTo>
                  <a:lnTo>
                    <a:pt x="331825" y="138425"/>
                  </a:lnTo>
                  <a:lnTo>
                    <a:pt x="330831" y="133217"/>
                  </a:lnTo>
                  <a:lnTo>
                    <a:pt x="329672" y="128042"/>
                  </a:lnTo>
                  <a:lnTo>
                    <a:pt x="328349" y="122907"/>
                  </a:lnTo>
                  <a:lnTo>
                    <a:pt x="326864" y="117817"/>
                  </a:lnTo>
                  <a:lnTo>
                    <a:pt x="325219" y="112776"/>
                  </a:lnTo>
                  <a:lnTo>
                    <a:pt x="323414" y="107790"/>
                  </a:lnTo>
                  <a:lnTo>
                    <a:pt x="321452" y="102863"/>
                  </a:lnTo>
                  <a:lnTo>
                    <a:pt x="319335" y="98002"/>
                  </a:lnTo>
                  <a:lnTo>
                    <a:pt x="317065" y="93210"/>
                  </a:lnTo>
                  <a:lnTo>
                    <a:pt x="314644" y="88492"/>
                  </a:lnTo>
                  <a:lnTo>
                    <a:pt x="312074" y="83854"/>
                  </a:lnTo>
                  <a:lnTo>
                    <a:pt x="309359" y="79299"/>
                  </a:lnTo>
                  <a:lnTo>
                    <a:pt x="306501" y="74833"/>
                  </a:lnTo>
                  <a:lnTo>
                    <a:pt x="303502" y="70459"/>
                  </a:lnTo>
                  <a:lnTo>
                    <a:pt x="300366" y="66183"/>
                  </a:lnTo>
                  <a:lnTo>
                    <a:pt x="297096" y="62009"/>
                  </a:lnTo>
                  <a:lnTo>
                    <a:pt x="293696" y="57940"/>
                  </a:lnTo>
                  <a:lnTo>
                    <a:pt x="290168" y="53981"/>
                  </a:lnTo>
                  <a:lnTo>
                    <a:pt x="286516" y="50136"/>
                  </a:lnTo>
                  <a:lnTo>
                    <a:pt x="282744" y="46409"/>
                  </a:lnTo>
                  <a:lnTo>
                    <a:pt x="278856" y="42804"/>
                  </a:lnTo>
                  <a:lnTo>
                    <a:pt x="274855" y="39323"/>
                  </a:lnTo>
                  <a:lnTo>
                    <a:pt x="270746" y="35972"/>
                  </a:lnTo>
                  <a:lnTo>
                    <a:pt x="266533" y="32752"/>
                  </a:lnTo>
                  <a:lnTo>
                    <a:pt x="262220" y="29667"/>
                  </a:lnTo>
                  <a:lnTo>
                    <a:pt x="257811" y="26721"/>
                  </a:lnTo>
                  <a:lnTo>
                    <a:pt x="253311" y="23916"/>
                  </a:lnTo>
                  <a:lnTo>
                    <a:pt x="248724" y="21255"/>
                  </a:lnTo>
                  <a:lnTo>
                    <a:pt x="244055" y="18741"/>
                  </a:lnTo>
                  <a:lnTo>
                    <a:pt x="239309" y="16377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021039" y="1338949"/>
              <a:ext cx="72161" cy="150790"/>
            </a:xfrm>
            <a:custGeom>
              <a:avLst/>
              <a:pathLst>
                <a:path w="72161" h="150790">
                  <a:moveTo>
                    <a:pt x="72161" y="0"/>
                  </a:moveTo>
                  <a:lnTo>
                    <a:pt x="0" y="1507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021039" y="1338949"/>
              <a:ext cx="72161" cy="150790"/>
            </a:xfrm>
            <a:custGeom>
              <a:avLst/>
              <a:pathLst>
                <a:path w="72161" h="150790">
                  <a:moveTo>
                    <a:pt x="72161" y="0"/>
                  </a:moveTo>
                  <a:lnTo>
                    <a:pt x="0" y="1507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38949"/>
              <a:ext cx="72161" cy="150790"/>
            </a:xfrm>
            <a:custGeom>
              <a:avLst/>
              <a:pathLst>
                <a:path w="72161" h="150790">
                  <a:moveTo>
                    <a:pt x="72161" y="0"/>
                  </a:moveTo>
                  <a:lnTo>
                    <a:pt x="0" y="1507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38949"/>
              <a:ext cx="72161" cy="150790"/>
            </a:xfrm>
            <a:custGeom>
              <a:avLst/>
              <a:pathLst>
                <a:path w="72161" h="150790">
                  <a:moveTo>
                    <a:pt x="72161" y="0"/>
                  </a:moveTo>
                  <a:lnTo>
                    <a:pt x="0" y="15079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38949"/>
              <a:ext cx="72161" cy="150790"/>
            </a:xfrm>
            <a:custGeom>
              <a:avLst/>
              <a:pathLst>
                <a:path w="72161" h="150790">
                  <a:moveTo>
                    <a:pt x="72161" y="0"/>
                  </a:moveTo>
                  <a:lnTo>
                    <a:pt x="0" y="15079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38949"/>
              <a:ext cx="72161" cy="150790"/>
            </a:xfrm>
            <a:custGeom>
              <a:avLst/>
              <a:pathLst>
                <a:path w="72161" h="150790">
                  <a:moveTo>
                    <a:pt x="72161" y="0"/>
                  </a:moveTo>
                  <a:lnTo>
                    <a:pt x="0" y="1507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38949"/>
              <a:ext cx="72161" cy="150790"/>
            </a:xfrm>
            <a:custGeom>
              <a:avLst/>
              <a:pathLst>
                <a:path w="72161" h="150790">
                  <a:moveTo>
                    <a:pt x="72161" y="0"/>
                  </a:moveTo>
                  <a:lnTo>
                    <a:pt x="0" y="1507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38949"/>
              <a:ext cx="72161" cy="150790"/>
            </a:xfrm>
            <a:custGeom>
              <a:avLst/>
              <a:pathLst>
                <a:path w="72161" h="150790">
                  <a:moveTo>
                    <a:pt x="72161" y="0"/>
                  </a:moveTo>
                  <a:lnTo>
                    <a:pt x="0" y="1507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38949"/>
              <a:ext cx="72161" cy="150790"/>
            </a:xfrm>
            <a:custGeom>
              <a:avLst/>
              <a:pathLst>
                <a:path w="72161" h="150790">
                  <a:moveTo>
                    <a:pt x="72161" y="0"/>
                  </a:moveTo>
                  <a:lnTo>
                    <a:pt x="0" y="1507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38949"/>
              <a:ext cx="72161" cy="150790"/>
            </a:xfrm>
            <a:custGeom>
              <a:avLst/>
              <a:pathLst>
                <a:path w="72161" h="150790">
                  <a:moveTo>
                    <a:pt x="72161" y="0"/>
                  </a:moveTo>
                  <a:lnTo>
                    <a:pt x="0" y="1507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38949"/>
              <a:ext cx="72161" cy="150790"/>
            </a:xfrm>
            <a:custGeom>
              <a:avLst/>
              <a:pathLst>
                <a:path w="72161" h="150790">
                  <a:moveTo>
                    <a:pt x="72161" y="0"/>
                  </a:moveTo>
                  <a:lnTo>
                    <a:pt x="0" y="1507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38949"/>
              <a:ext cx="72161" cy="150790"/>
            </a:xfrm>
            <a:custGeom>
              <a:avLst/>
              <a:pathLst>
                <a:path w="72161" h="150790">
                  <a:moveTo>
                    <a:pt x="72161" y="0"/>
                  </a:moveTo>
                  <a:lnTo>
                    <a:pt x="0" y="15079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38949"/>
              <a:ext cx="72161" cy="150790"/>
            </a:xfrm>
            <a:custGeom>
              <a:avLst/>
              <a:pathLst>
                <a:path w="72161" h="150790">
                  <a:moveTo>
                    <a:pt x="72161" y="0"/>
                  </a:moveTo>
                  <a:lnTo>
                    <a:pt x="0" y="1507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38949"/>
              <a:ext cx="72161" cy="150790"/>
            </a:xfrm>
            <a:custGeom>
              <a:avLst/>
              <a:pathLst>
                <a:path w="72161" h="150790">
                  <a:moveTo>
                    <a:pt x="72161" y="0"/>
                  </a:moveTo>
                  <a:lnTo>
                    <a:pt x="0" y="1507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38949"/>
              <a:ext cx="72161" cy="150790"/>
            </a:xfrm>
            <a:custGeom>
              <a:avLst/>
              <a:pathLst>
                <a:path w="72161" h="150790">
                  <a:moveTo>
                    <a:pt x="72161" y="0"/>
                  </a:moveTo>
                  <a:lnTo>
                    <a:pt x="0" y="1507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38949"/>
              <a:ext cx="72161" cy="150790"/>
            </a:xfrm>
            <a:custGeom>
              <a:avLst/>
              <a:pathLst>
                <a:path w="72161" h="150790">
                  <a:moveTo>
                    <a:pt x="72161" y="0"/>
                  </a:moveTo>
                  <a:lnTo>
                    <a:pt x="0" y="1507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38949"/>
              <a:ext cx="72161" cy="150790"/>
            </a:xfrm>
            <a:custGeom>
              <a:avLst/>
              <a:pathLst>
                <a:path w="72161" h="150790">
                  <a:moveTo>
                    <a:pt x="72161" y="0"/>
                  </a:moveTo>
                  <a:lnTo>
                    <a:pt x="0" y="1507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38949"/>
              <a:ext cx="72161" cy="150790"/>
            </a:xfrm>
            <a:custGeom>
              <a:avLst/>
              <a:pathLst>
                <a:path w="72161" h="150790">
                  <a:moveTo>
                    <a:pt x="72161" y="0"/>
                  </a:moveTo>
                  <a:lnTo>
                    <a:pt x="0" y="1507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38949"/>
              <a:ext cx="72161" cy="150790"/>
            </a:xfrm>
            <a:custGeom>
              <a:avLst/>
              <a:pathLst>
                <a:path w="72161" h="150790">
                  <a:moveTo>
                    <a:pt x="72161" y="0"/>
                  </a:moveTo>
                  <a:lnTo>
                    <a:pt x="0" y="1507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38949"/>
              <a:ext cx="72161" cy="150790"/>
            </a:xfrm>
            <a:custGeom>
              <a:avLst/>
              <a:pathLst>
                <a:path w="72161" h="150790">
                  <a:moveTo>
                    <a:pt x="72161" y="0"/>
                  </a:moveTo>
                  <a:lnTo>
                    <a:pt x="0" y="1507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38949"/>
              <a:ext cx="72161" cy="150790"/>
            </a:xfrm>
            <a:custGeom>
              <a:avLst/>
              <a:pathLst>
                <a:path w="72161" h="150790">
                  <a:moveTo>
                    <a:pt x="72161" y="0"/>
                  </a:moveTo>
                  <a:lnTo>
                    <a:pt x="0" y="1507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38949"/>
              <a:ext cx="72161" cy="150790"/>
            </a:xfrm>
            <a:custGeom>
              <a:avLst/>
              <a:pathLst>
                <a:path w="72161" h="150790">
                  <a:moveTo>
                    <a:pt x="72161" y="0"/>
                  </a:moveTo>
                  <a:lnTo>
                    <a:pt x="0" y="1507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22571"/>
              <a:ext cx="72161" cy="167167"/>
            </a:xfrm>
            <a:custGeom>
              <a:avLst/>
              <a:pathLst>
                <a:path w="72161" h="167167">
                  <a:moveTo>
                    <a:pt x="72161" y="16377"/>
                  </a:moveTo>
                  <a:lnTo>
                    <a:pt x="66942" y="13989"/>
                  </a:lnTo>
                  <a:lnTo>
                    <a:pt x="61645" y="11781"/>
                  </a:lnTo>
                  <a:lnTo>
                    <a:pt x="56274" y="9756"/>
                  </a:lnTo>
                  <a:lnTo>
                    <a:pt x="50838" y="7917"/>
                  </a:lnTo>
                  <a:lnTo>
                    <a:pt x="45341" y="6266"/>
                  </a:lnTo>
                  <a:lnTo>
                    <a:pt x="39791" y="4804"/>
                  </a:lnTo>
                  <a:lnTo>
                    <a:pt x="34194" y="3534"/>
                  </a:lnTo>
                  <a:lnTo>
                    <a:pt x="28557" y="2457"/>
                  </a:lnTo>
                  <a:lnTo>
                    <a:pt x="22886" y="1574"/>
                  </a:lnTo>
                  <a:lnTo>
                    <a:pt x="17188" y="886"/>
                  </a:lnTo>
                  <a:lnTo>
                    <a:pt x="11470" y="393"/>
                  </a:lnTo>
                  <a:lnTo>
                    <a:pt x="5738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378109" y="1071028"/>
              <a:ext cx="334302" cy="334334"/>
            </a:xfrm>
            <a:custGeom>
              <a:avLst/>
              <a:pathLst>
                <a:path w="334302" h="334334">
                  <a:moveTo>
                    <a:pt x="167148" y="0"/>
                  </a:moveTo>
                  <a:lnTo>
                    <a:pt x="161841" y="84"/>
                  </a:lnTo>
                  <a:lnTo>
                    <a:pt x="156539" y="336"/>
                  </a:lnTo>
                  <a:lnTo>
                    <a:pt x="151248" y="757"/>
                  </a:lnTo>
                  <a:lnTo>
                    <a:pt x="145973" y="1346"/>
                  </a:lnTo>
                  <a:lnTo>
                    <a:pt x="140719" y="2102"/>
                  </a:lnTo>
                  <a:lnTo>
                    <a:pt x="135492" y="3024"/>
                  </a:lnTo>
                  <a:lnTo>
                    <a:pt x="130297" y="4112"/>
                  </a:lnTo>
                  <a:lnTo>
                    <a:pt x="125139" y="5364"/>
                  </a:lnTo>
                  <a:lnTo>
                    <a:pt x="120023" y="6780"/>
                  </a:lnTo>
                  <a:lnTo>
                    <a:pt x="114955" y="8357"/>
                  </a:lnTo>
                  <a:lnTo>
                    <a:pt x="109939" y="10094"/>
                  </a:lnTo>
                  <a:lnTo>
                    <a:pt x="104981" y="11989"/>
                  </a:lnTo>
                  <a:lnTo>
                    <a:pt x="100086" y="14041"/>
                  </a:lnTo>
                  <a:lnTo>
                    <a:pt x="95258" y="16247"/>
                  </a:lnTo>
                  <a:lnTo>
                    <a:pt x="90503" y="18606"/>
                  </a:lnTo>
                  <a:lnTo>
                    <a:pt x="85825" y="21114"/>
                  </a:lnTo>
                  <a:lnTo>
                    <a:pt x="81229" y="23770"/>
                  </a:lnTo>
                  <a:lnTo>
                    <a:pt x="76720" y="26570"/>
                  </a:lnTo>
                  <a:lnTo>
                    <a:pt x="72302" y="29511"/>
                  </a:lnTo>
                  <a:lnTo>
                    <a:pt x="67979" y="32592"/>
                  </a:lnTo>
                  <a:lnTo>
                    <a:pt x="63757" y="35808"/>
                  </a:lnTo>
                  <a:lnTo>
                    <a:pt x="59638" y="39157"/>
                  </a:lnTo>
                  <a:lnTo>
                    <a:pt x="55628" y="42635"/>
                  </a:lnTo>
                  <a:lnTo>
                    <a:pt x="51731" y="46238"/>
                  </a:lnTo>
                  <a:lnTo>
                    <a:pt x="47950" y="49963"/>
                  </a:lnTo>
                  <a:lnTo>
                    <a:pt x="44289" y="53807"/>
                  </a:lnTo>
                  <a:lnTo>
                    <a:pt x="40752" y="57765"/>
                  </a:lnTo>
                  <a:lnTo>
                    <a:pt x="37342" y="61833"/>
                  </a:lnTo>
                  <a:lnTo>
                    <a:pt x="34064" y="66007"/>
                  </a:lnTo>
                  <a:lnTo>
                    <a:pt x="30919" y="70283"/>
                  </a:lnTo>
                  <a:lnTo>
                    <a:pt x="27912" y="74657"/>
                  </a:lnTo>
                  <a:lnTo>
                    <a:pt x="25045" y="79124"/>
                  </a:lnTo>
                  <a:lnTo>
                    <a:pt x="22321" y="83680"/>
                  </a:lnTo>
                  <a:lnTo>
                    <a:pt x="19744" y="88320"/>
                  </a:lnTo>
                  <a:lnTo>
                    <a:pt x="17315" y="93039"/>
                  </a:lnTo>
                  <a:lnTo>
                    <a:pt x="15037" y="97834"/>
                  </a:lnTo>
                  <a:lnTo>
                    <a:pt x="12913" y="102698"/>
                  </a:lnTo>
                  <a:lnTo>
                    <a:pt x="10944" y="107627"/>
                  </a:lnTo>
                  <a:lnTo>
                    <a:pt x="9132" y="112616"/>
                  </a:lnTo>
                  <a:lnTo>
                    <a:pt x="7480" y="117661"/>
                  </a:lnTo>
                  <a:lnTo>
                    <a:pt x="5989" y="122755"/>
                  </a:lnTo>
                  <a:lnTo>
                    <a:pt x="4660" y="127894"/>
                  </a:lnTo>
                  <a:lnTo>
                    <a:pt x="3495" y="133072"/>
                  </a:lnTo>
                  <a:lnTo>
                    <a:pt x="2495" y="138285"/>
                  </a:lnTo>
                  <a:lnTo>
                    <a:pt x="1661" y="143527"/>
                  </a:lnTo>
                  <a:lnTo>
                    <a:pt x="994" y="148793"/>
                  </a:lnTo>
                  <a:lnTo>
                    <a:pt x="494" y="154077"/>
                  </a:lnTo>
                  <a:lnTo>
                    <a:pt x="163" y="159375"/>
                  </a:lnTo>
                  <a:lnTo>
                    <a:pt x="0" y="164680"/>
                  </a:lnTo>
                  <a:lnTo>
                    <a:pt x="5" y="169988"/>
                  </a:lnTo>
                  <a:lnTo>
                    <a:pt x="179" y="175293"/>
                  </a:lnTo>
                  <a:lnTo>
                    <a:pt x="521" y="180590"/>
                  </a:lnTo>
                  <a:lnTo>
                    <a:pt x="1031" y="185873"/>
                  </a:lnTo>
                  <a:lnTo>
                    <a:pt x="1709" y="191138"/>
                  </a:lnTo>
                  <a:lnTo>
                    <a:pt x="2553" y="196378"/>
                  </a:lnTo>
                  <a:lnTo>
                    <a:pt x="3563" y="201589"/>
                  </a:lnTo>
                  <a:lnTo>
                    <a:pt x="4739" y="206765"/>
                  </a:lnTo>
                  <a:lnTo>
                    <a:pt x="6078" y="211902"/>
                  </a:lnTo>
                  <a:lnTo>
                    <a:pt x="7579" y="216993"/>
                  </a:lnTo>
                  <a:lnTo>
                    <a:pt x="9241" y="222034"/>
                  </a:lnTo>
                  <a:lnTo>
                    <a:pt x="11063" y="227019"/>
                  </a:lnTo>
                  <a:lnTo>
                    <a:pt x="13042" y="231944"/>
                  </a:lnTo>
                  <a:lnTo>
                    <a:pt x="15176" y="236804"/>
                  </a:lnTo>
                  <a:lnTo>
                    <a:pt x="17464" y="241594"/>
                  </a:lnTo>
                  <a:lnTo>
                    <a:pt x="19902" y="246309"/>
                  </a:lnTo>
                  <a:lnTo>
                    <a:pt x="22489" y="250944"/>
                  </a:lnTo>
                  <a:lnTo>
                    <a:pt x="25221" y="255494"/>
                  </a:lnTo>
                  <a:lnTo>
                    <a:pt x="28097" y="259956"/>
                  </a:lnTo>
                  <a:lnTo>
                    <a:pt x="31113" y="264323"/>
                  </a:lnTo>
                  <a:lnTo>
                    <a:pt x="34266" y="268593"/>
                  </a:lnTo>
                  <a:lnTo>
                    <a:pt x="37553" y="272761"/>
                  </a:lnTo>
                  <a:lnTo>
                    <a:pt x="40971" y="276822"/>
                  </a:lnTo>
                  <a:lnTo>
                    <a:pt x="44516" y="280773"/>
                  </a:lnTo>
                  <a:lnTo>
                    <a:pt x="48185" y="284609"/>
                  </a:lnTo>
                  <a:lnTo>
                    <a:pt x="51973" y="288326"/>
                  </a:lnTo>
                  <a:lnTo>
                    <a:pt x="55878" y="291922"/>
                  </a:lnTo>
                  <a:lnTo>
                    <a:pt x="59895" y="295392"/>
                  </a:lnTo>
                  <a:lnTo>
                    <a:pt x="64020" y="298732"/>
                  </a:lnTo>
                  <a:lnTo>
                    <a:pt x="68249" y="301940"/>
                  </a:lnTo>
                  <a:lnTo>
                    <a:pt x="72577" y="305012"/>
                  </a:lnTo>
                  <a:lnTo>
                    <a:pt x="77001" y="307945"/>
                  </a:lnTo>
                  <a:lnTo>
                    <a:pt x="81516" y="310736"/>
                  </a:lnTo>
                  <a:lnTo>
                    <a:pt x="86117" y="313382"/>
                  </a:lnTo>
                  <a:lnTo>
                    <a:pt x="90800" y="315881"/>
                  </a:lnTo>
                  <a:lnTo>
                    <a:pt x="95560" y="318230"/>
                  </a:lnTo>
                  <a:lnTo>
                    <a:pt x="100392" y="320427"/>
                  </a:lnTo>
                  <a:lnTo>
                    <a:pt x="105292" y="322469"/>
                  </a:lnTo>
                  <a:lnTo>
                    <a:pt x="110253" y="324354"/>
                  </a:lnTo>
                  <a:lnTo>
                    <a:pt x="115272" y="326081"/>
                  </a:lnTo>
                  <a:lnTo>
                    <a:pt x="120344" y="327648"/>
                  </a:lnTo>
                  <a:lnTo>
                    <a:pt x="125462" y="329053"/>
                  </a:lnTo>
                  <a:lnTo>
                    <a:pt x="130623" y="330295"/>
                  </a:lnTo>
                  <a:lnTo>
                    <a:pt x="135820" y="331373"/>
                  </a:lnTo>
                  <a:lnTo>
                    <a:pt x="141049" y="332284"/>
                  </a:lnTo>
                  <a:lnTo>
                    <a:pt x="146305" y="333030"/>
                  </a:lnTo>
                  <a:lnTo>
                    <a:pt x="151581" y="333608"/>
                  </a:lnTo>
                  <a:lnTo>
                    <a:pt x="156873" y="334018"/>
                  </a:lnTo>
                  <a:lnTo>
                    <a:pt x="162176" y="334260"/>
                  </a:lnTo>
                  <a:lnTo>
                    <a:pt x="167483" y="334334"/>
                  </a:lnTo>
                  <a:lnTo>
                    <a:pt x="172790" y="334239"/>
                  </a:lnTo>
                  <a:lnTo>
                    <a:pt x="178091" y="333976"/>
                  </a:lnTo>
                  <a:lnTo>
                    <a:pt x="183382" y="333544"/>
                  </a:lnTo>
                  <a:lnTo>
                    <a:pt x="188656" y="332945"/>
                  </a:lnTo>
                  <a:lnTo>
                    <a:pt x="193908" y="332179"/>
                  </a:lnTo>
                  <a:lnTo>
                    <a:pt x="199133" y="331246"/>
                  </a:lnTo>
                  <a:lnTo>
                    <a:pt x="204326" y="330148"/>
                  </a:lnTo>
                  <a:lnTo>
                    <a:pt x="209482" y="328885"/>
                  </a:lnTo>
                  <a:lnTo>
                    <a:pt x="214595" y="327460"/>
                  </a:lnTo>
                  <a:lnTo>
                    <a:pt x="219660" y="325873"/>
                  </a:lnTo>
                  <a:lnTo>
                    <a:pt x="224672" y="324125"/>
                  </a:lnTo>
                  <a:lnTo>
                    <a:pt x="229626" y="322220"/>
                  </a:lnTo>
                  <a:lnTo>
                    <a:pt x="234517" y="320158"/>
                  </a:lnTo>
                  <a:lnTo>
                    <a:pt x="239341" y="317942"/>
                  </a:lnTo>
                  <a:lnTo>
                    <a:pt x="244091" y="315574"/>
                  </a:lnTo>
                  <a:lnTo>
                    <a:pt x="248764" y="313057"/>
                  </a:lnTo>
                  <a:lnTo>
                    <a:pt x="253355" y="310392"/>
                  </a:lnTo>
                  <a:lnTo>
                    <a:pt x="257858" y="307583"/>
                  </a:lnTo>
                  <a:lnTo>
                    <a:pt x="262271" y="304632"/>
                  </a:lnTo>
                  <a:lnTo>
                    <a:pt x="266587" y="301543"/>
                  </a:lnTo>
                  <a:lnTo>
                    <a:pt x="270803" y="298318"/>
                  </a:lnTo>
                  <a:lnTo>
                    <a:pt x="274914" y="294961"/>
                  </a:lnTo>
                  <a:lnTo>
                    <a:pt x="278917" y="291476"/>
                  </a:lnTo>
                  <a:lnTo>
                    <a:pt x="282808" y="287865"/>
                  </a:lnTo>
                  <a:lnTo>
                    <a:pt x="286581" y="284132"/>
                  </a:lnTo>
                  <a:lnTo>
                    <a:pt x="290234" y="280281"/>
                  </a:lnTo>
                  <a:lnTo>
                    <a:pt x="293764" y="276316"/>
                  </a:lnTo>
                  <a:lnTo>
                    <a:pt x="297165" y="272241"/>
                  </a:lnTo>
                  <a:lnTo>
                    <a:pt x="300435" y="268061"/>
                  </a:lnTo>
                  <a:lnTo>
                    <a:pt x="303571" y="263778"/>
                  </a:lnTo>
                  <a:lnTo>
                    <a:pt x="306570" y="259398"/>
                  </a:lnTo>
                  <a:lnTo>
                    <a:pt x="309428" y="254925"/>
                  </a:lnTo>
                  <a:lnTo>
                    <a:pt x="312142" y="250364"/>
                  </a:lnTo>
                  <a:lnTo>
                    <a:pt x="314710" y="245719"/>
                  </a:lnTo>
                  <a:lnTo>
                    <a:pt x="317130" y="240994"/>
                  </a:lnTo>
                  <a:lnTo>
                    <a:pt x="319398" y="236196"/>
                  </a:lnTo>
                  <a:lnTo>
                    <a:pt x="321513" y="231327"/>
                  </a:lnTo>
                  <a:lnTo>
                    <a:pt x="323472" y="226394"/>
                  </a:lnTo>
                  <a:lnTo>
                    <a:pt x="325274" y="221401"/>
                  </a:lnTo>
                  <a:lnTo>
                    <a:pt x="326916" y="216354"/>
                  </a:lnTo>
                  <a:lnTo>
                    <a:pt x="328397" y="211257"/>
                  </a:lnTo>
                  <a:lnTo>
                    <a:pt x="329715" y="206115"/>
                  </a:lnTo>
                  <a:lnTo>
                    <a:pt x="330870" y="200934"/>
                  </a:lnTo>
                  <a:lnTo>
                    <a:pt x="331859" y="195719"/>
                  </a:lnTo>
                  <a:lnTo>
                    <a:pt x="332683" y="190476"/>
                  </a:lnTo>
                  <a:lnTo>
                    <a:pt x="333339" y="185209"/>
                  </a:lnTo>
                  <a:lnTo>
                    <a:pt x="333828" y="179923"/>
                  </a:lnTo>
                  <a:lnTo>
                    <a:pt x="334149" y="174625"/>
                  </a:lnTo>
                  <a:lnTo>
                    <a:pt x="334302" y="169319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545258" y="1238196"/>
              <a:ext cx="167153" cy="2152"/>
            </a:xfrm>
            <a:custGeom>
              <a:avLst/>
              <a:pathLst>
                <a:path w="167153" h="2152">
                  <a:moveTo>
                    <a:pt x="167153" y="21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238196"/>
              <a:ext cx="167153" cy="2152"/>
            </a:xfrm>
            <a:custGeom>
              <a:avLst/>
              <a:pathLst>
                <a:path w="167153" h="2152">
                  <a:moveTo>
                    <a:pt x="167153" y="21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238196"/>
              <a:ext cx="167153" cy="2152"/>
            </a:xfrm>
            <a:custGeom>
              <a:avLst/>
              <a:pathLst>
                <a:path w="167153" h="2152">
                  <a:moveTo>
                    <a:pt x="167153" y="21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238196"/>
              <a:ext cx="167153" cy="2152"/>
            </a:xfrm>
            <a:custGeom>
              <a:avLst/>
              <a:pathLst>
                <a:path w="167153" h="2152">
                  <a:moveTo>
                    <a:pt x="167153" y="21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238196"/>
              <a:ext cx="167153" cy="2152"/>
            </a:xfrm>
            <a:custGeom>
              <a:avLst/>
              <a:pathLst>
                <a:path w="167153" h="2152">
                  <a:moveTo>
                    <a:pt x="167153" y="21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238196"/>
              <a:ext cx="167153" cy="2152"/>
            </a:xfrm>
            <a:custGeom>
              <a:avLst/>
              <a:pathLst>
                <a:path w="167153" h="2152">
                  <a:moveTo>
                    <a:pt x="167153" y="21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238196"/>
              <a:ext cx="167153" cy="2152"/>
            </a:xfrm>
            <a:custGeom>
              <a:avLst/>
              <a:pathLst>
                <a:path w="167153" h="2152">
                  <a:moveTo>
                    <a:pt x="167153" y="21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238196"/>
              <a:ext cx="167153" cy="2152"/>
            </a:xfrm>
            <a:custGeom>
              <a:avLst/>
              <a:pathLst>
                <a:path w="167153" h="2152">
                  <a:moveTo>
                    <a:pt x="167153" y="21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238196"/>
              <a:ext cx="167153" cy="2152"/>
            </a:xfrm>
            <a:custGeom>
              <a:avLst/>
              <a:pathLst>
                <a:path w="167153" h="2152">
                  <a:moveTo>
                    <a:pt x="167153" y="21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238196"/>
              <a:ext cx="167153" cy="2152"/>
            </a:xfrm>
            <a:custGeom>
              <a:avLst/>
              <a:pathLst>
                <a:path w="167153" h="2152">
                  <a:moveTo>
                    <a:pt x="167153" y="21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238196"/>
              <a:ext cx="167153" cy="2152"/>
            </a:xfrm>
            <a:custGeom>
              <a:avLst/>
              <a:pathLst>
                <a:path w="167153" h="2152">
                  <a:moveTo>
                    <a:pt x="167153" y="21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238196"/>
              <a:ext cx="167153" cy="2152"/>
            </a:xfrm>
            <a:custGeom>
              <a:avLst/>
              <a:pathLst>
                <a:path w="167153" h="2152">
                  <a:moveTo>
                    <a:pt x="167153" y="21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238196"/>
              <a:ext cx="167153" cy="2152"/>
            </a:xfrm>
            <a:custGeom>
              <a:avLst/>
              <a:pathLst>
                <a:path w="167153" h="2152">
                  <a:moveTo>
                    <a:pt x="167153" y="21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238196"/>
              <a:ext cx="167153" cy="2152"/>
            </a:xfrm>
            <a:custGeom>
              <a:avLst/>
              <a:pathLst>
                <a:path w="167153" h="2152">
                  <a:moveTo>
                    <a:pt x="167153" y="21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238196"/>
              <a:ext cx="167153" cy="2152"/>
            </a:xfrm>
            <a:custGeom>
              <a:avLst/>
              <a:pathLst>
                <a:path w="167153" h="2152">
                  <a:moveTo>
                    <a:pt x="167153" y="21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238196"/>
              <a:ext cx="167153" cy="2152"/>
            </a:xfrm>
            <a:custGeom>
              <a:avLst/>
              <a:pathLst>
                <a:path w="167153" h="2152">
                  <a:moveTo>
                    <a:pt x="167153" y="21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238196"/>
              <a:ext cx="167153" cy="2152"/>
            </a:xfrm>
            <a:custGeom>
              <a:avLst/>
              <a:pathLst>
                <a:path w="167153" h="2152">
                  <a:moveTo>
                    <a:pt x="167153" y="21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238196"/>
              <a:ext cx="167153" cy="2152"/>
            </a:xfrm>
            <a:custGeom>
              <a:avLst/>
              <a:pathLst>
                <a:path w="167153" h="2152">
                  <a:moveTo>
                    <a:pt x="167153" y="21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238196"/>
              <a:ext cx="167153" cy="2152"/>
            </a:xfrm>
            <a:custGeom>
              <a:avLst/>
              <a:pathLst>
                <a:path w="167153" h="2152">
                  <a:moveTo>
                    <a:pt x="167153" y="21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238196"/>
              <a:ext cx="167153" cy="2152"/>
            </a:xfrm>
            <a:custGeom>
              <a:avLst/>
              <a:pathLst>
                <a:path w="167153" h="2152">
                  <a:moveTo>
                    <a:pt x="167153" y="21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236044"/>
              <a:ext cx="167153" cy="4304"/>
            </a:xfrm>
            <a:custGeom>
              <a:avLst/>
              <a:pathLst>
                <a:path w="167153" h="4304">
                  <a:moveTo>
                    <a:pt x="167153" y="4304"/>
                  </a:moveTo>
                  <a:lnTo>
                    <a:pt x="167153" y="0"/>
                  </a:lnTo>
                  <a:lnTo>
                    <a:pt x="0" y="21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071028"/>
              <a:ext cx="167153" cy="167167"/>
            </a:xfrm>
            <a:custGeom>
              <a:avLst/>
              <a:pathLst>
                <a:path w="167153" h="167167">
                  <a:moveTo>
                    <a:pt x="167153" y="165015"/>
                  </a:moveTo>
                  <a:lnTo>
                    <a:pt x="166995" y="159591"/>
                  </a:lnTo>
                  <a:lnTo>
                    <a:pt x="166661" y="154176"/>
                  </a:lnTo>
                  <a:lnTo>
                    <a:pt x="166152" y="148775"/>
                  </a:lnTo>
                  <a:lnTo>
                    <a:pt x="165468" y="143393"/>
                  </a:lnTo>
                  <a:lnTo>
                    <a:pt x="164609" y="138036"/>
                  </a:lnTo>
                  <a:lnTo>
                    <a:pt x="163577" y="132709"/>
                  </a:lnTo>
                  <a:lnTo>
                    <a:pt x="162373" y="127419"/>
                  </a:lnTo>
                  <a:lnTo>
                    <a:pt x="160997" y="122171"/>
                  </a:lnTo>
                  <a:lnTo>
                    <a:pt x="159452" y="116970"/>
                  </a:lnTo>
                  <a:lnTo>
                    <a:pt x="157739" y="111822"/>
                  </a:lnTo>
                  <a:lnTo>
                    <a:pt x="155860" y="106732"/>
                  </a:lnTo>
                  <a:lnTo>
                    <a:pt x="153817" y="101706"/>
                  </a:lnTo>
                  <a:lnTo>
                    <a:pt x="151612" y="96749"/>
                  </a:lnTo>
                  <a:lnTo>
                    <a:pt x="149247" y="91866"/>
                  </a:lnTo>
                  <a:lnTo>
                    <a:pt x="146725" y="87063"/>
                  </a:lnTo>
                  <a:lnTo>
                    <a:pt x="144048" y="82344"/>
                  </a:lnTo>
                  <a:lnTo>
                    <a:pt x="141220" y="77714"/>
                  </a:lnTo>
                  <a:lnTo>
                    <a:pt x="138242" y="73178"/>
                  </a:lnTo>
                  <a:lnTo>
                    <a:pt x="135119" y="68742"/>
                  </a:lnTo>
                  <a:lnTo>
                    <a:pt x="131854" y="64409"/>
                  </a:lnTo>
                  <a:lnTo>
                    <a:pt x="128450" y="60184"/>
                  </a:lnTo>
                  <a:lnTo>
                    <a:pt x="124911" y="56072"/>
                  </a:lnTo>
                  <a:lnTo>
                    <a:pt x="121240" y="52077"/>
                  </a:lnTo>
                  <a:lnTo>
                    <a:pt x="117441" y="48203"/>
                  </a:lnTo>
                  <a:lnTo>
                    <a:pt x="113519" y="44455"/>
                  </a:lnTo>
                  <a:lnTo>
                    <a:pt x="109477" y="40836"/>
                  </a:lnTo>
                  <a:lnTo>
                    <a:pt x="105320" y="37349"/>
                  </a:lnTo>
                  <a:lnTo>
                    <a:pt x="101052" y="34000"/>
                  </a:lnTo>
                  <a:lnTo>
                    <a:pt x="96677" y="30791"/>
                  </a:lnTo>
                  <a:lnTo>
                    <a:pt x="92201" y="27725"/>
                  </a:lnTo>
                  <a:lnTo>
                    <a:pt x="87627" y="24807"/>
                  </a:lnTo>
                  <a:lnTo>
                    <a:pt x="82961" y="22038"/>
                  </a:lnTo>
                  <a:lnTo>
                    <a:pt x="78208" y="19423"/>
                  </a:lnTo>
                  <a:lnTo>
                    <a:pt x="73372" y="16962"/>
                  </a:lnTo>
                  <a:lnTo>
                    <a:pt x="68459" y="14661"/>
                  </a:lnTo>
                  <a:lnTo>
                    <a:pt x="63474" y="12519"/>
                  </a:lnTo>
                  <a:lnTo>
                    <a:pt x="58422" y="10541"/>
                  </a:lnTo>
                  <a:lnTo>
                    <a:pt x="53309" y="8727"/>
                  </a:lnTo>
                  <a:lnTo>
                    <a:pt x="48139" y="7081"/>
                  </a:lnTo>
                  <a:lnTo>
                    <a:pt x="42919" y="5603"/>
                  </a:lnTo>
                  <a:lnTo>
                    <a:pt x="37654" y="4295"/>
                  </a:lnTo>
                  <a:lnTo>
                    <a:pt x="32348" y="3159"/>
                  </a:lnTo>
                  <a:lnTo>
                    <a:pt x="27009" y="2196"/>
                  </a:lnTo>
                  <a:lnTo>
                    <a:pt x="21641" y="1406"/>
                  </a:lnTo>
                  <a:lnTo>
                    <a:pt x="16251" y="791"/>
                  </a:lnTo>
                  <a:lnTo>
                    <a:pt x="10843" y="352"/>
                  </a:lnTo>
                  <a:lnTo>
                    <a:pt x="5424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905847" y="941493"/>
              <a:ext cx="117696" cy="167167"/>
            </a:xfrm>
            <a:custGeom>
              <a:avLst/>
              <a:pathLst>
                <a:path w="117696" h="167167">
                  <a:moveTo>
                    <a:pt x="117696" y="0"/>
                  </a:moveTo>
                  <a:lnTo>
                    <a:pt x="112020" y="96"/>
                  </a:lnTo>
                  <a:lnTo>
                    <a:pt x="106351" y="385"/>
                  </a:lnTo>
                  <a:lnTo>
                    <a:pt x="100694" y="866"/>
                  </a:lnTo>
                  <a:lnTo>
                    <a:pt x="95057" y="1540"/>
                  </a:lnTo>
                  <a:lnTo>
                    <a:pt x="89447" y="2404"/>
                  </a:lnTo>
                  <a:lnTo>
                    <a:pt x="83868" y="3458"/>
                  </a:lnTo>
                  <a:lnTo>
                    <a:pt x="78329" y="4701"/>
                  </a:lnTo>
                  <a:lnTo>
                    <a:pt x="72835" y="6131"/>
                  </a:lnTo>
                  <a:lnTo>
                    <a:pt x="67393" y="7747"/>
                  </a:lnTo>
                  <a:lnTo>
                    <a:pt x="62009" y="9547"/>
                  </a:lnTo>
                  <a:lnTo>
                    <a:pt x="56690" y="11529"/>
                  </a:lnTo>
                  <a:lnTo>
                    <a:pt x="51440" y="13690"/>
                  </a:lnTo>
                  <a:lnTo>
                    <a:pt x="46267" y="16029"/>
                  </a:lnTo>
                  <a:lnTo>
                    <a:pt x="41176" y="18541"/>
                  </a:lnTo>
                  <a:lnTo>
                    <a:pt x="36174" y="21225"/>
                  </a:lnTo>
                  <a:lnTo>
                    <a:pt x="31266" y="24077"/>
                  </a:lnTo>
                  <a:lnTo>
                    <a:pt x="26457" y="27094"/>
                  </a:lnTo>
                  <a:lnTo>
                    <a:pt x="21753" y="30273"/>
                  </a:lnTo>
                  <a:lnTo>
                    <a:pt x="17161" y="33610"/>
                  </a:lnTo>
                  <a:lnTo>
                    <a:pt x="12684" y="37100"/>
                  </a:lnTo>
                  <a:lnTo>
                    <a:pt x="8328" y="40741"/>
                  </a:lnTo>
                  <a:lnTo>
                    <a:pt x="4098" y="44528"/>
                  </a:lnTo>
                  <a:lnTo>
                    <a:pt x="0" y="48455"/>
                  </a:lnTo>
                  <a:lnTo>
                    <a:pt x="11769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905847" y="989949"/>
              <a:ext cx="117696" cy="118711"/>
            </a:xfrm>
            <a:custGeom>
              <a:avLst/>
              <a:pathLst>
                <a:path w="117696" h="118711">
                  <a:moveTo>
                    <a:pt x="0" y="0"/>
                  </a:moveTo>
                  <a:lnTo>
                    <a:pt x="117696" y="1187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905847" y="989949"/>
              <a:ext cx="117696" cy="118711"/>
            </a:xfrm>
            <a:custGeom>
              <a:avLst/>
              <a:pathLst>
                <a:path w="117696" h="118711">
                  <a:moveTo>
                    <a:pt x="0" y="0"/>
                  </a:moveTo>
                  <a:lnTo>
                    <a:pt x="117696" y="11871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905847" y="989949"/>
              <a:ext cx="117696" cy="118711"/>
            </a:xfrm>
            <a:custGeom>
              <a:avLst/>
              <a:pathLst>
                <a:path w="117696" h="118711">
                  <a:moveTo>
                    <a:pt x="0" y="0"/>
                  </a:moveTo>
                  <a:lnTo>
                    <a:pt x="117696" y="11871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905847" y="989949"/>
              <a:ext cx="117696" cy="118711"/>
            </a:xfrm>
            <a:custGeom>
              <a:avLst/>
              <a:pathLst>
                <a:path w="117696" h="118711">
                  <a:moveTo>
                    <a:pt x="0" y="0"/>
                  </a:moveTo>
                  <a:lnTo>
                    <a:pt x="117696" y="11871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905847" y="989949"/>
              <a:ext cx="117696" cy="118711"/>
            </a:xfrm>
            <a:custGeom>
              <a:avLst/>
              <a:pathLst>
                <a:path w="117696" h="118711">
                  <a:moveTo>
                    <a:pt x="0" y="0"/>
                  </a:moveTo>
                  <a:lnTo>
                    <a:pt x="117696" y="11871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905847" y="989949"/>
              <a:ext cx="117696" cy="118711"/>
            </a:xfrm>
            <a:custGeom>
              <a:avLst/>
              <a:pathLst>
                <a:path w="117696" h="118711">
                  <a:moveTo>
                    <a:pt x="0" y="0"/>
                  </a:moveTo>
                  <a:lnTo>
                    <a:pt x="117696" y="1187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905847" y="989949"/>
              <a:ext cx="117696" cy="118711"/>
            </a:xfrm>
            <a:custGeom>
              <a:avLst/>
              <a:pathLst>
                <a:path w="117696" h="118711">
                  <a:moveTo>
                    <a:pt x="0" y="0"/>
                  </a:moveTo>
                  <a:lnTo>
                    <a:pt x="117696" y="1187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05847" y="989949"/>
              <a:ext cx="117696" cy="118711"/>
            </a:xfrm>
            <a:custGeom>
              <a:avLst/>
              <a:pathLst>
                <a:path w="117696" h="118711">
                  <a:moveTo>
                    <a:pt x="0" y="0"/>
                  </a:moveTo>
                  <a:lnTo>
                    <a:pt x="117696" y="1187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05847" y="989949"/>
              <a:ext cx="117696" cy="118711"/>
            </a:xfrm>
            <a:custGeom>
              <a:avLst/>
              <a:pathLst>
                <a:path w="117696" h="118711">
                  <a:moveTo>
                    <a:pt x="0" y="0"/>
                  </a:moveTo>
                  <a:lnTo>
                    <a:pt x="117696" y="1187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05847" y="989949"/>
              <a:ext cx="117696" cy="118711"/>
            </a:xfrm>
            <a:custGeom>
              <a:avLst/>
              <a:pathLst>
                <a:path w="117696" h="118711">
                  <a:moveTo>
                    <a:pt x="0" y="0"/>
                  </a:moveTo>
                  <a:lnTo>
                    <a:pt x="117696" y="11871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05847" y="989949"/>
              <a:ext cx="117696" cy="118711"/>
            </a:xfrm>
            <a:custGeom>
              <a:avLst/>
              <a:pathLst>
                <a:path w="117696" h="118711">
                  <a:moveTo>
                    <a:pt x="0" y="0"/>
                  </a:moveTo>
                  <a:lnTo>
                    <a:pt x="117696" y="1187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05847" y="989949"/>
              <a:ext cx="117696" cy="118711"/>
            </a:xfrm>
            <a:custGeom>
              <a:avLst/>
              <a:pathLst>
                <a:path w="117696" h="118711">
                  <a:moveTo>
                    <a:pt x="0" y="0"/>
                  </a:moveTo>
                  <a:lnTo>
                    <a:pt x="117696" y="1187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05847" y="989949"/>
              <a:ext cx="117696" cy="118711"/>
            </a:xfrm>
            <a:custGeom>
              <a:avLst/>
              <a:pathLst>
                <a:path w="117696" h="118711">
                  <a:moveTo>
                    <a:pt x="0" y="0"/>
                  </a:moveTo>
                  <a:lnTo>
                    <a:pt x="117696" y="11871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05847" y="989949"/>
              <a:ext cx="117696" cy="118711"/>
            </a:xfrm>
            <a:custGeom>
              <a:avLst/>
              <a:pathLst>
                <a:path w="117696" h="118711">
                  <a:moveTo>
                    <a:pt x="0" y="0"/>
                  </a:moveTo>
                  <a:lnTo>
                    <a:pt x="117696" y="1187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05847" y="989949"/>
              <a:ext cx="117696" cy="118711"/>
            </a:xfrm>
            <a:custGeom>
              <a:avLst/>
              <a:pathLst>
                <a:path w="117696" h="118711">
                  <a:moveTo>
                    <a:pt x="0" y="0"/>
                  </a:moveTo>
                  <a:lnTo>
                    <a:pt x="117696" y="1187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05847" y="989949"/>
              <a:ext cx="117696" cy="118711"/>
            </a:xfrm>
            <a:custGeom>
              <a:avLst/>
              <a:pathLst>
                <a:path w="117696" h="118711">
                  <a:moveTo>
                    <a:pt x="0" y="0"/>
                  </a:moveTo>
                  <a:lnTo>
                    <a:pt x="117696" y="1187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05847" y="989949"/>
              <a:ext cx="117696" cy="118711"/>
            </a:xfrm>
            <a:custGeom>
              <a:avLst/>
              <a:pathLst>
                <a:path w="117696" h="118711">
                  <a:moveTo>
                    <a:pt x="0" y="0"/>
                  </a:moveTo>
                  <a:lnTo>
                    <a:pt x="117696" y="1187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05847" y="989949"/>
              <a:ext cx="117696" cy="118711"/>
            </a:xfrm>
            <a:custGeom>
              <a:avLst/>
              <a:pathLst>
                <a:path w="117696" h="118711">
                  <a:moveTo>
                    <a:pt x="0" y="0"/>
                  </a:moveTo>
                  <a:lnTo>
                    <a:pt x="117696" y="11871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05847" y="989949"/>
              <a:ext cx="117696" cy="118711"/>
            </a:xfrm>
            <a:custGeom>
              <a:avLst/>
              <a:pathLst>
                <a:path w="117696" h="118711">
                  <a:moveTo>
                    <a:pt x="0" y="0"/>
                  </a:moveTo>
                  <a:lnTo>
                    <a:pt x="117696" y="11871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856377" y="963889"/>
              <a:ext cx="334334" cy="311922"/>
            </a:xfrm>
            <a:custGeom>
              <a:avLst/>
              <a:pathLst>
                <a:path w="334334" h="311922">
                  <a:moveTo>
                    <a:pt x="49469" y="26059"/>
                  </a:moveTo>
                  <a:lnTo>
                    <a:pt x="45765" y="29851"/>
                  </a:lnTo>
                  <a:lnTo>
                    <a:pt x="42182" y="33757"/>
                  </a:lnTo>
                  <a:lnTo>
                    <a:pt x="38725" y="37776"/>
                  </a:lnTo>
                  <a:lnTo>
                    <a:pt x="35398" y="41902"/>
                  </a:lnTo>
                  <a:lnTo>
                    <a:pt x="32203" y="46131"/>
                  </a:lnTo>
                  <a:lnTo>
                    <a:pt x="29143" y="50460"/>
                  </a:lnTo>
                  <a:lnTo>
                    <a:pt x="26222" y="54883"/>
                  </a:lnTo>
                  <a:lnTo>
                    <a:pt x="23443" y="59397"/>
                  </a:lnTo>
                  <a:lnTo>
                    <a:pt x="20809" y="63996"/>
                  </a:lnTo>
                  <a:lnTo>
                    <a:pt x="18321" y="68677"/>
                  </a:lnTo>
                  <a:lnTo>
                    <a:pt x="15984" y="73435"/>
                  </a:lnTo>
                  <a:lnTo>
                    <a:pt x="13798" y="78264"/>
                  </a:lnTo>
                  <a:lnTo>
                    <a:pt x="11767" y="83160"/>
                  </a:lnTo>
                  <a:lnTo>
                    <a:pt x="9891" y="88117"/>
                  </a:lnTo>
                  <a:lnTo>
                    <a:pt x="8174" y="93132"/>
                  </a:lnTo>
                  <a:lnTo>
                    <a:pt x="6617" y="98199"/>
                  </a:lnTo>
                  <a:lnTo>
                    <a:pt x="5221" y="103313"/>
                  </a:lnTo>
                  <a:lnTo>
                    <a:pt x="3988" y="108468"/>
                  </a:lnTo>
                  <a:lnTo>
                    <a:pt x="2919" y="113660"/>
                  </a:lnTo>
                  <a:lnTo>
                    <a:pt x="2015" y="118883"/>
                  </a:lnTo>
                  <a:lnTo>
                    <a:pt x="1278" y="124132"/>
                  </a:lnTo>
                  <a:lnTo>
                    <a:pt x="707" y="129402"/>
                  </a:lnTo>
                  <a:lnTo>
                    <a:pt x="303" y="134687"/>
                  </a:lnTo>
                  <a:lnTo>
                    <a:pt x="67" y="139982"/>
                  </a:lnTo>
                  <a:lnTo>
                    <a:pt x="0" y="145283"/>
                  </a:lnTo>
                  <a:lnTo>
                    <a:pt x="100" y="150582"/>
                  </a:lnTo>
                  <a:lnTo>
                    <a:pt x="368" y="155876"/>
                  </a:lnTo>
                  <a:lnTo>
                    <a:pt x="804" y="161159"/>
                  </a:lnTo>
                  <a:lnTo>
                    <a:pt x="1407" y="166425"/>
                  </a:lnTo>
                  <a:lnTo>
                    <a:pt x="2177" y="171670"/>
                  </a:lnTo>
                  <a:lnTo>
                    <a:pt x="3113" y="176887"/>
                  </a:lnTo>
                  <a:lnTo>
                    <a:pt x="4214" y="182072"/>
                  </a:lnTo>
                  <a:lnTo>
                    <a:pt x="5478" y="187220"/>
                  </a:lnTo>
                  <a:lnTo>
                    <a:pt x="6905" y="192325"/>
                  </a:lnTo>
                  <a:lnTo>
                    <a:pt x="8493" y="197382"/>
                  </a:lnTo>
                  <a:lnTo>
                    <a:pt x="10241" y="202386"/>
                  </a:lnTo>
                  <a:lnTo>
                    <a:pt x="12147" y="207332"/>
                  </a:lnTo>
                  <a:lnTo>
                    <a:pt x="14208" y="212216"/>
                  </a:lnTo>
                  <a:lnTo>
                    <a:pt x="16423" y="217031"/>
                  </a:lnTo>
                  <a:lnTo>
                    <a:pt x="18790" y="221774"/>
                  </a:lnTo>
                  <a:lnTo>
                    <a:pt x="21306" y="226440"/>
                  </a:lnTo>
                  <a:lnTo>
                    <a:pt x="23969" y="231023"/>
                  </a:lnTo>
                  <a:lnTo>
                    <a:pt x="26775" y="235520"/>
                  </a:lnTo>
                  <a:lnTo>
                    <a:pt x="29723" y="239925"/>
                  </a:lnTo>
                  <a:lnTo>
                    <a:pt x="32809" y="244235"/>
                  </a:lnTo>
                  <a:lnTo>
                    <a:pt x="36030" y="248445"/>
                  </a:lnTo>
                  <a:lnTo>
                    <a:pt x="39383" y="252550"/>
                  </a:lnTo>
                  <a:lnTo>
                    <a:pt x="42864" y="256547"/>
                  </a:lnTo>
                  <a:lnTo>
                    <a:pt x="46471" y="260432"/>
                  </a:lnTo>
                  <a:lnTo>
                    <a:pt x="50198" y="264201"/>
                  </a:lnTo>
                  <a:lnTo>
                    <a:pt x="54044" y="267849"/>
                  </a:lnTo>
                  <a:lnTo>
                    <a:pt x="58003" y="271374"/>
                  </a:lnTo>
                  <a:lnTo>
                    <a:pt x="62072" y="274771"/>
                  </a:lnTo>
                  <a:lnTo>
                    <a:pt x="66246" y="278038"/>
                  </a:lnTo>
                  <a:lnTo>
                    <a:pt x="70522" y="281170"/>
                  </a:lnTo>
                  <a:lnTo>
                    <a:pt x="74895" y="284166"/>
                  </a:lnTo>
                  <a:lnTo>
                    <a:pt x="79361" y="287021"/>
                  </a:lnTo>
                  <a:lnTo>
                    <a:pt x="83915" y="289734"/>
                  </a:lnTo>
                  <a:lnTo>
                    <a:pt x="88553" y="292300"/>
                  </a:lnTo>
                  <a:lnTo>
                    <a:pt x="93270" y="294718"/>
                  </a:lnTo>
                  <a:lnTo>
                    <a:pt x="98061" y="296986"/>
                  </a:lnTo>
                  <a:lnTo>
                    <a:pt x="102922" y="299100"/>
                  </a:lnTo>
                  <a:lnTo>
                    <a:pt x="107847" y="301060"/>
                  </a:lnTo>
                  <a:lnTo>
                    <a:pt x="112832" y="302862"/>
                  </a:lnTo>
                  <a:lnTo>
                    <a:pt x="117871" y="304505"/>
                  </a:lnTo>
                  <a:lnTo>
                    <a:pt x="122961" y="305987"/>
                  </a:lnTo>
                  <a:lnTo>
                    <a:pt x="128094" y="307308"/>
                  </a:lnTo>
                  <a:lnTo>
                    <a:pt x="133267" y="308465"/>
                  </a:lnTo>
                  <a:lnTo>
                    <a:pt x="138474" y="309457"/>
                  </a:lnTo>
                  <a:lnTo>
                    <a:pt x="143710" y="310284"/>
                  </a:lnTo>
                  <a:lnTo>
                    <a:pt x="148969" y="310945"/>
                  </a:lnTo>
                  <a:lnTo>
                    <a:pt x="154247" y="311438"/>
                  </a:lnTo>
                  <a:lnTo>
                    <a:pt x="159537" y="311764"/>
                  </a:lnTo>
                  <a:lnTo>
                    <a:pt x="164836" y="311922"/>
                  </a:lnTo>
                  <a:lnTo>
                    <a:pt x="170136" y="311912"/>
                  </a:lnTo>
                  <a:lnTo>
                    <a:pt x="175434" y="311734"/>
                  </a:lnTo>
                  <a:lnTo>
                    <a:pt x="180723" y="311388"/>
                  </a:lnTo>
                  <a:lnTo>
                    <a:pt x="185999" y="310874"/>
                  </a:lnTo>
                  <a:lnTo>
                    <a:pt x="191256" y="310193"/>
                  </a:lnTo>
                  <a:lnTo>
                    <a:pt x="196488" y="309346"/>
                  </a:lnTo>
                  <a:lnTo>
                    <a:pt x="201692" y="308334"/>
                  </a:lnTo>
                  <a:lnTo>
                    <a:pt x="206860" y="307157"/>
                  </a:lnTo>
                  <a:lnTo>
                    <a:pt x="211988" y="305817"/>
                  </a:lnTo>
                  <a:lnTo>
                    <a:pt x="217072" y="304315"/>
                  </a:lnTo>
                  <a:lnTo>
                    <a:pt x="222105" y="302653"/>
                  </a:lnTo>
                  <a:lnTo>
                    <a:pt x="227083" y="300831"/>
                  </a:lnTo>
                  <a:lnTo>
                    <a:pt x="232001" y="298853"/>
                  </a:lnTo>
                  <a:lnTo>
                    <a:pt x="236853" y="296720"/>
                  </a:lnTo>
                  <a:lnTo>
                    <a:pt x="241636" y="294434"/>
                  </a:lnTo>
                  <a:lnTo>
                    <a:pt x="246343" y="291998"/>
                  </a:lnTo>
                  <a:lnTo>
                    <a:pt x="250971" y="289414"/>
                  </a:lnTo>
                  <a:lnTo>
                    <a:pt x="255515" y="286684"/>
                  </a:lnTo>
                  <a:lnTo>
                    <a:pt x="259970" y="283812"/>
                  </a:lnTo>
                  <a:lnTo>
                    <a:pt x="264332" y="280799"/>
                  </a:lnTo>
                  <a:lnTo>
                    <a:pt x="268596" y="277650"/>
                  </a:lnTo>
                  <a:lnTo>
                    <a:pt x="272758" y="274368"/>
                  </a:lnTo>
                  <a:lnTo>
                    <a:pt x="276813" y="270955"/>
                  </a:lnTo>
                  <a:lnTo>
                    <a:pt x="280759" y="267415"/>
                  </a:lnTo>
                  <a:lnTo>
                    <a:pt x="284590" y="263752"/>
                  </a:lnTo>
                  <a:lnTo>
                    <a:pt x="288303" y="259969"/>
                  </a:lnTo>
                  <a:lnTo>
                    <a:pt x="291895" y="256071"/>
                  </a:lnTo>
                  <a:lnTo>
                    <a:pt x="295361" y="252060"/>
                  </a:lnTo>
                  <a:lnTo>
                    <a:pt x="298698" y="247942"/>
                  </a:lnTo>
                  <a:lnTo>
                    <a:pt x="301903" y="243720"/>
                  </a:lnTo>
                  <a:lnTo>
                    <a:pt x="304972" y="239399"/>
                  </a:lnTo>
                  <a:lnTo>
                    <a:pt x="307903" y="234982"/>
                  </a:lnTo>
                  <a:lnTo>
                    <a:pt x="310693" y="230474"/>
                  </a:lnTo>
                  <a:lnTo>
                    <a:pt x="313338" y="225881"/>
                  </a:lnTo>
                  <a:lnTo>
                    <a:pt x="315836" y="221206"/>
                  </a:lnTo>
                  <a:lnTo>
                    <a:pt x="318184" y="216454"/>
                  </a:lnTo>
                  <a:lnTo>
                    <a:pt x="320381" y="211630"/>
                  </a:lnTo>
                  <a:lnTo>
                    <a:pt x="322424" y="206739"/>
                  </a:lnTo>
                  <a:lnTo>
                    <a:pt x="324310" y="201785"/>
                  </a:lnTo>
                  <a:lnTo>
                    <a:pt x="326039" y="196774"/>
                  </a:lnTo>
                  <a:lnTo>
                    <a:pt x="327608" y="191711"/>
                  </a:lnTo>
                  <a:lnTo>
                    <a:pt x="329016" y="186601"/>
                  </a:lnTo>
                  <a:lnTo>
                    <a:pt x="330260" y="181448"/>
                  </a:lnTo>
                  <a:lnTo>
                    <a:pt x="331341" y="176259"/>
                  </a:lnTo>
                  <a:lnTo>
                    <a:pt x="332257" y="171038"/>
                  </a:lnTo>
                  <a:lnTo>
                    <a:pt x="333007" y="165791"/>
                  </a:lnTo>
                  <a:lnTo>
                    <a:pt x="333590" y="160522"/>
                  </a:lnTo>
                  <a:lnTo>
                    <a:pt x="334006" y="155238"/>
                  </a:lnTo>
                  <a:lnTo>
                    <a:pt x="334254" y="149943"/>
                  </a:lnTo>
                  <a:lnTo>
                    <a:pt x="334334" y="144643"/>
                  </a:lnTo>
                  <a:lnTo>
                    <a:pt x="334245" y="139343"/>
                  </a:lnTo>
                  <a:lnTo>
                    <a:pt x="333989" y="134048"/>
                  </a:lnTo>
                  <a:lnTo>
                    <a:pt x="333566" y="128765"/>
                  </a:lnTo>
                  <a:lnTo>
                    <a:pt x="332974" y="123497"/>
                  </a:lnTo>
                  <a:lnTo>
                    <a:pt x="332217" y="118251"/>
                  </a:lnTo>
                  <a:lnTo>
                    <a:pt x="331293" y="113031"/>
                  </a:lnTo>
                  <a:lnTo>
                    <a:pt x="330204" y="107844"/>
                  </a:lnTo>
                  <a:lnTo>
                    <a:pt x="328951" y="102693"/>
                  </a:lnTo>
                  <a:lnTo>
                    <a:pt x="327536" y="97585"/>
                  </a:lnTo>
                  <a:lnTo>
                    <a:pt x="325959" y="92524"/>
                  </a:lnTo>
                  <a:lnTo>
                    <a:pt x="324223" y="87516"/>
                  </a:lnTo>
                  <a:lnTo>
                    <a:pt x="322329" y="82565"/>
                  </a:lnTo>
                  <a:lnTo>
                    <a:pt x="320279" y="77677"/>
                  </a:lnTo>
                  <a:lnTo>
                    <a:pt x="318074" y="72857"/>
                  </a:lnTo>
                  <a:lnTo>
                    <a:pt x="315719" y="68108"/>
                  </a:lnTo>
                  <a:lnTo>
                    <a:pt x="313213" y="63437"/>
                  </a:lnTo>
                  <a:lnTo>
                    <a:pt x="310561" y="58847"/>
                  </a:lnTo>
                  <a:lnTo>
                    <a:pt x="307765" y="54344"/>
                  </a:lnTo>
                  <a:lnTo>
                    <a:pt x="304827" y="49932"/>
                  </a:lnTo>
                  <a:lnTo>
                    <a:pt x="301751" y="45615"/>
                  </a:lnTo>
                  <a:lnTo>
                    <a:pt x="298540" y="41398"/>
                  </a:lnTo>
                  <a:lnTo>
                    <a:pt x="295196" y="37285"/>
                  </a:lnTo>
                  <a:lnTo>
                    <a:pt x="291724" y="33280"/>
                  </a:lnTo>
                  <a:lnTo>
                    <a:pt x="288127" y="29387"/>
                  </a:lnTo>
                  <a:lnTo>
                    <a:pt x="284408" y="25610"/>
                  </a:lnTo>
                  <a:lnTo>
                    <a:pt x="280571" y="21953"/>
                  </a:lnTo>
                  <a:lnTo>
                    <a:pt x="276620" y="18419"/>
                  </a:lnTo>
                  <a:lnTo>
                    <a:pt x="272559" y="15012"/>
                  </a:lnTo>
                  <a:lnTo>
                    <a:pt x="268392" y="11736"/>
                  </a:lnTo>
                  <a:lnTo>
                    <a:pt x="264123" y="8593"/>
                  </a:lnTo>
                  <a:lnTo>
                    <a:pt x="259757" y="5588"/>
                  </a:lnTo>
                  <a:lnTo>
                    <a:pt x="255298" y="2722"/>
                  </a:lnTo>
                  <a:lnTo>
                    <a:pt x="250750" y="0"/>
                  </a:lnTo>
                  <a:lnTo>
                    <a:pt x="167166" y="1447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5023544" y="941493"/>
              <a:ext cx="83583" cy="167167"/>
            </a:xfrm>
            <a:custGeom>
              <a:avLst/>
              <a:pathLst>
                <a:path w="83583" h="167167">
                  <a:moveTo>
                    <a:pt x="83583" y="22396"/>
                  </a:moveTo>
                  <a:lnTo>
                    <a:pt x="78480" y="19567"/>
                  </a:lnTo>
                  <a:lnTo>
                    <a:pt x="73281" y="16918"/>
                  </a:lnTo>
                  <a:lnTo>
                    <a:pt x="67993" y="14452"/>
                  </a:lnTo>
                  <a:lnTo>
                    <a:pt x="62622" y="12172"/>
                  </a:lnTo>
                  <a:lnTo>
                    <a:pt x="57174" y="10081"/>
                  </a:lnTo>
                  <a:lnTo>
                    <a:pt x="51657" y="8181"/>
                  </a:lnTo>
                  <a:lnTo>
                    <a:pt x="46077" y="6475"/>
                  </a:lnTo>
                  <a:lnTo>
                    <a:pt x="40441" y="4965"/>
                  </a:lnTo>
                  <a:lnTo>
                    <a:pt x="34756" y="3653"/>
                  </a:lnTo>
                  <a:lnTo>
                    <a:pt x="29028" y="2539"/>
                  </a:lnTo>
                  <a:lnTo>
                    <a:pt x="23265" y="1626"/>
                  </a:lnTo>
                  <a:lnTo>
                    <a:pt x="17473" y="915"/>
                  </a:lnTo>
                  <a:lnTo>
                    <a:pt x="11661" y="407"/>
                  </a:lnTo>
                  <a:lnTo>
                    <a:pt x="5834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365006" y="941493"/>
              <a:ext cx="121209" cy="167167"/>
            </a:xfrm>
            <a:custGeom>
              <a:avLst/>
              <a:pathLst>
                <a:path w="121209" h="167167">
                  <a:moveTo>
                    <a:pt x="121209" y="0"/>
                  </a:moveTo>
                  <a:lnTo>
                    <a:pt x="115560" y="95"/>
                  </a:lnTo>
                  <a:lnTo>
                    <a:pt x="109918" y="381"/>
                  </a:lnTo>
                  <a:lnTo>
                    <a:pt x="104288" y="858"/>
                  </a:lnTo>
                  <a:lnTo>
                    <a:pt x="98678" y="1525"/>
                  </a:lnTo>
                  <a:lnTo>
                    <a:pt x="93094" y="2381"/>
                  </a:lnTo>
                  <a:lnTo>
                    <a:pt x="87542" y="3425"/>
                  </a:lnTo>
                  <a:lnTo>
                    <a:pt x="82028" y="4656"/>
                  </a:lnTo>
                  <a:lnTo>
                    <a:pt x="76559" y="6073"/>
                  </a:lnTo>
                  <a:lnTo>
                    <a:pt x="71140" y="7674"/>
                  </a:lnTo>
                  <a:lnTo>
                    <a:pt x="65780" y="9457"/>
                  </a:lnTo>
                  <a:lnTo>
                    <a:pt x="60482" y="11420"/>
                  </a:lnTo>
                  <a:lnTo>
                    <a:pt x="55254" y="13561"/>
                  </a:lnTo>
                  <a:lnTo>
                    <a:pt x="50101" y="15877"/>
                  </a:lnTo>
                  <a:lnTo>
                    <a:pt x="45029" y="18367"/>
                  </a:lnTo>
                  <a:lnTo>
                    <a:pt x="40044" y="21026"/>
                  </a:lnTo>
                  <a:lnTo>
                    <a:pt x="35152" y="23852"/>
                  </a:lnTo>
                  <a:lnTo>
                    <a:pt x="30359" y="26842"/>
                  </a:lnTo>
                  <a:lnTo>
                    <a:pt x="25669" y="29992"/>
                  </a:lnTo>
                  <a:lnTo>
                    <a:pt x="21088" y="33299"/>
                  </a:lnTo>
                  <a:lnTo>
                    <a:pt x="16622" y="36758"/>
                  </a:lnTo>
                  <a:lnTo>
                    <a:pt x="12275" y="40367"/>
                  </a:lnTo>
                  <a:lnTo>
                    <a:pt x="8052" y="44120"/>
                  </a:lnTo>
                  <a:lnTo>
                    <a:pt x="3959" y="48014"/>
                  </a:lnTo>
                  <a:lnTo>
                    <a:pt x="0" y="52044"/>
                  </a:lnTo>
                  <a:lnTo>
                    <a:pt x="12120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365006" y="993538"/>
              <a:ext cx="121209" cy="115122"/>
            </a:xfrm>
            <a:custGeom>
              <a:avLst/>
              <a:pathLst>
                <a:path w="121209" h="115122">
                  <a:moveTo>
                    <a:pt x="0" y="0"/>
                  </a:moveTo>
                  <a:lnTo>
                    <a:pt x="121209" y="1151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365006" y="993538"/>
              <a:ext cx="121209" cy="115122"/>
            </a:xfrm>
            <a:custGeom>
              <a:avLst/>
              <a:pathLst>
                <a:path w="121209" h="115122">
                  <a:moveTo>
                    <a:pt x="0" y="0"/>
                  </a:moveTo>
                  <a:lnTo>
                    <a:pt x="121209" y="1151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365006" y="993538"/>
              <a:ext cx="121209" cy="115122"/>
            </a:xfrm>
            <a:custGeom>
              <a:avLst/>
              <a:pathLst>
                <a:path w="121209" h="115122">
                  <a:moveTo>
                    <a:pt x="0" y="0"/>
                  </a:moveTo>
                  <a:lnTo>
                    <a:pt x="121209" y="1151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365006" y="993538"/>
              <a:ext cx="121209" cy="115122"/>
            </a:xfrm>
            <a:custGeom>
              <a:avLst/>
              <a:pathLst>
                <a:path w="121209" h="115122">
                  <a:moveTo>
                    <a:pt x="0" y="0"/>
                  </a:moveTo>
                  <a:lnTo>
                    <a:pt x="121209" y="1151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365006" y="993538"/>
              <a:ext cx="121209" cy="115122"/>
            </a:xfrm>
            <a:custGeom>
              <a:avLst/>
              <a:pathLst>
                <a:path w="121209" h="115122">
                  <a:moveTo>
                    <a:pt x="0" y="0"/>
                  </a:moveTo>
                  <a:lnTo>
                    <a:pt x="121209" y="1151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65006" y="993538"/>
              <a:ext cx="121209" cy="115122"/>
            </a:xfrm>
            <a:custGeom>
              <a:avLst/>
              <a:pathLst>
                <a:path w="121209" h="115122">
                  <a:moveTo>
                    <a:pt x="0" y="0"/>
                  </a:moveTo>
                  <a:lnTo>
                    <a:pt x="121209" y="1151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65006" y="993538"/>
              <a:ext cx="121209" cy="115122"/>
            </a:xfrm>
            <a:custGeom>
              <a:avLst/>
              <a:pathLst>
                <a:path w="121209" h="115122">
                  <a:moveTo>
                    <a:pt x="0" y="0"/>
                  </a:moveTo>
                  <a:lnTo>
                    <a:pt x="121209" y="1151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65006" y="993538"/>
              <a:ext cx="121209" cy="115122"/>
            </a:xfrm>
            <a:custGeom>
              <a:avLst/>
              <a:pathLst>
                <a:path w="121209" h="115122">
                  <a:moveTo>
                    <a:pt x="0" y="0"/>
                  </a:moveTo>
                  <a:lnTo>
                    <a:pt x="121209" y="1151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65006" y="993538"/>
              <a:ext cx="121209" cy="115122"/>
            </a:xfrm>
            <a:custGeom>
              <a:avLst/>
              <a:pathLst>
                <a:path w="121209" h="115122">
                  <a:moveTo>
                    <a:pt x="0" y="0"/>
                  </a:moveTo>
                  <a:lnTo>
                    <a:pt x="121209" y="1151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65006" y="993538"/>
              <a:ext cx="121209" cy="115122"/>
            </a:xfrm>
            <a:custGeom>
              <a:avLst/>
              <a:pathLst>
                <a:path w="121209" h="115122">
                  <a:moveTo>
                    <a:pt x="0" y="0"/>
                  </a:moveTo>
                  <a:lnTo>
                    <a:pt x="121209" y="1151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65006" y="993538"/>
              <a:ext cx="121209" cy="115122"/>
            </a:xfrm>
            <a:custGeom>
              <a:avLst/>
              <a:pathLst>
                <a:path w="121209" h="115122">
                  <a:moveTo>
                    <a:pt x="0" y="0"/>
                  </a:moveTo>
                  <a:lnTo>
                    <a:pt x="121209" y="1151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65006" y="993538"/>
              <a:ext cx="121209" cy="115122"/>
            </a:xfrm>
            <a:custGeom>
              <a:avLst/>
              <a:pathLst>
                <a:path w="121209" h="115122">
                  <a:moveTo>
                    <a:pt x="0" y="0"/>
                  </a:moveTo>
                  <a:lnTo>
                    <a:pt x="121209" y="1151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65006" y="993538"/>
              <a:ext cx="121209" cy="115122"/>
            </a:xfrm>
            <a:custGeom>
              <a:avLst/>
              <a:pathLst>
                <a:path w="121209" h="115122">
                  <a:moveTo>
                    <a:pt x="0" y="0"/>
                  </a:moveTo>
                  <a:lnTo>
                    <a:pt x="121209" y="115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65006" y="993538"/>
              <a:ext cx="121209" cy="115122"/>
            </a:xfrm>
            <a:custGeom>
              <a:avLst/>
              <a:pathLst>
                <a:path w="121209" h="115122">
                  <a:moveTo>
                    <a:pt x="0" y="0"/>
                  </a:moveTo>
                  <a:lnTo>
                    <a:pt x="121209" y="115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65006" y="993538"/>
              <a:ext cx="121209" cy="115122"/>
            </a:xfrm>
            <a:custGeom>
              <a:avLst/>
              <a:pathLst>
                <a:path w="121209" h="115122">
                  <a:moveTo>
                    <a:pt x="0" y="0"/>
                  </a:moveTo>
                  <a:lnTo>
                    <a:pt x="121209" y="115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65006" y="993538"/>
              <a:ext cx="121209" cy="115122"/>
            </a:xfrm>
            <a:custGeom>
              <a:avLst/>
              <a:pathLst>
                <a:path w="121209" h="115122">
                  <a:moveTo>
                    <a:pt x="0" y="0"/>
                  </a:moveTo>
                  <a:lnTo>
                    <a:pt x="121209" y="115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65006" y="993538"/>
              <a:ext cx="121209" cy="115122"/>
            </a:xfrm>
            <a:custGeom>
              <a:avLst/>
              <a:pathLst>
                <a:path w="121209" h="115122">
                  <a:moveTo>
                    <a:pt x="0" y="0"/>
                  </a:moveTo>
                  <a:lnTo>
                    <a:pt x="121209" y="1151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65006" y="993538"/>
              <a:ext cx="121209" cy="115122"/>
            </a:xfrm>
            <a:custGeom>
              <a:avLst/>
              <a:pathLst>
                <a:path w="121209" h="115122">
                  <a:moveTo>
                    <a:pt x="0" y="0"/>
                  </a:moveTo>
                  <a:lnTo>
                    <a:pt x="121209" y="1151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19060" y="993538"/>
              <a:ext cx="167155" cy="277485"/>
            </a:xfrm>
            <a:custGeom>
              <a:avLst/>
              <a:pathLst>
                <a:path w="167155" h="277485">
                  <a:moveTo>
                    <a:pt x="45945" y="0"/>
                  </a:moveTo>
                  <a:lnTo>
                    <a:pt x="42307" y="3956"/>
                  </a:lnTo>
                  <a:lnTo>
                    <a:pt x="38797" y="8027"/>
                  </a:lnTo>
                  <a:lnTo>
                    <a:pt x="35420" y="12209"/>
                  </a:lnTo>
                  <a:lnTo>
                    <a:pt x="32180" y="16498"/>
                  </a:lnTo>
                  <a:lnTo>
                    <a:pt x="29079" y="20888"/>
                  </a:lnTo>
                  <a:lnTo>
                    <a:pt x="26121" y="25376"/>
                  </a:lnTo>
                  <a:lnTo>
                    <a:pt x="23308" y="29957"/>
                  </a:lnTo>
                  <a:lnTo>
                    <a:pt x="20645" y="34625"/>
                  </a:lnTo>
                  <a:lnTo>
                    <a:pt x="18132" y="39377"/>
                  </a:lnTo>
                  <a:lnTo>
                    <a:pt x="15774" y="44207"/>
                  </a:lnTo>
                  <a:lnTo>
                    <a:pt x="13573" y="49111"/>
                  </a:lnTo>
                  <a:lnTo>
                    <a:pt x="11530" y="54083"/>
                  </a:lnTo>
                  <a:lnTo>
                    <a:pt x="9648" y="59118"/>
                  </a:lnTo>
                  <a:lnTo>
                    <a:pt x="7929" y="64210"/>
                  </a:lnTo>
                  <a:lnTo>
                    <a:pt x="6374" y="69356"/>
                  </a:lnTo>
                  <a:lnTo>
                    <a:pt x="4986" y="74548"/>
                  </a:lnTo>
                  <a:lnTo>
                    <a:pt x="3765" y="79783"/>
                  </a:lnTo>
                  <a:lnTo>
                    <a:pt x="2714" y="85054"/>
                  </a:lnTo>
                  <a:lnTo>
                    <a:pt x="1832" y="90357"/>
                  </a:lnTo>
                  <a:lnTo>
                    <a:pt x="1121" y="95685"/>
                  </a:lnTo>
                  <a:lnTo>
                    <a:pt x="582" y="101033"/>
                  </a:lnTo>
                  <a:lnTo>
                    <a:pt x="215" y="106395"/>
                  </a:lnTo>
                  <a:lnTo>
                    <a:pt x="21" y="111767"/>
                  </a:lnTo>
                  <a:lnTo>
                    <a:pt x="0" y="117142"/>
                  </a:lnTo>
                  <a:lnTo>
                    <a:pt x="151" y="122515"/>
                  </a:lnTo>
                  <a:lnTo>
                    <a:pt x="475" y="127880"/>
                  </a:lnTo>
                  <a:lnTo>
                    <a:pt x="971" y="133232"/>
                  </a:lnTo>
                  <a:lnTo>
                    <a:pt x="1639" y="138566"/>
                  </a:lnTo>
                  <a:lnTo>
                    <a:pt x="2479" y="143875"/>
                  </a:lnTo>
                  <a:lnTo>
                    <a:pt x="3488" y="149154"/>
                  </a:lnTo>
                  <a:lnTo>
                    <a:pt x="4667" y="154399"/>
                  </a:lnTo>
                  <a:lnTo>
                    <a:pt x="6014" y="159602"/>
                  </a:lnTo>
                  <a:lnTo>
                    <a:pt x="7527" y="164760"/>
                  </a:lnTo>
                  <a:lnTo>
                    <a:pt x="9205" y="169866"/>
                  </a:lnTo>
                  <a:lnTo>
                    <a:pt x="11047" y="174916"/>
                  </a:lnTo>
                  <a:lnTo>
                    <a:pt x="13050" y="179904"/>
                  </a:lnTo>
                  <a:lnTo>
                    <a:pt x="15212" y="184825"/>
                  </a:lnTo>
                  <a:lnTo>
                    <a:pt x="17532" y="189674"/>
                  </a:lnTo>
                  <a:lnTo>
                    <a:pt x="20006" y="194446"/>
                  </a:lnTo>
                  <a:lnTo>
                    <a:pt x="22632" y="199136"/>
                  </a:lnTo>
                  <a:lnTo>
                    <a:pt x="25408" y="203738"/>
                  </a:lnTo>
                  <a:lnTo>
                    <a:pt x="28330" y="208250"/>
                  </a:lnTo>
                  <a:lnTo>
                    <a:pt x="31396" y="212665"/>
                  </a:lnTo>
                  <a:lnTo>
                    <a:pt x="34602" y="216979"/>
                  </a:lnTo>
                  <a:lnTo>
                    <a:pt x="37946" y="221188"/>
                  </a:lnTo>
                  <a:lnTo>
                    <a:pt x="41422" y="225287"/>
                  </a:lnTo>
                  <a:lnTo>
                    <a:pt x="45029" y="229272"/>
                  </a:lnTo>
                  <a:lnTo>
                    <a:pt x="48762" y="233140"/>
                  </a:lnTo>
                  <a:lnTo>
                    <a:pt x="52618" y="236885"/>
                  </a:lnTo>
                  <a:lnTo>
                    <a:pt x="56592" y="240504"/>
                  </a:lnTo>
                  <a:lnTo>
                    <a:pt x="60680" y="243994"/>
                  </a:lnTo>
                  <a:lnTo>
                    <a:pt x="64878" y="247351"/>
                  </a:lnTo>
                  <a:lnTo>
                    <a:pt x="69182" y="250571"/>
                  </a:lnTo>
                  <a:lnTo>
                    <a:pt x="73587" y="253650"/>
                  </a:lnTo>
                  <a:lnTo>
                    <a:pt x="78089" y="256587"/>
                  </a:lnTo>
                  <a:lnTo>
                    <a:pt x="82684" y="259377"/>
                  </a:lnTo>
                  <a:lnTo>
                    <a:pt x="87365" y="262018"/>
                  </a:lnTo>
                  <a:lnTo>
                    <a:pt x="92129" y="264508"/>
                  </a:lnTo>
                  <a:lnTo>
                    <a:pt x="96971" y="266843"/>
                  </a:lnTo>
                  <a:lnTo>
                    <a:pt x="101885" y="269021"/>
                  </a:lnTo>
                  <a:lnTo>
                    <a:pt x="106866" y="271039"/>
                  </a:lnTo>
                  <a:lnTo>
                    <a:pt x="111910" y="272897"/>
                  </a:lnTo>
                  <a:lnTo>
                    <a:pt x="117011" y="274592"/>
                  </a:lnTo>
                  <a:lnTo>
                    <a:pt x="122164" y="276121"/>
                  </a:lnTo>
                  <a:lnTo>
                    <a:pt x="127363" y="277485"/>
                  </a:lnTo>
                  <a:lnTo>
                    <a:pt x="167155" y="1151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446424" y="941493"/>
              <a:ext cx="206954" cy="334316"/>
            </a:xfrm>
            <a:custGeom>
              <a:avLst/>
              <a:pathLst>
                <a:path w="206954" h="334316">
                  <a:moveTo>
                    <a:pt x="0" y="329529"/>
                  </a:moveTo>
                  <a:lnTo>
                    <a:pt x="5199" y="330716"/>
                  </a:lnTo>
                  <a:lnTo>
                    <a:pt x="10434" y="331736"/>
                  </a:lnTo>
                  <a:lnTo>
                    <a:pt x="15698" y="332589"/>
                  </a:lnTo>
                  <a:lnTo>
                    <a:pt x="20988" y="333274"/>
                  </a:lnTo>
                  <a:lnTo>
                    <a:pt x="26296" y="333789"/>
                  </a:lnTo>
                  <a:lnTo>
                    <a:pt x="31618" y="334134"/>
                  </a:lnTo>
                  <a:lnTo>
                    <a:pt x="36948" y="334310"/>
                  </a:lnTo>
                  <a:lnTo>
                    <a:pt x="42282" y="334316"/>
                  </a:lnTo>
                  <a:lnTo>
                    <a:pt x="47612" y="334151"/>
                  </a:lnTo>
                  <a:lnTo>
                    <a:pt x="52935" y="333817"/>
                  </a:lnTo>
                  <a:lnTo>
                    <a:pt x="58244" y="333313"/>
                  </a:lnTo>
                  <a:lnTo>
                    <a:pt x="63535" y="332640"/>
                  </a:lnTo>
                  <a:lnTo>
                    <a:pt x="68801" y="331798"/>
                  </a:lnTo>
                  <a:lnTo>
                    <a:pt x="74038" y="330789"/>
                  </a:lnTo>
                  <a:lnTo>
                    <a:pt x="79240" y="329613"/>
                  </a:lnTo>
                  <a:lnTo>
                    <a:pt x="84402" y="328272"/>
                  </a:lnTo>
                  <a:lnTo>
                    <a:pt x="89519" y="326767"/>
                  </a:lnTo>
                  <a:lnTo>
                    <a:pt x="94585" y="325099"/>
                  </a:lnTo>
                  <a:lnTo>
                    <a:pt x="99595" y="323271"/>
                  </a:lnTo>
                  <a:lnTo>
                    <a:pt x="104544" y="321284"/>
                  </a:lnTo>
                  <a:lnTo>
                    <a:pt x="109427" y="319140"/>
                  </a:lnTo>
                  <a:lnTo>
                    <a:pt x="114240" y="316841"/>
                  </a:lnTo>
                  <a:lnTo>
                    <a:pt x="118976" y="314390"/>
                  </a:lnTo>
                  <a:lnTo>
                    <a:pt x="123632" y="311789"/>
                  </a:lnTo>
                  <a:lnTo>
                    <a:pt x="128203" y="309041"/>
                  </a:lnTo>
                  <a:lnTo>
                    <a:pt x="132684" y="306148"/>
                  </a:lnTo>
                  <a:lnTo>
                    <a:pt x="137070" y="303114"/>
                  </a:lnTo>
                  <a:lnTo>
                    <a:pt x="141357" y="299942"/>
                  </a:lnTo>
                  <a:lnTo>
                    <a:pt x="145541" y="296635"/>
                  </a:lnTo>
                  <a:lnTo>
                    <a:pt x="149617" y="293195"/>
                  </a:lnTo>
                  <a:lnTo>
                    <a:pt x="153582" y="289628"/>
                  </a:lnTo>
                  <a:lnTo>
                    <a:pt x="157430" y="285936"/>
                  </a:lnTo>
                  <a:lnTo>
                    <a:pt x="161159" y="282122"/>
                  </a:lnTo>
                  <a:lnTo>
                    <a:pt x="164764" y="278192"/>
                  </a:lnTo>
                  <a:lnTo>
                    <a:pt x="168242" y="274149"/>
                  </a:lnTo>
                  <a:lnTo>
                    <a:pt x="171590" y="269997"/>
                  </a:lnTo>
                  <a:lnTo>
                    <a:pt x="174803" y="265741"/>
                  </a:lnTo>
                  <a:lnTo>
                    <a:pt x="177878" y="261384"/>
                  </a:lnTo>
                  <a:lnTo>
                    <a:pt x="180814" y="256931"/>
                  </a:lnTo>
                  <a:lnTo>
                    <a:pt x="183605" y="252387"/>
                  </a:lnTo>
                  <a:lnTo>
                    <a:pt x="186251" y="247756"/>
                  </a:lnTo>
                  <a:lnTo>
                    <a:pt x="188747" y="243042"/>
                  </a:lnTo>
                  <a:lnTo>
                    <a:pt x="191091" y="238252"/>
                  </a:lnTo>
                  <a:lnTo>
                    <a:pt x="193282" y="233390"/>
                  </a:lnTo>
                  <a:lnTo>
                    <a:pt x="195316" y="228460"/>
                  </a:lnTo>
                  <a:lnTo>
                    <a:pt x="197192" y="223467"/>
                  </a:lnTo>
                  <a:lnTo>
                    <a:pt x="198908" y="218418"/>
                  </a:lnTo>
                  <a:lnTo>
                    <a:pt x="200462" y="213316"/>
                  </a:lnTo>
                  <a:lnTo>
                    <a:pt x="201853" y="208167"/>
                  </a:lnTo>
                  <a:lnTo>
                    <a:pt x="203078" y="202976"/>
                  </a:lnTo>
                  <a:lnTo>
                    <a:pt x="204137" y="197749"/>
                  </a:lnTo>
                  <a:lnTo>
                    <a:pt x="205029" y="192491"/>
                  </a:lnTo>
                  <a:lnTo>
                    <a:pt x="205753" y="187207"/>
                  </a:lnTo>
                  <a:lnTo>
                    <a:pt x="206308" y="181903"/>
                  </a:lnTo>
                  <a:lnTo>
                    <a:pt x="206693" y="176584"/>
                  </a:lnTo>
                  <a:lnTo>
                    <a:pt x="206908" y="171255"/>
                  </a:lnTo>
                  <a:lnTo>
                    <a:pt x="206954" y="165922"/>
                  </a:lnTo>
                  <a:lnTo>
                    <a:pt x="206829" y="160590"/>
                  </a:lnTo>
                  <a:lnTo>
                    <a:pt x="206534" y="155265"/>
                  </a:lnTo>
                  <a:lnTo>
                    <a:pt x="206070" y="149952"/>
                  </a:lnTo>
                  <a:lnTo>
                    <a:pt x="205436" y="144656"/>
                  </a:lnTo>
                  <a:lnTo>
                    <a:pt x="204633" y="139384"/>
                  </a:lnTo>
                  <a:lnTo>
                    <a:pt x="203663" y="134139"/>
                  </a:lnTo>
                  <a:lnTo>
                    <a:pt x="202526" y="128929"/>
                  </a:lnTo>
                  <a:lnTo>
                    <a:pt x="201224" y="123757"/>
                  </a:lnTo>
                  <a:lnTo>
                    <a:pt x="199757" y="118629"/>
                  </a:lnTo>
                  <a:lnTo>
                    <a:pt x="198127" y="113551"/>
                  </a:lnTo>
                  <a:lnTo>
                    <a:pt x="196336" y="108528"/>
                  </a:lnTo>
                  <a:lnTo>
                    <a:pt x="194386" y="103564"/>
                  </a:lnTo>
                  <a:lnTo>
                    <a:pt x="192278" y="98665"/>
                  </a:lnTo>
                  <a:lnTo>
                    <a:pt x="190015" y="93835"/>
                  </a:lnTo>
                  <a:lnTo>
                    <a:pt x="187600" y="89080"/>
                  </a:lnTo>
                  <a:lnTo>
                    <a:pt x="185034" y="84405"/>
                  </a:lnTo>
                  <a:lnTo>
                    <a:pt x="182320" y="79814"/>
                  </a:lnTo>
                  <a:lnTo>
                    <a:pt x="179461" y="75312"/>
                  </a:lnTo>
                  <a:lnTo>
                    <a:pt x="176459" y="70903"/>
                  </a:lnTo>
                  <a:lnTo>
                    <a:pt x="173319" y="66593"/>
                  </a:lnTo>
                  <a:lnTo>
                    <a:pt x="170043" y="62384"/>
                  </a:lnTo>
                  <a:lnTo>
                    <a:pt x="166634" y="58283"/>
                  </a:lnTo>
                  <a:lnTo>
                    <a:pt x="163096" y="54292"/>
                  </a:lnTo>
                  <a:lnTo>
                    <a:pt x="159433" y="50416"/>
                  </a:lnTo>
                  <a:lnTo>
                    <a:pt x="155647" y="46659"/>
                  </a:lnTo>
                  <a:lnTo>
                    <a:pt x="151744" y="43024"/>
                  </a:lnTo>
                  <a:lnTo>
                    <a:pt x="147727" y="39516"/>
                  </a:lnTo>
                  <a:lnTo>
                    <a:pt x="143600" y="36138"/>
                  </a:lnTo>
                  <a:lnTo>
                    <a:pt x="139368" y="32893"/>
                  </a:lnTo>
                  <a:lnTo>
                    <a:pt x="135034" y="29785"/>
                  </a:lnTo>
                  <a:lnTo>
                    <a:pt x="130603" y="26817"/>
                  </a:lnTo>
                  <a:lnTo>
                    <a:pt x="126080" y="23991"/>
                  </a:lnTo>
                  <a:lnTo>
                    <a:pt x="121468" y="21312"/>
                  </a:lnTo>
                  <a:lnTo>
                    <a:pt x="116774" y="18780"/>
                  </a:lnTo>
                  <a:lnTo>
                    <a:pt x="112001" y="16400"/>
                  </a:lnTo>
                  <a:lnTo>
                    <a:pt x="107155" y="14173"/>
                  </a:lnTo>
                  <a:lnTo>
                    <a:pt x="102241" y="12102"/>
                  </a:lnTo>
                  <a:lnTo>
                    <a:pt x="97262" y="10189"/>
                  </a:lnTo>
                  <a:lnTo>
                    <a:pt x="92225" y="8436"/>
                  </a:lnTo>
                  <a:lnTo>
                    <a:pt x="87135" y="6844"/>
                  </a:lnTo>
                  <a:lnTo>
                    <a:pt x="81997" y="5415"/>
                  </a:lnTo>
                  <a:lnTo>
                    <a:pt x="76816" y="4151"/>
                  </a:lnTo>
                  <a:lnTo>
                    <a:pt x="71597" y="3053"/>
                  </a:lnTo>
                  <a:lnTo>
                    <a:pt x="66345" y="2122"/>
                  </a:lnTo>
                  <a:lnTo>
                    <a:pt x="61067" y="1359"/>
                  </a:lnTo>
                  <a:lnTo>
                    <a:pt x="55767" y="765"/>
                  </a:lnTo>
                  <a:lnTo>
                    <a:pt x="50451" y="340"/>
                  </a:lnTo>
                  <a:lnTo>
                    <a:pt x="45123" y="85"/>
                  </a:lnTo>
                  <a:lnTo>
                    <a:pt x="39791" y="0"/>
                  </a:lnTo>
                  <a:lnTo>
                    <a:pt x="3979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797355" y="1071028"/>
              <a:ext cx="167146" cy="334334"/>
            </a:xfrm>
            <a:custGeom>
              <a:avLst/>
              <a:pathLst>
                <a:path w="167146" h="334334">
                  <a:moveTo>
                    <a:pt x="167146" y="0"/>
                  </a:moveTo>
                  <a:lnTo>
                    <a:pt x="161842" y="84"/>
                  </a:lnTo>
                  <a:lnTo>
                    <a:pt x="156543" y="336"/>
                  </a:lnTo>
                  <a:lnTo>
                    <a:pt x="151256" y="756"/>
                  </a:lnTo>
                  <a:lnTo>
                    <a:pt x="145984" y="1344"/>
                  </a:lnTo>
                  <a:lnTo>
                    <a:pt x="140733" y="2099"/>
                  </a:lnTo>
                  <a:lnTo>
                    <a:pt x="135509" y="3020"/>
                  </a:lnTo>
                  <a:lnTo>
                    <a:pt x="130317" y="4107"/>
                  </a:lnTo>
                  <a:lnTo>
                    <a:pt x="125162" y="5357"/>
                  </a:lnTo>
                  <a:lnTo>
                    <a:pt x="120049" y="6771"/>
                  </a:lnTo>
                  <a:lnTo>
                    <a:pt x="114984" y="8346"/>
                  </a:lnTo>
                  <a:lnTo>
                    <a:pt x="109971" y="10081"/>
                  </a:lnTo>
                  <a:lnTo>
                    <a:pt x="105016" y="11974"/>
                  </a:lnTo>
                  <a:lnTo>
                    <a:pt x="100123" y="14023"/>
                  </a:lnTo>
                  <a:lnTo>
                    <a:pt x="95298" y="16227"/>
                  </a:lnTo>
                  <a:lnTo>
                    <a:pt x="90545" y="18583"/>
                  </a:lnTo>
                  <a:lnTo>
                    <a:pt x="85870" y="21088"/>
                  </a:lnTo>
                  <a:lnTo>
                    <a:pt x="81276" y="23740"/>
                  </a:lnTo>
                  <a:lnTo>
                    <a:pt x="76768" y="26537"/>
                  </a:lnTo>
                  <a:lnTo>
                    <a:pt x="72352" y="29475"/>
                  </a:lnTo>
                  <a:lnTo>
                    <a:pt x="68031" y="32552"/>
                  </a:lnTo>
                  <a:lnTo>
                    <a:pt x="63810" y="35764"/>
                  </a:lnTo>
                  <a:lnTo>
                    <a:pt x="59693" y="39109"/>
                  </a:lnTo>
                  <a:lnTo>
                    <a:pt x="55684" y="42583"/>
                  </a:lnTo>
                  <a:lnTo>
                    <a:pt x="51787" y="46182"/>
                  </a:lnTo>
                  <a:lnTo>
                    <a:pt x="48007" y="49903"/>
                  </a:lnTo>
                  <a:lnTo>
                    <a:pt x="44346" y="53742"/>
                  </a:lnTo>
                  <a:lnTo>
                    <a:pt x="40809" y="57696"/>
                  </a:lnTo>
                  <a:lnTo>
                    <a:pt x="37399" y="61759"/>
                  </a:lnTo>
                  <a:lnTo>
                    <a:pt x="34120" y="65929"/>
                  </a:lnTo>
                  <a:lnTo>
                    <a:pt x="30975" y="70200"/>
                  </a:lnTo>
                  <a:lnTo>
                    <a:pt x="27967" y="74570"/>
                  </a:lnTo>
                  <a:lnTo>
                    <a:pt x="25099" y="79032"/>
                  </a:lnTo>
                  <a:lnTo>
                    <a:pt x="22375" y="83583"/>
                  </a:lnTo>
                  <a:lnTo>
                    <a:pt x="19796" y="88219"/>
                  </a:lnTo>
                  <a:lnTo>
                    <a:pt x="17365" y="92933"/>
                  </a:lnTo>
                  <a:lnTo>
                    <a:pt x="15085" y="97723"/>
                  </a:lnTo>
                  <a:lnTo>
                    <a:pt x="12958" y="102583"/>
                  </a:lnTo>
                  <a:lnTo>
                    <a:pt x="10987" y="107507"/>
                  </a:lnTo>
                  <a:lnTo>
                    <a:pt x="9173" y="112492"/>
                  </a:lnTo>
                  <a:lnTo>
                    <a:pt x="7517" y="117532"/>
                  </a:lnTo>
                  <a:lnTo>
                    <a:pt x="6023" y="122621"/>
                  </a:lnTo>
                  <a:lnTo>
                    <a:pt x="4691" y="127756"/>
                  </a:lnTo>
                  <a:lnTo>
                    <a:pt x="3522" y="132930"/>
                  </a:lnTo>
                  <a:lnTo>
                    <a:pt x="2518" y="138139"/>
                  </a:lnTo>
                  <a:lnTo>
                    <a:pt x="1680" y="143377"/>
                  </a:lnTo>
                  <a:lnTo>
                    <a:pt x="1008" y="148638"/>
                  </a:lnTo>
                  <a:lnTo>
                    <a:pt x="504" y="153919"/>
                  </a:lnTo>
                  <a:lnTo>
                    <a:pt x="168" y="159213"/>
                  </a:lnTo>
                  <a:lnTo>
                    <a:pt x="0" y="164515"/>
                  </a:lnTo>
                  <a:lnTo>
                    <a:pt x="0" y="169819"/>
                  </a:lnTo>
                  <a:lnTo>
                    <a:pt x="168" y="175121"/>
                  </a:lnTo>
                  <a:lnTo>
                    <a:pt x="504" y="180415"/>
                  </a:lnTo>
                  <a:lnTo>
                    <a:pt x="1008" y="185695"/>
                  </a:lnTo>
                  <a:lnTo>
                    <a:pt x="1680" y="190957"/>
                  </a:lnTo>
                  <a:lnTo>
                    <a:pt x="2518" y="196195"/>
                  </a:lnTo>
                  <a:lnTo>
                    <a:pt x="3522" y="201404"/>
                  </a:lnTo>
                  <a:lnTo>
                    <a:pt x="4691" y="206578"/>
                  </a:lnTo>
                  <a:lnTo>
                    <a:pt x="6023" y="211713"/>
                  </a:lnTo>
                  <a:lnTo>
                    <a:pt x="7517" y="216802"/>
                  </a:lnTo>
                  <a:lnTo>
                    <a:pt x="9173" y="221842"/>
                  </a:lnTo>
                  <a:lnTo>
                    <a:pt x="10987" y="226827"/>
                  </a:lnTo>
                  <a:lnTo>
                    <a:pt x="12958" y="231751"/>
                  </a:lnTo>
                  <a:lnTo>
                    <a:pt x="15085" y="236611"/>
                  </a:lnTo>
                  <a:lnTo>
                    <a:pt x="17365" y="241400"/>
                  </a:lnTo>
                  <a:lnTo>
                    <a:pt x="19796" y="246115"/>
                  </a:lnTo>
                  <a:lnTo>
                    <a:pt x="22375" y="250751"/>
                  </a:lnTo>
                  <a:lnTo>
                    <a:pt x="25099" y="255302"/>
                  </a:lnTo>
                  <a:lnTo>
                    <a:pt x="27967" y="259764"/>
                  </a:lnTo>
                  <a:lnTo>
                    <a:pt x="30975" y="264134"/>
                  </a:lnTo>
                  <a:lnTo>
                    <a:pt x="34120" y="268405"/>
                  </a:lnTo>
                  <a:lnTo>
                    <a:pt x="37399" y="272575"/>
                  </a:lnTo>
                  <a:lnTo>
                    <a:pt x="40809" y="276638"/>
                  </a:lnTo>
                  <a:lnTo>
                    <a:pt x="44346" y="280592"/>
                  </a:lnTo>
                  <a:lnTo>
                    <a:pt x="48007" y="284431"/>
                  </a:lnTo>
                  <a:lnTo>
                    <a:pt x="51787" y="288152"/>
                  </a:lnTo>
                  <a:lnTo>
                    <a:pt x="55684" y="291751"/>
                  </a:lnTo>
                  <a:lnTo>
                    <a:pt x="59693" y="295225"/>
                  </a:lnTo>
                  <a:lnTo>
                    <a:pt x="63810" y="298569"/>
                  </a:lnTo>
                  <a:lnTo>
                    <a:pt x="68031" y="301782"/>
                  </a:lnTo>
                  <a:lnTo>
                    <a:pt x="72352" y="304859"/>
                  </a:lnTo>
                  <a:lnTo>
                    <a:pt x="76768" y="307797"/>
                  </a:lnTo>
                  <a:lnTo>
                    <a:pt x="81276" y="310594"/>
                  </a:lnTo>
                  <a:lnTo>
                    <a:pt x="85870" y="313246"/>
                  </a:lnTo>
                  <a:lnTo>
                    <a:pt x="90545" y="315751"/>
                  </a:lnTo>
                  <a:lnTo>
                    <a:pt x="95298" y="318107"/>
                  </a:lnTo>
                  <a:lnTo>
                    <a:pt x="100123" y="320310"/>
                  </a:lnTo>
                  <a:lnTo>
                    <a:pt x="105016" y="322360"/>
                  </a:lnTo>
                  <a:lnTo>
                    <a:pt x="109971" y="324253"/>
                  </a:lnTo>
                  <a:lnTo>
                    <a:pt x="114984" y="325988"/>
                  </a:lnTo>
                  <a:lnTo>
                    <a:pt x="120049" y="327563"/>
                  </a:lnTo>
                  <a:lnTo>
                    <a:pt x="125162" y="328976"/>
                  </a:lnTo>
                  <a:lnTo>
                    <a:pt x="130317" y="330227"/>
                  </a:lnTo>
                  <a:lnTo>
                    <a:pt x="135509" y="331313"/>
                  </a:lnTo>
                  <a:lnTo>
                    <a:pt x="140733" y="332235"/>
                  </a:lnTo>
                  <a:lnTo>
                    <a:pt x="145984" y="332989"/>
                  </a:lnTo>
                  <a:lnTo>
                    <a:pt x="151256" y="333577"/>
                  </a:lnTo>
                  <a:lnTo>
                    <a:pt x="156543" y="333998"/>
                  </a:lnTo>
                  <a:lnTo>
                    <a:pt x="161842" y="334250"/>
                  </a:lnTo>
                  <a:lnTo>
                    <a:pt x="167146" y="334334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4501" y="1238196"/>
              <a:ext cx="0" cy="167167"/>
            </a:xfrm>
            <a:custGeom>
              <a:avLst/>
              <a:pathLst>
                <a:path w="0" h="167167">
                  <a:moveTo>
                    <a:pt x="0" y="1671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238196"/>
              <a:ext cx="0" cy="167167"/>
            </a:xfrm>
            <a:custGeom>
              <a:avLst/>
              <a:pathLst>
                <a:path w="0" h="167167">
                  <a:moveTo>
                    <a:pt x="0" y="1671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238196"/>
              <a:ext cx="0" cy="167167"/>
            </a:xfrm>
            <a:custGeom>
              <a:avLst/>
              <a:pathLst>
                <a:path w="0" h="167167">
                  <a:moveTo>
                    <a:pt x="0" y="1671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238196"/>
              <a:ext cx="0" cy="167167"/>
            </a:xfrm>
            <a:custGeom>
              <a:avLst/>
              <a:pathLst>
                <a:path w="0" h="167167">
                  <a:moveTo>
                    <a:pt x="0" y="1671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238196"/>
              <a:ext cx="0" cy="167167"/>
            </a:xfrm>
            <a:custGeom>
              <a:avLst/>
              <a:pathLst>
                <a:path w="0" h="167167">
                  <a:moveTo>
                    <a:pt x="0" y="1671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238196"/>
              <a:ext cx="0" cy="167167"/>
            </a:xfrm>
            <a:custGeom>
              <a:avLst/>
              <a:pathLst>
                <a:path w="0" h="167167">
                  <a:moveTo>
                    <a:pt x="0" y="1671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238196"/>
              <a:ext cx="0" cy="167167"/>
            </a:xfrm>
            <a:custGeom>
              <a:avLst/>
              <a:pathLst>
                <a:path w="0" h="167167">
                  <a:moveTo>
                    <a:pt x="0" y="1671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238196"/>
              <a:ext cx="0" cy="167167"/>
            </a:xfrm>
            <a:custGeom>
              <a:avLst/>
              <a:pathLst>
                <a:path w="0" h="167167">
                  <a:moveTo>
                    <a:pt x="0" y="1671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238196"/>
              <a:ext cx="0" cy="167167"/>
            </a:xfrm>
            <a:custGeom>
              <a:avLst/>
              <a:pathLst>
                <a:path w="0" h="167167">
                  <a:moveTo>
                    <a:pt x="0" y="1671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238196"/>
              <a:ext cx="0" cy="167167"/>
            </a:xfrm>
            <a:custGeom>
              <a:avLst/>
              <a:pathLst>
                <a:path w="0" h="167167">
                  <a:moveTo>
                    <a:pt x="0" y="1671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238196"/>
              <a:ext cx="0" cy="167167"/>
            </a:xfrm>
            <a:custGeom>
              <a:avLst/>
              <a:pathLst>
                <a:path w="0" h="167167">
                  <a:moveTo>
                    <a:pt x="0" y="1671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0" cy="167167"/>
            </a:xfrm>
            <a:custGeom>
              <a:avLst/>
              <a:pathLst>
                <a:path w="0" h="167167">
                  <a:moveTo>
                    <a:pt x="0" y="1671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0" cy="167167"/>
            </a:xfrm>
            <a:custGeom>
              <a:avLst/>
              <a:pathLst>
                <a:path w="0" h="167167">
                  <a:moveTo>
                    <a:pt x="0" y="1671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0" cy="167167"/>
            </a:xfrm>
            <a:custGeom>
              <a:avLst/>
              <a:pathLst>
                <a:path w="0" h="167167">
                  <a:moveTo>
                    <a:pt x="0" y="1671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0" cy="167167"/>
            </a:xfrm>
            <a:custGeom>
              <a:avLst/>
              <a:pathLst>
                <a:path w="0" h="167167">
                  <a:moveTo>
                    <a:pt x="0" y="1671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0" cy="167167"/>
            </a:xfrm>
            <a:custGeom>
              <a:avLst/>
              <a:pathLst>
                <a:path w="0" h="167167">
                  <a:moveTo>
                    <a:pt x="0" y="1671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0" cy="167167"/>
            </a:xfrm>
            <a:custGeom>
              <a:avLst/>
              <a:pathLst>
                <a:path w="0" h="167167">
                  <a:moveTo>
                    <a:pt x="0" y="1671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084168"/>
              <a:ext cx="167161" cy="321194"/>
            </a:xfrm>
            <a:custGeom>
              <a:avLst/>
              <a:pathLst>
                <a:path w="167161" h="321194">
                  <a:moveTo>
                    <a:pt x="0" y="321194"/>
                  </a:moveTo>
                  <a:lnTo>
                    <a:pt x="5329" y="321109"/>
                  </a:lnTo>
                  <a:lnTo>
                    <a:pt x="10654" y="320855"/>
                  </a:lnTo>
                  <a:lnTo>
                    <a:pt x="15968" y="320430"/>
                  </a:lnTo>
                  <a:lnTo>
                    <a:pt x="21265" y="319836"/>
                  </a:lnTo>
                  <a:lnTo>
                    <a:pt x="26541" y="319074"/>
                  </a:lnTo>
                  <a:lnTo>
                    <a:pt x="31790" y="318144"/>
                  </a:lnTo>
                  <a:lnTo>
                    <a:pt x="37006" y="317047"/>
                  </a:lnTo>
                  <a:lnTo>
                    <a:pt x="42185" y="315784"/>
                  </a:lnTo>
                  <a:lnTo>
                    <a:pt x="47321" y="314357"/>
                  </a:lnTo>
                  <a:lnTo>
                    <a:pt x="52409" y="312767"/>
                  </a:lnTo>
                  <a:lnTo>
                    <a:pt x="57443" y="311015"/>
                  </a:lnTo>
                  <a:lnTo>
                    <a:pt x="62419" y="309104"/>
                  </a:lnTo>
                  <a:lnTo>
                    <a:pt x="67332" y="307035"/>
                  </a:lnTo>
                  <a:lnTo>
                    <a:pt x="72176" y="304810"/>
                  </a:lnTo>
                  <a:lnTo>
                    <a:pt x="76947" y="302432"/>
                  </a:lnTo>
                  <a:lnTo>
                    <a:pt x="81640" y="299903"/>
                  </a:lnTo>
                  <a:lnTo>
                    <a:pt x="86249" y="297226"/>
                  </a:lnTo>
                  <a:lnTo>
                    <a:pt x="90771" y="294403"/>
                  </a:lnTo>
                  <a:lnTo>
                    <a:pt x="95201" y="291438"/>
                  </a:lnTo>
                  <a:lnTo>
                    <a:pt x="99533" y="288333"/>
                  </a:lnTo>
                  <a:lnTo>
                    <a:pt x="103765" y="285091"/>
                  </a:lnTo>
                  <a:lnTo>
                    <a:pt x="107891" y="281716"/>
                  </a:lnTo>
                  <a:lnTo>
                    <a:pt x="111907" y="278211"/>
                  </a:lnTo>
                  <a:lnTo>
                    <a:pt x="115810" y="274580"/>
                  </a:lnTo>
                  <a:lnTo>
                    <a:pt x="119594" y="270826"/>
                  </a:lnTo>
                  <a:lnTo>
                    <a:pt x="123258" y="266953"/>
                  </a:lnTo>
                  <a:lnTo>
                    <a:pt x="126795" y="262966"/>
                  </a:lnTo>
                  <a:lnTo>
                    <a:pt x="130204" y="258868"/>
                  </a:lnTo>
                  <a:lnTo>
                    <a:pt x="133481" y="254663"/>
                  </a:lnTo>
                  <a:lnTo>
                    <a:pt x="136622" y="250356"/>
                  </a:lnTo>
                  <a:lnTo>
                    <a:pt x="139624" y="245951"/>
                  </a:lnTo>
                  <a:lnTo>
                    <a:pt x="142483" y="241453"/>
                  </a:lnTo>
                  <a:lnTo>
                    <a:pt x="145198" y="236866"/>
                  </a:lnTo>
                  <a:lnTo>
                    <a:pt x="147766" y="232194"/>
                  </a:lnTo>
                  <a:lnTo>
                    <a:pt x="150183" y="227443"/>
                  </a:lnTo>
                  <a:lnTo>
                    <a:pt x="152447" y="222617"/>
                  </a:lnTo>
                  <a:lnTo>
                    <a:pt x="154557" y="217722"/>
                  </a:lnTo>
                  <a:lnTo>
                    <a:pt x="156509" y="212761"/>
                  </a:lnTo>
                  <a:lnTo>
                    <a:pt x="158302" y="207742"/>
                  </a:lnTo>
                  <a:lnTo>
                    <a:pt x="159934" y="202667"/>
                  </a:lnTo>
                  <a:lnTo>
                    <a:pt x="161404" y="197543"/>
                  </a:lnTo>
                  <a:lnTo>
                    <a:pt x="162709" y="192375"/>
                  </a:lnTo>
                  <a:lnTo>
                    <a:pt x="163849" y="187167"/>
                  </a:lnTo>
                  <a:lnTo>
                    <a:pt x="164822" y="181926"/>
                  </a:lnTo>
                  <a:lnTo>
                    <a:pt x="165628" y="176657"/>
                  </a:lnTo>
                  <a:lnTo>
                    <a:pt x="166265" y="171365"/>
                  </a:lnTo>
                  <a:lnTo>
                    <a:pt x="166734" y="166055"/>
                  </a:lnTo>
                  <a:lnTo>
                    <a:pt x="167032" y="160733"/>
                  </a:lnTo>
                  <a:lnTo>
                    <a:pt x="167161" y="155404"/>
                  </a:lnTo>
                  <a:lnTo>
                    <a:pt x="167120" y="150073"/>
                  </a:lnTo>
                  <a:lnTo>
                    <a:pt x="166909" y="144747"/>
                  </a:lnTo>
                  <a:lnTo>
                    <a:pt x="166528" y="139430"/>
                  </a:lnTo>
                  <a:lnTo>
                    <a:pt x="165978" y="134128"/>
                  </a:lnTo>
                  <a:lnTo>
                    <a:pt x="165259" y="128846"/>
                  </a:lnTo>
                  <a:lnTo>
                    <a:pt x="164373" y="123589"/>
                  </a:lnTo>
                  <a:lnTo>
                    <a:pt x="163319" y="118364"/>
                  </a:lnTo>
                  <a:lnTo>
                    <a:pt x="162098" y="113175"/>
                  </a:lnTo>
                  <a:lnTo>
                    <a:pt x="160714" y="108028"/>
                  </a:lnTo>
                  <a:lnTo>
                    <a:pt x="159165" y="102927"/>
                  </a:lnTo>
                  <a:lnTo>
                    <a:pt x="157455" y="97878"/>
                  </a:lnTo>
                  <a:lnTo>
                    <a:pt x="155585" y="92886"/>
                  </a:lnTo>
                  <a:lnTo>
                    <a:pt x="153556" y="87957"/>
                  </a:lnTo>
                  <a:lnTo>
                    <a:pt x="151372" y="83094"/>
                  </a:lnTo>
                  <a:lnTo>
                    <a:pt x="149033" y="78304"/>
                  </a:lnTo>
                  <a:lnTo>
                    <a:pt x="146543" y="73591"/>
                  </a:lnTo>
                  <a:lnTo>
                    <a:pt x="143904" y="68959"/>
                  </a:lnTo>
                  <a:lnTo>
                    <a:pt x="141118" y="64415"/>
                  </a:lnTo>
                  <a:lnTo>
                    <a:pt x="138190" y="59961"/>
                  </a:lnTo>
                  <a:lnTo>
                    <a:pt x="135120" y="55603"/>
                  </a:lnTo>
                  <a:lnTo>
                    <a:pt x="131913" y="51344"/>
                  </a:lnTo>
                  <a:lnTo>
                    <a:pt x="128572" y="47191"/>
                  </a:lnTo>
                  <a:lnTo>
                    <a:pt x="125101" y="43146"/>
                  </a:lnTo>
                  <a:lnTo>
                    <a:pt x="121502" y="39213"/>
                  </a:lnTo>
                  <a:lnTo>
                    <a:pt x="117779" y="35398"/>
                  </a:lnTo>
                  <a:lnTo>
                    <a:pt x="113937" y="31703"/>
                  </a:lnTo>
                  <a:lnTo>
                    <a:pt x="109979" y="28132"/>
                  </a:lnTo>
                  <a:lnTo>
                    <a:pt x="105909" y="24690"/>
                  </a:lnTo>
                  <a:lnTo>
                    <a:pt x="101731" y="21379"/>
                  </a:lnTo>
                  <a:lnTo>
                    <a:pt x="97450" y="18203"/>
                  </a:lnTo>
                  <a:lnTo>
                    <a:pt x="93070" y="15165"/>
                  </a:lnTo>
                  <a:lnTo>
                    <a:pt x="88596" y="12268"/>
                  </a:lnTo>
                  <a:lnTo>
                    <a:pt x="84031" y="9515"/>
                  </a:lnTo>
                  <a:lnTo>
                    <a:pt x="79380" y="6909"/>
                  </a:lnTo>
                  <a:lnTo>
                    <a:pt x="74649" y="4453"/>
                  </a:lnTo>
                  <a:lnTo>
                    <a:pt x="69843" y="2149"/>
                  </a:lnTo>
                  <a:lnTo>
                    <a:pt x="64965" y="0"/>
                  </a:lnTo>
                  <a:lnTo>
                    <a:pt x="0" y="1540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071028"/>
              <a:ext cx="64965" cy="167167"/>
            </a:xfrm>
            <a:custGeom>
              <a:avLst/>
              <a:pathLst>
                <a:path w="64965" h="167167">
                  <a:moveTo>
                    <a:pt x="64965" y="13139"/>
                  </a:moveTo>
                  <a:lnTo>
                    <a:pt x="59334" y="10884"/>
                  </a:lnTo>
                  <a:lnTo>
                    <a:pt x="53626" y="8834"/>
                  </a:lnTo>
                  <a:lnTo>
                    <a:pt x="47846" y="6993"/>
                  </a:lnTo>
                  <a:lnTo>
                    <a:pt x="42004" y="5363"/>
                  </a:lnTo>
                  <a:lnTo>
                    <a:pt x="36107" y="3946"/>
                  </a:lnTo>
                  <a:lnTo>
                    <a:pt x="30162" y="2743"/>
                  </a:lnTo>
                  <a:lnTo>
                    <a:pt x="24177" y="1757"/>
                  </a:lnTo>
                  <a:lnTo>
                    <a:pt x="18161" y="989"/>
                  </a:lnTo>
                  <a:lnTo>
                    <a:pt x="12120" y="439"/>
                  </a:lnTo>
                  <a:lnTo>
                    <a:pt x="6064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377291" y="1322571"/>
              <a:ext cx="111429" cy="167167"/>
            </a:xfrm>
            <a:custGeom>
              <a:avLst/>
              <a:pathLst>
                <a:path w="111429" h="167167">
                  <a:moveTo>
                    <a:pt x="111429" y="0"/>
                  </a:moveTo>
                  <a:lnTo>
                    <a:pt x="105886" y="91"/>
                  </a:lnTo>
                  <a:lnTo>
                    <a:pt x="100349" y="367"/>
                  </a:lnTo>
                  <a:lnTo>
                    <a:pt x="94825" y="826"/>
                  </a:lnTo>
                  <a:lnTo>
                    <a:pt x="89318" y="1468"/>
                  </a:lnTo>
                  <a:lnTo>
                    <a:pt x="83836" y="2292"/>
                  </a:lnTo>
                  <a:lnTo>
                    <a:pt x="78385" y="3298"/>
                  </a:lnTo>
                  <a:lnTo>
                    <a:pt x="72969" y="4484"/>
                  </a:lnTo>
                  <a:lnTo>
                    <a:pt x="67596" y="5849"/>
                  </a:lnTo>
                  <a:lnTo>
                    <a:pt x="62271" y="7391"/>
                  </a:lnTo>
                  <a:lnTo>
                    <a:pt x="57001" y="9108"/>
                  </a:lnTo>
                  <a:lnTo>
                    <a:pt x="51790" y="11000"/>
                  </a:lnTo>
                  <a:lnTo>
                    <a:pt x="46644" y="13063"/>
                  </a:lnTo>
                  <a:lnTo>
                    <a:pt x="41570" y="15296"/>
                  </a:lnTo>
                  <a:lnTo>
                    <a:pt x="36573" y="17696"/>
                  </a:lnTo>
                  <a:lnTo>
                    <a:pt x="31658" y="20260"/>
                  </a:lnTo>
                  <a:lnTo>
                    <a:pt x="26831" y="22986"/>
                  </a:lnTo>
                  <a:lnTo>
                    <a:pt x="22097" y="25871"/>
                  </a:lnTo>
                  <a:lnTo>
                    <a:pt x="17461" y="28910"/>
                  </a:lnTo>
                  <a:lnTo>
                    <a:pt x="12928" y="32102"/>
                  </a:lnTo>
                  <a:lnTo>
                    <a:pt x="8504" y="35443"/>
                  </a:lnTo>
                  <a:lnTo>
                    <a:pt x="4193" y="38928"/>
                  </a:lnTo>
                  <a:lnTo>
                    <a:pt x="0" y="42554"/>
                  </a:lnTo>
                  <a:lnTo>
                    <a:pt x="11142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377291" y="1365126"/>
              <a:ext cx="111429" cy="124612"/>
            </a:xfrm>
            <a:custGeom>
              <a:avLst/>
              <a:pathLst>
                <a:path w="111429" h="124612">
                  <a:moveTo>
                    <a:pt x="0" y="0"/>
                  </a:moveTo>
                  <a:lnTo>
                    <a:pt x="111429" y="12461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377291" y="1365126"/>
              <a:ext cx="111429" cy="124612"/>
            </a:xfrm>
            <a:custGeom>
              <a:avLst/>
              <a:pathLst>
                <a:path w="111429" h="124612">
                  <a:moveTo>
                    <a:pt x="0" y="0"/>
                  </a:moveTo>
                  <a:lnTo>
                    <a:pt x="111429" y="12461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377291" y="1365126"/>
              <a:ext cx="111429" cy="124612"/>
            </a:xfrm>
            <a:custGeom>
              <a:avLst/>
              <a:pathLst>
                <a:path w="111429" h="124612">
                  <a:moveTo>
                    <a:pt x="0" y="0"/>
                  </a:moveTo>
                  <a:lnTo>
                    <a:pt x="111429" y="1246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377291" y="1365126"/>
              <a:ext cx="111429" cy="124612"/>
            </a:xfrm>
            <a:custGeom>
              <a:avLst/>
              <a:pathLst>
                <a:path w="111429" h="124612">
                  <a:moveTo>
                    <a:pt x="0" y="0"/>
                  </a:moveTo>
                  <a:lnTo>
                    <a:pt x="111429" y="1246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377291" y="1365126"/>
              <a:ext cx="111429" cy="124612"/>
            </a:xfrm>
            <a:custGeom>
              <a:avLst/>
              <a:pathLst>
                <a:path w="111429" h="124612">
                  <a:moveTo>
                    <a:pt x="0" y="0"/>
                  </a:moveTo>
                  <a:lnTo>
                    <a:pt x="111429" y="1246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377291" y="1365126"/>
              <a:ext cx="111429" cy="124612"/>
            </a:xfrm>
            <a:custGeom>
              <a:avLst/>
              <a:pathLst>
                <a:path w="111429" h="124612">
                  <a:moveTo>
                    <a:pt x="0" y="0"/>
                  </a:moveTo>
                  <a:lnTo>
                    <a:pt x="111429" y="1246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77291" y="1365126"/>
              <a:ext cx="111429" cy="124612"/>
            </a:xfrm>
            <a:custGeom>
              <a:avLst/>
              <a:pathLst>
                <a:path w="111429" h="124612">
                  <a:moveTo>
                    <a:pt x="0" y="0"/>
                  </a:moveTo>
                  <a:lnTo>
                    <a:pt x="111429" y="12461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77291" y="1365126"/>
              <a:ext cx="111429" cy="124612"/>
            </a:xfrm>
            <a:custGeom>
              <a:avLst/>
              <a:pathLst>
                <a:path w="111429" h="124612">
                  <a:moveTo>
                    <a:pt x="0" y="0"/>
                  </a:moveTo>
                  <a:lnTo>
                    <a:pt x="111429" y="1246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77291" y="1365126"/>
              <a:ext cx="111429" cy="124612"/>
            </a:xfrm>
            <a:custGeom>
              <a:avLst/>
              <a:pathLst>
                <a:path w="111429" h="124612">
                  <a:moveTo>
                    <a:pt x="0" y="0"/>
                  </a:moveTo>
                  <a:lnTo>
                    <a:pt x="111429" y="1246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77291" y="1365126"/>
              <a:ext cx="111429" cy="124612"/>
            </a:xfrm>
            <a:custGeom>
              <a:avLst/>
              <a:pathLst>
                <a:path w="111429" h="124612">
                  <a:moveTo>
                    <a:pt x="0" y="0"/>
                  </a:moveTo>
                  <a:lnTo>
                    <a:pt x="111429" y="12461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77291" y="1365126"/>
              <a:ext cx="111429" cy="124612"/>
            </a:xfrm>
            <a:custGeom>
              <a:avLst/>
              <a:pathLst>
                <a:path w="111429" h="124612">
                  <a:moveTo>
                    <a:pt x="0" y="0"/>
                  </a:moveTo>
                  <a:lnTo>
                    <a:pt x="111429" y="1246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77291" y="1365126"/>
              <a:ext cx="111429" cy="124612"/>
            </a:xfrm>
            <a:custGeom>
              <a:avLst/>
              <a:pathLst>
                <a:path w="111429" h="124612">
                  <a:moveTo>
                    <a:pt x="0" y="0"/>
                  </a:moveTo>
                  <a:lnTo>
                    <a:pt x="111429" y="1246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77291" y="1365126"/>
              <a:ext cx="111429" cy="124612"/>
            </a:xfrm>
            <a:custGeom>
              <a:avLst/>
              <a:pathLst>
                <a:path w="111429" h="124612">
                  <a:moveTo>
                    <a:pt x="0" y="0"/>
                  </a:moveTo>
                  <a:lnTo>
                    <a:pt x="111429" y="1246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77291" y="1365126"/>
              <a:ext cx="111429" cy="124612"/>
            </a:xfrm>
            <a:custGeom>
              <a:avLst/>
              <a:pathLst>
                <a:path w="111429" h="124612">
                  <a:moveTo>
                    <a:pt x="0" y="0"/>
                  </a:moveTo>
                  <a:lnTo>
                    <a:pt x="111429" y="1246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77291" y="1365126"/>
              <a:ext cx="111429" cy="124612"/>
            </a:xfrm>
            <a:custGeom>
              <a:avLst/>
              <a:pathLst>
                <a:path w="111429" h="124612">
                  <a:moveTo>
                    <a:pt x="0" y="0"/>
                  </a:moveTo>
                  <a:lnTo>
                    <a:pt x="111429" y="1246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77291" y="1365126"/>
              <a:ext cx="111429" cy="124612"/>
            </a:xfrm>
            <a:custGeom>
              <a:avLst/>
              <a:pathLst>
                <a:path w="111429" h="124612">
                  <a:moveTo>
                    <a:pt x="0" y="0"/>
                  </a:moveTo>
                  <a:lnTo>
                    <a:pt x="111429" y="1246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21573" y="1365126"/>
              <a:ext cx="334303" cy="291779"/>
            </a:xfrm>
            <a:custGeom>
              <a:avLst/>
              <a:pathLst>
                <a:path w="334303" h="291779">
                  <a:moveTo>
                    <a:pt x="55718" y="0"/>
                  </a:moveTo>
                  <a:lnTo>
                    <a:pt x="51816" y="3601"/>
                  </a:lnTo>
                  <a:lnTo>
                    <a:pt x="48031" y="7325"/>
                  </a:lnTo>
                  <a:lnTo>
                    <a:pt x="44366" y="11168"/>
                  </a:lnTo>
                  <a:lnTo>
                    <a:pt x="40825" y="15124"/>
                  </a:lnTo>
                  <a:lnTo>
                    <a:pt x="37411" y="19192"/>
                  </a:lnTo>
                  <a:lnTo>
                    <a:pt x="34129" y="23365"/>
                  </a:lnTo>
                  <a:lnTo>
                    <a:pt x="30980" y="27641"/>
                  </a:lnTo>
                  <a:lnTo>
                    <a:pt x="27969" y="32015"/>
                  </a:lnTo>
                  <a:lnTo>
                    <a:pt x="25098" y="36482"/>
                  </a:lnTo>
                  <a:lnTo>
                    <a:pt x="22371" y="41037"/>
                  </a:lnTo>
                  <a:lnTo>
                    <a:pt x="19790" y="45678"/>
                  </a:lnTo>
                  <a:lnTo>
                    <a:pt x="17357" y="50398"/>
                  </a:lnTo>
                  <a:lnTo>
                    <a:pt x="15076" y="55192"/>
                  </a:lnTo>
                  <a:lnTo>
                    <a:pt x="12948" y="60057"/>
                  </a:lnTo>
                  <a:lnTo>
                    <a:pt x="10975" y="64987"/>
                  </a:lnTo>
                  <a:lnTo>
                    <a:pt x="9160" y="69977"/>
                  </a:lnTo>
                  <a:lnTo>
                    <a:pt x="7505" y="75022"/>
                  </a:lnTo>
                  <a:lnTo>
                    <a:pt x="6010" y="80118"/>
                  </a:lnTo>
                  <a:lnTo>
                    <a:pt x="4678" y="85258"/>
                  </a:lnTo>
                  <a:lnTo>
                    <a:pt x="3510" y="90438"/>
                  </a:lnTo>
                  <a:lnTo>
                    <a:pt x="2508" y="95652"/>
                  </a:lnTo>
                  <a:lnTo>
                    <a:pt x="1671" y="100896"/>
                  </a:lnTo>
                  <a:lnTo>
                    <a:pt x="1001" y="106163"/>
                  </a:lnTo>
                  <a:lnTo>
                    <a:pt x="499" y="111449"/>
                  </a:lnTo>
                  <a:lnTo>
                    <a:pt x="165" y="116749"/>
                  </a:lnTo>
                  <a:lnTo>
                    <a:pt x="0" y="122056"/>
                  </a:lnTo>
                  <a:lnTo>
                    <a:pt x="3" y="127366"/>
                  </a:lnTo>
                  <a:lnTo>
                    <a:pt x="174" y="132673"/>
                  </a:lnTo>
                  <a:lnTo>
                    <a:pt x="515" y="137972"/>
                  </a:lnTo>
                  <a:lnTo>
                    <a:pt x="1023" y="143258"/>
                  </a:lnTo>
                  <a:lnTo>
                    <a:pt x="1699" y="148524"/>
                  </a:lnTo>
                  <a:lnTo>
                    <a:pt x="2542" y="153767"/>
                  </a:lnTo>
                  <a:lnTo>
                    <a:pt x="3551" y="158980"/>
                  </a:lnTo>
                  <a:lnTo>
                    <a:pt x="4725" y="164158"/>
                  </a:lnTo>
                  <a:lnTo>
                    <a:pt x="6063" y="169297"/>
                  </a:lnTo>
                  <a:lnTo>
                    <a:pt x="7563" y="174391"/>
                  </a:lnTo>
                  <a:lnTo>
                    <a:pt x="9225" y="179434"/>
                  </a:lnTo>
                  <a:lnTo>
                    <a:pt x="11046" y="184422"/>
                  </a:lnTo>
                  <a:lnTo>
                    <a:pt x="13024" y="189349"/>
                  </a:lnTo>
                  <a:lnTo>
                    <a:pt x="15158" y="194212"/>
                  </a:lnTo>
                  <a:lnTo>
                    <a:pt x="17445" y="199004"/>
                  </a:lnTo>
                  <a:lnTo>
                    <a:pt x="19883" y="203721"/>
                  </a:lnTo>
                  <a:lnTo>
                    <a:pt x="22470" y="208358"/>
                  </a:lnTo>
                  <a:lnTo>
                    <a:pt x="25202" y="212911"/>
                  </a:lnTo>
                  <a:lnTo>
                    <a:pt x="28078" y="217374"/>
                  </a:lnTo>
                  <a:lnTo>
                    <a:pt x="31095" y="221744"/>
                  </a:lnTo>
                  <a:lnTo>
                    <a:pt x="34248" y="226016"/>
                  </a:lnTo>
                  <a:lnTo>
                    <a:pt x="37536" y="230186"/>
                  </a:lnTo>
                  <a:lnTo>
                    <a:pt x="40954" y="234249"/>
                  </a:lnTo>
                  <a:lnTo>
                    <a:pt x="44500" y="238202"/>
                  </a:lnTo>
                  <a:lnTo>
                    <a:pt x="48169" y="242040"/>
                  </a:lnTo>
                  <a:lnTo>
                    <a:pt x="51959" y="245759"/>
                  </a:lnTo>
                  <a:lnTo>
                    <a:pt x="55865" y="249357"/>
                  </a:lnTo>
                  <a:lnTo>
                    <a:pt x="59883" y="252828"/>
                  </a:lnTo>
                  <a:lnTo>
                    <a:pt x="64009" y="256170"/>
                  </a:lnTo>
                  <a:lnTo>
                    <a:pt x="68239" y="259379"/>
                  </a:lnTo>
                  <a:lnTo>
                    <a:pt x="72569" y="262453"/>
                  </a:lnTo>
                  <a:lnTo>
                    <a:pt x="76995" y="265387"/>
                  </a:lnTo>
                  <a:lnTo>
                    <a:pt x="81511" y="268179"/>
                  </a:lnTo>
                  <a:lnTo>
                    <a:pt x="86114" y="270827"/>
                  </a:lnTo>
                  <a:lnTo>
                    <a:pt x="90799" y="273326"/>
                  </a:lnTo>
                  <a:lnTo>
                    <a:pt x="95561" y="275676"/>
                  </a:lnTo>
                  <a:lnTo>
                    <a:pt x="100394" y="277874"/>
                  </a:lnTo>
                  <a:lnTo>
                    <a:pt x="105296" y="279916"/>
                  </a:lnTo>
                  <a:lnTo>
                    <a:pt x="110259" y="281802"/>
                  </a:lnTo>
                  <a:lnTo>
                    <a:pt x="115280" y="283530"/>
                  </a:lnTo>
                  <a:lnTo>
                    <a:pt x="120354" y="285097"/>
                  </a:lnTo>
                  <a:lnTo>
                    <a:pt x="125474" y="286502"/>
                  </a:lnTo>
                  <a:lnTo>
                    <a:pt x="130637" y="287744"/>
                  </a:lnTo>
                  <a:lnTo>
                    <a:pt x="135836" y="288821"/>
                  </a:lnTo>
                  <a:lnTo>
                    <a:pt x="141068" y="289733"/>
                  </a:lnTo>
                  <a:lnTo>
                    <a:pt x="146325" y="290478"/>
                  </a:lnTo>
                  <a:lnTo>
                    <a:pt x="151603" y="291056"/>
                  </a:lnTo>
                  <a:lnTo>
                    <a:pt x="156897" y="291465"/>
                  </a:lnTo>
                  <a:lnTo>
                    <a:pt x="162202" y="291707"/>
                  </a:lnTo>
                  <a:lnTo>
                    <a:pt x="167511" y="291779"/>
                  </a:lnTo>
                  <a:lnTo>
                    <a:pt x="172820" y="291684"/>
                  </a:lnTo>
                  <a:lnTo>
                    <a:pt x="178124" y="291419"/>
                  </a:lnTo>
                  <a:lnTo>
                    <a:pt x="183416" y="290986"/>
                  </a:lnTo>
                  <a:lnTo>
                    <a:pt x="188692" y="290386"/>
                  </a:lnTo>
                  <a:lnTo>
                    <a:pt x="193946" y="289618"/>
                  </a:lnTo>
                  <a:lnTo>
                    <a:pt x="199173" y="288684"/>
                  </a:lnTo>
                  <a:lnTo>
                    <a:pt x="204367" y="287584"/>
                  </a:lnTo>
                  <a:lnTo>
                    <a:pt x="209525" y="286319"/>
                  </a:lnTo>
                  <a:lnTo>
                    <a:pt x="214639" y="284892"/>
                  </a:lnTo>
                  <a:lnTo>
                    <a:pt x="219706" y="283303"/>
                  </a:lnTo>
                  <a:lnTo>
                    <a:pt x="224719" y="281553"/>
                  </a:lnTo>
                  <a:lnTo>
                    <a:pt x="229674" y="279646"/>
                  </a:lnTo>
                  <a:lnTo>
                    <a:pt x="234567" y="277582"/>
                  </a:lnTo>
                  <a:lnTo>
                    <a:pt x="239391" y="275363"/>
                  </a:lnTo>
                  <a:lnTo>
                    <a:pt x="244142" y="272993"/>
                  </a:lnTo>
                  <a:lnTo>
                    <a:pt x="248816" y="270473"/>
                  </a:lnTo>
                  <a:lnTo>
                    <a:pt x="253407" y="267805"/>
                  </a:lnTo>
                  <a:lnTo>
                    <a:pt x="257912" y="264993"/>
                  </a:lnTo>
                  <a:lnTo>
                    <a:pt x="262324" y="262040"/>
                  </a:lnTo>
                  <a:lnTo>
                    <a:pt x="266641" y="258948"/>
                  </a:lnTo>
                  <a:lnTo>
                    <a:pt x="270857" y="255720"/>
                  </a:lnTo>
                  <a:lnTo>
                    <a:pt x="274969" y="252360"/>
                  </a:lnTo>
                  <a:lnTo>
                    <a:pt x="278972" y="248871"/>
                  </a:lnTo>
                  <a:lnTo>
                    <a:pt x="282862" y="245257"/>
                  </a:lnTo>
                  <a:lnTo>
                    <a:pt x="286635" y="241521"/>
                  </a:lnTo>
                  <a:lnTo>
                    <a:pt x="290288" y="237667"/>
                  </a:lnTo>
                  <a:lnTo>
                    <a:pt x="293817" y="233699"/>
                  </a:lnTo>
                  <a:lnTo>
                    <a:pt x="297217" y="229621"/>
                  </a:lnTo>
                  <a:lnTo>
                    <a:pt x="300487" y="225437"/>
                  </a:lnTo>
                  <a:lnTo>
                    <a:pt x="303622" y="221151"/>
                  </a:lnTo>
                  <a:lnTo>
                    <a:pt x="306619" y="216768"/>
                  </a:lnTo>
                  <a:lnTo>
                    <a:pt x="309475" y="212292"/>
                  </a:lnTo>
                  <a:lnTo>
                    <a:pt x="312188" y="207728"/>
                  </a:lnTo>
                  <a:lnTo>
                    <a:pt x="314755" y="203079"/>
                  </a:lnTo>
                  <a:lnTo>
                    <a:pt x="317172" y="198352"/>
                  </a:lnTo>
                  <a:lnTo>
                    <a:pt x="319439" y="193550"/>
                  </a:lnTo>
                  <a:lnTo>
                    <a:pt x="321551" y="188678"/>
                  </a:lnTo>
                  <a:lnTo>
                    <a:pt x="323508" y="183742"/>
                  </a:lnTo>
                  <a:lnTo>
                    <a:pt x="325307" y="178746"/>
                  </a:lnTo>
                  <a:lnTo>
                    <a:pt x="326947" y="173696"/>
                  </a:lnTo>
                  <a:lnTo>
                    <a:pt x="328425" y="168596"/>
                  </a:lnTo>
                  <a:lnTo>
                    <a:pt x="329740" y="163451"/>
                  </a:lnTo>
                  <a:lnTo>
                    <a:pt x="330892" y="158268"/>
                  </a:lnTo>
                  <a:lnTo>
                    <a:pt x="331878" y="153050"/>
                  </a:lnTo>
                  <a:lnTo>
                    <a:pt x="332698" y="147804"/>
                  </a:lnTo>
                  <a:lnTo>
                    <a:pt x="333351" y="142534"/>
                  </a:lnTo>
                  <a:lnTo>
                    <a:pt x="333837" y="137247"/>
                  </a:lnTo>
                  <a:lnTo>
                    <a:pt x="334154" y="131946"/>
                  </a:lnTo>
                  <a:lnTo>
                    <a:pt x="334303" y="126638"/>
                  </a:lnTo>
                  <a:lnTo>
                    <a:pt x="334283" y="121329"/>
                  </a:lnTo>
                  <a:lnTo>
                    <a:pt x="334094" y="116022"/>
                  </a:lnTo>
                  <a:lnTo>
                    <a:pt x="333737" y="110724"/>
                  </a:lnTo>
                  <a:lnTo>
                    <a:pt x="333212" y="105440"/>
                  </a:lnTo>
                  <a:lnTo>
                    <a:pt x="332519" y="100176"/>
                  </a:lnTo>
                  <a:lnTo>
                    <a:pt x="331660" y="94936"/>
                  </a:lnTo>
                  <a:lnTo>
                    <a:pt x="330634" y="89726"/>
                  </a:lnTo>
                  <a:lnTo>
                    <a:pt x="329444" y="84551"/>
                  </a:lnTo>
                  <a:lnTo>
                    <a:pt x="328089" y="79417"/>
                  </a:lnTo>
                  <a:lnTo>
                    <a:pt x="326573" y="74328"/>
                  </a:lnTo>
                  <a:lnTo>
                    <a:pt x="324895" y="69290"/>
                  </a:lnTo>
                  <a:lnTo>
                    <a:pt x="323059" y="64308"/>
                  </a:lnTo>
                  <a:lnTo>
                    <a:pt x="321065" y="59387"/>
                  </a:lnTo>
                  <a:lnTo>
                    <a:pt x="318916" y="54531"/>
                  </a:lnTo>
                  <a:lnTo>
                    <a:pt x="316613" y="49746"/>
                  </a:lnTo>
                  <a:lnTo>
                    <a:pt x="314160" y="45037"/>
                  </a:lnTo>
                  <a:lnTo>
                    <a:pt x="311559" y="40408"/>
                  </a:lnTo>
                  <a:lnTo>
                    <a:pt x="167147" y="1246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488720" y="1322571"/>
              <a:ext cx="144411" cy="167167"/>
            </a:xfrm>
            <a:custGeom>
              <a:avLst/>
              <a:pathLst>
                <a:path w="144411" h="167167">
                  <a:moveTo>
                    <a:pt x="144411" y="82963"/>
                  </a:moveTo>
                  <a:lnTo>
                    <a:pt x="141590" y="78302"/>
                  </a:lnTo>
                  <a:lnTo>
                    <a:pt x="138619" y="73735"/>
                  </a:lnTo>
                  <a:lnTo>
                    <a:pt x="135501" y="69268"/>
                  </a:lnTo>
                  <a:lnTo>
                    <a:pt x="132239" y="64905"/>
                  </a:lnTo>
                  <a:lnTo>
                    <a:pt x="128837" y="60650"/>
                  </a:lnTo>
                  <a:lnTo>
                    <a:pt x="125298" y="56508"/>
                  </a:lnTo>
                  <a:lnTo>
                    <a:pt x="121625" y="52484"/>
                  </a:lnTo>
                  <a:lnTo>
                    <a:pt x="117824" y="48582"/>
                  </a:lnTo>
                  <a:lnTo>
                    <a:pt x="113897" y="44806"/>
                  </a:lnTo>
                  <a:lnTo>
                    <a:pt x="109849" y="41159"/>
                  </a:lnTo>
                  <a:lnTo>
                    <a:pt x="105685" y="37647"/>
                  </a:lnTo>
                  <a:lnTo>
                    <a:pt x="101408" y="34272"/>
                  </a:lnTo>
                  <a:lnTo>
                    <a:pt x="97024" y="31038"/>
                  </a:lnTo>
                  <a:lnTo>
                    <a:pt x="92537" y="27948"/>
                  </a:lnTo>
                  <a:lnTo>
                    <a:pt x="87951" y="25007"/>
                  </a:lnTo>
                  <a:lnTo>
                    <a:pt x="83272" y="22217"/>
                  </a:lnTo>
                  <a:lnTo>
                    <a:pt x="78505" y="19580"/>
                  </a:lnTo>
                  <a:lnTo>
                    <a:pt x="73654" y="17100"/>
                  </a:lnTo>
                  <a:lnTo>
                    <a:pt x="68725" y="14780"/>
                  </a:lnTo>
                  <a:lnTo>
                    <a:pt x="63723" y="12622"/>
                  </a:lnTo>
                  <a:lnTo>
                    <a:pt x="58653" y="10627"/>
                  </a:lnTo>
                  <a:lnTo>
                    <a:pt x="53521" y="8799"/>
                  </a:lnTo>
                  <a:lnTo>
                    <a:pt x="48333" y="7139"/>
                  </a:lnTo>
                  <a:lnTo>
                    <a:pt x="43092" y="5649"/>
                  </a:lnTo>
                  <a:lnTo>
                    <a:pt x="37806" y="4331"/>
                  </a:lnTo>
                  <a:lnTo>
                    <a:pt x="32480" y="3185"/>
                  </a:lnTo>
                  <a:lnTo>
                    <a:pt x="27120" y="2214"/>
                  </a:lnTo>
                  <a:lnTo>
                    <a:pt x="21730" y="1418"/>
                  </a:lnTo>
                  <a:lnTo>
                    <a:pt x="16318" y="798"/>
                  </a:lnTo>
                  <a:lnTo>
                    <a:pt x="10888" y="354"/>
                  </a:lnTo>
                  <a:lnTo>
                    <a:pt x="5447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28901" y="1681503"/>
              <a:ext cx="57623" cy="167167"/>
            </a:xfrm>
            <a:custGeom>
              <a:avLst/>
              <a:pathLst>
                <a:path w="57623" h="167167">
                  <a:moveTo>
                    <a:pt x="57623" y="0"/>
                  </a:moveTo>
                  <a:lnTo>
                    <a:pt x="51741" y="103"/>
                  </a:lnTo>
                  <a:lnTo>
                    <a:pt x="45867" y="413"/>
                  </a:lnTo>
                  <a:lnTo>
                    <a:pt x="40007" y="930"/>
                  </a:lnTo>
                  <a:lnTo>
                    <a:pt x="34169" y="1653"/>
                  </a:lnTo>
                  <a:lnTo>
                    <a:pt x="28360" y="2581"/>
                  </a:lnTo>
                  <a:lnTo>
                    <a:pt x="22587" y="3712"/>
                  </a:lnTo>
                  <a:lnTo>
                    <a:pt x="16857" y="5046"/>
                  </a:lnTo>
                  <a:lnTo>
                    <a:pt x="11178" y="6581"/>
                  </a:lnTo>
                  <a:lnTo>
                    <a:pt x="5557" y="8315"/>
                  </a:lnTo>
                  <a:lnTo>
                    <a:pt x="0" y="10245"/>
                  </a:lnTo>
                  <a:lnTo>
                    <a:pt x="5762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28901" y="1691748"/>
              <a:ext cx="57623" cy="156921"/>
            </a:xfrm>
            <a:custGeom>
              <a:avLst/>
              <a:pathLst>
                <a:path w="57623" h="156921">
                  <a:moveTo>
                    <a:pt x="0" y="0"/>
                  </a:moveTo>
                  <a:lnTo>
                    <a:pt x="57623" y="1569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28901" y="1691748"/>
              <a:ext cx="57623" cy="156921"/>
            </a:xfrm>
            <a:custGeom>
              <a:avLst/>
              <a:pathLst>
                <a:path w="57623" h="156921">
                  <a:moveTo>
                    <a:pt x="0" y="0"/>
                  </a:moveTo>
                  <a:lnTo>
                    <a:pt x="57623" y="1569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28901" y="1691748"/>
              <a:ext cx="57623" cy="156921"/>
            </a:xfrm>
            <a:custGeom>
              <a:avLst/>
              <a:pathLst>
                <a:path w="57623" h="156921">
                  <a:moveTo>
                    <a:pt x="0" y="0"/>
                  </a:moveTo>
                  <a:lnTo>
                    <a:pt x="57623" y="1569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28901" y="1691748"/>
              <a:ext cx="57623" cy="156921"/>
            </a:xfrm>
            <a:custGeom>
              <a:avLst/>
              <a:pathLst>
                <a:path w="57623" h="156921">
                  <a:moveTo>
                    <a:pt x="0" y="0"/>
                  </a:moveTo>
                  <a:lnTo>
                    <a:pt x="57623" y="1569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28901" y="1691748"/>
              <a:ext cx="57623" cy="156921"/>
            </a:xfrm>
            <a:custGeom>
              <a:avLst/>
              <a:pathLst>
                <a:path w="57623" h="156921">
                  <a:moveTo>
                    <a:pt x="0" y="0"/>
                  </a:moveTo>
                  <a:lnTo>
                    <a:pt x="57623" y="1569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28901" y="1691748"/>
              <a:ext cx="57623" cy="156921"/>
            </a:xfrm>
            <a:custGeom>
              <a:avLst/>
              <a:pathLst>
                <a:path w="57623" h="156921">
                  <a:moveTo>
                    <a:pt x="0" y="0"/>
                  </a:moveTo>
                  <a:lnTo>
                    <a:pt x="57623" y="1569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28901" y="1691748"/>
              <a:ext cx="57623" cy="156921"/>
            </a:xfrm>
            <a:custGeom>
              <a:avLst/>
              <a:pathLst>
                <a:path w="57623" h="156921">
                  <a:moveTo>
                    <a:pt x="0" y="0"/>
                  </a:moveTo>
                  <a:lnTo>
                    <a:pt x="57623" y="1569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28901" y="1691748"/>
              <a:ext cx="57623" cy="156921"/>
            </a:xfrm>
            <a:custGeom>
              <a:avLst/>
              <a:pathLst>
                <a:path w="57623" h="156921">
                  <a:moveTo>
                    <a:pt x="0" y="0"/>
                  </a:moveTo>
                  <a:lnTo>
                    <a:pt x="57623" y="1569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28901" y="1691748"/>
              <a:ext cx="57623" cy="156921"/>
            </a:xfrm>
            <a:custGeom>
              <a:avLst/>
              <a:pathLst>
                <a:path w="57623" h="156921">
                  <a:moveTo>
                    <a:pt x="0" y="0"/>
                  </a:moveTo>
                  <a:lnTo>
                    <a:pt x="57623" y="1569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28901" y="1691748"/>
              <a:ext cx="57623" cy="156921"/>
            </a:xfrm>
            <a:custGeom>
              <a:avLst/>
              <a:pathLst>
                <a:path w="57623" h="156921">
                  <a:moveTo>
                    <a:pt x="0" y="0"/>
                  </a:moveTo>
                  <a:lnTo>
                    <a:pt x="57623" y="1569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28901" y="1691748"/>
              <a:ext cx="57623" cy="156921"/>
            </a:xfrm>
            <a:custGeom>
              <a:avLst/>
              <a:pathLst>
                <a:path w="57623" h="156921">
                  <a:moveTo>
                    <a:pt x="0" y="0"/>
                  </a:moveTo>
                  <a:lnTo>
                    <a:pt x="57623" y="1569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28901" y="1691748"/>
              <a:ext cx="57623" cy="156921"/>
            </a:xfrm>
            <a:custGeom>
              <a:avLst/>
              <a:pathLst>
                <a:path w="57623" h="156921">
                  <a:moveTo>
                    <a:pt x="0" y="0"/>
                  </a:moveTo>
                  <a:lnTo>
                    <a:pt x="57623" y="1569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028901" y="1691748"/>
              <a:ext cx="57623" cy="156921"/>
            </a:xfrm>
            <a:custGeom>
              <a:avLst/>
              <a:pathLst>
                <a:path w="57623" h="156921">
                  <a:moveTo>
                    <a:pt x="0" y="0"/>
                  </a:moveTo>
                  <a:lnTo>
                    <a:pt x="57623" y="1569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028901" y="1691748"/>
              <a:ext cx="57623" cy="156921"/>
            </a:xfrm>
            <a:custGeom>
              <a:avLst/>
              <a:pathLst>
                <a:path w="57623" h="156921">
                  <a:moveTo>
                    <a:pt x="0" y="0"/>
                  </a:moveTo>
                  <a:lnTo>
                    <a:pt x="57623" y="1569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028901" y="1691748"/>
              <a:ext cx="57623" cy="156921"/>
            </a:xfrm>
            <a:custGeom>
              <a:avLst/>
              <a:pathLst>
                <a:path w="57623" h="156921">
                  <a:moveTo>
                    <a:pt x="0" y="0"/>
                  </a:moveTo>
                  <a:lnTo>
                    <a:pt x="57623" y="1569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3028901" y="1691748"/>
              <a:ext cx="57623" cy="156921"/>
            </a:xfrm>
            <a:custGeom>
              <a:avLst/>
              <a:pathLst>
                <a:path w="57623" h="156921">
                  <a:moveTo>
                    <a:pt x="0" y="0"/>
                  </a:moveTo>
                  <a:lnTo>
                    <a:pt x="57623" y="1569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19372" y="1681503"/>
              <a:ext cx="334300" cy="334334"/>
            </a:xfrm>
            <a:custGeom>
              <a:avLst/>
              <a:pathLst>
                <a:path w="334300" h="334334">
                  <a:moveTo>
                    <a:pt x="109528" y="10245"/>
                  </a:moveTo>
                  <a:lnTo>
                    <a:pt x="104580" y="12151"/>
                  </a:lnTo>
                  <a:lnTo>
                    <a:pt x="99696" y="14214"/>
                  </a:lnTo>
                  <a:lnTo>
                    <a:pt x="94879" y="16430"/>
                  </a:lnTo>
                  <a:lnTo>
                    <a:pt x="90135" y="18798"/>
                  </a:lnTo>
                  <a:lnTo>
                    <a:pt x="85469" y="21315"/>
                  </a:lnTo>
                  <a:lnTo>
                    <a:pt x="80885" y="23978"/>
                  </a:lnTo>
                  <a:lnTo>
                    <a:pt x="76387" y="26786"/>
                  </a:lnTo>
                  <a:lnTo>
                    <a:pt x="71981" y="29735"/>
                  </a:lnTo>
                  <a:lnTo>
                    <a:pt x="67670" y="32822"/>
                  </a:lnTo>
                  <a:lnTo>
                    <a:pt x="63460" y="36045"/>
                  </a:lnTo>
                  <a:lnTo>
                    <a:pt x="59354" y="39399"/>
                  </a:lnTo>
                  <a:lnTo>
                    <a:pt x="55356" y="42882"/>
                  </a:lnTo>
                  <a:lnTo>
                    <a:pt x="51471" y="46490"/>
                  </a:lnTo>
                  <a:lnTo>
                    <a:pt x="47702" y="50219"/>
                  </a:lnTo>
                  <a:lnTo>
                    <a:pt x="44054" y="54066"/>
                  </a:lnTo>
                  <a:lnTo>
                    <a:pt x="40529" y="58026"/>
                  </a:lnTo>
                  <a:lnTo>
                    <a:pt x="37131" y="62097"/>
                  </a:lnTo>
                  <a:lnTo>
                    <a:pt x="33865" y="66273"/>
                  </a:lnTo>
                  <a:lnTo>
                    <a:pt x="30732" y="70551"/>
                  </a:lnTo>
                  <a:lnTo>
                    <a:pt x="27737" y="74925"/>
                  </a:lnTo>
                  <a:lnTo>
                    <a:pt x="24882" y="79393"/>
                  </a:lnTo>
                  <a:lnTo>
                    <a:pt x="22170" y="83949"/>
                  </a:lnTo>
                  <a:lnTo>
                    <a:pt x="19604" y="88589"/>
                  </a:lnTo>
                  <a:lnTo>
                    <a:pt x="17186" y="93307"/>
                  </a:lnTo>
                  <a:lnTo>
                    <a:pt x="14919" y="98100"/>
                  </a:lnTo>
                  <a:lnTo>
                    <a:pt x="12805" y="102963"/>
                  </a:lnTo>
                  <a:lnTo>
                    <a:pt x="10847" y="107890"/>
                  </a:lnTo>
                  <a:lnTo>
                    <a:pt x="9046" y="112876"/>
                  </a:lnTo>
                  <a:lnTo>
                    <a:pt x="7403" y="117918"/>
                  </a:lnTo>
                  <a:lnTo>
                    <a:pt x="5922" y="123008"/>
                  </a:lnTo>
                  <a:lnTo>
                    <a:pt x="4603" y="128144"/>
                  </a:lnTo>
                  <a:lnTo>
                    <a:pt x="3447" y="133318"/>
                  </a:lnTo>
                  <a:lnTo>
                    <a:pt x="2456" y="138527"/>
                  </a:lnTo>
                  <a:lnTo>
                    <a:pt x="1630" y="143764"/>
                  </a:lnTo>
                  <a:lnTo>
                    <a:pt x="971" y="149025"/>
                  </a:lnTo>
                  <a:lnTo>
                    <a:pt x="480" y="154304"/>
                  </a:lnTo>
                  <a:lnTo>
                    <a:pt x="156" y="159596"/>
                  </a:lnTo>
                  <a:lnTo>
                    <a:pt x="0" y="164896"/>
                  </a:lnTo>
                  <a:lnTo>
                    <a:pt x="12" y="170198"/>
                  </a:lnTo>
                  <a:lnTo>
                    <a:pt x="192" y="175497"/>
                  </a:lnTo>
                  <a:lnTo>
                    <a:pt x="540" y="180787"/>
                  </a:lnTo>
                  <a:lnTo>
                    <a:pt x="1056" y="186064"/>
                  </a:lnTo>
                  <a:lnTo>
                    <a:pt x="1738" y="191322"/>
                  </a:lnTo>
                  <a:lnTo>
                    <a:pt x="2588" y="196555"/>
                  </a:lnTo>
                  <a:lnTo>
                    <a:pt x="3602" y="201759"/>
                  </a:lnTo>
                  <a:lnTo>
                    <a:pt x="4782" y="206929"/>
                  </a:lnTo>
                  <a:lnTo>
                    <a:pt x="6124" y="212058"/>
                  </a:lnTo>
                  <a:lnTo>
                    <a:pt x="7629" y="217142"/>
                  </a:lnTo>
                  <a:lnTo>
                    <a:pt x="9294" y="222175"/>
                  </a:lnTo>
                  <a:lnTo>
                    <a:pt x="11118" y="227154"/>
                  </a:lnTo>
                  <a:lnTo>
                    <a:pt x="13099" y="232072"/>
                  </a:lnTo>
                  <a:lnTo>
                    <a:pt x="15234" y="236925"/>
                  </a:lnTo>
                  <a:lnTo>
                    <a:pt x="17523" y="241707"/>
                  </a:lnTo>
                  <a:lnTo>
                    <a:pt x="19962" y="246415"/>
                  </a:lnTo>
                  <a:lnTo>
                    <a:pt x="22549" y="251043"/>
                  </a:lnTo>
                  <a:lnTo>
                    <a:pt x="25282" y="255586"/>
                  </a:lnTo>
                  <a:lnTo>
                    <a:pt x="28157" y="260041"/>
                  </a:lnTo>
                  <a:lnTo>
                    <a:pt x="31173" y="264402"/>
                  </a:lnTo>
                  <a:lnTo>
                    <a:pt x="34325" y="268665"/>
                  </a:lnTo>
                  <a:lnTo>
                    <a:pt x="37610" y="272827"/>
                  </a:lnTo>
                  <a:lnTo>
                    <a:pt x="41026" y="276882"/>
                  </a:lnTo>
                  <a:lnTo>
                    <a:pt x="44569" y="280826"/>
                  </a:lnTo>
                  <a:lnTo>
                    <a:pt x="48235" y="284657"/>
                  </a:lnTo>
                  <a:lnTo>
                    <a:pt x="52021" y="288369"/>
                  </a:lnTo>
                  <a:lnTo>
                    <a:pt x="55922" y="291959"/>
                  </a:lnTo>
                  <a:lnTo>
                    <a:pt x="59936" y="295423"/>
                  </a:lnTo>
                  <a:lnTo>
                    <a:pt x="64057" y="298759"/>
                  </a:lnTo>
                  <a:lnTo>
                    <a:pt x="68282" y="301962"/>
                  </a:lnTo>
                  <a:lnTo>
                    <a:pt x="72606" y="305030"/>
                  </a:lnTo>
                  <a:lnTo>
                    <a:pt x="77026" y="307959"/>
                  </a:lnTo>
                  <a:lnTo>
                    <a:pt x="81536" y="310746"/>
                  </a:lnTo>
                  <a:lnTo>
                    <a:pt x="86132" y="313389"/>
                  </a:lnTo>
                  <a:lnTo>
                    <a:pt x="90810" y="315885"/>
                  </a:lnTo>
                  <a:lnTo>
                    <a:pt x="95565" y="318231"/>
                  </a:lnTo>
                  <a:lnTo>
                    <a:pt x="100392" y="320425"/>
                  </a:lnTo>
                  <a:lnTo>
                    <a:pt x="105285" y="322465"/>
                  </a:lnTo>
                  <a:lnTo>
                    <a:pt x="110241" y="324349"/>
                  </a:lnTo>
                  <a:lnTo>
                    <a:pt x="115255" y="326075"/>
                  </a:lnTo>
                  <a:lnTo>
                    <a:pt x="120320" y="327641"/>
                  </a:lnTo>
                  <a:lnTo>
                    <a:pt x="125433" y="329045"/>
                  </a:lnTo>
                  <a:lnTo>
                    <a:pt x="130587" y="330287"/>
                  </a:lnTo>
                  <a:lnTo>
                    <a:pt x="135779" y="331364"/>
                  </a:lnTo>
                  <a:lnTo>
                    <a:pt x="141002" y="332276"/>
                  </a:lnTo>
                  <a:lnTo>
                    <a:pt x="146251" y="333023"/>
                  </a:lnTo>
                  <a:lnTo>
                    <a:pt x="151521" y="333602"/>
                  </a:lnTo>
                  <a:lnTo>
                    <a:pt x="156807" y="334014"/>
                  </a:lnTo>
                  <a:lnTo>
                    <a:pt x="162103" y="334258"/>
                  </a:lnTo>
                  <a:lnTo>
                    <a:pt x="167405" y="334334"/>
                  </a:lnTo>
                  <a:lnTo>
                    <a:pt x="172706" y="334242"/>
                  </a:lnTo>
                  <a:lnTo>
                    <a:pt x="178002" y="333982"/>
                  </a:lnTo>
                  <a:lnTo>
                    <a:pt x="183286" y="333554"/>
                  </a:lnTo>
                  <a:lnTo>
                    <a:pt x="188555" y="332959"/>
                  </a:lnTo>
                  <a:lnTo>
                    <a:pt x="193802" y="332196"/>
                  </a:lnTo>
                  <a:lnTo>
                    <a:pt x="199022" y="331268"/>
                  </a:lnTo>
                  <a:lnTo>
                    <a:pt x="204210" y="330175"/>
                  </a:lnTo>
                  <a:lnTo>
                    <a:pt x="209361" y="328918"/>
                  </a:lnTo>
                  <a:lnTo>
                    <a:pt x="214469" y="327498"/>
                  </a:lnTo>
                  <a:lnTo>
                    <a:pt x="219530" y="325917"/>
                  </a:lnTo>
                  <a:lnTo>
                    <a:pt x="224538" y="324176"/>
                  </a:lnTo>
                  <a:lnTo>
                    <a:pt x="229488" y="322277"/>
                  </a:lnTo>
                  <a:lnTo>
                    <a:pt x="234375" y="320222"/>
                  </a:lnTo>
                  <a:lnTo>
                    <a:pt x="239195" y="318013"/>
                  </a:lnTo>
                  <a:lnTo>
                    <a:pt x="243943" y="315653"/>
                  </a:lnTo>
                  <a:lnTo>
                    <a:pt x="248613" y="313143"/>
                  </a:lnTo>
                  <a:lnTo>
                    <a:pt x="253202" y="310486"/>
                  </a:lnTo>
                  <a:lnTo>
                    <a:pt x="257703" y="307685"/>
                  </a:lnTo>
                  <a:lnTo>
                    <a:pt x="262114" y="304743"/>
                  </a:lnTo>
                  <a:lnTo>
                    <a:pt x="266429" y="301662"/>
                  </a:lnTo>
                  <a:lnTo>
                    <a:pt x="270644" y="298446"/>
                  </a:lnTo>
                  <a:lnTo>
                    <a:pt x="274755" y="295098"/>
                  </a:lnTo>
                  <a:lnTo>
                    <a:pt x="278758" y="291621"/>
                  </a:lnTo>
                  <a:lnTo>
                    <a:pt x="282649" y="288019"/>
                  </a:lnTo>
                  <a:lnTo>
                    <a:pt x="286423" y="284296"/>
                  </a:lnTo>
                  <a:lnTo>
                    <a:pt x="290078" y="280454"/>
                  </a:lnTo>
                  <a:lnTo>
                    <a:pt x="293609" y="276499"/>
                  </a:lnTo>
                  <a:lnTo>
                    <a:pt x="297012" y="272434"/>
                  </a:lnTo>
                  <a:lnTo>
                    <a:pt x="300285" y="268263"/>
                  </a:lnTo>
                  <a:lnTo>
                    <a:pt x="303424" y="263990"/>
                  </a:lnTo>
                  <a:lnTo>
                    <a:pt x="306426" y="259619"/>
                  </a:lnTo>
                  <a:lnTo>
                    <a:pt x="309288" y="255156"/>
                  </a:lnTo>
                  <a:lnTo>
                    <a:pt x="312007" y="250604"/>
                  </a:lnTo>
                  <a:lnTo>
                    <a:pt x="314580" y="245969"/>
                  </a:lnTo>
                  <a:lnTo>
                    <a:pt x="317005" y="241254"/>
                  </a:lnTo>
                  <a:lnTo>
                    <a:pt x="319279" y="236464"/>
                  </a:lnTo>
                  <a:lnTo>
                    <a:pt x="321400" y="231605"/>
                  </a:lnTo>
                  <a:lnTo>
                    <a:pt x="323366" y="226681"/>
                  </a:lnTo>
                  <a:lnTo>
                    <a:pt x="325175" y="221697"/>
                  </a:lnTo>
                  <a:lnTo>
                    <a:pt x="326825" y="216658"/>
                  </a:lnTo>
                  <a:lnTo>
                    <a:pt x="328314" y="211570"/>
                  </a:lnTo>
                  <a:lnTo>
                    <a:pt x="329641" y="206436"/>
                  </a:lnTo>
                  <a:lnTo>
                    <a:pt x="330805" y="201264"/>
                  </a:lnTo>
                  <a:lnTo>
                    <a:pt x="331804" y="196057"/>
                  </a:lnTo>
                  <a:lnTo>
                    <a:pt x="332637" y="190821"/>
                  </a:lnTo>
                  <a:lnTo>
                    <a:pt x="333304" y="185561"/>
                  </a:lnTo>
                  <a:lnTo>
                    <a:pt x="333804" y="180282"/>
                  </a:lnTo>
                  <a:lnTo>
                    <a:pt x="334136" y="174991"/>
                  </a:lnTo>
                  <a:lnTo>
                    <a:pt x="334300" y="169691"/>
                  </a:lnTo>
                  <a:lnTo>
                    <a:pt x="334296" y="164389"/>
                  </a:lnTo>
                  <a:lnTo>
                    <a:pt x="334124" y="159090"/>
                  </a:lnTo>
                  <a:lnTo>
                    <a:pt x="333784" y="153799"/>
                  </a:lnTo>
                  <a:lnTo>
                    <a:pt x="333276" y="148521"/>
                  </a:lnTo>
                  <a:lnTo>
                    <a:pt x="332601" y="143263"/>
                  </a:lnTo>
                  <a:lnTo>
                    <a:pt x="331760" y="138028"/>
                  </a:lnTo>
                  <a:lnTo>
                    <a:pt x="330753" y="132822"/>
                  </a:lnTo>
                  <a:lnTo>
                    <a:pt x="329581" y="127651"/>
                  </a:lnTo>
                  <a:lnTo>
                    <a:pt x="328247" y="122520"/>
                  </a:lnTo>
                  <a:lnTo>
                    <a:pt x="326750" y="117434"/>
                  </a:lnTo>
                  <a:lnTo>
                    <a:pt x="325092" y="112398"/>
                  </a:lnTo>
                  <a:lnTo>
                    <a:pt x="323276" y="107416"/>
                  </a:lnTo>
                  <a:lnTo>
                    <a:pt x="321303" y="102495"/>
                  </a:lnTo>
                  <a:lnTo>
                    <a:pt x="319174" y="97639"/>
                  </a:lnTo>
                  <a:lnTo>
                    <a:pt x="316893" y="92853"/>
                  </a:lnTo>
                  <a:lnTo>
                    <a:pt x="314461" y="88142"/>
                  </a:lnTo>
                  <a:lnTo>
                    <a:pt x="311881" y="83510"/>
                  </a:lnTo>
                  <a:lnTo>
                    <a:pt x="309155" y="78962"/>
                  </a:lnTo>
                  <a:lnTo>
                    <a:pt x="306286" y="74504"/>
                  </a:lnTo>
                  <a:lnTo>
                    <a:pt x="303278" y="70138"/>
                  </a:lnTo>
                  <a:lnTo>
                    <a:pt x="300132" y="65870"/>
                  </a:lnTo>
                  <a:lnTo>
                    <a:pt x="296853" y="61703"/>
                  </a:lnTo>
                  <a:lnTo>
                    <a:pt x="293443" y="57643"/>
                  </a:lnTo>
                  <a:lnTo>
                    <a:pt x="289906" y="53693"/>
                  </a:lnTo>
                  <a:lnTo>
                    <a:pt x="286246" y="49858"/>
                  </a:lnTo>
                  <a:lnTo>
                    <a:pt x="282466" y="46140"/>
                  </a:lnTo>
                  <a:lnTo>
                    <a:pt x="278570" y="42544"/>
                  </a:lnTo>
                  <a:lnTo>
                    <a:pt x="274562" y="39073"/>
                  </a:lnTo>
                  <a:lnTo>
                    <a:pt x="270445" y="35731"/>
                  </a:lnTo>
                  <a:lnTo>
                    <a:pt x="266225" y="32522"/>
                  </a:lnTo>
                  <a:lnTo>
                    <a:pt x="261905" y="29447"/>
                  </a:lnTo>
                  <a:lnTo>
                    <a:pt x="257490" y="26512"/>
                  </a:lnTo>
                  <a:lnTo>
                    <a:pt x="252984" y="23718"/>
                  </a:lnTo>
                  <a:lnTo>
                    <a:pt x="248392" y="21068"/>
                  </a:lnTo>
                  <a:lnTo>
                    <a:pt x="243718" y="18565"/>
                  </a:lnTo>
                  <a:lnTo>
                    <a:pt x="238967" y="16212"/>
                  </a:lnTo>
                  <a:lnTo>
                    <a:pt x="234144" y="14010"/>
                  </a:lnTo>
                  <a:lnTo>
                    <a:pt x="229253" y="11963"/>
                  </a:lnTo>
                  <a:lnTo>
                    <a:pt x="224300" y="10071"/>
                  </a:lnTo>
                  <a:lnTo>
                    <a:pt x="219289" y="8338"/>
                  </a:lnTo>
                  <a:lnTo>
                    <a:pt x="214226" y="6764"/>
                  </a:lnTo>
                  <a:lnTo>
                    <a:pt x="209115" y="5352"/>
                  </a:lnTo>
                  <a:lnTo>
                    <a:pt x="203963" y="4103"/>
                  </a:lnTo>
                  <a:lnTo>
                    <a:pt x="198773" y="3018"/>
                  </a:lnTo>
                  <a:lnTo>
                    <a:pt x="193552" y="2097"/>
                  </a:lnTo>
                  <a:lnTo>
                    <a:pt x="188304" y="1343"/>
                  </a:lnTo>
                  <a:lnTo>
                    <a:pt x="183034" y="756"/>
                  </a:lnTo>
                  <a:lnTo>
                    <a:pt x="177749" y="336"/>
                  </a:lnTo>
                  <a:lnTo>
                    <a:pt x="172453" y="84"/>
                  </a:lnTo>
                  <a:lnTo>
                    <a:pt x="167152" y="0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75863" y="2126963"/>
              <a:ext cx="105424" cy="167167"/>
            </a:xfrm>
            <a:custGeom>
              <a:avLst/>
              <a:pathLst>
                <a:path w="105424" h="167167">
                  <a:moveTo>
                    <a:pt x="105424" y="0"/>
                  </a:moveTo>
                  <a:lnTo>
                    <a:pt x="99722" y="97"/>
                  </a:lnTo>
                  <a:lnTo>
                    <a:pt x="94026" y="389"/>
                  </a:lnTo>
                  <a:lnTo>
                    <a:pt x="88343" y="874"/>
                  </a:lnTo>
                  <a:lnTo>
                    <a:pt x="82680" y="1554"/>
                  </a:lnTo>
                  <a:lnTo>
                    <a:pt x="77044" y="2426"/>
                  </a:lnTo>
                  <a:lnTo>
                    <a:pt x="71441" y="3490"/>
                  </a:lnTo>
                  <a:lnTo>
                    <a:pt x="65877" y="4745"/>
                  </a:lnTo>
                  <a:lnTo>
                    <a:pt x="60359" y="6188"/>
                  </a:lnTo>
                  <a:lnTo>
                    <a:pt x="54894" y="7819"/>
                  </a:lnTo>
                  <a:lnTo>
                    <a:pt x="49487" y="9636"/>
                  </a:lnTo>
                  <a:lnTo>
                    <a:pt x="44146" y="11636"/>
                  </a:lnTo>
                  <a:lnTo>
                    <a:pt x="38876" y="13817"/>
                  </a:lnTo>
                  <a:lnTo>
                    <a:pt x="33684" y="16176"/>
                  </a:lnTo>
                  <a:lnTo>
                    <a:pt x="28575" y="18711"/>
                  </a:lnTo>
                  <a:lnTo>
                    <a:pt x="23555" y="21419"/>
                  </a:lnTo>
                  <a:lnTo>
                    <a:pt x="18631" y="24297"/>
                  </a:lnTo>
                  <a:lnTo>
                    <a:pt x="13807" y="27341"/>
                  </a:lnTo>
                  <a:lnTo>
                    <a:pt x="9091" y="30548"/>
                  </a:lnTo>
                  <a:lnTo>
                    <a:pt x="4486" y="33913"/>
                  </a:lnTo>
                  <a:lnTo>
                    <a:pt x="0" y="37434"/>
                  </a:lnTo>
                  <a:lnTo>
                    <a:pt x="105424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75863" y="2164398"/>
              <a:ext cx="105424" cy="129732"/>
            </a:xfrm>
            <a:custGeom>
              <a:avLst/>
              <a:pathLst>
                <a:path w="105424" h="129732">
                  <a:moveTo>
                    <a:pt x="0" y="0"/>
                  </a:moveTo>
                  <a:lnTo>
                    <a:pt x="105424" y="1297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75863" y="2164398"/>
              <a:ext cx="105424" cy="129732"/>
            </a:xfrm>
            <a:custGeom>
              <a:avLst/>
              <a:pathLst>
                <a:path w="105424" h="129732">
                  <a:moveTo>
                    <a:pt x="0" y="0"/>
                  </a:moveTo>
                  <a:lnTo>
                    <a:pt x="105424" y="1297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75863" y="2164398"/>
              <a:ext cx="105424" cy="129732"/>
            </a:xfrm>
            <a:custGeom>
              <a:avLst/>
              <a:pathLst>
                <a:path w="105424" h="129732">
                  <a:moveTo>
                    <a:pt x="0" y="0"/>
                  </a:moveTo>
                  <a:lnTo>
                    <a:pt x="105424" y="1297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75863" y="2164398"/>
              <a:ext cx="105424" cy="129732"/>
            </a:xfrm>
            <a:custGeom>
              <a:avLst/>
              <a:pathLst>
                <a:path w="105424" h="129732">
                  <a:moveTo>
                    <a:pt x="0" y="0"/>
                  </a:moveTo>
                  <a:lnTo>
                    <a:pt x="105424" y="1297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75863" y="2164398"/>
              <a:ext cx="105424" cy="129732"/>
            </a:xfrm>
            <a:custGeom>
              <a:avLst/>
              <a:pathLst>
                <a:path w="105424" h="129732">
                  <a:moveTo>
                    <a:pt x="0" y="0"/>
                  </a:moveTo>
                  <a:lnTo>
                    <a:pt x="105424" y="12973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75863" y="2164398"/>
              <a:ext cx="105424" cy="129732"/>
            </a:xfrm>
            <a:custGeom>
              <a:avLst/>
              <a:pathLst>
                <a:path w="105424" h="129732">
                  <a:moveTo>
                    <a:pt x="0" y="0"/>
                  </a:moveTo>
                  <a:lnTo>
                    <a:pt x="105424" y="1297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75863" y="2164398"/>
              <a:ext cx="105424" cy="129732"/>
            </a:xfrm>
            <a:custGeom>
              <a:avLst/>
              <a:pathLst>
                <a:path w="105424" h="129732">
                  <a:moveTo>
                    <a:pt x="0" y="0"/>
                  </a:moveTo>
                  <a:lnTo>
                    <a:pt x="105424" y="1297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75863" y="2164398"/>
              <a:ext cx="105424" cy="129732"/>
            </a:xfrm>
            <a:custGeom>
              <a:avLst/>
              <a:pathLst>
                <a:path w="105424" h="129732">
                  <a:moveTo>
                    <a:pt x="0" y="0"/>
                  </a:moveTo>
                  <a:lnTo>
                    <a:pt x="105424" y="12973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75863" y="2164398"/>
              <a:ext cx="105424" cy="129732"/>
            </a:xfrm>
            <a:custGeom>
              <a:avLst/>
              <a:pathLst>
                <a:path w="105424" h="129732">
                  <a:moveTo>
                    <a:pt x="0" y="0"/>
                  </a:moveTo>
                  <a:lnTo>
                    <a:pt x="105424" y="1297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75863" y="2164398"/>
              <a:ext cx="105424" cy="129732"/>
            </a:xfrm>
            <a:custGeom>
              <a:avLst/>
              <a:pathLst>
                <a:path w="105424" h="129732">
                  <a:moveTo>
                    <a:pt x="0" y="0"/>
                  </a:moveTo>
                  <a:lnTo>
                    <a:pt x="105424" y="1297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75863" y="2164398"/>
              <a:ext cx="105424" cy="129732"/>
            </a:xfrm>
            <a:custGeom>
              <a:avLst/>
              <a:pathLst>
                <a:path w="105424" h="129732">
                  <a:moveTo>
                    <a:pt x="0" y="0"/>
                  </a:moveTo>
                  <a:lnTo>
                    <a:pt x="105424" y="1297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75863" y="2164398"/>
              <a:ext cx="105424" cy="129732"/>
            </a:xfrm>
            <a:custGeom>
              <a:avLst/>
              <a:pathLst>
                <a:path w="105424" h="129732">
                  <a:moveTo>
                    <a:pt x="0" y="0"/>
                  </a:moveTo>
                  <a:lnTo>
                    <a:pt x="105424" y="1297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75863" y="2164398"/>
              <a:ext cx="105424" cy="129732"/>
            </a:xfrm>
            <a:custGeom>
              <a:avLst/>
              <a:pathLst>
                <a:path w="105424" h="129732">
                  <a:moveTo>
                    <a:pt x="0" y="0"/>
                  </a:moveTo>
                  <a:lnTo>
                    <a:pt x="105424" y="1297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75863" y="2164398"/>
              <a:ext cx="105424" cy="129732"/>
            </a:xfrm>
            <a:custGeom>
              <a:avLst/>
              <a:pathLst>
                <a:path w="105424" h="129732">
                  <a:moveTo>
                    <a:pt x="0" y="0"/>
                  </a:moveTo>
                  <a:lnTo>
                    <a:pt x="105424" y="1297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14120" y="2127265"/>
              <a:ext cx="334327" cy="334024"/>
            </a:xfrm>
            <a:custGeom>
              <a:avLst/>
              <a:pathLst>
                <a:path w="334327" h="334024">
                  <a:moveTo>
                    <a:pt x="61742" y="37133"/>
                  </a:moveTo>
                  <a:lnTo>
                    <a:pt x="57688" y="40535"/>
                  </a:lnTo>
                  <a:lnTo>
                    <a:pt x="53744" y="44064"/>
                  </a:lnTo>
                  <a:lnTo>
                    <a:pt x="49913" y="47716"/>
                  </a:lnTo>
                  <a:lnTo>
                    <a:pt x="46200" y="51487"/>
                  </a:lnTo>
                  <a:lnTo>
                    <a:pt x="42608" y="55375"/>
                  </a:lnTo>
                  <a:lnTo>
                    <a:pt x="39141" y="59373"/>
                  </a:lnTo>
                  <a:lnTo>
                    <a:pt x="35803" y="63480"/>
                  </a:lnTo>
                  <a:lnTo>
                    <a:pt x="32596" y="67690"/>
                  </a:lnTo>
                  <a:lnTo>
                    <a:pt x="29524" y="72000"/>
                  </a:lnTo>
                  <a:lnTo>
                    <a:pt x="26590" y="76405"/>
                  </a:lnTo>
                  <a:lnTo>
                    <a:pt x="23797" y="80900"/>
                  </a:lnTo>
                  <a:lnTo>
                    <a:pt x="21147" y="85482"/>
                  </a:lnTo>
                  <a:lnTo>
                    <a:pt x="18644" y="90145"/>
                  </a:lnTo>
                  <a:lnTo>
                    <a:pt x="16290" y="94885"/>
                  </a:lnTo>
                  <a:lnTo>
                    <a:pt x="14087" y="99697"/>
                  </a:lnTo>
                  <a:lnTo>
                    <a:pt x="12037" y="104577"/>
                  </a:lnTo>
                  <a:lnTo>
                    <a:pt x="10143" y="109519"/>
                  </a:lnTo>
                  <a:lnTo>
                    <a:pt x="8407" y="114518"/>
                  </a:lnTo>
                  <a:lnTo>
                    <a:pt x="6829" y="119570"/>
                  </a:lnTo>
                  <a:lnTo>
                    <a:pt x="5412" y="124669"/>
                  </a:lnTo>
                  <a:lnTo>
                    <a:pt x="4158" y="129811"/>
                  </a:lnTo>
                  <a:lnTo>
                    <a:pt x="3066" y="134990"/>
                  </a:lnTo>
                  <a:lnTo>
                    <a:pt x="2140" y="140200"/>
                  </a:lnTo>
                  <a:lnTo>
                    <a:pt x="1378" y="145438"/>
                  </a:lnTo>
                  <a:lnTo>
                    <a:pt x="783" y="150697"/>
                  </a:lnTo>
                  <a:lnTo>
                    <a:pt x="355" y="155972"/>
                  </a:lnTo>
                  <a:lnTo>
                    <a:pt x="93" y="161258"/>
                  </a:lnTo>
                  <a:lnTo>
                    <a:pt x="0" y="166550"/>
                  </a:lnTo>
                  <a:lnTo>
                    <a:pt x="73" y="171842"/>
                  </a:lnTo>
                  <a:lnTo>
                    <a:pt x="315" y="177129"/>
                  </a:lnTo>
                  <a:lnTo>
                    <a:pt x="723" y="182405"/>
                  </a:lnTo>
                  <a:lnTo>
                    <a:pt x="1298" y="187666"/>
                  </a:lnTo>
                  <a:lnTo>
                    <a:pt x="2040" y="192907"/>
                  </a:lnTo>
                  <a:lnTo>
                    <a:pt x="2947" y="198121"/>
                  </a:lnTo>
                  <a:lnTo>
                    <a:pt x="4019" y="203304"/>
                  </a:lnTo>
                  <a:lnTo>
                    <a:pt x="5254" y="208450"/>
                  </a:lnTo>
                  <a:lnTo>
                    <a:pt x="6652" y="213555"/>
                  </a:lnTo>
                  <a:lnTo>
                    <a:pt x="8210" y="218613"/>
                  </a:lnTo>
                  <a:lnTo>
                    <a:pt x="9928" y="223619"/>
                  </a:lnTo>
                  <a:lnTo>
                    <a:pt x="11803" y="228568"/>
                  </a:lnTo>
                  <a:lnTo>
                    <a:pt x="13834" y="233455"/>
                  </a:lnTo>
                  <a:lnTo>
                    <a:pt x="16019" y="238275"/>
                  </a:lnTo>
                  <a:lnTo>
                    <a:pt x="18355" y="243024"/>
                  </a:lnTo>
                  <a:lnTo>
                    <a:pt x="20841" y="247697"/>
                  </a:lnTo>
                  <a:lnTo>
                    <a:pt x="23473" y="252288"/>
                  </a:lnTo>
                  <a:lnTo>
                    <a:pt x="26249" y="256794"/>
                  </a:lnTo>
                  <a:lnTo>
                    <a:pt x="29167" y="261210"/>
                  </a:lnTo>
                  <a:lnTo>
                    <a:pt x="32222" y="265531"/>
                  </a:lnTo>
                  <a:lnTo>
                    <a:pt x="35413" y="269754"/>
                  </a:lnTo>
                  <a:lnTo>
                    <a:pt x="38736" y="273873"/>
                  </a:lnTo>
                  <a:lnTo>
                    <a:pt x="42188" y="277885"/>
                  </a:lnTo>
                  <a:lnTo>
                    <a:pt x="45765" y="281785"/>
                  </a:lnTo>
                  <a:lnTo>
                    <a:pt x="49464" y="285571"/>
                  </a:lnTo>
                  <a:lnTo>
                    <a:pt x="53281" y="289237"/>
                  </a:lnTo>
                  <a:lnTo>
                    <a:pt x="57212" y="292781"/>
                  </a:lnTo>
                  <a:lnTo>
                    <a:pt x="61253" y="296199"/>
                  </a:lnTo>
                  <a:lnTo>
                    <a:pt x="65400" y="299487"/>
                  </a:lnTo>
                  <a:lnTo>
                    <a:pt x="69649" y="302642"/>
                  </a:lnTo>
                  <a:lnTo>
                    <a:pt x="73996" y="305661"/>
                  </a:lnTo>
                  <a:lnTo>
                    <a:pt x="78437" y="308541"/>
                  </a:lnTo>
                  <a:lnTo>
                    <a:pt x="82966" y="311279"/>
                  </a:lnTo>
                  <a:lnTo>
                    <a:pt x="87580" y="313872"/>
                  </a:lnTo>
                  <a:lnTo>
                    <a:pt x="92273" y="316317"/>
                  </a:lnTo>
                  <a:lnTo>
                    <a:pt x="97042" y="318613"/>
                  </a:lnTo>
                  <a:lnTo>
                    <a:pt x="101881" y="320757"/>
                  </a:lnTo>
                  <a:lnTo>
                    <a:pt x="106785" y="322747"/>
                  </a:lnTo>
                  <a:lnTo>
                    <a:pt x="111750" y="324580"/>
                  </a:lnTo>
                  <a:lnTo>
                    <a:pt x="116770" y="326255"/>
                  </a:lnTo>
                  <a:lnTo>
                    <a:pt x="121841" y="327771"/>
                  </a:lnTo>
                  <a:lnTo>
                    <a:pt x="126957" y="329125"/>
                  </a:lnTo>
                  <a:lnTo>
                    <a:pt x="132114" y="330316"/>
                  </a:lnTo>
                  <a:lnTo>
                    <a:pt x="137306" y="331344"/>
                  </a:lnTo>
                  <a:lnTo>
                    <a:pt x="142527" y="332207"/>
                  </a:lnTo>
                  <a:lnTo>
                    <a:pt x="147774" y="332904"/>
                  </a:lnTo>
                  <a:lnTo>
                    <a:pt x="153040" y="333435"/>
                  </a:lnTo>
                  <a:lnTo>
                    <a:pt x="158320" y="333798"/>
                  </a:lnTo>
                  <a:lnTo>
                    <a:pt x="163608" y="333995"/>
                  </a:lnTo>
                  <a:lnTo>
                    <a:pt x="168901" y="334024"/>
                  </a:lnTo>
                  <a:lnTo>
                    <a:pt x="174191" y="333885"/>
                  </a:lnTo>
                  <a:lnTo>
                    <a:pt x="179475" y="333579"/>
                  </a:lnTo>
                  <a:lnTo>
                    <a:pt x="184746" y="333106"/>
                  </a:lnTo>
                  <a:lnTo>
                    <a:pt x="190000" y="332466"/>
                  </a:lnTo>
                  <a:lnTo>
                    <a:pt x="195231" y="331660"/>
                  </a:lnTo>
                  <a:lnTo>
                    <a:pt x="200434" y="330689"/>
                  </a:lnTo>
                  <a:lnTo>
                    <a:pt x="205603" y="329554"/>
                  </a:lnTo>
                  <a:lnTo>
                    <a:pt x="210734" y="328256"/>
                  </a:lnTo>
                  <a:lnTo>
                    <a:pt x="215821" y="326796"/>
                  </a:lnTo>
                  <a:lnTo>
                    <a:pt x="220859" y="325175"/>
                  </a:lnTo>
                  <a:lnTo>
                    <a:pt x="225844" y="323396"/>
                  </a:lnTo>
                  <a:lnTo>
                    <a:pt x="230769" y="321460"/>
                  </a:lnTo>
                  <a:lnTo>
                    <a:pt x="235631" y="319370"/>
                  </a:lnTo>
                  <a:lnTo>
                    <a:pt x="240425" y="317126"/>
                  </a:lnTo>
                  <a:lnTo>
                    <a:pt x="245145" y="314731"/>
                  </a:lnTo>
                  <a:lnTo>
                    <a:pt x="249786" y="312189"/>
                  </a:lnTo>
                  <a:lnTo>
                    <a:pt x="254345" y="309501"/>
                  </a:lnTo>
                  <a:lnTo>
                    <a:pt x="258817" y="306669"/>
                  </a:lnTo>
                  <a:lnTo>
                    <a:pt x="263197" y="303698"/>
                  </a:lnTo>
                  <a:lnTo>
                    <a:pt x="267480" y="300590"/>
                  </a:lnTo>
                  <a:lnTo>
                    <a:pt x="271663" y="297347"/>
                  </a:lnTo>
                  <a:lnTo>
                    <a:pt x="275741" y="293974"/>
                  </a:lnTo>
                  <a:lnTo>
                    <a:pt x="279710" y="290473"/>
                  </a:lnTo>
                  <a:lnTo>
                    <a:pt x="283567" y="286848"/>
                  </a:lnTo>
                  <a:lnTo>
                    <a:pt x="287307" y="283104"/>
                  </a:lnTo>
                  <a:lnTo>
                    <a:pt x="290926" y="279242"/>
                  </a:lnTo>
                  <a:lnTo>
                    <a:pt x="294421" y="275268"/>
                  </a:lnTo>
                  <a:lnTo>
                    <a:pt x="297789" y="271185"/>
                  </a:lnTo>
                  <a:lnTo>
                    <a:pt x="301026" y="266998"/>
                  </a:lnTo>
                  <a:lnTo>
                    <a:pt x="304129" y="262711"/>
                  </a:lnTo>
                  <a:lnTo>
                    <a:pt x="307094" y="258327"/>
                  </a:lnTo>
                  <a:lnTo>
                    <a:pt x="309919" y="253851"/>
                  </a:lnTo>
                  <a:lnTo>
                    <a:pt x="312602" y="249289"/>
                  </a:lnTo>
                  <a:lnTo>
                    <a:pt x="315138" y="244644"/>
                  </a:lnTo>
                  <a:lnTo>
                    <a:pt x="317526" y="239921"/>
                  </a:lnTo>
                  <a:lnTo>
                    <a:pt x="319763" y="235124"/>
                  </a:lnTo>
                  <a:lnTo>
                    <a:pt x="321847" y="230259"/>
                  </a:lnTo>
                  <a:lnTo>
                    <a:pt x="323777" y="225331"/>
                  </a:lnTo>
                  <a:lnTo>
                    <a:pt x="325549" y="220344"/>
                  </a:lnTo>
                  <a:lnTo>
                    <a:pt x="327163" y="215304"/>
                  </a:lnTo>
                  <a:lnTo>
                    <a:pt x="328616" y="210215"/>
                  </a:lnTo>
                  <a:lnTo>
                    <a:pt x="329907" y="205082"/>
                  </a:lnTo>
                  <a:lnTo>
                    <a:pt x="331035" y="199911"/>
                  </a:lnTo>
                  <a:lnTo>
                    <a:pt x="331999" y="194707"/>
                  </a:lnTo>
                  <a:lnTo>
                    <a:pt x="332798" y="189475"/>
                  </a:lnTo>
                  <a:lnTo>
                    <a:pt x="333431" y="184221"/>
                  </a:lnTo>
                  <a:lnTo>
                    <a:pt x="333897" y="178949"/>
                  </a:lnTo>
                  <a:lnTo>
                    <a:pt x="334196" y="173665"/>
                  </a:lnTo>
                  <a:lnTo>
                    <a:pt x="334327" y="168374"/>
                  </a:lnTo>
                  <a:lnTo>
                    <a:pt x="334291" y="163082"/>
                  </a:lnTo>
                  <a:lnTo>
                    <a:pt x="334088" y="157793"/>
                  </a:lnTo>
                  <a:lnTo>
                    <a:pt x="333717" y="152514"/>
                  </a:lnTo>
                  <a:lnTo>
                    <a:pt x="333179" y="147248"/>
                  </a:lnTo>
                  <a:lnTo>
                    <a:pt x="332475" y="142003"/>
                  </a:lnTo>
                  <a:lnTo>
                    <a:pt x="331605" y="136782"/>
                  </a:lnTo>
                  <a:lnTo>
                    <a:pt x="330570" y="131592"/>
                  </a:lnTo>
                  <a:lnTo>
                    <a:pt x="329372" y="126437"/>
                  </a:lnTo>
                  <a:lnTo>
                    <a:pt x="328011" y="121323"/>
                  </a:lnTo>
                  <a:lnTo>
                    <a:pt x="326488" y="116254"/>
                  </a:lnTo>
                  <a:lnTo>
                    <a:pt x="324806" y="111236"/>
                  </a:lnTo>
                  <a:lnTo>
                    <a:pt x="322966" y="106273"/>
                  </a:lnTo>
                  <a:lnTo>
                    <a:pt x="320970" y="101372"/>
                  </a:lnTo>
                  <a:lnTo>
                    <a:pt x="318820" y="96536"/>
                  </a:lnTo>
                  <a:lnTo>
                    <a:pt x="316518" y="91770"/>
                  </a:lnTo>
                  <a:lnTo>
                    <a:pt x="314065" y="87080"/>
                  </a:lnTo>
                  <a:lnTo>
                    <a:pt x="311466" y="82470"/>
                  </a:lnTo>
                  <a:lnTo>
                    <a:pt x="308722" y="77944"/>
                  </a:lnTo>
                  <a:lnTo>
                    <a:pt x="305836" y="73508"/>
                  </a:lnTo>
                  <a:lnTo>
                    <a:pt x="302812" y="69165"/>
                  </a:lnTo>
                  <a:lnTo>
                    <a:pt x="299651" y="64920"/>
                  </a:lnTo>
                  <a:lnTo>
                    <a:pt x="296357" y="60777"/>
                  </a:lnTo>
                  <a:lnTo>
                    <a:pt x="292934" y="56740"/>
                  </a:lnTo>
                  <a:lnTo>
                    <a:pt x="289385" y="52814"/>
                  </a:lnTo>
                  <a:lnTo>
                    <a:pt x="285713" y="49003"/>
                  </a:lnTo>
                  <a:lnTo>
                    <a:pt x="281923" y="45309"/>
                  </a:lnTo>
                  <a:lnTo>
                    <a:pt x="278018" y="41737"/>
                  </a:lnTo>
                  <a:lnTo>
                    <a:pt x="274001" y="38291"/>
                  </a:lnTo>
                  <a:lnTo>
                    <a:pt x="269877" y="34973"/>
                  </a:lnTo>
                  <a:lnTo>
                    <a:pt x="265651" y="31788"/>
                  </a:lnTo>
                  <a:lnTo>
                    <a:pt x="261325" y="28738"/>
                  </a:lnTo>
                  <a:lnTo>
                    <a:pt x="256906" y="25827"/>
                  </a:lnTo>
                  <a:lnTo>
                    <a:pt x="252396" y="23057"/>
                  </a:lnTo>
                  <a:lnTo>
                    <a:pt x="247801" y="20431"/>
                  </a:lnTo>
                  <a:lnTo>
                    <a:pt x="243125" y="17952"/>
                  </a:lnTo>
                  <a:lnTo>
                    <a:pt x="238373" y="15622"/>
                  </a:lnTo>
                  <a:lnTo>
                    <a:pt x="233549" y="13443"/>
                  </a:lnTo>
                  <a:lnTo>
                    <a:pt x="228659" y="11419"/>
                  </a:lnTo>
                  <a:lnTo>
                    <a:pt x="223708" y="9550"/>
                  </a:lnTo>
                  <a:lnTo>
                    <a:pt x="218699" y="7839"/>
                  </a:lnTo>
                  <a:lnTo>
                    <a:pt x="213639" y="6287"/>
                  </a:lnTo>
                  <a:lnTo>
                    <a:pt x="208533" y="4897"/>
                  </a:lnTo>
                  <a:lnTo>
                    <a:pt x="203385" y="3669"/>
                  </a:lnTo>
                  <a:lnTo>
                    <a:pt x="198201" y="2604"/>
                  </a:lnTo>
                  <a:lnTo>
                    <a:pt x="192985" y="1704"/>
                  </a:lnTo>
                  <a:lnTo>
                    <a:pt x="187744" y="969"/>
                  </a:lnTo>
                  <a:lnTo>
                    <a:pt x="182482" y="401"/>
                  </a:lnTo>
                  <a:lnTo>
                    <a:pt x="177205" y="0"/>
                  </a:lnTo>
                  <a:lnTo>
                    <a:pt x="167167" y="1668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781287" y="2126963"/>
              <a:ext cx="10038" cy="167167"/>
            </a:xfrm>
            <a:custGeom>
              <a:avLst/>
              <a:pathLst>
                <a:path w="10038" h="167167">
                  <a:moveTo>
                    <a:pt x="10038" y="30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423596" y="2633064"/>
              <a:ext cx="334313" cy="334332"/>
            </a:xfrm>
            <a:custGeom>
              <a:avLst/>
              <a:pathLst>
                <a:path w="334313" h="334332">
                  <a:moveTo>
                    <a:pt x="167152" y="0"/>
                  </a:moveTo>
                  <a:lnTo>
                    <a:pt x="161856" y="83"/>
                  </a:lnTo>
                  <a:lnTo>
                    <a:pt x="156565" y="335"/>
                  </a:lnTo>
                  <a:lnTo>
                    <a:pt x="151286" y="754"/>
                  </a:lnTo>
                  <a:lnTo>
                    <a:pt x="146022" y="1340"/>
                  </a:lnTo>
                  <a:lnTo>
                    <a:pt x="140779" y="2093"/>
                  </a:lnTo>
                  <a:lnTo>
                    <a:pt x="135563" y="3011"/>
                  </a:lnTo>
                  <a:lnTo>
                    <a:pt x="130378" y="4094"/>
                  </a:lnTo>
                  <a:lnTo>
                    <a:pt x="125230" y="5341"/>
                  </a:lnTo>
                  <a:lnTo>
                    <a:pt x="120125" y="6751"/>
                  </a:lnTo>
                  <a:lnTo>
                    <a:pt x="115066" y="8321"/>
                  </a:lnTo>
                  <a:lnTo>
                    <a:pt x="110060" y="10051"/>
                  </a:lnTo>
                  <a:lnTo>
                    <a:pt x="105112" y="11938"/>
                  </a:lnTo>
                  <a:lnTo>
                    <a:pt x="100225" y="13981"/>
                  </a:lnTo>
                  <a:lnTo>
                    <a:pt x="95406" y="16179"/>
                  </a:lnTo>
                  <a:lnTo>
                    <a:pt x="90659" y="18527"/>
                  </a:lnTo>
                  <a:lnTo>
                    <a:pt x="85988" y="21025"/>
                  </a:lnTo>
                  <a:lnTo>
                    <a:pt x="81399" y="23670"/>
                  </a:lnTo>
                  <a:lnTo>
                    <a:pt x="76896" y="26458"/>
                  </a:lnTo>
                  <a:lnTo>
                    <a:pt x="72484" y="29388"/>
                  </a:lnTo>
                  <a:lnTo>
                    <a:pt x="68167" y="32457"/>
                  </a:lnTo>
                  <a:lnTo>
                    <a:pt x="63949" y="35660"/>
                  </a:lnTo>
                  <a:lnTo>
                    <a:pt x="59834" y="38995"/>
                  </a:lnTo>
                  <a:lnTo>
                    <a:pt x="55828" y="42460"/>
                  </a:lnTo>
                  <a:lnTo>
                    <a:pt x="51933" y="46049"/>
                  </a:lnTo>
                  <a:lnTo>
                    <a:pt x="48154" y="49760"/>
                  </a:lnTo>
                  <a:lnTo>
                    <a:pt x="44494" y="53589"/>
                  </a:lnTo>
                  <a:lnTo>
                    <a:pt x="40958" y="57531"/>
                  </a:lnTo>
                  <a:lnTo>
                    <a:pt x="37548" y="61584"/>
                  </a:lnTo>
                  <a:lnTo>
                    <a:pt x="34268" y="65743"/>
                  </a:lnTo>
                  <a:lnTo>
                    <a:pt x="31121" y="70004"/>
                  </a:lnTo>
                  <a:lnTo>
                    <a:pt x="28112" y="74362"/>
                  </a:lnTo>
                  <a:lnTo>
                    <a:pt x="25241" y="78813"/>
                  </a:lnTo>
                  <a:lnTo>
                    <a:pt x="22514" y="83353"/>
                  </a:lnTo>
                  <a:lnTo>
                    <a:pt x="19931" y="87977"/>
                  </a:lnTo>
                  <a:lnTo>
                    <a:pt x="17496" y="92681"/>
                  </a:lnTo>
                  <a:lnTo>
                    <a:pt x="15212" y="97459"/>
                  </a:lnTo>
                  <a:lnTo>
                    <a:pt x="13080" y="102308"/>
                  </a:lnTo>
                  <a:lnTo>
                    <a:pt x="11102" y="107221"/>
                  </a:lnTo>
                  <a:lnTo>
                    <a:pt x="9281" y="112195"/>
                  </a:lnTo>
                  <a:lnTo>
                    <a:pt x="7619" y="117224"/>
                  </a:lnTo>
                  <a:lnTo>
                    <a:pt x="6117" y="122303"/>
                  </a:lnTo>
                  <a:lnTo>
                    <a:pt x="4777" y="127427"/>
                  </a:lnTo>
                  <a:lnTo>
                    <a:pt x="3599" y="132591"/>
                  </a:lnTo>
                  <a:lnTo>
                    <a:pt x="2586" y="137790"/>
                  </a:lnTo>
                  <a:lnTo>
                    <a:pt x="1738" y="143018"/>
                  </a:lnTo>
                  <a:lnTo>
                    <a:pt x="1056" y="148270"/>
                  </a:lnTo>
                  <a:lnTo>
                    <a:pt x="541" y="153542"/>
                  </a:lnTo>
                  <a:lnTo>
                    <a:pt x="193" y="158827"/>
                  </a:lnTo>
                  <a:lnTo>
                    <a:pt x="12" y="164120"/>
                  </a:lnTo>
                  <a:lnTo>
                    <a:pt x="0" y="169417"/>
                  </a:lnTo>
                  <a:lnTo>
                    <a:pt x="155" y="174711"/>
                  </a:lnTo>
                  <a:lnTo>
                    <a:pt x="477" y="179998"/>
                  </a:lnTo>
                  <a:lnTo>
                    <a:pt x="968" y="185271"/>
                  </a:lnTo>
                  <a:lnTo>
                    <a:pt x="1625" y="190527"/>
                  </a:lnTo>
                  <a:lnTo>
                    <a:pt x="2448" y="195759"/>
                  </a:lnTo>
                  <a:lnTo>
                    <a:pt x="3436" y="200962"/>
                  </a:lnTo>
                  <a:lnTo>
                    <a:pt x="4589" y="206132"/>
                  </a:lnTo>
                  <a:lnTo>
                    <a:pt x="5905" y="211262"/>
                  </a:lnTo>
                  <a:lnTo>
                    <a:pt x="7383" y="216349"/>
                  </a:lnTo>
                  <a:lnTo>
                    <a:pt x="9021" y="221385"/>
                  </a:lnTo>
                  <a:lnTo>
                    <a:pt x="10818" y="226368"/>
                  </a:lnTo>
                  <a:lnTo>
                    <a:pt x="12772" y="231291"/>
                  </a:lnTo>
                  <a:lnTo>
                    <a:pt x="14881" y="236149"/>
                  </a:lnTo>
                  <a:lnTo>
                    <a:pt x="17143" y="240938"/>
                  </a:lnTo>
                  <a:lnTo>
                    <a:pt x="19555" y="245654"/>
                  </a:lnTo>
                  <a:lnTo>
                    <a:pt x="22116" y="250290"/>
                  </a:lnTo>
                  <a:lnTo>
                    <a:pt x="24822" y="254843"/>
                  </a:lnTo>
                  <a:lnTo>
                    <a:pt x="27671" y="259308"/>
                  </a:lnTo>
                  <a:lnTo>
                    <a:pt x="30660" y="263680"/>
                  </a:lnTo>
                  <a:lnTo>
                    <a:pt x="33786" y="267956"/>
                  </a:lnTo>
                  <a:lnTo>
                    <a:pt x="37046" y="272130"/>
                  </a:lnTo>
                  <a:lnTo>
                    <a:pt x="40436" y="276200"/>
                  </a:lnTo>
                  <a:lnTo>
                    <a:pt x="43954" y="280159"/>
                  </a:lnTo>
                  <a:lnTo>
                    <a:pt x="47595" y="284005"/>
                  </a:lnTo>
                  <a:lnTo>
                    <a:pt x="51357" y="287734"/>
                  </a:lnTo>
                  <a:lnTo>
                    <a:pt x="55234" y="291342"/>
                  </a:lnTo>
                  <a:lnTo>
                    <a:pt x="59224" y="294825"/>
                  </a:lnTo>
                  <a:lnTo>
                    <a:pt x="63323" y="298180"/>
                  </a:lnTo>
                  <a:lnTo>
                    <a:pt x="67525" y="301404"/>
                  </a:lnTo>
                  <a:lnTo>
                    <a:pt x="71828" y="304493"/>
                  </a:lnTo>
                  <a:lnTo>
                    <a:pt x="76226" y="307443"/>
                  </a:lnTo>
                  <a:lnTo>
                    <a:pt x="80716" y="310254"/>
                  </a:lnTo>
                  <a:lnTo>
                    <a:pt x="85292" y="312920"/>
                  </a:lnTo>
                  <a:lnTo>
                    <a:pt x="89951" y="315440"/>
                  </a:lnTo>
                  <a:lnTo>
                    <a:pt x="94687" y="317811"/>
                  </a:lnTo>
                  <a:lnTo>
                    <a:pt x="99495" y="320031"/>
                  </a:lnTo>
                  <a:lnTo>
                    <a:pt x="104372" y="322098"/>
                  </a:lnTo>
                  <a:lnTo>
                    <a:pt x="109312" y="324009"/>
                  </a:lnTo>
                  <a:lnTo>
                    <a:pt x="114310" y="325763"/>
                  </a:lnTo>
                  <a:lnTo>
                    <a:pt x="119360" y="327357"/>
                  </a:lnTo>
                  <a:lnTo>
                    <a:pt x="124459" y="328791"/>
                  </a:lnTo>
                  <a:lnTo>
                    <a:pt x="129601" y="330062"/>
                  </a:lnTo>
                  <a:lnTo>
                    <a:pt x="134780" y="331170"/>
                  </a:lnTo>
                  <a:lnTo>
                    <a:pt x="139992" y="332113"/>
                  </a:lnTo>
                  <a:lnTo>
                    <a:pt x="145231" y="332891"/>
                  </a:lnTo>
                  <a:lnTo>
                    <a:pt x="150492" y="333502"/>
                  </a:lnTo>
                  <a:lnTo>
                    <a:pt x="155770" y="333946"/>
                  </a:lnTo>
                  <a:lnTo>
                    <a:pt x="161059" y="334223"/>
                  </a:lnTo>
                  <a:lnTo>
                    <a:pt x="166355" y="334332"/>
                  </a:lnTo>
                  <a:lnTo>
                    <a:pt x="171651" y="334274"/>
                  </a:lnTo>
                  <a:lnTo>
                    <a:pt x="176942" y="334047"/>
                  </a:lnTo>
                  <a:lnTo>
                    <a:pt x="182224" y="333653"/>
                  </a:lnTo>
                  <a:lnTo>
                    <a:pt x="187491" y="333092"/>
                  </a:lnTo>
                  <a:lnTo>
                    <a:pt x="192737" y="332365"/>
                  </a:lnTo>
                  <a:lnTo>
                    <a:pt x="197958" y="331471"/>
                  </a:lnTo>
                  <a:lnTo>
                    <a:pt x="203148" y="330413"/>
                  </a:lnTo>
                  <a:lnTo>
                    <a:pt x="208301" y="329191"/>
                  </a:lnTo>
                  <a:lnTo>
                    <a:pt x="213413" y="327806"/>
                  </a:lnTo>
                  <a:lnTo>
                    <a:pt x="218479" y="326260"/>
                  </a:lnTo>
                  <a:lnTo>
                    <a:pt x="223493" y="324554"/>
                  </a:lnTo>
                  <a:lnTo>
                    <a:pt x="228451" y="322690"/>
                  </a:lnTo>
                  <a:lnTo>
                    <a:pt x="233347" y="320670"/>
                  </a:lnTo>
                  <a:lnTo>
                    <a:pt x="238177" y="318496"/>
                  </a:lnTo>
                  <a:lnTo>
                    <a:pt x="242935" y="316170"/>
                  </a:lnTo>
                  <a:lnTo>
                    <a:pt x="247618" y="313694"/>
                  </a:lnTo>
                  <a:lnTo>
                    <a:pt x="252219" y="311071"/>
                  </a:lnTo>
                  <a:lnTo>
                    <a:pt x="256735" y="308304"/>
                  </a:lnTo>
                  <a:lnTo>
                    <a:pt x="261162" y="305395"/>
                  </a:lnTo>
                  <a:lnTo>
                    <a:pt x="265493" y="302348"/>
                  </a:lnTo>
                  <a:lnTo>
                    <a:pt x="269727" y="299165"/>
                  </a:lnTo>
                  <a:lnTo>
                    <a:pt x="273857" y="295849"/>
                  </a:lnTo>
                  <a:lnTo>
                    <a:pt x="277880" y="292404"/>
                  </a:lnTo>
                  <a:lnTo>
                    <a:pt x="281792" y="288833"/>
                  </a:lnTo>
                  <a:lnTo>
                    <a:pt x="285589" y="285140"/>
                  </a:lnTo>
                  <a:lnTo>
                    <a:pt x="289266" y="281329"/>
                  </a:lnTo>
                  <a:lnTo>
                    <a:pt x="292822" y="277403"/>
                  </a:lnTo>
                  <a:lnTo>
                    <a:pt x="296251" y="273367"/>
                  </a:lnTo>
                  <a:lnTo>
                    <a:pt x="299551" y="269223"/>
                  </a:lnTo>
                  <a:lnTo>
                    <a:pt x="302717" y="264978"/>
                  </a:lnTo>
                  <a:lnTo>
                    <a:pt x="305748" y="260634"/>
                  </a:lnTo>
                  <a:lnTo>
                    <a:pt x="308639" y="256196"/>
                  </a:lnTo>
                  <a:lnTo>
                    <a:pt x="311389" y="251669"/>
                  </a:lnTo>
                  <a:lnTo>
                    <a:pt x="313993" y="247058"/>
                  </a:lnTo>
                  <a:lnTo>
                    <a:pt x="316451" y="242366"/>
                  </a:lnTo>
                  <a:lnTo>
                    <a:pt x="318758" y="237598"/>
                  </a:lnTo>
                  <a:lnTo>
                    <a:pt x="320913" y="232760"/>
                  </a:lnTo>
                  <a:lnTo>
                    <a:pt x="322914" y="227856"/>
                  </a:lnTo>
                  <a:lnTo>
                    <a:pt x="324758" y="222891"/>
                  </a:lnTo>
                  <a:lnTo>
                    <a:pt x="326444" y="217870"/>
                  </a:lnTo>
                  <a:lnTo>
                    <a:pt x="327971" y="212798"/>
                  </a:lnTo>
                  <a:lnTo>
                    <a:pt x="329336" y="207681"/>
                  </a:lnTo>
                  <a:lnTo>
                    <a:pt x="330538" y="202522"/>
                  </a:lnTo>
                  <a:lnTo>
                    <a:pt x="331576" y="197329"/>
                  </a:lnTo>
                  <a:lnTo>
                    <a:pt x="332449" y="192104"/>
                  </a:lnTo>
                  <a:lnTo>
                    <a:pt x="333156" y="186855"/>
                  </a:lnTo>
                  <a:lnTo>
                    <a:pt x="333696" y="181587"/>
                  </a:lnTo>
                  <a:lnTo>
                    <a:pt x="334069" y="176303"/>
                  </a:lnTo>
                  <a:lnTo>
                    <a:pt x="334275" y="171011"/>
                  </a:lnTo>
                  <a:lnTo>
                    <a:pt x="334313" y="165714"/>
                  </a:lnTo>
                  <a:lnTo>
                    <a:pt x="334183" y="160419"/>
                  </a:lnTo>
                  <a:lnTo>
                    <a:pt x="333885" y="155131"/>
                  </a:lnTo>
                  <a:lnTo>
                    <a:pt x="333420" y="149855"/>
                  </a:lnTo>
                  <a:lnTo>
                    <a:pt x="332789" y="144597"/>
                  </a:lnTo>
                  <a:lnTo>
                    <a:pt x="331990" y="139361"/>
                  </a:lnTo>
                  <a:lnTo>
                    <a:pt x="331027" y="134153"/>
                  </a:lnTo>
                  <a:lnTo>
                    <a:pt x="329899" y="128978"/>
                  </a:lnTo>
                  <a:lnTo>
                    <a:pt x="328607" y="123841"/>
                  </a:lnTo>
                  <a:lnTo>
                    <a:pt x="327153" y="118748"/>
                  </a:lnTo>
                  <a:lnTo>
                    <a:pt x="325539" y="113703"/>
                  </a:lnTo>
                  <a:lnTo>
                    <a:pt x="323766" y="108712"/>
                  </a:lnTo>
                  <a:lnTo>
                    <a:pt x="321836" y="103780"/>
                  </a:lnTo>
                  <a:lnTo>
                    <a:pt x="319750" y="98912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731976"/>
              <a:ext cx="152598" cy="68255"/>
            </a:xfrm>
            <a:custGeom>
              <a:avLst/>
              <a:pathLst>
                <a:path w="152598" h="68255">
                  <a:moveTo>
                    <a:pt x="152598" y="0"/>
                  </a:moveTo>
                  <a:lnTo>
                    <a:pt x="0" y="682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731976"/>
              <a:ext cx="152598" cy="68255"/>
            </a:xfrm>
            <a:custGeom>
              <a:avLst/>
              <a:pathLst>
                <a:path w="152598" h="68255">
                  <a:moveTo>
                    <a:pt x="152598" y="0"/>
                  </a:moveTo>
                  <a:lnTo>
                    <a:pt x="0" y="682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731976"/>
              <a:ext cx="152598" cy="68255"/>
            </a:xfrm>
            <a:custGeom>
              <a:avLst/>
              <a:pathLst>
                <a:path w="152598" h="68255">
                  <a:moveTo>
                    <a:pt x="152598" y="0"/>
                  </a:moveTo>
                  <a:lnTo>
                    <a:pt x="0" y="682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731976"/>
              <a:ext cx="152598" cy="68255"/>
            </a:xfrm>
            <a:custGeom>
              <a:avLst/>
              <a:pathLst>
                <a:path w="152598" h="68255">
                  <a:moveTo>
                    <a:pt x="152598" y="0"/>
                  </a:moveTo>
                  <a:lnTo>
                    <a:pt x="0" y="6825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731976"/>
              <a:ext cx="152598" cy="68255"/>
            </a:xfrm>
            <a:custGeom>
              <a:avLst/>
              <a:pathLst>
                <a:path w="152598" h="68255">
                  <a:moveTo>
                    <a:pt x="152598" y="0"/>
                  </a:moveTo>
                  <a:lnTo>
                    <a:pt x="0" y="682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731976"/>
              <a:ext cx="152598" cy="68255"/>
            </a:xfrm>
            <a:custGeom>
              <a:avLst/>
              <a:pathLst>
                <a:path w="152598" h="68255">
                  <a:moveTo>
                    <a:pt x="152598" y="0"/>
                  </a:moveTo>
                  <a:lnTo>
                    <a:pt x="0" y="682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731976"/>
              <a:ext cx="152598" cy="68255"/>
            </a:xfrm>
            <a:custGeom>
              <a:avLst/>
              <a:pathLst>
                <a:path w="152598" h="68255">
                  <a:moveTo>
                    <a:pt x="152598" y="0"/>
                  </a:moveTo>
                  <a:lnTo>
                    <a:pt x="0" y="682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731976"/>
              <a:ext cx="152598" cy="68255"/>
            </a:xfrm>
            <a:custGeom>
              <a:avLst/>
              <a:pathLst>
                <a:path w="152598" h="68255">
                  <a:moveTo>
                    <a:pt x="152598" y="0"/>
                  </a:moveTo>
                  <a:lnTo>
                    <a:pt x="0" y="682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731976"/>
              <a:ext cx="152598" cy="68255"/>
            </a:xfrm>
            <a:custGeom>
              <a:avLst/>
              <a:pathLst>
                <a:path w="152598" h="68255">
                  <a:moveTo>
                    <a:pt x="152598" y="0"/>
                  </a:moveTo>
                  <a:lnTo>
                    <a:pt x="0" y="682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731976"/>
              <a:ext cx="152598" cy="68255"/>
            </a:xfrm>
            <a:custGeom>
              <a:avLst/>
              <a:pathLst>
                <a:path w="152598" h="68255">
                  <a:moveTo>
                    <a:pt x="152598" y="0"/>
                  </a:moveTo>
                  <a:lnTo>
                    <a:pt x="0" y="682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31976"/>
              <a:ext cx="152598" cy="68255"/>
            </a:xfrm>
            <a:custGeom>
              <a:avLst/>
              <a:pathLst>
                <a:path w="152598" h="68255">
                  <a:moveTo>
                    <a:pt x="152598" y="0"/>
                  </a:moveTo>
                  <a:lnTo>
                    <a:pt x="0" y="682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31976"/>
              <a:ext cx="152598" cy="68255"/>
            </a:xfrm>
            <a:custGeom>
              <a:avLst/>
              <a:pathLst>
                <a:path w="152598" h="68255">
                  <a:moveTo>
                    <a:pt x="152598" y="0"/>
                  </a:moveTo>
                  <a:lnTo>
                    <a:pt x="0" y="682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31976"/>
              <a:ext cx="152598" cy="68255"/>
            </a:xfrm>
            <a:custGeom>
              <a:avLst/>
              <a:pathLst>
                <a:path w="152598" h="68255">
                  <a:moveTo>
                    <a:pt x="152598" y="0"/>
                  </a:moveTo>
                  <a:lnTo>
                    <a:pt x="0" y="682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638041"/>
              <a:ext cx="152598" cy="162190"/>
            </a:xfrm>
            <a:custGeom>
              <a:avLst/>
              <a:pathLst>
                <a:path w="152598" h="162190">
                  <a:moveTo>
                    <a:pt x="152598" y="93935"/>
                  </a:moveTo>
                  <a:lnTo>
                    <a:pt x="150223" y="88856"/>
                  </a:lnTo>
                  <a:lnTo>
                    <a:pt x="147679" y="83860"/>
                  </a:lnTo>
                  <a:lnTo>
                    <a:pt x="144970" y="78951"/>
                  </a:lnTo>
                  <a:lnTo>
                    <a:pt x="142097" y="74137"/>
                  </a:lnTo>
                  <a:lnTo>
                    <a:pt x="139064" y="69421"/>
                  </a:lnTo>
                  <a:lnTo>
                    <a:pt x="135875" y="64810"/>
                  </a:lnTo>
                  <a:lnTo>
                    <a:pt x="132533" y="60309"/>
                  </a:lnTo>
                  <a:lnTo>
                    <a:pt x="129042" y="55922"/>
                  </a:lnTo>
                  <a:lnTo>
                    <a:pt x="125406" y="51654"/>
                  </a:lnTo>
                  <a:lnTo>
                    <a:pt x="121629" y="47511"/>
                  </a:lnTo>
                  <a:lnTo>
                    <a:pt x="117715" y="43497"/>
                  </a:lnTo>
                  <a:lnTo>
                    <a:pt x="113669" y="39616"/>
                  </a:lnTo>
                  <a:lnTo>
                    <a:pt x="109495" y="35874"/>
                  </a:lnTo>
                  <a:lnTo>
                    <a:pt x="105197" y="32273"/>
                  </a:lnTo>
                  <a:lnTo>
                    <a:pt x="100782" y="28818"/>
                  </a:lnTo>
                  <a:lnTo>
                    <a:pt x="96252" y="25514"/>
                  </a:lnTo>
                  <a:lnTo>
                    <a:pt x="91615" y="22363"/>
                  </a:lnTo>
                  <a:lnTo>
                    <a:pt x="86875" y="19369"/>
                  </a:lnTo>
                  <a:lnTo>
                    <a:pt x="82037" y="16537"/>
                  </a:lnTo>
                  <a:lnTo>
                    <a:pt x="77106" y="13868"/>
                  </a:lnTo>
                  <a:lnTo>
                    <a:pt x="72089" y="11365"/>
                  </a:lnTo>
                  <a:lnTo>
                    <a:pt x="66991" y="9033"/>
                  </a:lnTo>
                  <a:lnTo>
                    <a:pt x="61818" y="6872"/>
                  </a:lnTo>
                  <a:lnTo>
                    <a:pt x="56574" y="4887"/>
                  </a:lnTo>
                  <a:lnTo>
                    <a:pt x="51268" y="3078"/>
                  </a:lnTo>
                  <a:lnTo>
                    <a:pt x="45903" y="1448"/>
                  </a:lnTo>
                  <a:lnTo>
                    <a:pt x="40487" y="0"/>
                  </a:lnTo>
                  <a:lnTo>
                    <a:pt x="0" y="1621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633064"/>
              <a:ext cx="40487" cy="167167"/>
            </a:xfrm>
            <a:custGeom>
              <a:avLst/>
              <a:pathLst>
                <a:path w="40487" h="167167">
                  <a:moveTo>
                    <a:pt x="40487" y="4977"/>
                  </a:moveTo>
                  <a:lnTo>
                    <a:pt x="33843" y="3461"/>
                  </a:lnTo>
                  <a:lnTo>
                    <a:pt x="27142" y="2218"/>
                  </a:lnTo>
                  <a:lnTo>
                    <a:pt x="20396" y="1248"/>
                  </a:lnTo>
                  <a:lnTo>
                    <a:pt x="13616" y="555"/>
                  </a:lnTo>
                  <a:lnTo>
                    <a:pt x="6813" y="13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358827" y="3170392"/>
              <a:ext cx="334317" cy="334331"/>
            </a:xfrm>
            <a:custGeom>
              <a:avLst/>
              <a:pathLst>
                <a:path w="334317" h="334331">
                  <a:moveTo>
                    <a:pt x="167153" y="0"/>
                  </a:moveTo>
                  <a:lnTo>
                    <a:pt x="161860" y="83"/>
                  </a:lnTo>
                  <a:lnTo>
                    <a:pt x="156571" y="335"/>
                  </a:lnTo>
                  <a:lnTo>
                    <a:pt x="151294" y="754"/>
                  </a:lnTo>
                  <a:lnTo>
                    <a:pt x="146032" y="1339"/>
                  </a:lnTo>
                  <a:lnTo>
                    <a:pt x="140791" y="2091"/>
                  </a:lnTo>
                  <a:lnTo>
                    <a:pt x="135577" y="3009"/>
                  </a:lnTo>
                  <a:lnTo>
                    <a:pt x="130394" y="4091"/>
                  </a:lnTo>
                  <a:lnTo>
                    <a:pt x="125249" y="5337"/>
                  </a:lnTo>
                  <a:lnTo>
                    <a:pt x="120145" y="6745"/>
                  </a:lnTo>
                  <a:lnTo>
                    <a:pt x="115089" y="8314"/>
                  </a:lnTo>
                  <a:lnTo>
                    <a:pt x="110084" y="10042"/>
                  </a:lnTo>
                  <a:lnTo>
                    <a:pt x="105137" y="11928"/>
                  </a:lnTo>
                  <a:lnTo>
                    <a:pt x="100253" y="13970"/>
                  </a:lnTo>
                  <a:lnTo>
                    <a:pt x="95435" y="16166"/>
                  </a:lnTo>
                  <a:lnTo>
                    <a:pt x="90689" y="18512"/>
                  </a:lnTo>
                  <a:lnTo>
                    <a:pt x="86020" y="21008"/>
                  </a:lnTo>
                  <a:lnTo>
                    <a:pt x="81432" y="23651"/>
                  </a:lnTo>
                  <a:lnTo>
                    <a:pt x="76931" y="26437"/>
                  </a:lnTo>
                  <a:lnTo>
                    <a:pt x="72519" y="29365"/>
                  </a:lnTo>
                  <a:lnTo>
                    <a:pt x="68203" y="32431"/>
                  </a:lnTo>
                  <a:lnTo>
                    <a:pt x="63986" y="35632"/>
                  </a:lnTo>
                  <a:lnTo>
                    <a:pt x="59873" y="38965"/>
                  </a:lnTo>
                  <a:lnTo>
                    <a:pt x="55867" y="42426"/>
                  </a:lnTo>
                  <a:lnTo>
                    <a:pt x="51972" y="46013"/>
                  </a:lnTo>
                  <a:lnTo>
                    <a:pt x="48194" y="49721"/>
                  </a:lnTo>
                  <a:lnTo>
                    <a:pt x="44534" y="53547"/>
                  </a:lnTo>
                  <a:lnTo>
                    <a:pt x="40998" y="57487"/>
                  </a:lnTo>
                  <a:lnTo>
                    <a:pt x="37588" y="61537"/>
                  </a:lnTo>
                  <a:lnTo>
                    <a:pt x="34308" y="65693"/>
                  </a:lnTo>
                  <a:lnTo>
                    <a:pt x="31161" y="69950"/>
                  </a:lnTo>
                  <a:lnTo>
                    <a:pt x="28151" y="74306"/>
                  </a:lnTo>
                  <a:lnTo>
                    <a:pt x="25280" y="78754"/>
                  </a:lnTo>
                  <a:lnTo>
                    <a:pt x="22551" y="83291"/>
                  </a:lnTo>
                  <a:lnTo>
                    <a:pt x="19968" y="87912"/>
                  </a:lnTo>
                  <a:lnTo>
                    <a:pt x="17532" y="92613"/>
                  </a:lnTo>
                  <a:lnTo>
                    <a:pt x="15246" y="97388"/>
                  </a:lnTo>
                  <a:lnTo>
                    <a:pt x="13112" y="102234"/>
                  </a:lnTo>
                  <a:lnTo>
                    <a:pt x="11133" y="107144"/>
                  </a:lnTo>
                  <a:lnTo>
                    <a:pt x="9311" y="112115"/>
                  </a:lnTo>
                  <a:lnTo>
                    <a:pt x="7647" y="117141"/>
                  </a:lnTo>
                  <a:lnTo>
                    <a:pt x="6142" y="122217"/>
                  </a:lnTo>
                  <a:lnTo>
                    <a:pt x="4800" y="127338"/>
                  </a:lnTo>
                  <a:lnTo>
                    <a:pt x="3620" y="132499"/>
                  </a:lnTo>
                  <a:lnTo>
                    <a:pt x="2604" y="137695"/>
                  </a:lnTo>
                  <a:lnTo>
                    <a:pt x="1753" y="142921"/>
                  </a:lnTo>
                  <a:lnTo>
                    <a:pt x="1069" y="148171"/>
                  </a:lnTo>
                  <a:lnTo>
                    <a:pt x="550" y="153440"/>
                  </a:lnTo>
                  <a:lnTo>
                    <a:pt x="199" y="158722"/>
                  </a:lnTo>
                  <a:lnTo>
                    <a:pt x="16" y="164013"/>
                  </a:lnTo>
                  <a:lnTo>
                    <a:pt x="0" y="169308"/>
                  </a:lnTo>
                  <a:lnTo>
                    <a:pt x="151" y="174600"/>
                  </a:lnTo>
                  <a:lnTo>
                    <a:pt x="470" y="179885"/>
                  </a:lnTo>
                  <a:lnTo>
                    <a:pt x="957" y="185156"/>
                  </a:lnTo>
                  <a:lnTo>
                    <a:pt x="1610" y="190410"/>
                  </a:lnTo>
                  <a:lnTo>
                    <a:pt x="2429" y="195641"/>
                  </a:lnTo>
                  <a:lnTo>
                    <a:pt x="3413" y="200843"/>
                  </a:lnTo>
                  <a:lnTo>
                    <a:pt x="4561" y="206011"/>
                  </a:lnTo>
                  <a:lnTo>
                    <a:pt x="5873" y="211140"/>
                  </a:lnTo>
                  <a:lnTo>
                    <a:pt x="7346" y="216226"/>
                  </a:lnTo>
                  <a:lnTo>
                    <a:pt x="8980" y="221262"/>
                  </a:lnTo>
                  <a:lnTo>
                    <a:pt x="10772" y="226243"/>
                  </a:lnTo>
                  <a:lnTo>
                    <a:pt x="12722" y="231166"/>
                  </a:lnTo>
                  <a:lnTo>
                    <a:pt x="14826" y="236024"/>
                  </a:lnTo>
                  <a:lnTo>
                    <a:pt x="17083" y="240813"/>
                  </a:lnTo>
                  <a:lnTo>
                    <a:pt x="19490" y="245528"/>
                  </a:lnTo>
                  <a:lnTo>
                    <a:pt x="22046" y="250165"/>
                  </a:lnTo>
                  <a:lnTo>
                    <a:pt x="24747" y="254719"/>
                  </a:lnTo>
                  <a:lnTo>
                    <a:pt x="27591" y="259184"/>
                  </a:lnTo>
                  <a:lnTo>
                    <a:pt x="30574" y="263558"/>
                  </a:lnTo>
                  <a:lnTo>
                    <a:pt x="33695" y="267834"/>
                  </a:lnTo>
                  <a:lnTo>
                    <a:pt x="36950" y="272010"/>
                  </a:lnTo>
                  <a:lnTo>
                    <a:pt x="40335" y="276081"/>
                  </a:lnTo>
                  <a:lnTo>
                    <a:pt x="43848" y="280042"/>
                  </a:lnTo>
                  <a:lnTo>
                    <a:pt x="47484" y="283890"/>
                  </a:lnTo>
                  <a:lnTo>
                    <a:pt x="51240" y="287621"/>
                  </a:lnTo>
                  <a:lnTo>
                    <a:pt x="55113" y="291231"/>
                  </a:lnTo>
                  <a:lnTo>
                    <a:pt x="59098" y="294717"/>
                  </a:lnTo>
                  <a:lnTo>
                    <a:pt x="63191" y="298075"/>
                  </a:lnTo>
                  <a:lnTo>
                    <a:pt x="67389" y="301301"/>
                  </a:lnTo>
                  <a:lnTo>
                    <a:pt x="71686" y="304393"/>
                  </a:lnTo>
                  <a:lnTo>
                    <a:pt x="76080" y="307347"/>
                  </a:lnTo>
                  <a:lnTo>
                    <a:pt x="80564" y="310161"/>
                  </a:lnTo>
                  <a:lnTo>
                    <a:pt x="85136" y="312831"/>
                  </a:lnTo>
                  <a:lnTo>
                    <a:pt x="89790" y="315356"/>
                  </a:lnTo>
                  <a:lnTo>
                    <a:pt x="94521" y="317731"/>
                  </a:lnTo>
                  <a:lnTo>
                    <a:pt x="99326" y="319956"/>
                  </a:lnTo>
                  <a:lnTo>
                    <a:pt x="104198" y="322027"/>
                  </a:lnTo>
                  <a:lnTo>
                    <a:pt x="109133" y="323943"/>
                  </a:lnTo>
                  <a:lnTo>
                    <a:pt x="114127" y="325701"/>
                  </a:lnTo>
                  <a:lnTo>
                    <a:pt x="119174" y="327301"/>
                  </a:lnTo>
                  <a:lnTo>
                    <a:pt x="124269" y="328740"/>
                  </a:lnTo>
                  <a:lnTo>
                    <a:pt x="129407" y="330017"/>
                  </a:lnTo>
                  <a:lnTo>
                    <a:pt x="134583" y="331131"/>
                  </a:lnTo>
                  <a:lnTo>
                    <a:pt x="139791" y="332080"/>
                  </a:lnTo>
                  <a:lnTo>
                    <a:pt x="145027" y="332864"/>
                  </a:lnTo>
                  <a:lnTo>
                    <a:pt x="150286" y="333481"/>
                  </a:lnTo>
                  <a:lnTo>
                    <a:pt x="155561" y="333932"/>
                  </a:lnTo>
                  <a:lnTo>
                    <a:pt x="160847" y="334215"/>
                  </a:lnTo>
                  <a:lnTo>
                    <a:pt x="166140" y="334331"/>
                  </a:lnTo>
                  <a:lnTo>
                    <a:pt x="171434" y="334280"/>
                  </a:lnTo>
                  <a:lnTo>
                    <a:pt x="176724" y="334060"/>
                  </a:lnTo>
                  <a:lnTo>
                    <a:pt x="182004" y="333673"/>
                  </a:lnTo>
                  <a:lnTo>
                    <a:pt x="187270" y="333120"/>
                  </a:lnTo>
                  <a:lnTo>
                    <a:pt x="192515" y="332399"/>
                  </a:lnTo>
                  <a:lnTo>
                    <a:pt x="197734" y="331513"/>
                  </a:lnTo>
                  <a:lnTo>
                    <a:pt x="202923" y="330463"/>
                  </a:lnTo>
                  <a:lnTo>
                    <a:pt x="208076" y="329248"/>
                  </a:lnTo>
                  <a:lnTo>
                    <a:pt x="213189" y="327871"/>
                  </a:lnTo>
                  <a:lnTo>
                    <a:pt x="218254" y="326332"/>
                  </a:lnTo>
                  <a:lnTo>
                    <a:pt x="223269" y="324634"/>
                  </a:lnTo>
                  <a:lnTo>
                    <a:pt x="228227" y="322778"/>
                  </a:lnTo>
                  <a:lnTo>
                    <a:pt x="233124" y="320766"/>
                  </a:lnTo>
                  <a:lnTo>
                    <a:pt x="237955" y="318600"/>
                  </a:lnTo>
                  <a:lnTo>
                    <a:pt x="242715" y="316282"/>
                  </a:lnTo>
                  <a:lnTo>
                    <a:pt x="247399" y="313815"/>
                  </a:lnTo>
                  <a:lnTo>
                    <a:pt x="252003" y="311200"/>
                  </a:lnTo>
                  <a:lnTo>
                    <a:pt x="256521" y="308441"/>
                  </a:lnTo>
                  <a:lnTo>
                    <a:pt x="260950" y="305540"/>
                  </a:lnTo>
                  <a:lnTo>
                    <a:pt x="265285" y="302500"/>
                  </a:lnTo>
                  <a:lnTo>
                    <a:pt x="269521" y="299325"/>
                  </a:lnTo>
                  <a:lnTo>
                    <a:pt x="273655" y="296017"/>
                  </a:lnTo>
                  <a:lnTo>
                    <a:pt x="277682" y="292580"/>
                  </a:lnTo>
                  <a:lnTo>
                    <a:pt x="281598" y="289017"/>
                  </a:lnTo>
                  <a:lnTo>
                    <a:pt x="285399" y="285331"/>
                  </a:lnTo>
                  <a:lnTo>
                    <a:pt x="289082" y="281528"/>
                  </a:lnTo>
                  <a:lnTo>
                    <a:pt x="292642" y="277609"/>
                  </a:lnTo>
                  <a:lnTo>
                    <a:pt x="296076" y="273580"/>
                  </a:lnTo>
                  <a:lnTo>
                    <a:pt x="299382" y="269444"/>
                  </a:lnTo>
                  <a:lnTo>
                    <a:pt x="302554" y="265206"/>
                  </a:lnTo>
                  <a:lnTo>
                    <a:pt x="305591" y="260869"/>
                  </a:lnTo>
                  <a:lnTo>
                    <a:pt x="308488" y="256438"/>
                  </a:lnTo>
                  <a:lnTo>
                    <a:pt x="311245" y="251917"/>
                  </a:lnTo>
                  <a:lnTo>
                    <a:pt x="313856" y="247312"/>
                  </a:lnTo>
                  <a:lnTo>
                    <a:pt x="316320" y="242626"/>
                  </a:lnTo>
                  <a:lnTo>
                    <a:pt x="318635" y="237865"/>
                  </a:lnTo>
                  <a:lnTo>
                    <a:pt x="320798" y="233032"/>
                  </a:lnTo>
                  <a:lnTo>
                    <a:pt x="322807" y="228134"/>
                  </a:lnTo>
                  <a:lnTo>
                    <a:pt x="324659" y="223174"/>
                  </a:lnTo>
                  <a:lnTo>
                    <a:pt x="326354" y="218159"/>
                  </a:lnTo>
                  <a:lnTo>
                    <a:pt x="327889" y="213092"/>
                  </a:lnTo>
                  <a:lnTo>
                    <a:pt x="329262" y="207979"/>
                  </a:lnTo>
                  <a:lnTo>
                    <a:pt x="330473" y="202825"/>
                  </a:lnTo>
                  <a:lnTo>
                    <a:pt x="331521" y="197635"/>
                  </a:lnTo>
                  <a:lnTo>
                    <a:pt x="332403" y="192415"/>
                  </a:lnTo>
                  <a:lnTo>
                    <a:pt x="333120" y="187169"/>
                  </a:lnTo>
                  <a:lnTo>
                    <a:pt x="333670" y="181903"/>
                  </a:lnTo>
                  <a:lnTo>
                    <a:pt x="334053" y="176623"/>
                  </a:lnTo>
                  <a:lnTo>
                    <a:pt x="334269" y="171333"/>
                  </a:lnTo>
                  <a:lnTo>
                    <a:pt x="334317" y="166039"/>
                  </a:lnTo>
                  <a:lnTo>
                    <a:pt x="334197" y="160746"/>
                  </a:lnTo>
                  <a:lnTo>
                    <a:pt x="333910" y="155459"/>
                  </a:lnTo>
                  <a:lnTo>
                    <a:pt x="333456" y="150185"/>
                  </a:lnTo>
                  <a:lnTo>
                    <a:pt x="332835" y="144927"/>
                  </a:lnTo>
                  <a:lnTo>
                    <a:pt x="332047" y="139692"/>
                  </a:lnTo>
                  <a:lnTo>
                    <a:pt x="331095" y="134484"/>
                  </a:lnTo>
                  <a:lnTo>
                    <a:pt x="329977" y="129309"/>
                  </a:lnTo>
                  <a:lnTo>
                    <a:pt x="328697" y="124171"/>
                  </a:lnTo>
                  <a:lnTo>
                    <a:pt x="327254" y="119077"/>
                  </a:lnTo>
                  <a:lnTo>
                    <a:pt x="325651" y="114032"/>
                  </a:lnTo>
                  <a:lnTo>
                    <a:pt x="323889" y="109039"/>
                  </a:lnTo>
                  <a:lnTo>
                    <a:pt x="321970" y="104105"/>
                  </a:lnTo>
                  <a:lnTo>
                    <a:pt x="319895" y="99234"/>
                  </a:lnTo>
                  <a:lnTo>
                    <a:pt x="317667" y="94431"/>
                  </a:lnTo>
                  <a:lnTo>
                    <a:pt x="315289" y="89702"/>
                  </a:lnTo>
                  <a:lnTo>
                    <a:pt x="312761" y="85049"/>
                  </a:lnTo>
                  <a:lnTo>
                    <a:pt x="310088" y="80480"/>
                  </a:lnTo>
                  <a:lnTo>
                    <a:pt x="307271" y="75997"/>
                  </a:lnTo>
                  <a:lnTo>
                    <a:pt x="304314" y="71606"/>
                  </a:lnTo>
                  <a:lnTo>
                    <a:pt x="301219" y="67310"/>
                  </a:lnTo>
                  <a:lnTo>
                    <a:pt x="297989" y="63115"/>
                  </a:lnTo>
                  <a:lnTo>
                    <a:pt x="294629" y="59024"/>
                  </a:lnTo>
                  <a:lnTo>
                    <a:pt x="291140" y="55041"/>
                  </a:lnTo>
                  <a:lnTo>
                    <a:pt x="287527" y="51171"/>
                  </a:lnTo>
                  <a:lnTo>
                    <a:pt x="283794" y="47417"/>
                  </a:lnTo>
                  <a:lnTo>
                    <a:pt x="279943" y="43784"/>
                  </a:lnTo>
                  <a:lnTo>
                    <a:pt x="275980" y="40274"/>
                  </a:lnTo>
                  <a:lnTo>
                    <a:pt x="271907" y="36892"/>
                  </a:lnTo>
                  <a:lnTo>
                    <a:pt x="267729" y="33640"/>
                  </a:lnTo>
                  <a:lnTo>
                    <a:pt x="263450" y="30522"/>
                  </a:lnTo>
                  <a:lnTo>
                    <a:pt x="259074" y="27541"/>
                  </a:lnTo>
                  <a:lnTo>
                    <a:pt x="254607" y="24700"/>
                  </a:lnTo>
                  <a:lnTo>
                    <a:pt x="250052" y="22002"/>
                  </a:lnTo>
                  <a:lnTo>
                    <a:pt x="245413" y="19450"/>
                  </a:lnTo>
                  <a:lnTo>
                    <a:pt x="240696" y="17046"/>
                  </a:lnTo>
                  <a:lnTo>
                    <a:pt x="235905" y="14792"/>
                  </a:lnTo>
                  <a:lnTo>
                    <a:pt x="231046" y="12691"/>
                  </a:lnTo>
                  <a:lnTo>
                    <a:pt x="226122" y="10746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81138"/>
              <a:ext cx="58968" cy="156421"/>
            </a:xfrm>
            <a:custGeom>
              <a:avLst/>
              <a:pathLst>
                <a:path w="58968" h="156421">
                  <a:moveTo>
                    <a:pt x="58968" y="0"/>
                  </a:moveTo>
                  <a:lnTo>
                    <a:pt x="0" y="1564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81138"/>
              <a:ext cx="58968" cy="156421"/>
            </a:xfrm>
            <a:custGeom>
              <a:avLst/>
              <a:pathLst>
                <a:path w="58968" h="156421">
                  <a:moveTo>
                    <a:pt x="58968" y="0"/>
                  </a:moveTo>
                  <a:lnTo>
                    <a:pt x="0" y="1564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81138"/>
              <a:ext cx="58968" cy="156421"/>
            </a:xfrm>
            <a:custGeom>
              <a:avLst/>
              <a:pathLst>
                <a:path w="58968" h="156421">
                  <a:moveTo>
                    <a:pt x="58968" y="0"/>
                  </a:moveTo>
                  <a:lnTo>
                    <a:pt x="0" y="1564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81138"/>
              <a:ext cx="58968" cy="156421"/>
            </a:xfrm>
            <a:custGeom>
              <a:avLst/>
              <a:pathLst>
                <a:path w="58968" h="156421">
                  <a:moveTo>
                    <a:pt x="58968" y="0"/>
                  </a:moveTo>
                  <a:lnTo>
                    <a:pt x="0" y="1564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81138"/>
              <a:ext cx="58968" cy="156421"/>
            </a:xfrm>
            <a:custGeom>
              <a:avLst/>
              <a:pathLst>
                <a:path w="58968" h="156421">
                  <a:moveTo>
                    <a:pt x="58968" y="0"/>
                  </a:moveTo>
                  <a:lnTo>
                    <a:pt x="0" y="1564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81138"/>
              <a:ext cx="58968" cy="156421"/>
            </a:xfrm>
            <a:custGeom>
              <a:avLst/>
              <a:pathLst>
                <a:path w="58968" h="156421">
                  <a:moveTo>
                    <a:pt x="58968" y="0"/>
                  </a:moveTo>
                  <a:lnTo>
                    <a:pt x="0" y="1564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81138"/>
              <a:ext cx="58968" cy="156421"/>
            </a:xfrm>
            <a:custGeom>
              <a:avLst/>
              <a:pathLst>
                <a:path w="58968" h="156421">
                  <a:moveTo>
                    <a:pt x="58968" y="0"/>
                  </a:moveTo>
                  <a:lnTo>
                    <a:pt x="0" y="1564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81138"/>
              <a:ext cx="58968" cy="156421"/>
            </a:xfrm>
            <a:custGeom>
              <a:avLst/>
              <a:pathLst>
                <a:path w="58968" h="156421">
                  <a:moveTo>
                    <a:pt x="58968" y="0"/>
                  </a:moveTo>
                  <a:lnTo>
                    <a:pt x="0" y="1564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81138"/>
              <a:ext cx="58968" cy="156421"/>
            </a:xfrm>
            <a:custGeom>
              <a:avLst/>
              <a:pathLst>
                <a:path w="58968" h="156421">
                  <a:moveTo>
                    <a:pt x="58968" y="0"/>
                  </a:moveTo>
                  <a:lnTo>
                    <a:pt x="0" y="1564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81138"/>
              <a:ext cx="58968" cy="156421"/>
            </a:xfrm>
            <a:custGeom>
              <a:avLst/>
              <a:pathLst>
                <a:path w="58968" h="156421">
                  <a:moveTo>
                    <a:pt x="58968" y="0"/>
                  </a:moveTo>
                  <a:lnTo>
                    <a:pt x="0" y="1564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81138"/>
              <a:ext cx="58968" cy="156421"/>
            </a:xfrm>
            <a:custGeom>
              <a:avLst/>
              <a:pathLst>
                <a:path w="58968" h="156421">
                  <a:moveTo>
                    <a:pt x="58968" y="0"/>
                  </a:moveTo>
                  <a:lnTo>
                    <a:pt x="0" y="1564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81138"/>
              <a:ext cx="58968" cy="156421"/>
            </a:xfrm>
            <a:custGeom>
              <a:avLst/>
              <a:pathLst>
                <a:path w="58968" h="156421">
                  <a:moveTo>
                    <a:pt x="58968" y="0"/>
                  </a:moveTo>
                  <a:lnTo>
                    <a:pt x="0" y="1564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75544"/>
              <a:ext cx="58968" cy="162015"/>
            </a:xfrm>
            <a:custGeom>
              <a:avLst/>
              <a:pathLst>
                <a:path w="58968" h="162015">
                  <a:moveTo>
                    <a:pt x="58968" y="5593"/>
                  </a:moveTo>
                  <a:lnTo>
                    <a:pt x="50154" y="2548"/>
                  </a:lnTo>
                  <a:lnTo>
                    <a:pt x="41183" y="0"/>
                  </a:lnTo>
                  <a:lnTo>
                    <a:pt x="0" y="1620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70392"/>
              <a:ext cx="41183" cy="167167"/>
            </a:xfrm>
            <a:custGeom>
              <a:avLst/>
              <a:pathLst>
                <a:path w="41183" h="167167">
                  <a:moveTo>
                    <a:pt x="41183" y="5152"/>
                  </a:moveTo>
                  <a:lnTo>
                    <a:pt x="34428" y="3583"/>
                  </a:lnTo>
                  <a:lnTo>
                    <a:pt x="27614" y="2296"/>
                  </a:lnTo>
                  <a:lnTo>
                    <a:pt x="20752" y="1293"/>
                  </a:lnTo>
                  <a:lnTo>
                    <a:pt x="13854" y="575"/>
                  </a:lnTo>
                  <a:lnTo>
                    <a:pt x="6933" y="14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423586" y="3707720"/>
              <a:ext cx="334324" cy="334314"/>
            </a:xfrm>
            <a:custGeom>
              <a:avLst/>
              <a:pathLst>
                <a:path w="334324" h="334314">
                  <a:moveTo>
                    <a:pt x="167162" y="0"/>
                  </a:moveTo>
                  <a:lnTo>
                    <a:pt x="161885" y="83"/>
                  </a:lnTo>
                  <a:lnTo>
                    <a:pt x="156613" y="333"/>
                  </a:lnTo>
                  <a:lnTo>
                    <a:pt x="151351" y="749"/>
                  </a:lnTo>
                  <a:lnTo>
                    <a:pt x="146105" y="1331"/>
                  </a:lnTo>
                  <a:lnTo>
                    <a:pt x="140881" y="2078"/>
                  </a:lnTo>
                  <a:lnTo>
                    <a:pt x="135682" y="2990"/>
                  </a:lnTo>
                  <a:lnTo>
                    <a:pt x="130515" y="4066"/>
                  </a:lnTo>
                  <a:lnTo>
                    <a:pt x="125384" y="5304"/>
                  </a:lnTo>
                  <a:lnTo>
                    <a:pt x="120295" y="6704"/>
                  </a:lnTo>
                  <a:lnTo>
                    <a:pt x="115253" y="8263"/>
                  </a:lnTo>
                  <a:lnTo>
                    <a:pt x="110263" y="9981"/>
                  </a:lnTo>
                  <a:lnTo>
                    <a:pt x="105329" y="11855"/>
                  </a:lnTo>
                  <a:lnTo>
                    <a:pt x="100457" y="13885"/>
                  </a:lnTo>
                  <a:lnTo>
                    <a:pt x="95651" y="16067"/>
                  </a:lnTo>
                  <a:lnTo>
                    <a:pt x="90917" y="18400"/>
                  </a:lnTo>
                  <a:lnTo>
                    <a:pt x="86258" y="20881"/>
                  </a:lnTo>
                  <a:lnTo>
                    <a:pt x="81681" y="23508"/>
                  </a:lnTo>
                  <a:lnTo>
                    <a:pt x="77188" y="26278"/>
                  </a:lnTo>
                  <a:lnTo>
                    <a:pt x="72785" y="29188"/>
                  </a:lnTo>
                  <a:lnTo>
                    <a:pt x="68477" y="32237"/>
                  </a:lnTo>
                  <a:lnTo>
                    <a:pt x="64266" y="35419"/>
                  </a:lnTo>
                  <a:lnTo>
                    <a:pt x="60158" y="38733"/>
                  </a:lnTo>
                  <a:lnTo>
                    <a:pt x="56157" y="42175"/>
                  </a:lnTo>
                  <a:lnTo>
                    <a:pt x="52267" y="45742"/>
                  </a:lnTo>
                  <a:lnTo>
                    <a:pt x="48491" y="49429"/>
                  </a:lnTo>
                  <a:lnTo>
                    <a:pt x="44833" y="53234"/>
                  </a:lnTo>
                  <a:lnTo>
                    <a:pt x="41298" y="57153"/>
                  </a:lnTo>
                  <a:lnTo>
                    <a:pt x="37887" y="61181"/>
                  </a:lnTo>
                  <a:lnTo>
                    <a:pt x="34606" y="65315"/>
                  </a:lnTo>
                  <a:lnTo>
                    <a:pt x="31457" y="69550"/>
                  </a:lnTo>
                  <a:lnTo>
                    <a:pt x="28443" y="73883"/>
                  </a:lnTo>
                  <a:lnTo>
                    <a:pt x="25567" y="78308"/>
                  </a:lnTo>
                  <a:lnTo>
                    <a:pt x="22832" y="82823"/>
                  </a:lnTo>
                  <a:lnTo>
                    <a:pt x="20242" y="87421"/>
                  </a:lnTo>
                  <a:lnTo>
                    <a:pt x="17797" y="92099"/>
                  </a:lnTo>
                  <a:lnTo>
                    <a:pt x="15502" y="96851"/>
                  </a:lnTo>
                  <a:lnTo>
                    <a:pt x="13358" y="101674"/>
                  </a:lnTo>
                  <a:lnTo>
                    <a:pt x="11367" y="106562"/>
                  </a:lnTo>
                  <a:lnTo>
                    <a:pt x="9531" y="111510"/>
                  </a:lnTo>
                  <a:lnTo>
                    <a:pt x="7853" y="116514"/>
                  </a:lnTo>
                  <a:lnTo>
                    <a:pt x="6333" y="121569"/>
                  </a:lnTo>
                  <a:lnTo>
                    <a:pt x="4974" y="126669"/>
                  </a:lnTo>
                  <a:lnTo>
                    <a:pt x="3776" y="131809"/>
                  </a:lnTo>
                  <a:lnTo>
                    <a:pt x="2742" y="136984"/>
                  </a:lnTo>
                  <a:lnTo>
                    <a:pt x="1871" y="142190"/>
                  </a:lnTo>
                  <a:lnTo>
                    <a:pt x="1165" y="147420"/>
                  </a:lnTo>
                  <a:lnTo>
                    <a:pt x="624" y="152670"/>
                  </a:lnTo>
                  <a:lnTo>
                    <a:pt x="249" y="157935"/>
                  </a:lnTo>
                  <a:lnTo>
                    <a:pt x="41" y="163209"/>
                  </a:lnTo>
                  <a:lnTo>
                    <a:pt x="0" y="168486"/>
                  </a:lnTo>
                  <a:lnTo>
                    <a:pt x="124" y="173763"/>
                  </a:lnTo>
                  <a:lnTo>
                    <a:pt x="416" y="179033"/>
                  </a:lnTo>
                  <a:lnTo>
                    <a:pt x="874" y="184291"/>
                  </a:lnTo>
                  <a:lnTo>
                    <a:pt x="1497" y="189532"/>
                  </a:lnTo>
                  <a:lnTo>
                    <a:pt x="2286" y="194750"/>
                  </a:lnTo>
                  <a:lnTo>
                    <a:pt x="3239" y="199941"/>
                  </a:lnTo>
                  <a:lnTo>
                    <a:pt x="4355" y="205100"/>
                  </a:lnTo>
                  <a:lnTo>
                    <a:pt x="5634" y="210221"/>
                  </a:lnTo>
                  <a:lnTo>
                    <a:pt x="7073" y="215298"/>
                  </a:lnTo>
                  <a:lnTo>
                    <a:pt x="8672" y="220328"/>
                  </a:lnTo>
                  <a:lnTo>
                    <a:pt x="10430" y="225305"/>
                  </a:lnTo>
                  <a:lnTo>
                    <a:pt x="12343" y="230224"/>
                  </a:lnTo>
                  <a:lnTo>
                    <a:pt x="14411" y="235080"/>
                  </a:lnTo>
                  <a:lnTo>
                    <a:pt x="16631" y="239868"/>
                  </a:lnTo>
                  <a:lnTo>
                    <a:pt x="19001" y="244584"/>
                  </a:lnTo>
                  <a:lnTo>
                    <a:pt x="21519" y="249222"/>
                  </a:lnTo>
                  <a:lnTo>
                    <a:pt x="24182" y="253779"/>
                  </a:lnTo>
                  <a:lnTo>
                    <a:pt x="26987" y="258250"/>
                  </a:lnTo>
                  <a:lnTo>
                    <a:pt x="29932" y="262629"/>
                  </a:lnTo>
                  <a:lnTo>
                    <a:pt x="33015" y="266914"/>
                  </a:lnTo>
                  <a:lnTo>
                    <a:pt x="36230" y="271099"/>
                  </a:lnTo>
                  <a:lnTo>
                    <a:pt x="39576" y="275181"/>
                  </a:lnTo>
                  <a:lnTo>
                    <a:pt x="43050" y="279154"/>
                  </a:lnTo>
                  <a:lnTo>
                    <a:pt x="46647" y="283017"/>
                  </a:lnTo>
                  <a:lnTo>
                    <a:pt x="50364" y="286763"/>
                  </a:lnTo>
                  <a:lnTo>
                    <a:pt x="54198" y="290391"/>
                  </a:lnTo>
                  <a:lnTo>
                    <a:pt x="58144" y="293896"/>
                  </a:lnTo>
                  <a:lnTo>
                    <a:pt x="62199" y="297274"/>
                  </a:lnTo>
                  <a:lnTo>
                    <a:pt x="66359" y="300523"/>
                  </a:lnTo>
                  <a:lnTo>
                    <a:pt x="70619" y="303638"/>
                  </a:lnTo>
                  <a:lnTo>
                    <a:pt x="74975" y="306618"/>
                  </a:lnTo>
                  <a:lnTo>
                    <a:pt x="79424" y="309459"/>
                  </a:lnTo>
                  <a:lnTo>
                    <a:pt x="83959" y="312158"/>
                  </a:lnTo>
                  <a:lnTo>
                    <a:pt x="88578" y="314712"/>
                  </a:lnTo>
                  <a:lnTo>
                    <a:pt x="93275" y="317119"/>
                  </a:lnTo>
                  <a:lnTo>
                    <a:pt x="98045" y="319377"/>
                  </a:lnTo>
                  <a:lnTo>
                    <a:pt x="102885" y="321483"/>
                  </a:lnTo>
                  <a:lnTo>
                    <a:pt x="107788" y="323435"/>
                  </a:lnTo>
                  <a:lnTo>
                    <a:pt x="112751" y="325232"/>
                  </a:lnTo>
                  <a:lnTo>
                    <a:pt x="117768" y="326871"/>
                  </a:lnTo>
                  <a:lnTo>
                    <a:pt x="122834" y="328350"/>
                  </a:lnTo>
                  <a:lnTo>
                    <a:pt x="127945" y="329669"/>
                  </a:lnTo>
                  <a:lnTo>
                    <a:pt x="133094" y="330826"/>
                  </a:lnTo>
                  <a:lnTo>
                    <a:pt x="138278" y="331820"/>
                  </a:lnTo>
                  <a:lnTo>
                    <a:pt x="143490" y="332650"/>
                  </a:lnTo>
                  <a:lnTo>
                    <a:pt x="148726" y="333315"/>
                  </a:lnTo>
                  <a:lnTo>
                    <a:pt x="153980" y="333814"/>
                  </a:lnTo>
                  <a:lnTo>
                    <a:pt x="159248" y="334147"/>
                  </a:lnTo>
                  <a:lnTo>
                    <a:pt x="164523" y="334314"/>
                  </a:lnTo>
                  <a:lnTo>
                    <a:pt x="169801" y="334314"/>
                  </a:lnTo>
                  <a:lnTo>
                    <a:pt x="175076" y="334147"/>
                  </a:lnTo>
                  <a:lnTo>
                    <a:pt x="180343" y="333814"/>
                  </a:lnTo>
                  <a:lnTo>
                    <a:pt x="185598" y="333315"/>
                  </a:lnTo>
                  <a:lnTo>
                    <a:pt x="190833" y="332650"/>
                  </a:lnTo>
                  <a:lnTo>
                    <a:pt x="196046" y="331820"/>
                  </a:lnTo>
                  <a:lnTo>
                    <a:pt x="201229" y="330826"/>
                  </a:lnTo>
                  <a:lnTo>
                    <a:pt x="206379" y="329669"/>
                  </a:lnTo>
                  <a:lnTo>
                    <a:pt x="211489" y="328350"/>
                  </a:lnTo>
                  <a:lnTo>
                    <a:pt x="216555" y="326871"/>
                  </a:lnTo>
                  <a:lnTo>
                    <a:pt x="221572" y="325232"/>
                  </a:lnTo>
                  <a:lnTo>
                    <a:pt x="226535" y="323435"/>
                  </a:lnTo>
                  <a:lnTo>
                    <a:pt x="231439" y="321483"/>
                  </a:lnTo>
                  <a:lnTo>
                    <a:pt x="236278" y="319377"/>
                  </a:lnTo>
                  <a:lnTo>
                    <a:pt x="241049" y="317119"/>
                  </a:lnTo>
                  <a:lnTo>
                    <a:pt x="245746" y="314712"/>
                  </a:lnTo>
                  <a:lnTo>
                    <a:pt x="250364" y="312158"/>
                  </a:lnTo>
                  <a:lnTo>
                    <a:pt x="254900" y="309459"/>
                  </a:lnTo>
                  <a:lnTo>
                    <a:pt x="259348" y="306618"/>
                  </a:lnTo>
                  <a:lnTo>
                    <a:pt x="263704" y="303638"/>
                  </a:lnTo>
                  <a:lnTo>
                    <a:pt x="267965" y="300523"/>
                  </a:lnTo>
                  <a:lnTo>
                    <a:pt x="272124" y="297274"/>
                  </a:lnTo>
                  <a:lnTo>
                    <a:pt x="276179" y="293896"/>
                  </a:lnTo>
                  <a:lnTo>
                    <a:pt x="280125" y="290391"/>
                  </a:lnTo>
                  <a:lnTo>
                    <a:pt x="283959" y="286763"/>
                  </a:lnTo>
                  <a:lnTo>
                    <a:pt x="287676" y="283017"/>
                  </a:lnTo>
                  <a:lnTo>
                    <a:pt x="291274" y="279154"/>
                  </a:lnTo>
                  <a:lnTo>
                    <a:pt x="294747" y="275181"/>
                  </a:lnTo>
                  <a:lnTo>
                    <a:pt x="298093" y="271099"/>
                  </a:lnTo>
                  <a:lnTo>
                    <a:pt x="301309" y="266914"/>
                  </a:lnTo>
                  <a:lnTo>
                    <a:pt x="304391" y="262629"/>
                  </a:lnTo>
                  <a:lnTo>
                    <a:pt x="307336" y="258250"/>
                  </a:lnTo>
                  <a:lnTo>
                    <a:pt x="310142" y="253779"/>
                  </a:lnTo>
                  <a:lnTo>
                    <a:pt x="312805" y="249222"/>
                  </a:lnTo>
                  <a:lnTo>
                    <a:pt x="315322" y="244584"/>
                  </a:lnTo>
                  <a:lnTo>
                    <a:pt x="317693" y="239868"/>
                  </a:lnTo>
                  <a:lnTo>
                    <a:pt x="319913" y="235080"/>
                  </a:lnTo>
                  <a:lnTo>
                    <a:pt x="321980" y="230224"/>
                  </a:lnTo>
                  <a:lnTo>
                    <a:pt x="323894" y="225305"/>
                  </a:lnTo>
                  <a:lnTo>
                    <a:pt x="325651" y="220328"/>
                  </a:lnTo>
                  <a:lnTo>
                    <a:pt x="327250" y="215298"/>
                  </a:lnTo>
                  <a:lnTo>
                    <a:pt x="328690" y="210221"/>
                  </a:lnTo>
                  <a:lnTo>
                    <a:pt x="329968" y="205100"/>
                  </a:lnTo>
                  <a:lnTo>
                    <a:pt x="331085" y="199941"/>
                  </a:lnTo>
                  <a:lnTo>
                    <a:pt x="332038" y="194750"/>
                  </a:lnTo>
                  <a:lnTo>
                    <a:pt x="332826" y="189532"/>
                  </a:lnTo>
                  <a:lnTo>
                    <a:pt x="333450" y="184291"/>
                  </a:lnTo>
                  <a:lnTo>
                    <a:pt x="333908" y="179033"/>
                  </a:lnTo>
                  <a:lnTo>
                    <a:pt x="334199" y="173763"/>
                  </a:lnTo>
                  <a:lnTo>
                    <a:pt x="334324" y="168486"/>
                  </a:lnTo>
                  <a:lnTo>
                    <a:pt x="334282" y="163209"/>
                  </a:lnTo>
                  <a:lnTo>
                    <a:pt x="334074" y="157935"/>
                  </a:lnTo>
                  <a:lnTo>
                    <a:pt x="333699" y="152670"/>
                  </a:lnTo>
                  <a:lnTo>
                    <a:pt x="333159" y="147420"/>
                  </a:lnTo>
                  <a:lnTo>
                    <a:pt x="332453" y="142190"/>
                  </a:lnTo>
                  <a:lnTo>
                    <a:pt x="331582" y="136984"/>
                  </a:lnTo>
                  <a:lnTo>
                    <a:pt x="330547" y="131809"/>
                  </a:lnTo>
                  <a:lnTo>
                    <a:pt x="329349" y="126669"/>
                  </a:lnTo>
                  <a:lnTo>
                    <a:pt x="327990" y="121569"/>
                  </a:lnTo>
                  <a:lnTo>
                    <a:pt x="326470" y="116514"/>
                  </a:lnTo>
                  <a:lnTo>
                    <a:pt x="324792" y="111510"/>
                  </a:lnTo>
                  <a:lnTo>
                    <a:pt x="322956" y="106562"/>
                  </a:lnTo>
                  <a:lnTo>
                    <a:pt x="320966" y="101674"/>
                  </a:lnTo>
                  <a:lnTo>
                    <a:pt x="318821" y="96851"/>
                  </a:lnTo>
                  <a:lnTo>
                    <a:pt x="316526" y="92099"/>
                  </a:lnTo>
                  <a:lnTo>
                    <a:pt x="314082" y="87421"/>
                  </a:lnTo>
                  <a:lnTo>
                    <a:pt x="311491" y="82823"/>
                  </a:lnTo>
                  <a:lnTo>
                    <a:pt x="308757" y="78308"/>
                  </a:lnTo>
                  <a:lnTo>
                    <a:pt x="305881" y="73883"/>
                  </a:lnTo>
                  <a:lnTo>
                    <a:pt x="302867" y="69550"/>
                  </a:lnTo>
                  <a:lnTo>
                    <a:pt x="299718" y="65315"/>
                  </a:lnTo>
                  <a:lnTo>
                    <a:pt x="296436" y="61181"/>
                  </a:lnTo>
                  <a:lnTo>
                    <a:pt x="293026" y="57153"/>
                  </a:lnTo>
                  <a:lnTo>
                    <a:pt x="289490" y="53234"/>
                  </a:lnTo>
                  <a:lnTo>
                    <a:pt x="285833" y="49429"/>
                  </a:lnTo>
                  <a:lnTo>
                    <a:pt x="282057" y="45742"/>
                  </a:lnTo>
                  <a:lnTo>
                    <a:pt x="278166" y="42175"/>
                  </a:lnTo>
                  <a:lnTo>
                    <a:pt x="274165" y="38733"/>
                  </a:lnTo>
                  <a:lnTo>
                    <a:pt x="270057" y="35419"/>
                  </a:lnTo>
                  <a:lnTo>
                    <a:pt x="265847" y="32237"/>
                  </a:lnTo>
                  <a:lnTo>
                    <a:pt x="261538" y="29188"/>
                  </a:lnTo>
                  <a:lnTo>
                    <a:pt x="257135" y="26278"/>
                  </a:lnTo>
                  <a:lnTo>
                    <a:pt x="252643" y="23508"/>
                  </a:lnTo>
                  <a:lnTo>
                    <a:pt x="248065" y="20881"/>
                  </a:lnTo>
                  <a:lnTo>
                    <a:pt x="243407" y="18400"/>
                  </a:lnTo>
                  <a:lnTo>
                    <a:pt x="238672" y="16067"/>
                  </a:lnTo>
                  <a:lnTo>
                    <a:pt x="233867" y="13885"/>
                  </a:lnTo>
                  <a:lnTo>
                    <a:pt x="228995" y="11855"/>
                  </a:lnTo>
                  <a:lnTo>
                    <a:pt x="224061" y="9981"/>
                  </a:lnTo>
                  <a:lnTo>
                    <a:pt x="219070" y="8263"/>
                  </a:lnTo>
                  <a:lnTo>
                    <a:pt x="214028" y="6704"/>
                  </a:lnTo>
                  <a:lnTo>
                    <a:pt x="208939" y="5304"/>
                  </a:lnTo>
                  <a:lnTo>
                    <a:pt x="203808" y="4066"/>
                  </a:lnTo>
                  <a:lnTo>
                    <a:pt x="198641" y="2990"/>
                  </a:lnTo>
                  <a:lnTo>
                    <a:pt x="193443" y="2078"/>
                  </a:lnTo>
                  <a:lnTo>
                    <a:pt x="188218" y="1331"/>
                  </a:lnTo>
                  <a:lnTo>
                    <a:pt x="182972" y="749"/>
                  </a:lnTo>
                  <a:lnTo>
                    <a:pt x="177711" y="333"/>
                  </a:lnTo>
                  <a:lnTo>
                    <a:pt x="172439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614125" y="4213821"/>
              <a:ext cx="334324" cy="334314"/>
            </a:xfrm>
            <a:custGeom>
              <a:avLst/>
              <a:pathLst>
                <a:path w="334324" h="334314">
                  <a:moveTo>
                    <a:pt x="167162" y="0"/>
                  </a:moveTo>
                  <a:lnTo>
                    <a:pt x="161885" y="83"/>
                  </a:lnTo>
                  <a:lnTo>
                    <a:pt x="156613" y="333"/>
                  </a:lnTo>
                  <a:lnTo>
                    <a:pt x="151351" y="749"/>
                  </a:lnTo>
                  <a:lnTo>
                    <a:pt x="146105" y="1331"/>
                  </a:lnTo>
                  <a:lnTo>
                    <a:pt x="140881" y="2078"/>
                  </a:lnTo>
                  <a:lnTo>
                    <a:pt x="135682" y="2990"/>
                  </a:lnTo>
                  <a:lnTo>
                    <a:pt x="130515" y="4066"/>
                  </a:lnTo>
                  <a:lnTo>
                    <a:pt x="125384" y="5304"/>
                  </a:lnTo>
                  <a:lnTo>
                    <a:pt x="120295" y="6704"/>
                  </a:lnTo>
                  <a:lnTo>
                    <a:pt x="115253" y="8263"/>
                  </a:lnTo>
                  <a:lnTo>
                    <a:pt x="110263" y="9981"/>
                  </a:lnTo>
                  <a:lnTo>
                    <a:pt x="105329" y="11855"/>
                  </a:lnTo>
                  <a:lnTo>
                    <a:pt x="100457" y="13885"/>
                  </a:lnTo>
                  <a:lnTo>
                    <a:pt x="95651" y="16067"/>
                  </a:lnTo>
                  <a:lnTo>
                    <a:pt x="90917" y="18400"/>
                  </a:lnTo>
                  <a:lnTo>
                    <a:pt x="86258" y="20881"/>
                  </a:lnTo>
                  <a:lnTo>
                    <a:pt x="81681" y="23508"/>
                  </a:lnTo>
                  <a:lnTo>
                    <a:pt x="77188" y="26278"/>
                  </a:lnTo>
                  <a:lnTo>
                    <a:pt x="72785" y="29188"/>
                  </a:lnTo>
                  <a:lnTo>
                    <a:pt x="68477" y="32237"/>
                  </a:lnTo>
                  <a:lnTo>
                    <a:pt x="64266" y="35419"/>
                  </a:lnTo>
                  <a:lnTo>
                    <a:pt x="60158" y="38733"/>
                  </a:lnTo>
                  <a:lnTo>
                    <a:pt x="56157" y="42175"/>
                  </a:lnTo>
                  <a:lnTo>
                    <a:pt x="52267" y="45742"/>
                  </a:lnTo>
                  <a:lnTo>
                    <a:pt x="48491" y="49429"/>
                  </a:lnTo>
                  <a:lnTo>
                    <a:pt x="44833" y="53234"/>
                  </a:lnTo>
                  <a:lnTo>
                    <a:pt x="41298" y="57153"/>
                  </a:lnTo>
                  <a:lnTo>
                    <a:pt x="37887" y="61181"/>
                  </a:lnTo>
                  <a:lnTo>
                    <a:pt x="34606" y="65315"/>
                  </a:lnTo>
                  <a:lnTo>
                    <a:pt x="31457" y="69550"/>
                  </a:lnTo>
                  <a:lnTo>
                    <a:pt x="28443" y="73883"/>
                  </a:lnTo>
                  <a:lnTo>
                    <a:pt x="25567" y="78308"/>
                  </a:lnTo>
                  <a:lnTo>
                    <a:pt x="22832" y="82823"/>
                  </a:lnTo>
                  <a:lnTo>
                    <a:pt x="20242" y="87421"/>
                  </a:lnTo>
                  <a:lnTo>
                    <a:pt x="17797" y="92099"/>
                  </a:lnTo>
                  <a:lnTo>
                    <a:pt x="15502" y="96851"/>
                  </a:lnTo>
                  <a:lnTo>
                    <a:pt x="13358" y="101674"/>
                  </a:lnTo>
                  <a:lnTo>
                    <a:pt x="11367" y="106562"/>
                  </a:lnTo>
                  <a:lnTo>
                    <a:pt x="9531" y="111510"/>
                  </a:lnTo>
                  <a:lnTo>
                    <a:pt x="7853" y="116514"/>
                  </a:lnTo>
                  <a:lnTo>
                    <a:pt x="6333" y="121569"/>
                  </a:lnTo>
                  <a:lnTo>
                    <a:pt x="4974" y="126669"/>
                  </a:lnTo>
                  <a:lnTo>
                    <a:pt x="3776" y="131809"/>
                  </a:lnTo>
                  <a:lnTo>
                    <a:pt x="2742" y="136984"/>
                  </a:lnTo>
                  <a:lnTo>
                    <a:pt x="1871" y="142190"/>
                  </a:lnTo>
                  <a:lnTo>
                    <a:pt x="1165" y="147420"/>
                  </a:lnTo>
                  <a:lnTo>
                    <a:pt x="624" y="152670"/>
                  </a:lnTo>
                  <a:lnTo>
                    <a:pt x="249" y="157935"/>
                  </a:lnTo>
                  <a:lnTo>
                    <a:pt x="41" y="163209"/>
                  </a:lnTo>
                  <a:lnTo>
                    <a:pt x="0" y="168486"/>
                  </a:lnTo>
                  <a:lnTo>
                    <a:pt x="124" y="173763"/>
                  </a:lnTo>
                  <a:lnTo>
                    <a:pt x="416" y="179033"/>
                  </a:lnTo>
                  <a:lnTo>
                    <a:pt x="874" y="184291"/>
                  </a:lnTo>
                  <a:lnTo>
                    <a:pt x="1497" y="189532"/>
                  </a:lnTo>
                  <a:lnTo>
                    <a:pt x="2286" y="194750"/>
                  </a:lnTo>
                  <a:lnTo>
                    <a:pt x="3239" y="199941"/>
                  </a:lnTo>
                  <a:lnTo>
                    <a:pt x="4355" y="205100"/>
                  </a:lnTo>
                  <a:lnTo>
                    <a:pt x="5634" y="210221"/>
                  </a:lnTo>
                  <a:lnTo>
                    <a:pt x="7073" y="215298"/>
                  </a:lnTo>
                  <a:lnTo>
                    <a:pt x="8672" y="220328"/>
                  </a:lnTo>
                  <a:lnTo>
                    <a:pt x="10430" y="225305"/>
                  </a:lnTo>
                  <a:lnTo>
                    <a:pt x="12343" y="230224"/>
                  </a:lnTo>
                  <a:lnTo>
                    <a:pt x="14411" y="235080"/>
                  </a:lnTo>
                  <a:lnTo>
                    <a:pt x="16631" y="239868"/>
                  </a:lnTo>
                  <a:lnTo>
                    <a:pt x="19001" y="244584"/>
                  </a:lnTo>
                  <a:lnTo>
                    <a:pt x="21519" y="249222"/>
                  </a:lnTo>
                  <a:lnTo>
                    <a:pt x="24182" y="253779"/>
                  </a:lnTo>
                  <a:lnTo>
                    <a:pt x="26987" y="258250"/>
                  </a:lnTo>
                  <a:lnTo>
                    <a:pt x="29932" y="262629"/>
                  </a:lnTo>
                  <a:lnTo>
                    <a:pt x="33015" y="266914"/>
                  </a:lnTo>
                  <a:lnTo>
                    <a:pt x="36230" y="271099"/>
                  </a:lnTo>
                  <a:lnTo>
                    <a:pt x="39576" y="275181"/>
                  </a:lnTo>
                  <a:lnTo>
                    <a:pt x="43050" y="279154"/>
                  </a:lnTo>
                  <a:lnTo>
                    <a:pt x="46647" y="283017"/>
                  </a:lnTo>
                  <a:lnTo>
                    <a:pt x="50364" y="286763"/>
                  </a:lnTo>
                  <a:lnTo>
                    <a:pt x="54198" y="290391"/>
                  </a:lnTo>
                  <a:lnTo>
                    <a:pt x="58144" y="293896"/>
                  </a:lnTo>
                  <a:lnTo>
                    <a:pt x="62199" y="297274"/>
                  </a:lnTo>
                  <a:lnTo>
                    <a:pt x="66359" y="300523"/>
                  </a:lnTo>
                  <a:lnTo>
                    <a:pt x="70619" y="303638"/>
                  </a:lnTo>
                  <a:lnTo>
                    <a:pt x="74975" y="306618"/>
                  </a:lnTo>
                  <a:lnTo>
                    <a:pt x="79424" y="309459"/>
                  </a:lnTo>
                  <a:lnTo>
                    <a:pt x="83959" y="312158"/>
                  </a:lnTo>
                  <a:lnTo>
                    <a:pt x="88578" y="314712"/>
                  </a:lnTo>
                  <a:lnTo>
                    <a:pt x="93275" y="317119"/>
                  </a:lnTo>
                  <a:lnTo>
                    <a:pt x="98045" y="319377"/>
                  </a:lnTo>
                  <a:lnTo>
                    <a:pt x="102885" y="321483"/>
                  </a:lnTo>
                  <a:lnTo>
                    <a:pt x="107788" y="323435"/>
                  </a:lnTo>
                  <a:lnTo>
                    <a:pt x="112751" y="325232"/>
                  </a:lnTo>
                  <a:lnTo>
                    <a:pt x="117768" y="326871"/>
                  </a:lnTo>
                  <a:lnTo>
                    <a:pt x="122834" y="328350"/>
                  </a:lnTo>
                  <a:lnTo>
                    <a:pt x="127945" y="329669"/>
                  </a:lnTo>
                  <a:lnTo>
                    <a:pt x="133094" y="330826"/>
                  </a:lnTo>
                  <a:lnTo>
                    <a:pt x="138278" y="331820"/>
                  </a:lnTo>
                  <a:lnTo>
                    <a:pt x="143490" y="332650"/>
                  </a:lnTo>
                  <a:lnTo>
                    <a:pt x="148726" y="333315"/>
                  </a:lnTo>
                  <a:lnTo>
                    <a:pt x="153980" y="333814"/>
                  </a:lnTo>
                  <a:lnTo>
                    <a:pt x="159248" y="334147"/>
                  </a:lnTo>
                  <a:lnTo>
                    <a:pt x="164523" y="334314"/>
                  </a:lnTo>
                  <a:lnTo>
                    <a:pt x="169801" y="334314"/>
                  </a:lnTo>
                  <a:lnTo>
                    <a:pt x="175076" y="334147"/>
                  </a:lnTo>
                  <a:lnTo>
                    <a:pt x="180343" y="333814"/>
                  </a:lnTo>
                  <a:lnTo>
                    <a:pt x="185598" y="333315"/>
                  </a:lnTo>
                  <a:lnTo>
                    <a:pt x="190833" y="332650"/>
                  </a:lnTo>
                  <a:lnTo>
                    <a:pt x="196046" y="331820"/>
                  </a:lnTo>
                  <a:lnTo>
                    <a:pt x="201229" y="330826"/>
                  </a:lnTo>
                  <a:lnTo>
                    <a:pt x="206379" y="329669"/>
                  </a:lnTo>
                  <a:lnTo>
                    <a:pt x="211489" y="328350"/>
                  </a:lnTo>
                  <a:lnTo>
                    <a:pt x="216555" y="326871"/>
                  </a:lnTo>
                  <a:lnTo>
                    <a:pt x="221572" y="325232"/>
                  </a:lnTo>
                  <a:lnTo>
                    <a:pt x="226535" y="323435"/>
                  </a:lnTo>
                  <a:lnTo>
                    <a:pt x="231439" y="321483"/>
                  </a:lnTo>
                  <a:lnTo>
                    <a:pt x="236278" y="319377"/>
                  </a:lnTo>
                  <a:lnTo>
                    <a:pt x="241049" y="317119"/>
                  </a:lnTo>
                  <a:lnTo>
                    <a:pt x="245746" y="314712"/>
                  </a:lnTo>
                  <a:lnTo>
                    <a:pt x="250364" y="312158"/>
                  </a:lnTo>
                  <a:lnTo>
                    <a:pt x="254900" y="309459"/>
                  </a:lnTo>
                  <a:lnTo>
                    <a:pt x="259348" y="306618"/>
                  </a:lnTo>
                  <a:lnTo>
                    <a:pt x="263704" y="303638"/>
                  </a:lnTo>
                  <a:lnTo>
                    <a:pt x="267965" y="300523"/>
                  </a:lnTo>
                  <a:lnTo>
                    <a:pt x="272124" y="297274"/>
                  </a:lnTo>
                  <a:lnTo>
                    <a:pt x="276179" y="293896"/>
                  </a:lnTo>
                  <a:lnTo>
                    <a:pt x="280125" y="290391"/>
                  </a:lnTo>
                  <a:lnTo>
                    <a:pt x="283959" y="286763"/>
                  </a:lnTo>
                  <a:lnTo>
                    <a:pt x="287676" y="283017"/>
                  </a:lnTo>
                  <a:lnTo>
                    <a:pt x="291274" y="279154"/>
                  </a:lnTo>
                  <a:lnTo>
                    <a:pt x="294747" y="275181"/>
                  </a:lnTo>
                  <a:lnTo>
                    <a:pt x="298093" y="271099"/>
                  </a:lnTo>
                  <a:lnTo>
                    <a:pt x="301309" y="266914"/>
                  </a:lnTo>
                  <a:lnTo>
                    <a:pt x="304391" y="262629"/>
                  </a:lnTo>
                  <a:lnTo>
                    <a:pt x="307336" y="258250"/>
                  </a:lnTo>
                  <a:lnTo>
                    <a:pt x="310142" y="253779"/>
                  </a:lnTo>
                  <a:lnTo>
                    <a:pt x="312805" y="249222"/>
                  </a:lnTo>
                  <a:lnTo>
                    <a:pt x="315322" y="244584"/>
                  </a:lnTo>
                  <a:lnTo>
                    <a:pt x="317693" y="239868"/>
                  </a:lnTo>
                  <a:lnTo>
                    <a:pt x="319913" y="235080"/>
                  </a:lnTo>
                  <a:lnTo>
                    <a:pt x="321980" y="230224"/>
                  </a:lnTo>
                  <a:lnTo>
                    <a:pt x="323894" y="225305"/>
                  </a:lnTo>
                  <a:lnTo>
                    <a:pt x="325651" y="220328"/>
                  </a:lnTo>
                  <a:lnTo>
                    <a:pt x="327250" y="215298"/>
                  </a:lnTo>
                  <a:lnTo>
                    <a:pt x="328690" y="210221"/>
                  </a:lnTo>
                  <a:lnTo>
                    <a:pt x="329968" y="205100"/>
                  </a:lnTo>
                  <a:lnTo>
                    <a:pt x="331085" y="199941"/>
                  </a:lnTo>
                  <a:lnTo>
                    <a:pt x="332038" y="194750"/>
                  </a:lnTo>
                  <a:lnTo>
                    <a:pt x="332826" y="189532"/>
                  </a:lnTo>
                  <a:lnTo>
                    <a:pt x="333450" y="184291"/>
                  </a:lnTo>
                  <a:lnTo>
                    <a:pt x="333908" y="179033"/>
                  </a:lnTo>
                  <a:lnTo>
                    <a:pt x="334199" y="173763"/>
                  </a:lnTo>
                  <a:lnTo>
                    <a:pt x="334324" y="168486"/>
                  </a:lnTo>
                  <a:lnTo>
                    <a:pt x="334282" y="163209"/>
                  </a:lnTo>
                  <a:lnTo>
                    <a:pt x="334074" y="157935"/>
                  </a:lnTo>
                  <a:lnTo>
                    <a:pt x="333699" y="152670"/>
                  </a:lnTo>
                  <a:lnTo>
                    <a:pt x="333159" y="147420"/>
                  </a:lnTo>
                  <a:lnTo>
                    <a:pt x="332453" y="142190"/>
                  </a:lnTo>
                  <a:lnTo>
                    <a:pt x="331582" y="136984"/>
                  </a:lnTo>
                  <a:lnTo>
                    <a:pt x="330547" y="131809"/>
                  </a:lnTo>
                  <a:lnTo>
                    <a:pt x="329349" y="126669"/>
                  </a:lnTo>
                  <a:lnTo>
                    <a:pt x="327990" y="121569"/>
                  </a:lnTo>
                  <a:lnTo>
                    <a:pt x="326470" y="116514"/>
                  </a:lnTo>
                  <a:lnTo>
                    <a:pt x="324792" y="111510"/>
                  </a:lnTo>
                  <a:lnTo>
                    <a:pt x="322956" y="106562"/>
                  </a:lnTo>
                  <a:lnTo>
                    <a:pt x="320966" y="101674"/>
                  </a:lnTo>
                  <a:lnTo>
                    <a:pt x="318821" y="96851"/>
                  </a:lnTo>
                  <a:lnTo>
                    <a:pt x="316526" y="92099"/>
                  </a:lnTo>
                  <a:lnTo>
                    <a:pt x="314082" y="87421"/>
                  </a:lnTo>
                  <a:lnTo>
                    <a:pt x="311491" y="82823"/>
                  </a:lnTo>
                  <a:lnTo>
                    <a:pt x="308757" y="78308"/>
                  </a:lnTo>
                  <a:lnTo>
                    <a:pt x="305881" y="73883"/>
                  </a:lnTo>
                  <a:lnTo>
                    <a:pt x="302867" y="69550"/>
                  </a:lnTo>
                  <a:lnTo>
                    <a:pt x="299718" y="65315"/>
                  </a:lnTo>
                  <a:lnTo>
                    <a:pt x="296436" y="61181"/>
                  </a:lnTo>
                  <a:lnTo>
                    <a:pt x="293026" y="57153"/>
                  </a:lnTo>
                  <a:lnTo>
                    <a:pt x="289490" y="53234"/>
                  </a:lnTo>
                  <a:lnTo>
                    <a:pt x="285833" y="49429"/>
                  </a:lnTo>
                  <a:lnTo>
                    <a:pt x="282057" y="45742"/>
                  </a:lnTo>
                  <a:lnTo>
                    <a:pt x="278166" y="42175"/>
                  </a:lnTo>
                  <a:lnTo>
                    <a:pt x="274165" y="38733"/>
                  </a:lnTo>
                  <a:lnTo>
                    <a:pt x="270057" y="35419"/>
                  </a:lnTo>
                  <a:lnTo>
                    <a:pt x="265847" y="32237"/>
                  </a:lnTo>
                  <a:lnTo>
                    <a:pt x="261538" y="29188"/>
                  </a:lnTo>
                  <a:lnTo>
                    <a:pt x="257135" y="26278"/>
                  </a:lnTo>
                  <a:lnTo>
                    <a:pt x="252643" y="23508"/>
                  </a:lnTo>
                  <a:lnTo>
                    <a:pt x="248065" y="20881"/>
                  </a:lnTo>
                  <a:lnTo>
                    <a:pt x="243407" y="18400"/>
                  </a:lnTo>
                  <a:lnTo>
                    <a:pt x="238672" y="16067"/>
                  </a:lnTo>
                  <a:lnTo>
                    <a:pt x="233867" y="13885"/>
                  </a:lnTo>
                  <a:lnTo>
                    <a:pt x="228995" y="11855"/>
                  </a:lnTo>
                  <a:lnTo>
                    <a:pt x="224061" y="9981"/>
                  </a:lnTo>
                  <a:lnTo>
                    <a:pt x="219070" y="8263"/>
                  </a:lnTo>
                  <a:lnTo>
                    <a:pt x="214028" y="6704"/>
                  </a:lnTo>
                  <a:lnTo>
                    <a:pt x="208939" y="5304"/>
                  </a:lnTo>
                  <a:lnTo>
                    <a:pt x="203808" y="4066"/>
                  </a:lnTo>
                  <a:lnTo>
                    <a:pt x="198641" y="2990"/>
                  </a:lnTo>
                  <a:lnTo>
                    <a:pt x="193443" y="2078"/>
                  </a:lnTo>
                  <a:lnTo>
                    <a:pt x="188218" y="1331"/>
                  </a:lnTo>
                  <a:lnTo>
                    <a:pt x="182972" y="749"/>
                  </a:lnTo>
                  <a:lnTo>
                    <a:pt x="177711" y="333"/>
                  </a:lnTo>
                  <a:lnTo>
                    <a:pt x="172439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923663" y="4659281"/>
              <a:ext cx="162861" cy="167167"/>
            </a:xfrm>
            <a:custGeom>
              <a:avLst/>
              <a:pathLst>
                <a:path w="162861" h="167167">
                  <a:moveTo>
                    <a:pt x="162861" y="0"/>
                  </a:moveTo>
                  <a:lnTo>
                    <a:pt x="157385" y="89"/>
                  </a:lnTo>
                  <a:lnTo>
                    <a:pt x="151915" y="358"/>
                  </a:lnTo>
                  <a:lnTo>
                    <a:pt x="146456" y="806"/>
                  </a:lnTo>
                  <a:lnTo>
                    <a:pt x="141015" y="1433"/>
                  </a:lnTo>
                  <a:lnTo>
                    <a:pt x="135598" y="2238"/>
                  </a:lnTo>
                  <a:lnTo>
                    <a:pt x="130210" y="3219"/>
                  </a:lnTo>
                  <a:lnTo>
                    <a:pt x="124856" y="4377"/>
                  </a:lnTo>
                  <a:lnTo>
                    <a:pt x="119544" y="5709"/>
                  </a:lnTo>
                  <a:lnTo>
                    <a:pt x="114278" y="7215"/>
                  </a:lnTo>
                  <a:lnTo>
                    <a:pt x="109065" y="8892"/>
                  </a:lnTo>
                  <a:lnTo>
                    <a:pt x="103909" y="10739"/>
                  </a:lnTo>
                  <a:lnTo>
                    <a:pt x="98816" y="12755"/>
                  </a:lnTo>
                  <a:lnTo>
                    <a:pt x="93792" y="14935"/>
                  </a:lnTo>
                  <a:lnTo>
                    <a:pt x="88842" y="17280"/>
                  </a:lnTo>
                  <a:lnTo>
                    <a:pt x="83972" y="19785"/>
                  </a:lnTo>
                  <a:lnTo>
                    <a:pt x="79186" y="22448"/>
                  </a:lnTo>
                  <a:lnTo>
                    <a:pt x="74490" y="25267"/>
                  </a:lnTo>
                  <a:lnTo>
                    <a:pt x="69889" y="28238"/>
                  </a:lnTo>
                  <a:lnTo>
                    <a:pt x="65388" y="31358"/>
                  </a:lnTo>
                  <a:lnTo>
                    <a:pt x="60992" y="34624"/>
                  </a:lnTo>
                  <a:lnTo>
                    <a:pt x="56705" y="38032"/>
                  </a:lnTo>
                  <a:lnTo>
                    <a:pt x="52531" y="41579"/>
                  </a:lnTo>
                  <a:lnTo>
                    <a:pt x="48476" y="45261"/>
                  </a:lnTo>
                  <a:lnTo>
                    <a:pt x="44544" y="49073"/>
                  </a:lnTo>
                  <a:lnTo>
                    <a:pt x="40739" y="53012"/>
                  </a:lnTo>
                  <a:lnTo>
                    <a:pt x="37065" y="57074"/>
                  </a:lnTo>
                  <a:lnTo>
                    <a:pt x="33526" y="61254"/>
                  </a:lnTo>
                  <a:lnTo>
                    <a:pt x="30126" y="65548"/>
                  </a:lnTo>
                  <a:lnTo>
                    <a:pt x="26869" y="69950"/>
                  </a:lnTo>
                  <a:lnTo>
                    <a:pt x="23757" y="74457"/>
                  </a:lnTo>
                  <a:lnTo>
                    <a:pt x="20795" y="79064"/>
                  </a:lnTo>
                  <a:lnTo>
                    <a:pt x="17985" y="83765"/>
                  </a:lnTo>
                  <a:lnTo>
                    <a:pt x="15330" y="88556"/>
                  </a:lnTo>
                  <a:lnTo>
                    <a:pt x="12834" y="93431"/>
                  </a:lnTo>
                  <a:lnTo>
                    <a:pt x="10499" y="98385"/>
                  </a:lnTo>
                  <a:lnTo>
                    <a:pt x="8328" y="103413"/>
                  </a:lnTo>
                  <a:lnTo>
                    <a:pt x="6323" y="108509"/>
                  </a:lnTo>
                  <a:lnTo>
                    <a:pt x="4485" y="113669"/>
                  </a:lnTo>
                  <a:lnTo>
                    <a:pt x="2818" y="118886"/>
                  </a:lnTo>
                  <a:lnTo>
                    <a:pt x="1322" y="124154"/>
                  </a:lnTo>
                  <a:lnTo>
                    <a:pt x="0" y="129469"/>
                  </a:lnTo>
                  <a:lnTo>
                    <a:pt x="162861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923663" y="4788751"/>
              <a:ext cx="162861" cy="37697"/>
            </a:xfrm>
            <a:custGeom>
              <a:avLst/>
              <a:pathLst>
                <a:path w="162861" h="37697">
                  <a:moveTo>
                    <a:pt x="0" y="0"/>
                  </a:moveTo>
                  <a:lnTo>
                    <a:pt x="162861" y="376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923663" y="4788751"/>
              <a:ext cx="162861" cy="37697"/>
            </a:xfrm>
            <a:custGeom>
              <a:avLst/>
              <a:pathLst>
                <a:path w="162861" h="37697">
                  <a:moveTo>
                    <a:pt x="0" y="0"/>
                  </a:moveTo>
                  <a:lnTo>
                    <a:pt x="162861" y="376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923663" y="4788751"/>
              <a:ext cx="162861" cy="37697"/>
            </a:xfrm>
            <a:custGeom>
              <a:avLst/>
              <a:pathLst>
                <a:path w="162861" h="37697">
                  <a:moveTo>
                    <a:pt x="0" y="0"/>
                  </a:moveTo>
                  <a:lnTo>
                    <a:pt x="162861" y="3769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923663" y="4788751"/>
              <a:ext cx="162861" cy="37697"/>
            </a:xfrm>
            <a:custGeom>
              <a:avLst/>
              <a:pathLst>
                <a:path w="162861" h="37697">
                  <a:moveTo>
                    <a:pt x="0" y="0"/>
                  </a:moveTo>
                  <a:lnTo>
                    <a:pt x="162861" y="376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923663" y="4788751"/>
              <a:ext cx="162861" cy="37697"/>
            </a:xfrm>
            <a:custGeom>
              <a:avLst/>
              <a:pathLst>
                <a:path w="162861" h="37697">
                  <a:moveTo>
                    <a:pt x="0" y="0"/>
                  </a:moveTo>
                  <a:lnTo>
                    <a:pt x="162861" y="376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923663" y="4788751"/>
              <a:ext cx="162861" cy="37697"/>
            </a:xfrm>
            <a:custGeom>
              <a:avLst/>
              <a:pathLst>
                <a:path w="162861" h="37697">
                  <a:moveTo>
                    <a:pt x="0" y="0"/>
                  </a:moveTo>
                  <a:lnTo>
                    <a:pt x="162861" y="376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923663" y="4788751"/>
              <a:ext cx="162861" cy="37697"/>
            </a:xfrm>
            <a:custGeom>
              <a:avLst/>
              <a:pathLst>
                <a:path w="162861" h="37697">
                  <a:moveTo>
                    <a:pt x="0" y="0"/>
                  </a:moveTo>
                  <a:lnTo>
                    <a:pt x="162861" y="376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923663" y="4788751"/>
              <a:ext cx="162861" cy="37697"/>
            </a:xfrm>
            <a:custGeom>
              <a:avLst/>
              <a:pathLst>
                <a:path w="162861" h="37697">
                  <a:moveTo>
                    <a:pt x="0" y="0"/>
                  </a:moveTo>
                  <a:lnTo>
                    <a:pt x="162861" y="3769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23663" y="4788751"/>
              <a:ext cx="162861" cy="37697"/>
            </a:xfrm>
            <a:custGeom>
              <a:avLst/>
              <a:pathLst>
                <a:path w="162861" h="37697">
                  <a:moveTo>
                    <a:pt x="0" y="0"/>
                  </a:moveTo>
                  <a:lnTo>
                    <a:pt x="162861" y="376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19856" y="4788751"/>
              <a:ext cx="166668" cy="37697"/>
            </a:xfrm>
            <a:custGeom>
              <a:avLst/>
              <a:pathLst>
                <a:path w="166668" h="37697">
                  <a:moveTo>
                    <a:pt x="3807" y="0"/>
                  </a:moveTo>
                  <a:lnTo>
                    <a:pt x="2124" y="8198"/>
                  </a:lnTo>
                  <a:lnTo>
                    <a:pt x="854" y="16470"/>
                  </a:lnTo>
                  <a:lnTo>
                    <a:pt x="0" y="24796"/>
                  </a:lnTo>
                  <a:lnTo>
                    <a:pt x="166668" y="3769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19373" y="4659281"/>
              <a:ext cx="334299" cy="334334"/>
            </a:xfrm>
            <a:custGeom>
              <a:avLst/>
              <a:pathLst>
                <a:path w="334299" h="334334">
                  <a:moveTo>
                    <a:pt x="482" y="154266"/>
                  </a:moveTo>
                  <a:lnTo>
                    <a:pt x="157" y="159558"/>
                  </a:lnTo>
                  <a:lnTo>
                    <a:pt x="0" y="164858"/>
                  </a:lnTo>
                  <a:lnTo>
                    <a:pt x="10" y="170160"/>
                  </a:lnTo>
                  <a:lnTo>
                    <a:pt x="189" y="175459"/>
                  </a:lnTo>
                  <a:lnTo>
                    <a:pt x="536" y="180750"/>
                  </a:lnTo>
                  <a:lnTo>
                    <a:pt x="1051" y="186027"/>
                  </a:lnTo>
                  <a:lnTo>
                    <a:pt x="1733" y="191286"/>
                  </a:lnTo>
                  <a:lnTo>
                    <a:pt x="2581" y="196520"/>
                  </a:lnTo>
                  <a:lnTo>
                    <a:pt x="3594" y="201724"/>
                  </a:lnTo>
                  <a:lnTo>
                    <a:pt x="4773" y="206894"/>
                  </a:lnTo>
                  <a:lnTo>
                    <a:pt x="6114" y="212023"/>
                  </a:lnTo>
                  <a:lnTo>
                    <a:pt x="7618" y="217108"/>
                  </a:lnTo>
                  <a:lnTo>
                    <a:pt x="9282" y="222142"/>
                  </a:lnTo>
                  <a:lnTo>
                    <a:pt x="11105" y="227121"/>
                  </a:lnTo>
                  <a:lnTo>
                    <a:pt x="13085" y="232040"/>
                  </a:lnTo>
                  <a:lnTo>
                    <a:pt x="15220" y="236894"/>
                  </a:lnTo>
                  <a:lnTo>
                    <a:pt x="17507" y="241677"/>
                  </a:lnTo>
                  <a:lnTo>
                    <a:pt x="19946" y="246385"/>
                  </a:lnTo>
                  <a:lnTo>
                    <a:pt x="22532" y="251014"/>
                  </a:lnTo>
                  <a:lnTo>
                    <a:pt x="25264" y="255558"/>
                  </a:lnTo>
                  <a:lnTo>
                    <a:pt x="28139" y="260014"/>
                  </a:lnTo>
                  <a:lnTo>
                    <a:pt x="31153" y="264375"/>
                  </a:lnTo>
                  <a:lnTo>
                    <a:pt x="34304" y="268640"/>
                  </a:lnTo>
                  <a:lnTo>
                    <a:pt x="37589" y="272802"/>
                  </a:lnTo>
                  <a:lnTo>
                    <a:pt x="41005" y="276858"/>
                  </a:lnTo>
                  <a:lnTo>
                    <a:pt x="44547" y="280803"/>
                  </a:lnTo>
                  <a:lnTo>
                    <a:pt x="48212" y="284634"/>
                  </a:lnTo>
                  <a:lnTo>
                    <a:pt x="51997" y="288347"/>
                  </a:lnTo>
                  <a:lnTo>
                    <a:pt x="55899" y="291938"/>
                  </a:lnTo>
                  <a:lnTo>
                    <a:pt x="59912" y="295404"/>
                  </a:lnTo>
                  <a:lnTo>
                    <a:pt x="64032" y="298740"/>
                  </a:lnTo>
                  <a:lnTo>
                    <a:pt x="68257" y="301944"/>
                  </a:lnTo>
                  <a:lnTo>
                    <a:pt x="72581" y="305013"/>
                  </a:lnTo>
                  <a:lnTo>
                    <a:pt x="77000" y="307943"/>
                  </a:lnTo>
                  <a:lnTo>
                    <a:pt x="81510" y="310731"/>
                  </a:lnTo>
                  <a:lnTo>
                    <a:pt x="86106" y="313375"/>
                  </a:lnTo>
                  <a:lnTo>
                    <a:pt x="90784" y="315871"/>
                  </a:lnTo>
                  <a:lnTo>
                    <a:pt x="95538" y="318219"/>
                  </a:lnTo>
                  <a:lnTo>
                    <a:pt x="100365" y="320414"/>
                  </a:lnTo>
                  <a:lnTo>
                    <a:pt x="105259" y="322455"/>
                  </a:lnTo>
                  <a:lnTo>
                    <a:pt x="110215" y="324339"/>
                  </a:lnTo>
                  <a:lnTo>
                    <a:pt x="115228" y="326066"/>
                  </a:lnTo>
                  <a:lnTo>
                    <a:pt x="120293" y="327633"/>
                  </a:lnTo>
                  <a:lnTo>
                    <a:pt x="125406" y="329038"/>
                  </a:lnTo>
                  <a:lnTo>
                    <a:pt x="130560" y="330281"/>
                  </a:lnTo>
                  <a:lnTo>
                    <a:pt x="135752" y="331359"/>
                  </a:lnTo>
                  <a:lnTo>
                    <a:pt x="140975" y="332272"/>
                  </a:lnTo>
                  <a:lnTo>
                    <a:pt x="146224" y="333019"/>
                  </a:lnTo>
                  <a:lnTo>
                    <a:pt x="151495" y="333600"/>
                  </a:lnTo>
                  <a:lnTo>
                    <a:pt x="156781" y="334012"/>
                  </a:lnTo>
                  <a:lnTo>
                    <a:pt x="162077" y="334257"/>
                  </a:lnTo>
                  <a:lnTo>
                    <a:pt x="167379" y="334334"/>
                  </a:lnTo>
                  <a:lnTo>
                    <a:pt x="172681" y="334243"/>
                  </a:lnTo>
                  <a:lnTo>
                    <a:pt x="177976" y="333984"/>
                  </a:lnTo>
                  <a:lnTo>
                    <a:pt x="183261" y="333556"/>
                  </a:lnTo>
                  <a:lnTo>
                    <a:pt x="188530" y="332962"/>
                  </a:lnTo>
                  <a:lnTo>
                    <a:pt x="193777" y="332200"/>
                  </a:lnTo>
                  <a:lnTo>
                    <a:pt x="198998" y="331273"/>
                  </a:lnTo>
                  <a:lnTo>
                    <a:pt x="204186" y="330180"/>
                  </a:lnTo>
                  <a:lnTo>
                    <a:pt x="209338" y="328924"/>
                  </a:lnTo>
                  <a:lnTo>
                    <a:pt x="214446" y="327504"/>
                  </a:lnTo>
                  <a:lnTo>
                    <a:pt x="219508" y="325924"/>
                  </a:lnTo>
                  <a:lnTo>
                    <a:pt x="224516" y="324184"/>
                  </a:lnTo>
                  <a:lnTo>
                    <a:pt x="229467" y="322285"/>
                  </a:lnTo>
                  <a:lnTo>
                    <a:pt x="234355" y="320231"/>
                  </a:lnTo>
                  <a:lnTo>
                    <a:pt x="239175" y="318023"/>
                  </a:lnTo>
                  <a:lnTo>
                    <a:pt x="243923" y="315663"/>
                  </a:lnTo>
                  <a:lnTo>
                    <a:pt x="248594" y="313153"/>
                  </a:lnTo>
                  <a:lnTo>
                    <a:pt x="253183" y="310497"/>
                  </a:lnTo>
                  <a:lnTo>
                    <a:pt x="257685" y="307696"/>
                  </a:lnTo>
                  <a:lnTo>
                    <a:pt x="262097" y="304754"/>
                  </a:lnTo>
                  <a:lnTo>
                    <a:pt x="266412" y="301674"/>
                  </a:lnTo>
                  <a:lnTo>
                    <a:pt x="270628" y="298458"/>
                  </a:lnTo>
                  <a:lnTo>
                    <a:pt x="274740" y="295111"/>
                  </a:lnTo>
                  <a:lnTo>
                    <a:pt x="278743" y="291634"/>
                  </a:lnTo>
                  <a:lnTo>
                    <a:pt x="282635" y="288032"/>
                  </a:lnTo>
                  <a:lnTo>
                    <a:pt x="286410" y="284309"/>
                  </a:lnTo>
                  <a:lnTo>
                    <a:pt x="290065" y="280468"/>
                  </a:lnTo>
                  <a:lnTo>
                    <a:pt x="293596" y="276513"/>
                  </a:lnTo>
                  <a:lnTo>
                    <a:pt x="297000" y="272448"/>
                  </a:lnTo>
                  <a:lnTo>
                    <a:pt x="300274" y="268277"/>
                  </a:lnTo>
                  <a:lnTo>
                    <a:pt x="303414" y="264004"/>
                  </a:lnTo>
                  <a:lnTo>
                    <a:pt x="306416" y="259634"/>
                  </a:lnTo>
                  <a:lnTo>
                    <a:pt x="309279" y="255171"/>
                  </a:lnTo>
                  <a:lnTo>
                    <a:pt x="311998" y="250619"/>
                  </a:lnTo>
                  <a:lnTo>
                    <a:pt x="314572" y="245983"/>
                  </a:lnTo>
                  <a:lnTo>
                    <a:pt x="316997" y="241268"/>
                  </a:lnTo>
                  <a:lnTo>
                    <a:pt x="319272" y="236479"/>
                  </a:lnTo>
                  <a:lnTo>
                    <a:pt x="321394" y="231620"/>
                  </a:lnTo>
                  <a:lnTo>
                    <a:pt x="323360" y="226695"/>
                  </a:lnTo>
                  <a:lnTo>
                    <a:pt x="325170" y="221711"/>
                  </a:lnTo>
                  <a:lnTo>
                    <a:pt x="326820" y="216673"/>
                  </a:lnTo>
                  <a:lnTo>
                    <a:pt x="328310" y="211584"/>
                  </a:lnTo>
                  <a:lnTo>
                    <a:pt x="329637" y="206451"/>
                  </a:lnTo>
                  <a:lnTo>
                    <a:pt x="330801" y="201278"/>
                  </a:lnTo>
                  <a:lnTo>
                    <a:pt x="331801" y="196070"/>
                  </a:lnTo>
                  <a:lnTo>
                    <a:pt x="332635" y="190834"/>
                  </a:lnTo>
                  <a:lnTo>
                    <a:pt x="333302" y="185574"/>
                  </a:lnTo>
                  <a:lnTo>
                    <a:pt x="333802" y="180296"/>
                  </a:lnTo>
                  <a:lnTo>
                    <a:pt x="334135" y="175004"/>
                  </a:lnTo>
                  <a:lnTo>
                    <a:pt x="334299" y="169704"/>
                  </a:lnTo>
                  <a:lnTo>
                    <a:pt x="334296" y="164402"/>
                  </a:lnTo>
                  <a:lnTo>
                    <a:pt x="334124" y="159102"/>
                  </a:lnTo>
                  <a:lnTo>
                    <a:pt x="333784" y="153811"/>
                  </a:lnTo>
                  <a:lnTo>
                    <a:pt x="333277" y="148533"/>
                  </a:lnTo>
                  <a:lnTo>
                    <a:pt x="332602" y="143274"/>
                  </a:lnTo>
                  <a:lnTo>
                    <a:pt x="331761" y="138039"/>
                  </a:lnTo>
                  <a:lnTo>
                    <a:pt x="330755" y="132833"/>
                  </a:lnTo>
                  <a:lnTo>
                    <a:pt x="329583" y="127662"/>
                  </a:lnTo>
                  <a:lnTo>
                    <a:pt x="328249" y="122530"/>
                  </a:lnTo>
                  <a:lnTo>
                    <a:pt x="326752" y="117444"/>
                  </a:lnTo>
                  <a:lnTo>
                    <a:pt x="325095" y="112407"/>
                  </a:lnTo>
                  <a:lnTo>
                    <a:pt x="323279" y="107425"/>
                  </a:lnTo>
                  <a:lnTo>
                    <a:pt x="321306" y="102504"/>
                  </a:lnTo>
                  <a:lnTo>
                    <a:pt x="319177" y="97648"/>
                  </a:lnTo>
                  <a:lnTo>
                    <a:pt x="316896" y="92861"/>
                  </a:lnTo>
                  <a:lnTo>
                    <a:pt x="314464" y="88150"/>
                  </a:lnTo>
                  <a:lnTo>
                    <a:pt x="311884" y="83517"/>
                  </a:lnTo>
                  <a:lnTo>
                    <a:pt x="309159" y="78969"/>
                  </a:lnTo>
                  <a:lnTo>
                    <a:pt x="306290" y="74510"/>
                  </a:lnTo>
                  <a:lnTo>
                    <a:pt x="303281" y="70144"/>
                  </a:lnTo>
                  <a:lnTo>
                    <a:pt x="300136" y="65876"/>
                  </a:lnTo>
                  <a:lnTo>
                    <a:pt x="296857" y="61709"/>
                  </a:lnTo>
                  <a:lnTo>
                    <a:pt x="293447" y="57649"/>
                  </a:lnTo>
                  <a:lnTo>
                    <a:pt x="289910" y="53698"/>
                  </a:lnTo>
                  <a:lnTo>
                    <a:pt x="286250" y="49862"/>
                  </a:lnTo>
                  <a:lnTo>
                    <a:pt x="282470" y="46144"/>
                  </a:lnTo>
                  <a:lnTo>
                    <a:pt x="278574" y="42548"/>
                  </a:lnTo>
                  <a:lnTo>
                    <a:pt x="274565" y="39077"/>
                  </a:lnTo>
                  <a:lnTo>
                    <a:pt x="270449" y="35735"/>
                  </a:lnTo>
                  <a:lnTo>
                    <a:pt x="266229" y="32525"/>
                  </a:lnTo>
                  <a:lnTo>
                    <a:pt x="261909" y="29450"/>
                  </a:lnTo>
                  <a:lnTo>
                    <a:pt x="257494" y="26514"/>
                  </a:lnTo>
                  <a:lnTo>
                    <a:pt x="252988" y="23720"/>
                  </a:lnTo>
                  <a:lnTo>
                    <a:pt x="248395" y="21070"/>
                  </a:lnTo>
                  <a:lnTo>
                    <a:pt x="243721" y="18567"/>
                  </a:lnTo>
                  <a:lnTo>
                    <a:pt x="238970" y="16213"/>
                  </a:lnTo>
                  <a:lnTo>
                    <a:pt x="234146" y="14011"/>
                  </a:lnTo>
                  <a:lnTo>
                    <a:pt x="229255" y="11964"/>
                  </a:lnTo>
                  <a:lnTo>
                    <a:pt x="224302" y="10072"/>
                  </a:lnTo>
                  <a:lnTo>
                    <a:pt x="219291" y="8339"/>
                  </a:lnTo>
                  <a:lnTo>
                    <a:pt x="214228" y="6765"/>
                  </a:lnTo>
                  <a:lnTo>
                    <a:pt x="209117" y="5353"/>
                  </a:lnTo>
                  <a:lnTo>
                    <a:pt x="203964" y="4103"/>
                  </a:lnTo>
                  <a:lnTo>
                    <a:pt x="198774" y="3018"/>
                  </a:lnTo>
                  <a:lnTo>
                    <a:pt x="193552" y="2097"/>
                  </a:lnTo>
                  <a:lnTo>
                    <a:pt x="188304" y="1343"/>
                  </a:lnTo>
                  <a:lnTo>
                    <a:pt x="183034" y="756"/>
                  </a:lnTo>
                  <a:lnTo>
                    <a:pt x="177749" y="336"/>
                  </a:lnTo>
                  <a:lnTo>
                    <a:pt x="172453" y="84"/>
                  </a:lnTo>
                  <a:lnTo>
                    <a:pt x="167151" y="0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321573" y="5018213"/>
              <a:ext cx="334295" cy="334334"/>
            </a:xfrm>
            <a:custGeom>
              <a:avLst/>
              <a:pathLst>
                <a:path w="334295" h="334334">
                  <a:moveTo>
                    <a:pt x="167147" y="0"/>
                  </a:moveTo>
                  <a:lnTo>
                    <a:pt x="161843" y="84"/>
                  </a:lnTo>
                  <a:lnTo>
                    <a:pt x="156546" y="336"/>
                  </a:lnTo>
                  <a:lnTo>
                    <a:pt x="151259" y="756"/>
                  </a:lnTo>
                  <a:lnTo>
                    <a:pt x="145987" y="1344"/>
                  </a:lnTo>
                  <a:lnTo>
                    <a:pt x="140738" y="2099"/>
                  </a:lnTo>
                  <a:lnTo>
                    <a:pt x="135514" y="3020"/>
                  </a:lnTo>
                  <a:lnTo>
                    <a:pt x="130323" y="4106"/>
                  </a:lnTo>
                  <a:lnTo>
                    <a:pt x="125169" y="5356"/>
                  </a:lnTo>
                  <a:lnTo>
                    <a:pt x="120057" y="6769"/>
                  </a:lnTo>
                  <a:lnTo>
                    <a:pt x="114992" y="8344"/>
                  </a:lnTo>
                  <a:lnTo>
                    <a:pt x="109980" y="10078"/>
                  </a:lnTo>
                  <a:lnTo>
                    <a:pt x="105025" y="11971"/>
                  </a:lnTo>
                  <a:lnTo>
                    <a:pt x="100133" y="14019"/>
                  </a:lnTo>
                  <a:lnTo>
                    <a:pt x="95309" y="16222"/>
                  </a:lnTo>
                  <a:lnTo>
                    <a:pt x="90556" y="18577"/>
                  </a:lnTo>
                  <a:lnTo>
                    <a:pt x="85881" y="21082"/>
                  </a:lnTo>
                  <a:lnTo>
                    <a:pt x="81288" y="23733"/>
                  </a:lnTo>
                  <a:lnTo>
                    <a:pt x="76781" y="26529"/>
                  </a:lnTo>
                  <a:lnTo>
                    <a:pt x="72365" y="29467"/>
                  </a:lnTo>
                  <a:lnTo>
                    <a:pt x="68044" y="32543"/>
                  </a:lnTo>
                  <a:lnTo>
                    <a:pt x="63823" y="35754"/>
                  </a:lnTo>
                  <a:lnTo>
                    <a:pt x="59706" y="39098"/>
                  </a:lnTo>
                  <a:lnTo>
                    <a:pt x="55698" y="42571"/>
                  </a:lnTo>
                  <a:lnTo>
                    <a:pt x="51801" y="46169"/>
                  </a:lnTo>
                  <a:lnTo>
                    <a:pt x="48021" y="49889"/>
                  </a:lnTo>
                  <a:lnTo>
                    <a:pt x="44360" y="53727"/>
                  </a:lnTo>
                  <a:lnTo>
                    <a:pt x="40824" y="57680"/>
                  </a:lnTo>
                  <a:lnTo>
                    <a:pt x="37414" y="61742"/>
                  </a:lnTo>
                  <a:lnTo>
                    <a:pt x="34135" y="65911"/>
                  </a:lnTo>
                  <a:lnTo>
                    <a:pt x="30989" y="70181"/>
                  </a:lnTo>
                  <a:lnTo>
                    <a:pt x="27981" y="74550"/>
                  </a:lnTo>
                  <a:lnTo>
                    <a:pt x="25113" y="79011"/>
                  </a:lnTo>
                  <a:lnTo>
                    <a:pt x="22388" y="83561"/>
                  </a:lnTo>
                  <a:lnTo>
                    <a:pt x="19809" y="88195"/>
                  </a:lnTo>
                  <a:lnTo>
                    <a:pt x="17378" y="92909"/>
                  </a:lnTo>
                  <a:lnTo>
                    <a:pt x="15097" y="97698"/>
                  </a:lnTo>
                  <a:lnTo>
                    <a:pt x="12970" y="102556"/>
                  </a:lnTo>
                  <a:lnTo>
                    <a:pt x="10998" y="107480"/>
                  </a:lnTo>
                  <a:lnTo>
                    <a:pt x="9183" y="112463"/>
                  </a:lnTo>
                  <a:lnTo>
                    <a:pt x="7527" y="117502"/>
                  </a:lnTo>
                  <a:lnTo>
                    <a:pt x="6032" y="122591"/>
                  </a:lnTo>
                  <a:lnTo>
                    <a:pt x="4699" y="127724"/>
                  </a:lnTo>
                  <a:lnTo>
                    <a:pt x="3529" y="132897"/>
                  </a:lnTo>
                  <a:lnTo>
                    <a:pt x="2525" y="138105"/>
                  </a:lnTo>
                  <a:lnTo>
                    <a:pt x="1686" y="143342"/>
                  </a:lnTo>
                  <a:lnTo>
                    <a:pt x="1013" y="148603"/>
                  </a:lnTo>
                  <a:lnTo>
                    <a:pt x="508" y="153883"/>
                  </a:lnTo>
                  <a:lnTo>
                    <a:pt x="170" y="159176"/>
                  </a:lnTo>
                  <a:lnTo>
                    <a:pt x="1" y="164477"/>
                  </a:lnTo>
                  <a:lnTo>
                    <a:pt x="0" y="169780"/>
                  </a:lnTo>
                  <a:lnTo>
                    <a:pt x="167" y="175082"/>
                  </a:lnTo>
                  <a:lnTo>
                    <a:pt x="502" y="180375"/>
                  </a:lnTo>
                  <a:lnTo>
                    <a:pt x="1005" y="185655"/>
                  </a:lnTo>
                  <a:lnTo>
                    <a:pt x="1675" y="190916"/>
                  </a:lnTo>
                  <a:lnTo>
                    <a:pt x="2511" y="196153"/>
                  </a:lnTo>
                  <a:lnTo>
                    <a:pt x="3514" y="201361"/>
                  </a:lnTo>
                  <a:lnTo>
                    <a:pt x="4681" y="206535"/>
                  </a:lnTo>
                  <a:lnTo>
                    <a:pt x="6011" y="211669"/>
                  </a:lnTo>
                  <a:lnTo>
                    <a:pt x="7504" y="216759"/>
                  </a:lnTo>
                  <a:lnTo>
                    <a:pt x="9158" y="221798"/>
                  </a:lnTo>
                  <a:lnTo>
                    <a:pt x="10971" y="226782"/>
                  </a:lnTo>
                  <a:lnTo>
                    <a:pt x="12940" y="231707"/>
                  </a:lnTo>
                  <a:lnTo>
                    <a:pt x="15065" y="236566"/>
                  </a:lnTo>
                  <a:lnTo>
                    <a:pt x="17343" y="241356"/>
                  </a:lnTo>
                  <a:lnTo>
                    <a:pt x="19772" y="246071"/>
                  </a:lnTo>
                  <a:lnTo>
                    <a:pt x="22350" y="250706"/>
                  </a:lnTo>
                  <a:lnTo>
                    <a:pt x="25073" y="255258"/>
                  </a:lnTo>
                  <a:lnTo>
                    <a:pt x="27939" y="259720"/>
                  </a:lnTo>
                  <a:lnTo>
                    <a:pt x="30945" y="264090"/>
                  </a:lnTo>
                  <a:lnTo>
                    <a:pt x="34088" y="268362"/>
                  </a:lnTo>
                  <a:lnTo>
                    <a:pt x="37365" y="272532"/>
                  </a:lnTo>
                  <a:lnTo>
                    <a:pt x="40773" y="276596"/>
                  </a:lnTo>
                  <a:lnTo>
                    <a:pt x="44308" y="280550"/>
                  </a:lnTo>
                  <a:lnTo>
                    <a:pt x="47967" y="284390"/>
                  </a:lnTo>
                  <a:lnTo>
                    <a:pt x="51746" y="288112"/>
                  </a:lnTo>
                  <a:lnTo>
                    <a:pt x="55640" y="291712"/>
                  </a:lnTo>
                  <a:lnTo>
                    <a:pt x="59648" y="295186"/>
                  </a:lnTo>
                  <a:lnTo>
                    <a:pt x="63763" y="298532"/>
                  </a:lnTo>
                  <a:lnTo>
                    <a:pt x="67982" y="301746"/>
                  </a:lnTo>
                  <a:lnTo>
                    <a:pt x="72301" y="304824"/>
                  </a:lnTo>
                  <a:lnTo>
                    <a:pt x="76716" y="307763"/>
                  </a:lnTo>
                  <a:lnTo>
                    <a:pt x="81222" y="310561"/>
                  </a:lnTo>
                  <a:lnTo>
                    <a:pt x="85814" y="313215"/>
                  </a:lnTo>
                  <a:lnTo>
                    <a:pt x="90488" y="315721"/>
                  </a:lnTo>
                  <a:lnTo>
                    <a:pt x="95239" y="318078"/>
                  </a:lnTo>
                  <a:lnTo>
                    <a:pt x="100063" y="320284"/>
                  </a:lnTo>
                  <a:lnTo>
                    <a:pt x="104954" y="322335"/>
                  </a:lnTo>
                  <a:lnTo>
                    <a:pt x="109908" y="324230"/>
                  </a:lnTo>
                  <a:lnTo>
                    <a:pt x="114919" y="325966"/>
                  </a:lnTo>
                  <a:lnTo>
                    <a:pt x="119983" y="327543"/>
                  </a:lnTo>
                  <a:lnTo>
                    <a:pt x="125094" y="328959"/>
                  </a:lnTo>
                  <a:lnTo>
                    <a:pt x="130248" y="330211"/>
                  </a:lnTo>
                  <a:lnTo>
                    <a:pt x="135439" y="331300"/>
                  </a:lnTo>
                  <a:lnTo>
                    <a:pt x="140662" y="332223"/>
                  </a:lnTo>
                  <a:lnTo>
                    <a:pt x="145911" y="332980"/>
                  </a:lnTo>
                  <a:lnTo>
                    <a:pt x="151182" y="333570"/>
                  </a:lnTo>
                  <a:lnTo>
                    <a:pt x="156469" y="333993"/>
                  </a:lnTo>
                  <a:lnTo>
                    <a:pt x="161767" y="334248"/>
                  </a:lnTo>
                  <a:lnTo>
                    <a:pt x="167070" y="334334"/>
                  </a:lnTo>
                  <a:lnTo>
                    <a:pt x="172373" y="334253"/>
                  </a:lnTo>
                  <a:lnTo>
                    <a:pt x="177671" y="334003"/>
                  </a:lnTo>
                  <a:lnTo>
                    <a:pt x="182958" y="333585"/>
                  </a:lnTo>
                  <a:lnTo>
                    <a:pt x="188229" y="333000"/>
                  </a:lnTo>
                  <a:lnTo>
                    <a:pt x="193479" y="332247"/>
                  </a:lnTo>
                  <a:lnTo>
                    <a:pt x="198703" y="331329"/>
                  </a:lnTo>
                  <a:lnTo>
                    <a:pt x="203895" y="330245"/>
                  </a:lnTo>
                  <a:lnTo>
                    <a:pt x="209050" y="328997"/>
                  </a:lnTo>
                  <a:lnTo>
                    <a:pt x="214163" y="327587"/>
                  </a:lnTo>
                  <a:lnTo>
                    <a:pt x="219228" y="326014"/>
                  </a:lnTo>
                  <a:lnTo>
                    <a:pt x="224241" y="324282"/>
                  </a:lnTo>
                  <a:lnTo>
                    <a:pt x="229196" y="322392"/>
                  </a:lnTo>
                  <a:lnTo>
                    <a:pt x="234089" y="320345"/>
                  </a:lnTo>
                  <a:lnTo>
                    <a:pt x="238915" y="318145"/>
                  </a:lnTo>
                  <a:lnTo>
                    <a:pt x="243668" y="315792"/>
                  </a:lnTo>
                  <a:lnTo>
                    <a:pt x="248345" y="313289"/>
                  </a:lnTo>
                  <a:lnTo>
                    <a:pt x="252939" y="310640"/>
                  </a:lnTo>
                  <a:lnTo>
                    <a:pt x="257448" y="307846"/>
                  </a:lnTo>
                  <a:lnTo>
                    <a:pt x="261865" y="304911"/>
                  </a:lnTo>
                  <a:lnTo>
                    <a:pt x="266187" y="301837"/>
                  </a:lnTo>
                  <a:lnTo>
                    <a:pt x="270409" y="298627"/>
                  </a:lnTo>
                  <a:lnTo>
                    <a:pt x="274528" y="295285"/>
                  </a:lnTo>
                  <a:lnTo>
                    <a:pt x="278538" y="291814"/>
                  </a:lnTo>
                  <a:lnTo>
                    <a:pt x="282436" y="288218"/>
                  </a:lnTo>
                  <a:lnTo>
                    <a:pt x="286218" y="284499"/>
                  </a:lnTo>
                  <a:lnTo>
                    <a:pt x="289880" y="280663"/>
                  </a:lnTo>
                  <a:lnTo>
                    <a:pt x="293419" y="276712"/>
                  </a:lnTo>
                  <a:lnTo>
                    <a:pt x="296831" y="272651"/>
                  </a:lnTo>
                  <a:lnTo>
                    <a:pt x="300112" y="268484"/>
                  </a:lnTo>
                  <a:lnTo>
                    <a:pt x="303259" y="264215"/>
                  </a:lnTo>
                  <a:lnTo>
                    <a:pt x="306269" y="259848"/>
                  </a:lnTo>
                  <a:lnTo>
                    <a:pt x="309139" y="255388"/>
                  </a:lnTo>
                  <a:lnTo>
                    <a:pt x="311866" y="250839"/>
                  </a:lnTo>
                  <a:lnTo>
                    <a:pt x="314448" y="246206"/>
                  </a:lnTo>
                  <a:lnTo>
                    <a:pt x="316881" y="241494"/>
                  </a:lnTo>
                  <a:lnTo>
                    <a:pt x="319164" y="236706"/>
                  </a:lnTo>
                  <a:lnTo>
                    <a:pt x="321293" y="231849"/>
                  </a:lnTo>
                  <a:lnTo>
                    <a:pt x="323268" y="226926"/>
                  </a:lnTo>
                  <a:lnTo>
                    <a:pt x="325085" y="221943"/>
                  </a:lnTo>
                  <a:lnTo>
                    <a:pt x="326743" y="216905"/>
                  </a:lnTo>
                  <a:lnTo>
                    <a:pt x="328241" y="211817"/>
                  </a:lnTo>
                  <a:lnTo>
                    <a:pt x="329576" y="206685"/>
                  </a:lnTo>
                  <a:lnTo>
                    <a:pt x="330748" y="201512"/>
                  </a:lnTo>
                  <a:lnTo>
                    <a:pt x="331755" y="196305"/>
                  </a:lnTo>
                  <a:lnTo>
                    <a:pt x="332596" y="191068"/>
                  </a:lnTo>
                  <a:lnTo>
                    <a:pt x="333271" y="185807"/>
                  </a:lnTo>
                  <a:lnTo>
                    <a:pt x="333779" y="180528"/>
                  </a:lnTo>
                  <a:lnTo>
                    <a:pt x="334119" y="175235"/>
                  </a:lnTo>
                  <a:lnTo>
                    <a:pt x="334291" y="169934"/>
                  </a:lnTo>
                  <a:lnTo>
                    <a:pt x="334295" y="164630"/>
                  </a:lnTo>
                  <a:lnTo>
                    <a:pt x="334130" y="159329"/>
                  </a:lnTo>
                  <a:lnTo>
                    <a:pt x="333797" y="154036"/>
                  </a:lnTo>
                  <a:lnTo>
                    <a:pt x="333297" y="148756"/>
                  </a:lnTo>
                  <a:lnTo>
                    <a:pt x="332629" y="143494"/>
                  </a:lnTo>
                  <a:lnTo>
                    <a:pt x="331795" y="138256"/>
                  </a:lnTo>
                  <a:lnTo>
                    <a:pt x="330795" y="133048"/>
                  </a:lnTo>
                  <a:lnTo>
                    <a:pt x="329630" y="127873"/>
                  </a:lnTo>
                  <a:lnTo>
                    <a:pt x="328302" y="122739"/>
                  </a:lnTo>
                  <a:lnTo>
                    <a:pt x="326811" y="117649"/>
                  </a:lnTo>
                  <a:lnTo>
                    <a:pt x="325160" y="112609"/>
                  </a:lnTo>
                  <a:lnTo>
                    <a:pt x="323350" y="107623"/>
                  </a:lnTo>
                  <a:lnTo>
                    <a:pt x="321382" y="102698"/>
                  </a:lnTo>
                  <a:lnTo>
                    <a:pt x="319260" y="97838"/>
                  </a:lnTo>
                  <a:lnTo>
                    <a:pt x="316984" y="93047"/>
                  </a:lnTo>
                  <a:lnTo>
                    <a:pt x="314557" y="88331"/>
                  </a:lnTo>
                  <a:lnTo>
                    <a:pt x="311982" y="83694"/>
                  </a:lnTo>
                  <a:lnTo>
                    <a:pt x="309261" y="79142"/>
                  </a:lnTo>
                  <a:lnTo>
                    <a:pt x="306397" y="74678"/>
                  </a:lnTo>
                  <a:lnTo>
                    <a:pt x="303393" y="70307"/>
                  </a:lnTo>
                  <a:lnTo>
                    <a:pt x="300251" y="66033"/>
                  </a:lnTo>
                  <a:lnTo>
                    <a:pt x="296976" y="61862"/>
                  </a:lnTo>
                  <a:lnTo>
                    <a:pt x="293570" y="57796"/>
                  </a:lnTo>
                  <a:lnTo>
                    <a:pt x="290037" y="53840"/>
                  </a:lnTo>
                  <a:lnTo>
                    <a:pt x="286380" y="49999"/>
                  </a:lnTo>
                  <a:lnTo>
                    <a:pt x="282603" y="46275"/>
                  </a:lnTo>
                  <a:lnTo>
                    <a:pt x="278710" y="42674"/>
                  </a:lnTo>
                  <a:lnTo>
                    <a:pt x="274704" y="39197"/>
                  </a:lnTo>
                  <a:lnTo>
                    <a:pt x="270591" y="35849"/>
                  </a:lnTo>
                  <a:lnTo>
                    <a:pt x="266373" y="32634"/>
                  </a:lnTo>
                  <a:lnTo>
                    <a:pt x="262055" y="29554"/>
                  </a:lnTo>
                  <a:lnTo>
                    <a:pt x="257642" y="26612"/>
                  </a:lnTo>
                  <a:lnTo>
                    <a:pt x="253137" y="23812"/>
                  </a:lnTo>
                  <a:lnTo>
                    <a:pt x="248546" y="21157"/>
                  </a:lnTo>
                  <a:lnTo>
                    <a:pt x="243873" y="18648"/>
                  </a:lnTo>
                  <a:lnTo>
                    <a:pt x="239123" y="16288"/>
                  </a:lnTo>
                  <a:lnTo>
                    <a:pt x="234301" y="14081"/>
                  </a:lnTo>
                  <a:lnTo>
                    <a:pt x="229410" y="12028"/>
                  </a:lnTo>
                  <a:lnTo>
                    <a:pt x="224458" y="10131"/>
                  </a:lnTo>
                  <a:lnTo>
                    <a:pt x="219447" y="8392"/>
                  </a:lnTo>
                  <a:lnTo>
                    <a:pt x="214384" y="6812"/>
                  </a:lnTo>
                  <a:lnTo>
                    <a:pt x="209273" y="5395"/>
                  </a:lnTo>
                  <a:lnTo>
                    <a:pt x="204120" y="4140"/>
                  </a:lnTo>
                  <a:lnTo>
                    <a:pt x="198930" y="3049"/>
                  </a:lnTo>
                  <a:lnTo>
                    <a:pt x="193707" y="2123"/>
                  </a:lnTo>
                  <a:lnTo>
                    <a:pt x="188458" y="1364"/>
                  </a:lnTo>
                  <a:lnTo>
                    <a:pt x="183188" y="771"/>
                  </a:lnTo>
                  <a:lnTo>
                    <a:pt x="177901" y="346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720" y="5018213"/>
              <a:ext cx="10754" cy="167167"/>
            </a:xfrm>
            <a:custGeom>
              <a:avLst/>
              <a:pathLst>
                <a:path w="10754" h="167167">
                  <a:moveTo>
                    <a:pt x="10754" y="34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798539" y="5269756"/>
              <a:ext cx="165961" cy="167167"/>
            </a:xfrm>
            <a:custGeom>
              <a:avLst/>
              <a:pathLst>
                <a:path w="165961" h="167167">
                  <a:moveTo>
                    <a:pt x="165961" y="0"/>
                  </a:moveTo>
                  <a:lnTo>
                    <a:pt x="160573" y="86"/>
                  </a:lnTo>
                  <a:lnTo>
                    <a:pt x="155191" y="347"/>
                  </a:lnTo>
                  <a:lnTo>
                    <a:pt x="149820" y="781"/>
                  </a:lnTo>
                  <a:lnTo>
                    <a:pt x="144466" y="1387"/>
                  </a:lnTo>
                  <a:lnTo>
                    <a:pt x="139134" y="2166"/>
                  </a:lnTo>
                  <a:lnTo>
                    <a:pt x="133830" y="3117"/>
                  </a:lnTo>
                  <a:lnTo>
                    <a:pt x="128559" y="4237"/>
                  </a:lnTo>
                  <a:lnTo>
                    <a:pt x="123327" y="5528"/>
                  </a:lnTo>
                  <a:lnTo>
                    <a:pt x="118139" y="6986"/>
                  </a:lnTo>
                  <a:lnTo>
                    <a:pt x="113002" y="8610"/>
                  </a:lnTo>
                  <a:lnTo>
                    <a:pt x="107919" y="10400"/>
                  </a:lnTo>
                  <a:lnTo>
                    <a:pt x="102896" y="12352"/>
                  </a:lnTo>
                  <a:lnTo>
                    <a:pt x="97939" y="14465"/>
                  </a:lnTo>
                  <a:lnTo>
                    <a:pt x="93053" y="16737"/>
                  </a:lnTo>
                  <a:lnTo>
                    <a:pt x="88242" y="19165"/>
                  </a:lnTo>
                  <a:lnTo>
                    <a:pt x="83512" y="21746"/>
                  </a:lnTo>
                  <a:lnTo>
                    <a:pt x="78868" y="24479"/>
                  </a:lnTo>
                  <a:lnTo>
                    <a:pt x="74315" y="27361"/>
                  </a:lnTo>
                  <a:lnTo>
                    <a:pt x="69856" y="30387"/>
                  </a:lnTo>
                  <a:lnTo>
                    <a:pt x="65498" y="33556"/>
                  </a:lnTo>
                  <a:lnTo>
                    <a:pt x="61243" y="36863"/>
                  </a:lnTo>
                  <a:lnTo>
                    <a:pt x="57098" y="40306"/>
                  </a:lnTo>
                  <a:lnTo>
                    <a:pt x="53066" y="43880"/>
                  </a:lnTo>
                  <a:lnTo>
                    <a:pt x="49151" y="47583"/>
                  </a:lnTo>
                  <a:lnTo>
                    <a:pt x="45357" y="51410"/>
                  </a:lnTo>
                  <a:lnTo>
                    <a:pt x="41689" y="55357"/>
                  </a:lnTo>
                  <a:lnTo>
                    <a:pt x="38150" y="59421"/>
                  </a:lnTo>
                  <a:lnTo>
                    <a:pt x="34744" y="63596"/>
                  </a:lnTo>
                  <a:lnTo>
                    <a:pt x="31474" y="67879"/>
                  </a:lnTo>
                  <a:lnTo>
                    <a:pt x="28343" y="72266"/>
                  </a:lnTo>
                  <a:lnTo>
                    <a:pt x="25356" y="76750"/>
                  </a:lnTo>
                  <a:lnTo>
                    <a:pt x="22515" y="81329"/>
                  </a:lnTo>
                  <a:lnTo>
                    <a:pt x="19823" y="85997"/>
                  </a:lnTo>
                  <a:lnTo>
                    <a:pt x="17283" y="90749"/>
                  </a:lnTo>
                  <a:lnTo>
                    <a:pt x="14897" y="95581"/>
                  </a:lnTo>
                  <a:lnTo>
                    <a:pt x="12668" y="100487"/>
                  </a:lnTo>
                  <a:lnTo>
                    <a:pt x="10599" y="105463"/>
                  </a:lnTo>
                  <a:lnTo>
                    <a:pt x="8691" y="110502"/>
                  </a:lnTo>
                  <a:lnTo>
                    <a:pt x="6946" y="115600"/>
                  </a:lnTo>
                  <a:lnTo>
                    <a:pt x="5367" y="120752"/>
                  </a:lnTo>
                  <a:lnTo>
                    <a:pt x="3954" y="125952"/>
                  </a:lnTo>
                  <a:lnTo>
                    <a:pt x="2710" y="131195"/>
                  </a:lnTo>
                  <a:lnTo>
                    <a:pt x="1635" y="136476"/>
                  </a:lnTo>
                  <a:lnTo>
                    <a:pt x="732" y="141788"/>
                  </a:lnTo>
                  <a:lnTo>
                    <a:pt x="0" y="147127"/>
                  </a:lnTo>
                  <a:lnTo>
                    <a:pt x="16596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797338" y="5269756"/>
              <a:ext cx="334316" cy="334331"/>
            </a:xfrm>
            <a:custGeom>
              <a:avLst/>
              <a:pathLst>
                <a:path w="334316" h="334331">
                  <a:moveTo>
                    <a:pt x="1201" y="147127"/>
                  </a:moveTo>
                  <a:lnTo>
                    <a:pt x="648" y="152412"/>
                  </a:lnTo>
                  <a:lnTo>
                    <a:pt x="263" y="157713"/>
                  </a:lnTo>
                  <a:lnTo>
                    <a:pt x="47" y="163023"/>
                  </a:lnTo>
                  <a:lnTo>
                    <a:pt x="0" y="168338"/>
                  </a:lnTo>
                  <a:lnTo>
                    <a:pt x="121" y="173651"/>
                  </a:lnTo>
                  <a:lnTo>
                    <a:pt x="412" y="178957"/>
                  </a:lnTo>
                  <a:lnTo>
                    <a:pt x="871" y="184252"/>
                  </a:lnTo>
                  <a:lnTo>
                    <a:pt x="1498" y="189529"/>
                  </a:lnTo>
                  <a:lnTo>
                    <a:pt x="2292" y="194784"/>
                  </a:lnTo>
                  <a:lnTo>
                    <a:pt x="3254" y="200011"/>
                  </a:lnTo>
                  <a:lnTo>
                    <a:pt x="4381" y="205205"/>
                  </a:lnTo>
                  <a:lnTo>
                    <a:pt x="5672" y="210360"/>
                  </a:lnTo>
                  <a:lnTo>
                    <a:pt x="7127" y="215472"/>
                  </a:lnTo>
                  <a:lnTo>
                    <a:pt x="8743" y="220535"/>
                  </a:lnTo>
                  <a:lnTo>
                    <a:pt x="10519" y="225543"/>
                  </a:lnTo>
                  <a:lnTo>
                    <a:pt x="12454" y="230493"/>
                  </a:lnTo>
                  <a:lnTo>
                    <a:pt x="14545" y="235379"/>
                  </a:lnTo>
                  <a:lnTo>
                    <a:pt x="16791" y="240196"/>
                  </a:lnTo>
                  <a:lnTo>
                    <a:pt x="19188" y="244939"/>
                  </a:lnTo>
                  <a:lnTo>
                    <a:pt x="21735" y="249604"/>
                  </a:lnTo>
                  <a:lnTo>
                    <a:pt x="24429" y="254185"/>
                  </a:lnTo>
                  <a:lnTo>
                    <a:pt x="27268" y="258678"/>
                  </a:lnTo>
                  <a:lnTo>
                    <a:pt x="30247" y="263079"/>
                  </a:lnTo>
                  <a:lnTo>
                    <a:pt x="33365" y="267382"/>
                  </a:lnTo>
                  <a:lnTo>
                    <a:pt x="36618" y="271585"/>
                  </a:lnTo>
                  <a:lnTo>
                    <a:pt x="40004" y="275682"/>
                  </a:lnTo>
                  <a:lnTo>
                    <a:pt x="43517" y="279669"/>
                  </a:lnTo>
                  <a:lnTo>
                    <a:pt x="47156" y="283543"/>
                  </a:lnTo>
                  <a:lnTo>
                    <a:pt x="50916" y="287299"/>
                  </a:lnTo>
                  <a:lnTo>
                    <a:pt x="54793" y="290933"/>
                  </a:lnTo>
                  <a:lnTo>
                    <a:pt x="58784" y="294443"/>
                  </a:lnTo>
                  <a:lnTo>
                    <a:pt x="62885" y="297823"/>
                  </a:lnTo>
                  <a:lnTo>
                    <a:pt x="67091" y="301072"/>
                  </a:lnTo>
                  <a:lnTo>
                    <a:pt x="71398" y="304185"/>
                  </a:lnTo>
                  <a:lnTo>
                    <a:pt x="75802" y="307160"/>
                  </a:lnTo>
                  <a:lnTo>
                    <a:pt x="80298" y="309994"/>
                  </a:lnTo>
                  <a:lnTo>
                    <a:pt x="84882" y="312683"/>
                  </a:lnTo>
                  <a:lnTo>
                    <a:pt x="89550" y="315225"/>
                  </a:lnTo>
                  <a:lnTo>
                    <a:pt x="94295" y="317617"/>
                  </a:lnTo>
                  <a:lnTo>
                    <a:pt x="99115" y="319857"/>
                  </a:lnTo>
                  <a:lnTo>
                    <a:pt x="104003" y="321943"/>
                  </a:lnTo>
                  <a:lnTo>
                    <a:pt x="108955" y="323873"/>
                  </a:lnTo>
                  <a:lnTo>
                    <a:pt x="113965" y="325644"/>
                  </a:lnTo>
                  <a:lnTo>
                    <a:pt x="119030" y="327255"/>
                  </a:lnTo>
                  <a:lnTo>
                    <a:pt x="124143" y="328704"/>
                  </a:lnTo>
                  <a:lnTo>
                    <a:pt x="129300" y="329990"/>
                  </a:lnTo>
                  <a:lnTo>
                    <a:pt x="134495" y="331111"/>
                  </a:lnTo>
                  <a:lnTo>
                    <a:pt x="139722" y="332067"/>
                  </a:lnTo>
                  <a:lnTo>
                    <a:pt x="144978" y="332856"/>
                  </a:lnTo>
                  <a:lnTo>
                    <a:pt x="150256" y="333477"/>
                  </a:lnTo>
                  <a:lnTo>
                    <a:pt x="155551" y="333931"/>
                  </a:lnTo>
                  <a:lnTo>
                    <a:pt x="160858" y="334215"/>
                  </a:lnTo>
                  <a:lnTo>
                    <a:pt x="166172" y="334331"/>
                  </a:lnTo>
                  <a:lnTo>
                    <a:pt x="171486" y="334278"/>
                  </a:lnTo>
                  <a:lnTo>
                    <a:pt x="176796" y="334057"/>
                  </a:lnTo>
                  <a:lnTo>
                    <a:pt x="182096" y="333666"/>
                  </a:lnTo>
                  <a:lnTo>
                    <a:pt x="187381" y="333107"/>
                  </a:lnTo>
                  <a:lnTo>
                    <a:pt x="192646" y="332381"/>
                  </a:lnTo>
                  <a:lnTo>
                    <a:pt x="197885" y="331487"/>
                  </a:lnTo>
                  <a:lnTo>
                    <a:pt x="203093" y="330428"/>
                  </a:lnTo>
                  <a:lnTo>
                    <a:pt x="208264" y="329203"/>
                  </a:lnTo>
                  <a:lnTo>
                    <a:pt x="213394" y="327814"/>
                  </a:lnTo>
                  <a:lnTo>
                    <a:pt x="218477" y="326264"/>
                  </a:lnTo>
                  <a:lnTo>
                    <a:pt x="223509" y="324552"/>
                  </a:lnTo>
                  <a:lnTo>
                    <a:pt x="228483" y="322681"/>
                  </a:lnTo>
                  <a:lnTo>
                    <a:pt x="233396" y="320654"/>
                  </a:lnTo>
                  <a:lnTo>
                    <a:pt x="238241" y="318471"/>
                  </a:lnTo>
                  <a:lnTo>
                    <a:pt x="243015" y="316135"/>
                  </a:lnTo>
                  <a:lnTo>
                    <a:pt x="247712" y="313648"/>
                  </a:lnTo>
                  <a:lnTo>
                    <a:pt x="252328" y="311014"/>
                  </a:lnTo>
                  <a:lnTo>
                    <a:pt x="256857" y="308234"/>
                  </a:lnTo>
                  <a:lnTo>
                    <a:pt x="261296" y="305311"/>
                  </a:lnTo>
                  <a:lnTo>
                    <a:pt x="265640" y="302249"/>
                  </a:lnTo>
                  <a:lnTo>
                    <a:pt x="269884" y="299051"/>
                  </a:lnTo>
                  <a:lnTo>
                    <a:pt x="274024" y="295719"/>
                  </a:lnTo>
                  <a:lnTo>
                    <a:pt x="278057" y="292257"/>
                  </a:lnTo>
                  <a:lnTo>
                    <a:pt x="281977" y="288669"/>
                  </a:lnTo>
                  <a:lnTo>
                    <a:pt x="285781" y="284958"/>
                  </a:lnTo>
                  <a:lnTo>
                    <a:pt x="289466" y="281127"/>
                  </a:lnTo>
                  <a:lnTo>
                    <a:pt x="293026" y="277182"/>
                  </a:lnTo>
                  <a:lnTo>
                    <a:pt x="296460" y="273126"/>
                  </a:lnTo>
                  <a:lnTo>
                    <a:pt x="299763" y="268962"/>
                  </a:lnTo>
                  <a:lnTo>
                    <a:pt x="302932" y="264695"/>
                  </a:lnTo>
                  <a:lnTo>
                    <a:pt x="305963" y="260330"/>
                  </a:lnTo>
                  <a:lnTo>
                    <a:pt x="308854" y="255871"/>
                  </a:lnTo>
                  <a:lnTo>
                    <a:pt x="311603" y="251322"/>
                  </a:lnTo>
                  <a:lnTo>
                    <a:pt x="314205" y="246688"/>
                  </a:lnTo>
                  <a:lnTo>
                    <a:pt x="316658" y="241974"/>
                  </a:lnTo>
                  <a:lnTo>
                    <a:pt x="318961" y="237184"/>
                  </a:lnTo>
                  <a:lnTo>
                    <a:pt x="321110" y="232323"/>
                  </a:lnTo>
                  <a:lnTo>
                    <a:pt x="323103" y="227397"/>
                  </a:lnTo>
                  <a:lnTo>
                    <a:pt x="324939" y="222409"/>
                  </a:lnTo>
                  <a:lnTo>
                    <a:pt x="326615" y="217366"/>
                  </a:lnTo>
                  <a:lnTo>
                    <a:pt x="328130" y="212272"/>
                  </a:lnTo>
                  <a:lnTo>
                    <a:pt x="329483" y="207133"/>
                  </a:lnTo>
                  <a:lnTo>
                    <a:pt x="330671" y="201953"/>
                  </a:lnTo>
                  <a:lnTo>
                    <a:pt x="331694" y="196737"/>
                  </a:lnTo>
                  <a:lnTo>
                    <a:pt x="332551" y="191492"/>
                  </a:lnTo>
                  <a:lnTo>
                    <a:pt x="333241" y="186223"/>
                  </a:lnTo>
                  <a:lnTo>
                    <a:pt x="333762" y="180934"/>
                  </a:lnTo>
                  <a:lnTo>
                    <a:pt x="334116" y="175631"/>
                  </a:lnTo>
                  <a:lnTo>
                    <a:pt x="334301" y="170320"/>
                  </a:lnTo>
                  <a:lnTo>
                    <a:pt x="334316" y="165005"/>
                  </a:lnTo>
                  <a:lnTo>
                    <a:pt x="334163" y="159693"/>
                  </a:lnTo>
                  <a:lnTo>
                    <a:pt x="333841" y="154388"/>
                  </a:lnTo>
                  <a:lnTo>
                    <a:pt x="333351" y="149096"/>
                  </a:lnTo>
                  <a:lnTo>
                    <a:pt x="332692" y="143823"/>
                  </a:lnTo>
                  <a:lnTo>
                    <a:pt x="331867" y="138573"/>
                  </a:lnTo>
                  <a:lnTo>
                    <a:pt x="330874" y="133351"/>
                  </a:lnTo>
                  <a:lnTo>
                    <a:pt x="329717" y="128165"/>
                  </a:lnTo>
                  <a:lnTo>
                    <a:pt x="328395" y="123017"/>
                  </a:lnTo>
                  <a:lnTo>
                    <a:pt x="326910" y="117914"/>
                  </a:lnTo>
                  <a:lnTo>
                    <a:pt x="325263" y="112861"/>
                  </a:lnTo>
                  <a:lnTo>
                    <a:pt x="323457" y="107863"/>
                  </a:lnTo>
                  <a:lnTo>
                    <a:pt x="321493" y="102924"/>
                  </a:lnTo>
                  <a:lnTo>
                    <a:pt x="319373" y="98051"/>
                  </a:lnTo>
                  <a:lnTo>
                    <a:pt x="317099" y="93248"/>
                  </a:lnTo>
                  <a:lnTo>
                    <a:pt x="314674" y="88519"/>
                  </a:lnTo>
                  <a:lnTo>
                    <a:pt x="312099" y="83870"/>
                  </a:lnTo>
                  <a:lnTo>
                    <a:pt x="309378" y="79304"/>
                  </a:lnTo>
                  <a:lnTo>
                    <a:pt x="306513" y="74828"/>
                  </a:lnTo>
                  <a:lnTo>
                    <a:pt x="303507" y="70445"/>
                  </a:lnTo>
                  <a:lnTo>
                    <a:pt x="300364" y="66160"/>
                  </a:lnTo>
                  <a:lnTo>
                    <a:pt x="297086" y="61977"/>
                  </a:lnTo>
                  <a:lnTo>
                    <a:pt x="293676" y="57900"/>
                  </a:lnTo>
                  <a:lnTo>
                    <a:pt x="290139" y="53934"/>
                  </a:lnTo>
                  <a:lnTo>
                    <a:pt x="286478" y="50082"/>
                  </a:lnTo>
                  <a:lnTo>
                    <a:pt x="282695" y="46348"/>
                  </a:lnTo>
                  <a:lnTo>
                    <a:pt x="278796" y="42737"/>
                  </a:lnTo>
                  <a:lnTo>
                    <a:pt x="274785" y="39251"/>
                  </a:lnTo>
                  <a:lnTo>
                    <a:pt x="270664" y="35895"/>
                  </a:lnTo>
                  <a:lnTo>
                    <a:pt x="266439" y="32671"/>
                  </a:lnTo>
                  <a:lnTo>
                    <a:pt x="262113" y="29583"/>
                  </a:lnTo>
                  <a:lnTo>
                    <a:pt x="257692" y="26634"/>
                  </a:lnTo>
                  <a:lnTo>
                    <a:pt x="253179" y="23828"/>
                  </a:lnTo>
                  <a:lnTo>
                    <a:pt x="248579" y="21166"/>
                  </a:lnTo>
                  <a:lnTo>
                    <a:pt x="243897" y="18651"/>
                  </a:lnTo>
                  <a:lnTo>
                    <a:pt x="239137" y="16287"/>
                  </a:lnTo>
                  <a:lnTo>
                    <a:pt x="234305" y="14076"/>
                  </a:lnTo>
                  <a:lnTo>
                    <a:pt x="229404" y="12019"/>
                  </a:lnTo>
                  <a:lnTo>
                    <a:pt x="224441" y="10119"/>
                  </a:lnTo>
                  <a:lnTo>
                    <a:pt x="219420" y="8377"/>
                  </a:lnTo>
                  <a:lnTo>
                    <a:pt x="214346" y="6796"/>
                  </a:lnTo>
                  <a:lnTo>
                    <a:pt x="209224" y="5378"/>
                  </a:lnTo>
                  <a:lnTo>
                    <a:pt x="204060" y="4122"/>
                  </a:lnTo>
                  <a:lnTo>
                    <a:pt x="198858" y="3032"/>
                  </a:lnTo>
                  <a:lnTo>
                    <a:pt x="193625" y="2107"/>
                  </a:lnTo>
                  <a:lnTo>
                    <a:pt x="188365" y="1349"/>
                  </a:lnTo>
                  <a:lnTo>
                    <a:pt x="183083" y="759"/>
                  </a:lnTo>
                  <a:lnTo>
                    <a:pt x="177785" y="337"/>
                  </a:lnTo>
                  <a:lnTo>
                    <a:pt x="172477" y="84"/>
                  </a:lnTo>
                  <a:lnTo>
                    <a:pt x="167163" y="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64751" y="5399291"/>
              <a:ext cx="21464" cy="167167"/>
            </a:xfrm>
            <a:custGeom>
              <a:avLst/>
              <a:pathLst>
                <a:path w="21464" h="167167">
                  <a:moveTo>
                    <a:pt x="21464" y="0"/>
                  </a:moveTo>
                  <a:lnTo>
                    <a:pt x="14291" y="153"/>
                  </a:lnTo>
                  <a:lnTo>
                    <a:pt x="7132" y="615"/>
                  </a:lnTo>
                  <a:lnTo>
                    <a:pt x="0" y="1383"/>
                  </a:lnTo>
                  <a:lnTo>
                    <a:pt x="21464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64751" y="5400675"/>
              <a:ext cx="21464" cy="165783"/>
            </a:xfrm>
            <a:custGeom>
              <a:avLst/>
              <a:pathLst>
                <a:path w="21464" h="165783">
                  <a:moveTo>
                    <a:pt x="0" y="0"/>
                  </a:moveTo>
                  <a:lnTo>
                    <a:pt x="21464" y="1657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64751" y="5400675"/>
              <a:ext cx="21464" cy="165783"/>
            </a:xfrm>
            <a:custGeom>
              <a:avLst/>
              <a:pathLst>
                <a:path w="21464" h="165783">
                  <a:moveTo>
                    <a:pt x="0" y="0"/>
                  </a:moveTo>
                  <a:lnTo>
                    <a:pt x="21464" y="1657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64751" y="5400675"/>
              <a:ext cx="21464" cy="165783"/>
            </a:xfrm>
            <a:custGeom>
              <a:avLst/>
              <a:pathLst>
                <a:path w="21464" h="165783">
                  <a:moveTo>
                    <a:pt x="0" y="0"/>
                  </a:moveTo>
                  <a:lnTo>
                    <a:pt x="21464" y="1657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64751" y="5400675"/>
              <a:ext cx="21464" cy="165783"/>
            </a:xfrm>
            <a:custGeom>
              <a:avLst/>
              <a:pathLst>
                <a:path w="21464" h="165783">
                  <a:moveTo>
                    <a:pt x="0" y="0"/>
                  </a:moveTo>
                  <a:lnTo>
                    <a:pt x="21464" y="1657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64751" y="5400675"/>
              <a:ext cx="21464" cy="165783"/>
            </a:xfrm>
            <a:custGeom>
              <a:avLst/>
              <a:pathLst>
                <a:path w="21464" h="165783">
                  <a:moveTo>
                    <a:pt x="0" y="0"/>
                  </a:moveTo>
                  <a:lnTo>
                    <a:pt x="21464" y="16578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64751" y="5400675"/>
              <a:ext cx="21464" cy="165783"/>
            </a:xfrm>
            <a:custGeom>
              <a:avLst/>
              <a:pathLst>
                <a:path w="21464" h="165783">
                  <a:moveTo>
                    <a:pt x="0" y="0"/>
                  </a:moveTo>
                  <a:lnTo>
                    <a:pt x="21464" y="16578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319067" y="5400675"/>
              <a:ext cx="334308" cy="332950"/>
            </a:xfrm>
            <a:custGeom>
              <a:avLst/>
              <a:pathLst>
                <a:path w="334308" h="332950">
                  <a:moveTo>
                    <a:pt x="145684" y="0"/>
                  </a:moveTo>
                  <a:lnTo>
                    <a:pt x="140444" y="762"/>
                  </a:lnTo>
                  <a:lnTo>
                    <a:pt x="135231" y="1691"/>
                  </a:lnTo>
                  <a:lnTo>
                    <a:pt x="130049" y="2784"/>
                  </a:lnTo>
                  <a:lnTo>
                    <a:pt x="124906" y="4041"/>
                  </a:lnTo>
                  <a:lnTo>
                    <a:pt x="119804" y="5460"/>
                  </a:lnTo>
                  <a:lnTo>
                    <a:pt x="114750" y="7040"/>
                  </a:lnTo>
                  <a:lnTo>
                    <a:pt x="109749" y="8779"/>
                  </a:lnTo>
                  <a:lnTo>
                    <a:pt x="104805" y="10676"/>
                  </a:lnTo>
                  <a:lnTo>
                    <a:pt x="99923" y="12728"/>
                  </a:lnTo>
                  <a:lnTo>
                    <a:pt x="95109" y="14934"/>
                  </a:lnTo>
                  <a:lnTo>
                    <a:pt x="90368" y="17292"/>
                  </a:lnTo>
                  <a:lnTo>
                    <a:pt x="85703" y="19798"/>
                  </a:lnTo>
                  <a:lnTo>
                    <a:pt x="81121" y="22451"/>
                  </a:lnTo>
                  <a:lnTo>
                    <a:pt x="76624" y="25247"/>
                  </a:lnTo>
                  <a:lnTo>
                    <a:pt x="72218" y="28185"/>
                  </a:lnTo>
                  <a:lnTo>
                    <a:pt x="67908" y="31260"/>
                  </a:lnTo>
                  <a:lnTo>
                    <a:pt x="63697" y="34471"/>
                  </a:lnTo>
                  <a:lnTo>
                    <a:pt x="59590" y="37813"/>
                  </a:lnTo>
                  <a:lnTo>
                    <a:pt x="55591" y="41284"/>
                  </a:lnTo>
                  <a:lnTo>
                    <a:pt x="51704" y="44880"/>
                  </a:lnTo>
                  <a:lnTo>
                    <a:pt x="47932" y="48597"/>
                  </a:lnTo>
                  <a:lnTo>
                    <a:pt x="44281" y="52432"/>
                  </a:lnTo>
                  <a:lnTo>
                    <a:pt x="40752" y="56380"/>
                  </a:lnTo>
                  <a:lnTo>
                    <a:pt x="37351" y="60438"/>
                  </a:lnTo>
                  <a:lnTo>
                    <a:pt x="34079" y="64602"/>
                  </a:lnTo>
                  <a:lnTo>
                    <a:pt x="30941" y="68867"/>
                  </a:lnTo>
                  <a:lnTo>
                    <a:pt x="27940" y="73230"/>
                  </a:lnTo>
                  <a:lnTo>
                    <a:pt x="25078" y="77685"/>
                  </a:lnTo>
                  <a:lnTo>
                    <a:pt x="22359" y="82229"/>
                  </a:lnTo>
                  <a:lnTo>
                    <a:pt x="19786" y="86857"/>
                  </a:lnTo>
                  <a:lnTo>
                    <a:pt x="17360" y="91564"/>
                  </a:lnTo>
                  <a:lnTo>
                    <a:pt x="15084" y="96345"/>
                  </a:lnTo>
                  <a:lnTo>
                    <a:pt x="12961" y="101196"/>
                  </a:lnTo>
                  <a:lnTo>
                    <a:pt x="10993" y="106112"/>
                  </a:lnTo>
                  <a:lnTo>
                    <a:pt x="9182" y="111088"/>
                  </a:lnTo>
                  <a:lnTo>
                    <a:pt x="7528" y="116118"/>
                  </a:lnTo>
                  <a:lnTo>
                    <a:pt x="6036" y="121199"/>
                  </a:lnTo>
                  <a:lnTo>
                    <a:pt x="4704" y="126324"/>
                  </a:lnTo>
                  <a:lnTo>
                    <a:pt x="3536" y="131488"/>
                  </a:lnTo>
                  <a:lnTo>
                    <a:pt x="2532" y="136688"/>
                  </a:lnTo>
                  <a:lnTo>
                    <a:pt x="1693" y="141916"/>
                  </a:lnTo>
                  <a:lnTo>
                    <a:pt x="1020" y="147168"/>
                  </a:lnTo>
                  <a:lnTo>
                    <a:pt x="514" y="152439"/>
                  </a:lnTo>
                  <a:lnTo>
                    <a:pt x="175" y="157724"/>
                  </a:lnTo>
                  <a:lnTo>
                    <a:pt x="3" y="163016"/>
                  </a:lnTo>
                  <a:lnTo>
                    <a:pt x="0" y="168311"/>
                  </a:lnTo>
                  <a:lnTo>
                    <a:pt x="163" y="173604"/>
                  </a:lnTo>
                  <a:lnTo>
                    <a:pt x="495" y="178889"/>
                  </a:lnTo>
                  <a:lnTo>
                    <a:pt x="994" y="184161"/>
                  </a:lnTo>
                  <a:lnTo>
                    <a:pt x="1659" y="189414"/>
                  </a:lnTo>
                  <a:lnTo>
                    <a:pt x="2490" y="194643"/>
                  </a:lnTo>
                  <a:lnTo>
                    <a:pt x="3487" y="199844"/>
                  </a:lnTo>
                  <a:lnTo>
                    <a:pt x="4648" y="205010"/>
                  </a:lnTo>
                  <a:lnTo>
                    <a:pt x="5972" y="210137"/>
                  </a:lnTo>
                  <a:lnTo>
                    <a:pt x="7458" y="215220"/>
                  </a:lnTo>
                  <a:lnTo>
                    <a:pt x="9103" y="220253"/>
                  </a:lnTo>
                  <a:lnTo>
                    <a:pt x="10908" y="225231"/>
                  </a:lnTo>
                  <a:lnTo>
                    <a:pt x="12869" y="230150"/>
                  </a:lnTo>
                  <a:lnTo>
                    <a:pt x="14985" y="235004"/>
                  </a:lnTo>
                  <a:lnTo>
                    <a:pt x="17254" y="239788"/>
                  </a:lnTo>
                  <a:lnTo>
                    <a:pt x="19673" y="244499"/>
                  </a:lnTo>
                  <a:lnTo>
                    <a:pt x="22240" y="249130"/>
                  </a:lnTo>
                  <a:lnTo>
                    <a:pt x="24953" y="253678"/>
                  </a:lnTo>
                  <a:lnTo>
                    <a:pt x="27808" y="258137"/>
                  </a:lnTo>
                  <a:lnTo>
                    <a:pt x="30803" y="262504"/>
                  </a:lnTo>
                  <a:lnTo>
                    <a:pt x="33934" y="266774"/>
                  </a:lnTo>
                  <a:lnTo>
                    <a:pt x="37200" y="270943"/>
                  </a:lnTo>
                  <a:lnTo>
                    <a:pt x="40596" y="275006"/>
                  </a:lnTo>
                  <a:lnTo>
                    <a:pt x="44119" y="278959"/>
                  </a:lnTo>
                  <a:lnTo>
                    <a:pt x="47765" y="282799"/>
                  </a:lnTo>
                  <a:lnTo>
                    <a:pt x="51531" y="286521"/>
                  </a:lnTo>
                  <a:lnTo>
                    <a:pt x="55413" y="290123"/>
                  </a:lnTo>
                  <a:lnTo>
                    <a:pt x="59407" y="293599"/>
                  </a:lnTo>
                  <a:lnTo>
                    <a:pt x="63509" y="296947"/>
                  </a:lnTo>
                  <a:lnTo>
                    <a:pt x="67716" y="300164"/>
                  </a:lnTo>
                  <a:lnTo>
                    <a:pt x="72022" y="303246"/>
                  </a:lnTo>
                  <a:lnTo>
                    <a:pt x="76423" y="306190"/>
                  </a:lnTo>
                  <a:lnTo>
                    <a:pt x="80916" y="308993"/>
                  </a:lnTo>
                  <a:lnTo>
                    <a:pt x="85495" y="311652"/>
                  </a:lnTo>
                  <a:lnTo>
                    <a:pt x="90156" y="314165"/>
                  </a:lnTo>
                  <a:lnTo>
                    <a:pt x="94894" y="316529"/>
                  </a:lnTo>
                  <a:lnTo>
                    <a:pt x="99704" y="318742"/>
                  </a:lnTo>
                  <a:lnTo>
                    <a:pt x="104583" y="320801"/>
                  </a:lnTo>
                  <a:lnTo>
                    <a:pt x="109524" y="322705"/>
                  </a:lnTo>
                  <a:lnTo>
                    <a:pt x="114523" y="324451"/>
                  </a:lnTo>
                  <a:lnTo>
                    <a:pt x="119575" y="326039"/>
                  </a:lnTo>
                  <a:lnTo>
                    <a:pt x="124674" y="327465"/>
                  </a:lnTo>
                  <a:lnTo>
                    <a:pt x="129816" y="328729"/>
                  </a:lnTo>
                  <a:lnTo>
                    <a:pt x="134996" y="329830"/>
                  </a:lnTo>
                  <a:lnTo>
                    <a:pt x="140208" y="330766"/>
                  </a:lnTo>
                  <a:lnTo>
                    <a:pt x="145447" y="331536"/>
                  </a:lnTo>
                  <a:lnTo>
                    <a:pt x="150707" y="332140"/>
                  </a:lnTo>
                  <a:lnTo>
                    <a:pt x="155984" y="332578"/>
                  </a:lnTo>
                  <a:lnTo>
                    <a:pt x="161273" y="332847"/>
                  </a:lnTo>
                  <a:lnTo>
                    <a:pt x="166567" y="332950"/>
                  </a:lnTo>
                  <a:lnTo>
                    <a:pt x="171862" y="332884"/>
                  </a:lnTo>
                  <a:lnTo>
                    <a:pt x="177152" y="332651"/>
                  </a:lnTo>
                  <a:lnTo>
                    <a:pt x="182432" y="332250"/>
                  </a:lnTo>
                  <a:lnTo>
                    <a:pt x="187697" y="331683"/>
                  </a:lnTo>
                  <a:lnTo>
                    <a:pt x="192941" y="330949"/>
                  </a:lnTo>
                  <a:lnTo>
                    <a:pt x="198159" y="330049"/>
                  </a:lnTo>
                  <a:lnTo>
                    <a:pt x="203346" y="328984"/>
                  </a:lnTo>
                  <a:lnTo>
                    <a:pt x="208497" y="327756"/>
                  </a:lnTo>
                  <a:lnTo>
                    <a:pt x="213606" y="326365"/>
                  </a:lnTo>
                  <a:lnTo>
                    <a:pt x="218669" y="324813"/>
                  </a:lnTo>
                  <a:lnTo>
                    <a:pt x="223680" y="323102"/>
                  </a:lnTo>
                  <a:lnTo>
                    <a:pt x="228634" y="321232"/>
                  </a:lnTo>
                  <a:lnTo>
                    <a:pt x="233527" y="319207"/>
                  </a:lnTo>
                  <a:lnTo>
                    <a:pt x="238353" y="317027"/>
                  </a:lnTo>
                  <a:lnTo>
                    <a:pt x="243107" y="314696"/>
                  </a:lnTo>
                  <a:lnTo>
                    <a:pt x="247786" y="312216"/>
                  </a:lnTo>
                  <a:lnTo>
                    <a:pt x="252383" y="309588"/>
                  </a:lnTo>
                  <a:lnTo>
                    <a:pt x="256895" y="306817"/>
                  </a:lnTo>
                  <a:lnTo>
                    <a:pt x="261317" y="303903"/>
                  </a:lnTo>
                  <a:lnTo>
                    <a:pt x="265644" y="300852"/>
                  </a:lnTo>
                  <a:lnTo>
                    <a:pt x="269872" y="297664"/>
                  </a:lnTo>
                  <a:lnTo>
                    <a:pt x="273998" y="294345"/>
                  </a:lnTo>
                  <a:lnTo>
                    <a:pt x="278016" y="290896"/>
                  </a:lnTo>
                  <a:lnTo>
                    <a:pt x="281923" y="287322"/>
                  </a:lnTo>
                  <a:lnTo>
                    <a:pt x="285715" y="283626"/>
                  </a:lnTo>
                  <a:lnTo>
                    <a:pt x="289388" y="279811"/>
                  </a:lnTo>
                  <a:lnTo>
                    <a:pt x="292938" y="275882"/>
                  </a:lnTo>
                  <a:lnTo>
                    <a:pt x="296362" y="271843"/>
                  </a:lnTo>
                  <a:lnTo>
                    <a:pt x="299656" y="267697"/>
                  </a:lnTo>
                  <a:lnTo>
                    <a:pt x="302818" y="263449"/>
                  </a:lnTo>
                  <a:lnTo>
                    <a:pt x="305843" y="259103"/>
                  </a:lnTo>
                  <a:lnTo>
                    <a:pt x="308729" y="254664"/>
                  </a:lnTo>
                  <a:lnTo>
                    <a:pt x="311473" y="250135"/>
                  </a:lnTo>
                  <a:lnTo>
                    <a:pt x="314072" y="245522"/>
                  </a:lnTo>
                  <a:lnTo>
                    <a:pt x="316524" y="240828"/>
                  </a:lnTo>
                  <a:lnTo>
                    <a:pt x="318826" y="236059"/>
                  </a:lnTo>
                  <a:lnTo>
                    <a:pt x="320975" y="231220"/>
                  </a:lnTo>
                  <a:lnTo>
                    <a:pt x="322971" y="226315"/>
                  </a:lnTo>
                  <a:lnTo>
                    <a:pt x="324810" y="221350"/>
                  </a:lnTo>
                  <a:lnTo>
                    <a:pt x="326491" y="216328"/>
                  </a:lnTo>
                  <a:lnTo>
                    <a:pt x="328012" y="211256"/>
                  </a:lnTo>
                  <a:lnTo>
                    <a:pt x="329371" y="206139"/>
                  </a:lnTo>
                  <a:lnTo>
                    <a:pt x="330568" y="200980"/>
                  </a:lnTo>
                  <a:lnTo>
                    <a:pt x="331601" y="195787"/>
                  </a:lnTo>
                  <a:lnTo>
                    <a:pt x="332468" y="190563"/>
                  </a:lnTo>
                  <a:lnTo>
                    <a:pt x="333170" y="185315"/>
                  </a:lnTo>
                  <a:lnTo>
                    <a:pt x="333706" y="180047"/>
                  </a:lnTo>
                  <a:lnTo>
                    <a:pt x="334074" y="174764"/>
                  </a:lnTo>
                  <a:lnTo>
                    <a:pt x="334275" y="169473"/>
                  </a:lnTo>
                  <a:lnTo>
                    <a:pt x="334308" y="164178"/>
                  </a:lnTo>
                  <a:lnTo>
                    <a:pt x="334173" y="158884"/>
                  </a:lnTo>
                  <a:lnTo>
                    <a:pt x="333871" y="153597"/>
                  </a:lnTo>
                  <a:lnTo>
                    <a:pt x="333401" y="148323"/>
                  </a:lnTo>
                  <a:lnTo>
                    <a:pt x="332765" y="143066"/>
                  </a:lnTo>
                  <a:lnTo>
                    <a:pt x="331962" y="137832"/>
                  </a:lnTo>
                  <a:lnTo>
                    <a:pt x="330994" y="132626"/>
                  </a:lnTo>
                  <a:lnTo>
                    <a:pt x="329862" y="127453"/>
                  </a:lnTo>
                  <a:lnTo>
                    <a:pt x="328566" y="122319"/>
                  </a:lnTo>
                  <a:lnTo>
                    <a:pt x="327108" y="117228"/>
                  </a:lnTo>
                  <a:lnTo>
                    <a:pt x="325490" y="112187"/>
                  </a:lnTo>
                  <a:lnTo>
                    <a:pt x="323713" y="107198"/>
                  </a:lnTo>
                  <a:lnTo>
                    <a:pt x="321779" y="102269"/>
                  </a:lnTo>
                  <a:lnTo>
                    <a:pt x="319690" y="97403"/>
                  </a:lnTo>
                  <a:lnTo>
                    <a:pt x="317448" y="92606"/>
                  </a:lnTo>
                  <a:lnTo>
                    <a:pt x="315055" y="87883"/>
                  </a:lnTo>
                  <a:lnTo>
                    <a:pt x="312513" y="83237"/>
                  </a:lnTo>
                  <a:lnTo>
                    <a:pt x="309826" y="78675"/>
                  </a:lnTo>
                  <a:lnTo>
                    <a:pt x="306995" y="74199"/>
                  </a:lnTo>
                  <a:lnTo>
                    <a:pt x="304025" y="69816"/>
                  </a:lnTo>
                  <a:lnTo>
                    <a:pt x="300916" y="65529"/>
                  </a:lnTo>
                  <a:lnTo>
                    <a:pt x="297674" y="61343"/>
                  </a:lnTo>
                  <a:lnTo>
                    <a:pt x="294301" y="57261"/>
                  </a:lnTo>
                  <a:lnTo>
                    <a:pt x="290800" y="53288"/>
                  </a:lnTo>
                  <a:lnTo>
                    <a:pt x="287175" y="49428"/>
                  </a:lnTo>
                  <a:lnTo>
                    <a:pt x="283429" y="45685"/>
                  </a:lnTo>
                  <a:lnTo>
                    <a:pt x="279567" y="42062"/>
                  </a:lnTo>
                  <a:lnTo>
                    <a:pt x="275592" y="38564"/>
                  </a:lnTo>
                  <a:lnTo>
                    <a:pt x="271509" y="35193"/>
                  </a:lnTo>
                  <a:lnTo>
                    <a:pt x="267320" y="31953"/>
                  </a:lnTo>
                  <a:lnTo>
                    <a:pt x="263031" y="28848"/>
                  </a:lnTo>
                  <a:lnTo>
                    <a:pt x="258646" y="25880"/>
                  </a:lnTo>
                  <a:lnTo>
                    <a:pt x="254169" y="23052"/>
                  </a:lnTo>
                  <a:lnTo>
                    <a:pt x="249605" y="20367"/>
                  </a:lnTo>
                  <a:lnTo>
                    <a:pt x="244958" y="17829"/>
                  </a:lnTo>
                  <a:lnTo>
                    <a:pt x="240233" y="15438"/>
                  </a:lnTo>
                  <a:lnTo>
                    <a:pt x="235434" y="13199"/>
                  </a:lnTo>
                  <a:lnTo>
                    <a:pt x="230567" y="11113"/>
                  </a:lnTo>
                  <a:lnTo>
                    <a:pt x="225637" y="9182"/>
                  </a:lnTo>
                  <a:lnTo>
                    <a:pt x="220647" y="7408"/>
                  </a:lnTo>
                  <a:lnTo>
                    <a:pt x="215604" y="5793"/>
                  </a:lnTo>
                  <a:lnTo>
                    <a:pt x="210513" y="4338"/>
                  </a:lnTo>
                  <a:lnTo>
                    <a:pt x="205378" y="3046"/>
                  </a:lnTo>
                  <a:lnTo>
                    <a:pt x="200204" y="1917"/>
                  </a:lnTo>
                  <a:lnTo>
                    <a:pt x="194998" y="952"/>
                  </a:lnTo>
                  <a:lnTo>
                    <a:pt x="167148" y="1657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27850" cy="167167"/>
            </a:xfrm>
            <a:custGeom>
              <a:avLst/>
              <a:pathLst>
                <a:path w="27850" h="167167">
                  <a:moveTo>
                    <a:pt x="27850" y="2336"/>
                  </a:moveTo>
                  <a:lnTo>
                    <a:pt x="20930" y="1315"/>
                  </a:lnTo>
                  <a:lnTo>
                    <a:pt x="13973" y="585"/>
                  </a:lnTo>
                  <a:lnTo>
                    <a:pt x="6993" y="14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4856376" y="5399291"/>
              <a:ext cx="167167" cy="307443"/>
            </a:xfrm>
            <a:custGeom>
              <a:avLst/>
              <a:pathLst>
                <a:path w="167167" h="307443">
                  <a:moveTo>
                    <a:pt x="167167" y="0"/>
                  </a:moveTo>
                  <a:lnTo>
                    <a:pt x="161805" y="86"/>
                  </a:lnTo>
                  <a:lnTo>
                    <a:pt x="156448" y="343"/>
                  </a:lnTo>
                  <a:lnTo>
                    <a:pt x="151103" y="773"/>
                  </a:lnTo>
                  <a:lnTo>
                    <a:pt x="145774" y="1374"/>
                  </a:lnTo>
                  <a:lnTo>
                    <a:pt x="140467" y="2146"/>
                  </a:lnTo>
                  <a:lnTo>
                    <a:pt x="135188" y="3087"/>
                  </a:lnTo>
                  <a:lnTo>
                    <a:pt x="129941" y="4197"/>
                  </a:lnTo>
                  <a:lnTo>
                    <a:pt x="124733" y="5475"/>
                  </a:lnTo>
                  <a:lnTo>
                    <a:pt x="119568" y="6919"/>
                  </a:lnTo>
                  <a:lnTo>
                    <a:pt x="114453" y="8528"/>
                  </a:lnTo>
                  <a:lnTo>
                    <a:pt x="109391" y="10301"/>
                  </a:lnTo>
                  <a:lnTo>
                    <a:pt x="104390" y="12235"/>
                  </a:lnTo>
                  <a:lnTo>
                    <a:pt x="99452" y="14328"/>
                  </a:lnTo>
                  <a:lnTo>
                    <a:pt x="94585" y="16579"/>
                  </a:lnTo>
                  <a:lnTo>
                    <a:pt x="89792" y="18984"/>
                  </a:lnTo>
                  <a:lnTo>
                    <a:pt x="85079" y="21542"/>
                  </a:lnTo>
                  <a:lnTo>
                    <a:pt x="80450" y="24250"/>
                  </a:lnTo>
                  <a:lnTo>
                    <a:pt x="75910" y="27105"/>
                  </a:lnTo>
                  <a:lnTo>
                    <a:pt x="71465" y="30105"/>
                  </a:lnTo>
                  <a:lnTo>
                    <a:pt x="67118" y="33245"/>
                  </a:lnTo>
                  <a:lnTo>
                    <a:pt x="62874" y="36523"/>
                  </a:lnTo>
                  <a:lnTo>
                    <a:pt x="58737" y="39935"/>
                  </a:lnTo>
                  <a:lnTo>
                    <a:pt x="54711" y="43479"/>
                  </a:lnTo>
                  <a:lnTo>
                    <a:pt x="50802" y="47150"/>
                  </a:lnTo>
                  <a:lnTo>
                    <a:pt x="47012" y="50944"/>
                  </a:lnTo>
                  <a:lnTo>
                    <a:pt x="43346" y="54858"/>
                  </a:lnTo>
                  <a:lnTo>
                    <a:pt x="39807" y="58887"/>
                  </a:lnTo>
                  <a:lnTo>
                    <a:pt x="36400" y="63028"/>
                  </a:lnTo>
                  <a:lnTo>
                    <a:pt x="33127" y="67276"/>
                  </a:lnTo>
                  <a:lnTo>
                    <a:pt x="29992" y="71627"/>
                  </a:lnTo>
                  <a:lnTo>
                    <a:pt x="26998" y="76076"/>
                  </a:lnTo>
                  <a:lnTo>
                    <a:pt x="24148" y="80619"/>
                  </a:lnTo>
                  <a:lnTo>
                    <a:pt x="21446" y="85251"/>
                  </a:lnTo>
                  <a:lnTo>
                    <a:pt x="18893" y="89967"/>
                  </a:lnTo>
                  <a:lnTo>
                    <a:pt x="16493" y="94763"/>
                  </a:lnTo>
                  <a:lnTo>
                    <a:pt x="14248" y="99633"/>
                  </a:lnTo>
                  <a:lnTo>
                    <a:pt x="12161" y="104573"/>
                  </a:lnTo>
                  <a:lnTo>
                    <a:pt x="10233" y="109577"/>
                  </a:lnTo>
                  <a:lnTo>
                    <a:pt x="8466" y="114640"/>
                  </a:lnTo>
                  <a:lnTo>
                    <a:pt x="6863" y="119758"/>
                  </a:lnTo>
                  <a:lnTo>
                    <a:pt x="5425" y="124924"/>
                  </a:lnTo>
                  <a:lnTo>
                    <a:pt x="4153" y="130134"/>
                  </a:lnTo>
                  <a:lnTo>
                    <a:pt x="3049" y="135381"/>
                  </a:lnTo>
                  <a:lnTo>
                    <a:pt x="2114" y="140662"/>
                  </a:lnTo>
                  <a:lnTo>
                    <a:pt x="1349" y="145970"/>
                  </a:lnTo>
                  <a:lnTo>
                    <a:pt x="754" y="151299"/>
                  </a:lnTo>
                  <a:lnTo>
                    <a:pt x="331" y="156645"/>
                  </a:lnTo>
                  <a:lnTo>
                    <a:pt x="79" y="162002"/>
                  </a:lnTo>
                  <a:lnTo>
                    <a:pt x="0" y="167364"/>
                  </a:lnTo>
                  <a:lnTo>
                    <a:pt x="92" y="172726"/>
                  </a:lnTo>
                  <a:lnTo>
                    <a:pt x="356" y="178082"/>
                  </a:lnTo>
                  <a:lnTo>
                    <a:pt x="792" y="183427"/>
                  </a:lnTo>
                  <a:lnTo>
                    <a:pt x="1399" y="188755"/>
                  </a:lnTo>
                  <a:lnTo>
                    <a:pt x="2177" y="194061"/>
                  </a:lnTo>
                  <a:lnTo>
                    <a:pt x="3125" y="199340"/>
                  </a:lnTo>
                  <a:lnTo>
                    <a:pt x="4241" y="204585"/>
                  </a:lnTo>
                  <a:lnTo>
                    <a:pt x="5525" y="209792"/>
                  </a:lnTo>
                  <a:lnTo>
                    <a:pt x="6975" y="214955"/>
                  </a:lnTo>
                  <a:lnTo>
                    <a:pt x="8591" y="220068"/>
                  </a:lnTo>
                  <a:lnTo>
                    <a:pt x="10369" y="225127"/>
                  </a:lnTo>
                  <a:lnTo>
                    <a:pt x="12309" y="230127"/>
                  </a:lnTo>
                  <a:lnTo>
                    <a:pt x="14408" y="235062"/>
                  </a:lnTo>
                  <a:lnTo>
                    <a:pt x="16664" y="239927"/>
                  </a:lnTo>
                  <a:lnTo>
                    <a:pt x="19076" y="244717"/>
                  </a:lnTo>
                  <a:lnTo>
                    <a:pt x="21639" y="249427"/>
                  </a:lnTo>
                  <a:lnTo>
                    <a:pt x="24353" y="254052"/>
                  </a:lnTo>
                  <a:lnTo>
                    <a:pt x="27213" y="258589"/>
                  </a:lnTo>
                  <a:lnTo>
                    <a:pt x="30218" y="263031"/>
                  </a:lnTo>
                  <a:lnTo>
                    <a:pt x="33363" y="267374"/>
                  </a:lnTo>
                  <a:lnTo>
                    <a:pt x="36646" y="271614"/>
                  </a:lnTo>
                  <a:lnTo>
                    <a:pt x="40063" y="275747"/>
                  </a:lnTo>
                  <a:lnTo>
                    <a:pt x="43612" y="279768"/>
                  </a:lnTo>
                  <a:lnTo>
                    <a:pt x="47287" y="283673"/>
                  </a:lnTo>
                  <a:lnTo>
                    <a:pt x="51086" y="287459"/>
                  </a:lnTo>
                  <a:lnTo>
                    <a:pt x="55004" y="291120"/>
                  </a:lnTo>
                  <a:lnTo>
                    <a:pt x="59037" y="294654"/>
                  </a:lnTo>
                  <a:lnTo>
                    <a:pt x="63182" y="298057"/>
                  </a:lnTo>
                  <a:lnTo>
                    <a:pt x="67434" y="301325"/>
                  </a:lnTo>
                  <a:lnTo>
                    <a:pt x="71789" y="304455"/>
                  </a:lnTo>
                  <a:lnTo>
                    <a:pt x="76241" y="307443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4932618" y="5566459"/>
              <a:ext cx="90925" cy="140276"/>
            </a:xfrm>
            <a:custGeom>
              <a:avLst/>
              <a:pathLst>
                <a:path w="90925" h="140276">
                  <a:moveTo>
                    <a:pt x="0" y="140276"/>
                  </a:moveTo>
                  <a:lnTo>
                    <a:pt x="9092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4932618" y="5566459"/>
              <a:ext cx="90925" cy="140276"/>
            </a:xfrm>
            <a:custGeom>
              <a:avLst/>
              <a:pathLst>
                <a:path w="90925" h="140276">
                  <a:moveTo>
                    <a:pt x="0" y="140276"/>
                  </a:moveTo>
                  <a:lnTo>
                    <a:pt x="9092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4932618" y="5566459"/>
              <a:ext cx="90925" cy="140276"/>
            </a:xfrm>
            <a:custGeom>
              <a:avLst/>
              <a:pathLst>
                <a:path w="90925" h="140276">
                  <a:moveTo>
                    <a:pt x="0" y="140276"/>
                  </a:moveTo>
                  <a:lnTo>
                    <a:pt x="9092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4932618" y="5566459"/>
              <a:ext cx="90925" cy="140276"/>
            </a:xfrm>
            <a:custGeom>
              <a:avLst/>
              <a:pathLst>
                <a:path w="90925" h="140276">
                  <a:moveTo>
                    <a:pt x="0" y="140276"/>
                  </a:moveTo>
                  <a:lnTo>
                    <a:pt x="9092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4932618" y="5566459"/>
              <a:ext cx="90925" cy="140276"/>
            </a:xfrm>
            <a:custGeom>
              <a:avLst/>
              <a:pathLst>
                <a:path w="90925" h="140276">
                  <a:moveTo>
                    <a:pt x="0" y="140276"/>
                  </a:moveTo>
                  <a:lnTo>
                    <a:pt x="9092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4932618" y="5566459"/>
              <a:ext cx="90925" cy="166551"/>
            </a:xfrm>
            <a:custGeom>
              <a:avLst/>
              <a:pathLst>
                <a:path w="90925" h="166551">
                  <a:moveTo>
                    <a:pt x="0" y="140276"/>
                  </a:moveTo>
                  <a:lnTo>
                    <a:pt x="4956" y="143367"/>
                  </a:lnTo>
                  <a:lnTo>
                    <a:pt x="10018" y="146284"/>
                  </a:lnTo>
                  <a:lnTo>
                    <a:pt x="15179" y="149021"/>
                  </a:lnTo>
                  <a:lnTo>
                    <a:pt x="20432" y="151577"/>
                  </a:lnTo>
                  <a:lnTo>
                    <a:pt x="25771" y="153947"/>
                  </a:lnTo>
                  <a:lnTo>
                    <a:pt x="31190" y="156130"/>
                  </a:lnTo>
                  <a:lnTo>
                    <a:pt x="36682" y="158122"/>
                  </a:lnTo>
                  <a:lnTo>
                    <a:pt x="42240" y="159920"/>
                  </a:lnTo>
                  <a:lnTo>
                    <a:pt x="47857" y="161524"/>
                  </a:lnTo>
                  <a:lnTo>
                    <a:pt x="53527" y="162930"/>
                  </a:lnTo>
                  <a:lnTo>
                    <a:pt x="59243" y="164137"/>
                  </a:lnTo>
                  <a:lnTo>
                    <a:pt x="64997" y="165144"/>
                  </a:lnTo>
                  <a:lnTo>
                    <a:pt x="70783" y="165949"/>
                  </a:lnTo>
                  <a:lnTo>
                    <a:pt x="76594" y="166551"/>
                  </a:lnTo>
                  <a:lnTo>
                    <a:pt x="9092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09212" y="5399291"/>
              <a:ext cx="181496" cy="334326"/>
            </a:xfrm>
            <a:custGeom>
              <a:avLst/>
              <a:pathLst>
                <a:path w="181496" h="334326">
                  <a:moveTo>
                    <a:pt x="0" y="333719"/>
                  </a:moveTo>
                  <a:lnTo>
                    <a:pt x="5328" y="334092"/>
                  </a:lnTo>
                  <a:lnTo>
                    <a:pt x="10666" y="334294"/>
                  </a:lnTo>
                  <a:lnTo>
                    <a:pt x="16007" y="334326"/>
                  </a:lnTo>
                  <a:lnTo>
                    <a:pt x="21347" y="334187"/>
                  </a:lnTo>
                  <a:lnTo>
                    <a:pt x="26680" y="333878"/>
                  </a:lnTo>
                  <a:lnTo>
                    <a:pt x="32000" y="333398"/>
                  </a:lnTo>
                  <a:lnTo>
                    <a:pt x="37302" y="332749"/>
                  </a:lnTo>
                  <a:lnTo>
                    <a:pt x="42580" y="331930"/>
                  </a:lnTo>
                  <a:lnTo>
                    <a:pt x="47830" y="330944"/>
                  </a:lnTo>
                  <a:lnTo>
                    <a:pt x="53045" y="329790"/>
                  </a:lnTo>
                  <a:lnTo>
                    <a:pt x="58221" y="328470"/>
                  </a:lnTo>
                  <a:lnTo>
                    <a:pt x="63352" y="326985"/>
                  </a:lnTo>
                  <a:lnTo>
                    <a:pt x="68433" y="325337"/>
                  </a:lnTo>
                  <a:lnTo>
                    <a:pt x="73459" y="323528"/>
                  </a:lnTo>
                  <a:lnTo>
                    <a:pt x="78424" y="321559"/>
                  </a:lnTo>
                  <a:lnTo>
                    <a:pt x="83324" y="319433"/>
                  </a:lnTo>
                  <a:lnTo>
                    <a:pt x="88154" y="317151"/>
                  </a:lnTo>
                  <a:lnTo>
                    <a:pt x="92908" y="314715"/>
                  </a:lnTo>
                  <a:lnTo>
                    <a:pt x="97582" y="312130"/>
                  </a:lnTo>
                  <a:lnTo>
                    <a:pt x="102171" y="309396"/>
                  </a:lnTo>
                  <a:lnTo>
                    <a:pt x="106670" y="306517"/>
                  </a:lnTo>
                  <a:lnTo>
                    <a:pt x="111075" y="303495"/>
                  </a:lnTo>
                  <a:lnTo>
                    <a:pt x="115382" y="300335"/>
                  </a:lnTo>
                  <a:lnTo>
                    <a:pt x="119585" y="297038"/>
                  </a:lnTo>
                  <a:lnTo>
                    <a:pt x="123680" y="293609"/>
                  </a:lnTo>
                  <a:lnTo>
                    <a:pt x="127664" y="290051"/>
                  </a:lnTo>
                  <a:lnTo>
                    <a:pt x="131532" y="286367"/>
                  </a:lnTo>
                  <a:lnTo>
                    <a:pt x="135281" y="282562"/>
                  </a:lnTo>
                  <a:lnTo>
                    <a:pt x="138906" y="278639"/>
                  </a:lnTo>
                  <a:lnTo>
                    <a:pt x="142404" y="274602"/>
                  </a:lnTo>
                  <a:lnTo>
                    <a:pt x="145771" y="270455"/>
                  </a:lnTo>
                  <a:lnTo>
                    <a:pt x="149004" y="266203"/>
                  </a:lnTo>
                  <a:lnTo>
                    <a:pt x="152099" y="261850"/>
                  </a:lnTo>
                  <a:lnTo>
                    <a:pt x="155054" y="257400"/>
                  </a:lnTo>
                  <a:lnTo>
                    <a:pt x="157865" y="252858"/>
                  </a:lnTo>
                  <a:lnTo>
                    <a:pt x="160529" y="248228"/>
                  </a:lnTo>
                  <a:lnTo>
                    <a:pt x="163045" y="243516"/>
                  </a:lnTo>
                  <a:lnTo>
                    <a:pt x="165408" y="238726"/>
                  </a:lnTo>
                  <a:lnTo>
                    <a:pt x="167617" y="233862"/>
                  </a:lnTo>
                  <a:lnTo>
                    <a:pt x="169670" y="228931"/>
                  </a:lnTo>
                  <a:lnTo>
                    <a:pt x="171564" y="223936"/>
                  </a:lnTo>
                  <a:lnTo>
                    <a:pt x="173297" y="218884"/>
                  </a:lnTo>
                  <a:lnTo>
                    <a:pt x="174868" y="213779"/>
                  </a:lnTo>
                  <a:lnTo>
                    <a:pt x="176276" y="208626"/>
                  </a:lnTo>
                  <a:lnTo>
                    <a:pt x="177518" y="203431"/>
                  </a:lnTo>
                  <a:lnTo>
                    <a:pt x="178593" y="198198"/>
                  </a:lnTo>
                  <a:lnTo>
                    <a:pt x="179500" y="192935"/>
                  </a:lnTo>
                  <a:lnTo>
                    <a:pt x="180239" y="187644"/>
                  </a:lnTo>
                  <a:lnTo>
                    <a:pt x="180809" y="182333"/>
                  </a:lnTo>
                  <a:lnTo>
                    <a:pt x="181208" y="177007"/>
                  </a:lnTo>
                  <a:lnTo>
                    <a:pt x="181438" y="171670"/>
                  </a:lnTo>
                  <a:lnTo>
                    <a:pt x="181496" y="166329"/>
                  </a:lnTo>
                  <a:lnTo>
                    <a:pt x="181384" y="160988"/>
                  </a:lnTo>
                  <a:lnTo>
                    <a:pt x="181101" y="155654"/>
                  </a:lnTo>
                  <a:lnTo>
                    <a:pt x="180648" y="150332"/>
                  </a:lnTo>
                  <a:lnTo>
                    <a:pt x="180026" y="145027"/>
                  </a:lnTo>
                  <a:lnTo>
                    <a:pt x="179234" y="139744"/>
                  </a:lnTo>
                  <a:lnTo>
                    <a:pt x="178273" y="134490"/>
                  </a:lnTo>
                  <a:lnTo>
                    <a:pt x="177146" y="129269"/>
                  </a:lnTo>
                  <a:lnTo>
                    <a:pt x="175852" y="124086"/>
                  </a:lnTo>
                  <a:lnTo>
                    <a:pt x="174393" y="118948"/>
                  </a:lnTo>
                  <a:lnTo>
                    <a:pt x="172771" y="113858"/>
                  </a:lnTo>
                  <a:lnTo>
                    <a:pt x="170987" y="108824"/>
                  </a:lnTo>
                  <a:lnTo>
                    <a:pt x="169043" y="103848"/>
                  </a:lnTo>
                  <a:lnTo>
                    <a:pt x="166941" y="98938"/>
                  </a:lnTo>
                  <a:lnTo>
                    <a:pt x="164683" y="94097"/>
                  </a:lnTo>
                  <a:lnTo>
                    <a:pt x="162271" y="89330"/>
                  </a:lnTo>
                  <a:lnTo>
                    <a:pt x="159709" y="84644"/>
                  </a:lnTo>
                  <a:lnTo>
                    <a:pt x="156998" y="80041"/>
                  </a:lnTo>
                  <a:lnTo>
                    <a:pt x="154142" y="75527"/>
                  </a:lnTo>
                  <a:lnTo>
                    <a:pt x="151143" y="71107"/>
                  </a:lnTo>
                  <a:lnTo>
                    <a:pt x="148004" y="66785"/>
                  </a:lnTo>
                  <a:lnTo>
                    <a:pt x="144728" y="62566"/>
                  </a:lnTo>
                  <a:lnTo>
                    <a:pt x="141320" y="58453"/>
                  </a:lnTo>
                  <a:lnTo>
                    <a:pt x="137782" y="54451"/>
                  </a:lnTo>
                  <a:lnTo>
                    <a:pt x="134118" y="50565"/>
                  </a:lnTo>
                  <a:lnTo>
                    <a:pt x="130331" y="46797"/>
                  </a:lnTo>
                  <a:lnTo>
                    <a:pt x="126426" y="43152"/>
                  </a:lnTo>
                  <a:lnTo>
                    <a:pt x="122407" y="39634"/>
                  </a:lnTo>
                  <a:lnTo>
                    <a:pt x="118277" y="36246"/>
                  </a:lnTo>
                  <a:lnTo>
                    <a:pt x="114041" y="32992"/>
                  </a:lnTo>
                  <a:lnTo>
                    <a:pt x="109703" y="29875"/>
                  </a:lnTo>
                  <a:lnTo>
                    <a:pt x="105268" y="26898"/>
                  </a:lnTo>
                  <a:lnTo>
                    <a:pt x="100740" y="24064"/>
                  </a:lnTo>
                  <a:lnTo>
                    <a:pt x="96124" y="21377"/>
                  </a:lnTo>
                  <a:lnTo>
                    <a:pt x="91425" y="18838"/>
                  </a:lnTo>
                  <a:lnTo>
                    <a:pt x="86646" y="16451"/>
                  </a:lnTo>
                  <a:lnTo>
                    <a:pt x="81794" y="14217"/>
                  </a:lnTo>
                  <a:lnTo>
                    <a:pt x="76873" y="12140"/>
                  </a:lnTo>
                  <a:lnTo>
                    <a:pt x="71888" y="10221"/>
                  </a:lnTo>
                  <a:lnTo>
                    <a:pt x="66844" y="8462"/>
                  </a:lnTo>
                  <a:lnTo>
                    <a:pt x="61747" y="6865"/>
                  </a:lnTo>
                  <a:lnTo>
                    <a:pt x="56601" y="5432"/>
                  </a:lnTo>
                  <a:lnTo>
                    <a:pt x="51412" y="4164"/>
                  </a:lnTo>
                  <a:lnTo>
                    <a:pt x="46186" y="3063"/>
                  </a:lnTo>
                  <a:lnTo>
                    <a:pt x="40926" y="2129"/>
                  </a:lnTo>
                  <a:lnTo>
                    <a:pt x="35640" y="1363"/>
                  </a:lnTo>
                  <a:lnTo>
                    <a:pt x="30332" y="767"/>
                  </a:lnTo>
                  <a:lnTo>
                    <a:pt x="25007" y="341"/>
                  </a:lnTo>
                  <a:lnTo>
                    <a:pt x="19672" y="85"/>
                  </a:lnTo>
                  <a:lnTo>
                    <a:pt x="14331" y="0"/>
                  </a:lnTo>
                  <a:lnTo>
                    <a:pt x="1433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411551" y="5269756"/>
              <a:ext cx="133707" cy="167167"/>
            </a:xfrm>
            <a:custGeom>
              <a:avLst/>
              <a:pathLst>
                <a:path w="133707" h="167167">
                  <a:moveTo>
                    <a:pt x="133707" y="0"/>
                  </a:moveTo>
                  <a:lnTo>
                    <a:pt x="128173" y="91"/>
                  </a:lnTo>
                  <a:lnTo>
                    <a:pt x="122645" y="366"/>
                  </a:lnTo>
                  <a:lnTo>
                    <a:pt x="117130" y="823"/>
                  </a:lnTo>
                  <a:lnTo>
                    <a:pt x="111633" y="1463"/>
                  </a:lnTo>
                  <a:lnTo>
                    <a:pt x="106160" y="2285"/>
                  </a:lnTo>
                  <a:lnTo>
                    <a:pt x="100717" y="3287"/>
                  </a:lnTo>
                  <a:lnTo>
                    <a:pt x="95310" y="4469"/>
                  </a:lnTo>
                  <a:lnTo>
                    <a:pt x="89946" y="5829"/>
                  </a:lnTo>
                  <a:lnTo>
                    <a:pt x="84629" y="7366"/>
                  </a:lnTo>
                  <a:lnTo>
                    <a:pt x="79366" y="9078"/>
                  </a:lnTo>
                  <a:lnTo>
                    <a:pt x="74163" y="10964"/>
                  </a:lnTo>
                  <a:lnTo>
                    <a:pt x="69025" y="13020"/>
                  </a:lnTo>
                  <a:lnTo>
                    <a:pt x="63958" y="15246"/>
                  </a:lnTo>
                  <a:lnTo>
                    <a:pt x="58967" y="17638"/>
                  </a:lnTo>
                  <a:lnTo>
                    <a:pt x="54058" y="20194"/>
                  </a:lnTo>
                  <a:lnTo>
                    <a:pt x="49237" y="22911"/>
                  </a:lnTo>
                  <a:lnTo>
                    <a:pt x="44508" y="25786"/>
                  </a:lnTo>
                  <a:lnTo>
                    <a:pt x="39877" y="28816"/>
                  </a:lnTo>
                  <a:lnTo>
                    <a:pt x="35349" y="31998"/>
                  </a:lnTo>
                  <a:lnTo>
                    <a:pt x="30928" y="35328"/>
                  </a:lnTo>
                  <a:lnTo>
                    <a:pt x="26620" y="38802"/>
                  </a:lnTo>
                  <a:lnTo>
                    <a:pt x="22430" y="42417"/>
                  </a:lnTo>
                  <a:lnTo>
                    <a:pt x="18361" y="46169"/>
                  </a:lnTo>
                  <a:lnTo>
                    <a:pt x="14419" y="50054"/>
                  </a:lnTo>
                  <a:lnTo>
                    <a:pt x="10608" y="54067"/>
                  </a:lnTo>
                  <a:lnTo>
                    <a:pt x="6932" y="58203"/>
                  </a:lnTo>
                  <a:lnTo>
                    <a:pt x="3394" y="62460"/>
                  </a:lnTo>
                  <a:lnTo>
                    <a:pt x="0" y="66831"/>
                  </a:lnTo>
                  <a:lnTo>
                    <a:pt x="13370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411551" y="5336587"/>
              <a:ext cx="133707" cy="100336"/>
            </a:xfrm>
            <a:custGeom>
              <a:avLst/>
              <a:pathLst>
                <a:path w="133707" h="100336">
                  <a:moveTo>
                    <a:pt x="0" y="0"/>
                  </a:moveTo>
                  <a:lnTo>
                    <a:pt x="133707" y="1003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411551" y="5336587"/>
              <a:ext cx="133707" cy="100336"/>
            </a:xfrm>
            <a:custGeom>
              <a:avLst/>
              <a:pathLst>
                <a:path w="133707" h="100336">
                  <a:moveTo>
                    <a:pt x="0" y="0"/>
                  </a:moveTo>
                  <a:lnTo>
                    <a:pt x="133707" y="1003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411551" y="5336587"/>
              <a:ext cx="133707" cy="100336"/>
            </a:xfrm>
            <a:custGeom>
              <a:avLst/>
              <a:pathLst>
                <a:path w="133707" h="100336">
                  <a:moveTo>
                    <a:pt x="0" y="0"/>
                  </a:moveTo>
                  <a:lnTo>
                    <a:pt x="133707" y="10033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411551" y="5336587"/>
              <a:ext cx="133707" cy="100336"/>
            </a:xfrm>
            <a:custGeom>
              <a:avLst/>
              <a:pathLst>
                <a:path w="133707" h="100336">
                  <a:moveTo>
                    <a:pt x="0" y="0"/>
                  </a:moveTo>
                  <a:lnTo>
                    <a:pt x="133707" y="10033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392368" y="5336587"/>
              <a:ext cx="152889" cy="100336"/>
            </a:xfrm>
            <a:custGeom>
              <a:avLst/>
              <a:pathLst>
                <a:path w="152889" h="100336">
                  <a:moveTo>
                    <a:pt x="19182" y="0"/>
                  </a:moveTo>
                  <a:lnTo>
                    <a:pt x="15475" y="5139"/>
                  </a:lnTo>
                  <a:lnTo>
                    <a:pt x="11966" y="10416"/>
                  </a:lnTo>
                  <a:lnTo>
                    <a:pt x="8659" y="15822"/>
                  </a:lnTo>
                  <a:lnTo>
                    <a:pt x="5559" y="21349"/>
                  </a:lnTo>
                  <a:lnTo>
                    <a:pt x="2672" y="26990"/>
                  </a:lnTo>
                  <a:lnTo>
                    <a:pt x="0" y="32736"/>
                  </a:lnTo>
                  <a:lnTo>
                    <a:pt x="152889" y="1003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378092" y="5269756"/>
              <a:ext cx="334320" cy="334330"/>
            </a:xfrm>
            <a:custGeom>
              <a:avLst/>
              <a:pathLst>
                <a:path w="334320" h="334330">
                  <a:moveTo>
                    <a:pt x="14275" y="99567"/>
                  </a:moveTo>
                  <a:lnTo>
                    <a:pt x="12212" y="104441"/>
                  </a:lnTo>
                  <a:lnTo>
                    <a:pt x="10304" y="109377"/>
                  </a:lnTo>
                  <a:lnTo>
                    <a:pt x="8554" y="114371"/>
                  </a:lnTo>
                  <a:lnTo>
                    <a:pt x="6962" y="119418"/>
                  </a:lnTo>
                  <a:lnTo>
                    <a:pt x="5531" y="124513"/>
                  </a:lnTo>
                  <a:lnTo>
                    <a:pt x="4262" y="129650"/>
                  </a:lnTo>
                  <a:lnTo>
                    <a:pt x="3156" y="134826"/>
                  </a:lnTo>
                  <a:lnTo>
                    <a:pt x="2214" y="140033"/>
                  </a:lnTo>
                  <a:lnTo>
                    <a:pt x="1438" y="145268"/>
                  </a:lnTo>
                  <a:lnTo>
                    <a:pt x="828" y="150525"/>
                  </a:lnTo>
                  <a:lnTo>
                    <a:pt x="385" y="155798"/>
                  </a:lnTo>
                  <a:lnTo>
                    <a:pt x="108" y="161083"/>
                  </a:lnTo>
                  <a:lnTo>
                    <a:pt x="0" y="166374"/>
                  </a:lnTo>
                  <a:lnTo>
                    <a:pt x="58" y="171666"/>
                  </a:lnTo>
                  <a:lnTo>
                    <a:pt x="284" y="176953"/>
                  </a:lnTo>
                  <a:lnTo>
                    <a:pt x="678" y="182231"/>
                  </a:lnTo>
                  <a:lnTo>
                    <a:pt x="1238" y="187493"/>
                  </a:lnTo>
                  <a:lnTo>
                    <a:pt x="1964" y="192735"/>
                  </a:lnTo>
                  <a:lnTo>
                    <a:pt x="2857" y="197951"/>
                  </a:lnTo>
                  <a:lnTo>
                    <a:pt x="3913" y="203137"/>
                  </a:lnTo>
                  <a:lnTo>
                    <a:pt x="5134" y="208286"/>
                  </a:lnTo>
                  <a:lnTo>
                    <a:pt x="6516" y="213394"/>
                  </a:lnTo>
                  <a:lnTo>
                    <a:pt x="8060" y="218456"/>
                  </a:lnTo>
                  <a:lnTo>
                    <a:pt x="9763" y="223467"/>
                  </a:lnTo>
                  <a:lnTo>
                    <a:pt x="11624" y="228421"/>
                  </a:lnTo>
                  <a:lnTo>
                    <a:pt x="13641" y="233314"/>
                  </a:lnTo>
                  <a:lnTo>
                    <a:pt x="15812" y="238140"/>
                  </a:lnTo>
                  <a:lnTo>
                    <a:pt x="18134" y="242895"/>
                  </a:lnTo>
                  <a:lnTo>
                    <a:pt x="20606" y="247575"/>
                  </a:lnTo>
                  <a:lnTo>
                    <a:pt x="23225" y="252173"/>
                  </a:lnTo>
                  <a:lnTo>
                    <a:pt x="25987" y="256687"/>
                  </a:lnTo>
                  <a:lnTo>
                    <a:pt x="28892" y="261111"/>
                  </a:lnTo>
                  <a:lnTo>
                    <a:pt x="31935" y="265441"/>
                  </a:lnTo>
                  <a:lnTo>
                    <a:pt x="35113" y="269672"/>
                  </a:lnTo>
                  <a:lnTo>
                    <a:pt x="38424" y="273800"/>
                  </a:lnTo>
                  <a:lnTo>
                    <a:pt x="41864" y="277822"/>
                  </a:lnTo>
                  <a:lnTo>
                    <a:pt x="45429" y="281733"/>
                  </a:lnTo>
                  <a:lnTo>
                    <a:pt x="49117" y="285529"/>
                  </a:lnTo>
                  <a:lnTo>
                    <a:pt x="52922" y="289206"/>
                  </a:lnTo>
                  <a:lnTo>
                    <a:pt x="56842" y="292761"/>
                  </a:lnTo>
                  <a:lnTo>
                    <a:pt x="60873" y="296190"/>
                  </a:lnTo>
                  <a:lnTo>
                    <a:pt x="65010" y="299490"/>
                  </a:lnTo>
                  <a:lnTo>
                    <a:pt x="69250" y="302657"/>
                  </a:lnTo>
                  <a:lnTo>
                    <a:pt x="73588" y="305689"/>
                  </a:lnTo>
                  <a:lnTo>
                    <a:pt x="78019" y="308581"/>
                  </a:lnTo>
                  <a:lnTo>
                    <a:pt x="82540" y="311332"/>
                  </a:lnTo>
                  <a:lnTo>
                    <a:pt x="87146" y="313939"/>
                  </a:lnTo>
                  <a:lnTo>
                    <a:pt x="91832" y="316398"/>
                  </a:lnTo>
                  <a:lnTo>
                    <a:pt x="96593" y="318708"/>
                  </a:lnTo>
                  <a:lnTo>
                    <a:pt x="101425" y="320866"/>
                  </a:lnTo>
                  <a:lnTo>
                    <a:pt x="106323" y="322869"/>
                  </a:lnTo>
                  <a:lnTo>
                    <a:pt x="111282" y="324717"/>
                  </a:lnTo>
                  <a:lnTo>
                    <a:pt x="116297" y="326407"/>
                  </a:lnTo>
                  <a:lnTo>
                    <a:pt x="121363" y="327937"/>
                  </a:lnTo>
                  <a:lnTo>
                    <a:pt x="126475" y="329307"/>
                  </a:lnTo>
                  <a:lnTo>
                    <a:pt x="131628" y="330513"/>
                  </a:lnTo>
                  <a:lnTo>
                    <a:pt x="136816" y="331556"/>
                  </a:lnTo>
                  <a:lnTo>
                    <a:pt x="142035" y="332435"/>
                  </a:lnTo>
                  <a:lnTo>
                    <a:pt x="147279" y="333147"/>
                  </a:lnTo>
                  <a:lnTo>
                    <a:pt x="152543" y="333694"/>
                  </a:lnTo>
                  <a:lnTo>
                    <a:pt x="157821" y="334073"/>
                  </a:lnTo>
                  <a:lnTo>
                    <a:pt x="163109" y="334285"/>
                  </a:lnTo>
                  <a:lnTo>
                    <a:pt x="168401" y="334330"/>
                  </a:lnTo>
                  <a:lnTo>
                    <a:pt x="173691" y="334207"/>
                  </a:lnTo>
                  <a:lnTo>
                    <a:pt x="178975" y="333917"/>
                  </a:lnTo>
                  <a:lnTo>
                    <a:pt x="184248" y="333459"/>
                  </a:lnTo>
                  <a:lnTo>
                    <a:pt x="189503" y="332835"/>
                  </a:lnTo>
                  <a:lnTo>
                    <a:pt x="194736" y="332045"/>
                  </a:lnTo>
                  <a:lnTo>
                    <a:pt x="199941" y="331090"/>
                  </a:lnTo>
                  <a:lnTo>
                    <a:pt x="205113" y="329970"/>
                  </a:lnTo>
                  <a:lnTo>
                    <a:pt x="210247" y="328687"/>
                  </a:lnTo>
                  <a:lnTo>
                    <a:pt x="215338" y="327243"/>
                  </a:lnTo>
                  <a:lnTo>
                    <a:pt x="220381" y="325638"/>
                  </a:lnTo>
                  <a:lnTo>
                    <a:pt x="225371" y="323874"/>
                  </a:lnTo>
                  <a:lnTo>
                    <a:pt x="230302" y="321953"/>
                  </a:lnTo>
                  <a:lnTo>
                    <a:pt x="235170" y="319877"/>
                  </a:lnTo>
                  <a:lnTo>
                    <a:pt x="239969" y="317648"/>
                  </a:lnTo>
                  <a:lnTo>
                    <a:pt x="244696" y="315268"/>
                  </a:lnTo>
                  <a:lnTo>
                    <a:pt x="249345" y="312740"/>
                  </a:lnTo>
                  <a:lnTo>
                    <a:pt x="253912" y="310065"/>
                  </a:lnTo>
                  <a:lnTo>
                    <a:pt x="258391" y="307248"/>
                  </a:lnTo>
                  <a:lnTo>
                    <a:pt x="262780" y="304290"/>
                  </a:lnTo>
                  <a:lnTo>
                    <a:pt x="267072" y="301195"/>
                  </a:lnTo>
                  <a:lnTo>
                    <a:pt x="271265" y="297965"/>
                  </a:lnTo>
                  <a:lnTo>
                    <a:pt x="275353" y="294605"/>
                  </a:lnTo>
                  <a:lnTo>
                    <a:pt x="279332" y="291116"/>
                  </a:lnTo>
                  <a:lnTo>
                    <a:pt x="283199" y="287504"/>
                  </a:lnTo>
                  <a:lnTo>
                    <a:pt x="286950" y="283771"/>
                  </a:lnTo>
                  <a:lnTo>
                    <a:pt x="290581" y="279921"/>
                  </a:lnTo>
                  <a:lnTo>
                    <a:pt x="294088" y="275958"/>
                  </a:lnTo>
                  <a:lnTo>
                    <a:pt x="297468" y="271886"/>
                  </a:lnTo>
                  <a:lnTo>
                    <a:pt x="300718" y="267709"/>
                  </a:lnTo>
                  <a:lnTo>
                    <a:pt x="303833" y="263431"/>
                  </a:lnTo>
                  <a:lnTo>
                    <a:pt x="306812" y="259057"/>
                  </a:lnTo>
                  <a:lnTo>
                    <a:pt x="309651" y="254590"/>
                  </a:lnTo>
                  <a:lnTo>
                    <a:pt x="312346" y="250036"/>
                  </a:lnTo>
                  <a:lnTo>
                    <a:pt x="314897" y="245399"/>
                  </a:lnTo>
                  <a:lnTo>
                    <a:pt x="317299" y="240684"/>
                  </a:lnTo>
                  <a:lnTo>
                    <a:pt x="319551" y="235895"/>
                  </a:lnTo>
                  <a:lnTo>
                    <a:pt x="321650" y="231037"/>
                  </a:lnTo>
                  <a:lnTo>
                    <a:pt x="323594" y="226115"/>
                  </a:lnTo>
                  <a:lnTo>
                    <a:pt x="325382" y="221134"/>
                  </a:lnTo>
                  <a:lnTo>
                    <a:pt x="327011" y="216099"/>
                  </a:lnTo>
                  <a:lnTo>
                    <a:pt x="328479" y="211015"/>
                  </a:lnTo>
                  <a:lnTo>
                    <a:pt x="329787" y="205886"/>
                  </a:lnTo>
                  <a:lnTo>
                    <a:pt x="330931" y="200720"/>
                  </a:lnTo>
                  <a:lnTo>
                    <a:pt x="331911" y="195519"/>
                  </a:lnTo>
                  <a:lnTo>
                    <a:pt x="332726" y="190290"/>
                  </a:lnTo>
                  <a:lnTo>
                    <a:pt x="333375" y="185038"/>
                  </a:lnTo>
                  <a:lnTo>
                    <a:pt x="333857" y="179768"/>
                  </a:lnTo>
                  <a:lnTo>
                    <a:pt x="334172" y="174485"/>
                  </a:lnTo>
                  <a:lnTo>
                    <a:pt x="334320" y="169195"/>
                  </a:lnTo>
                  <a:lnTo>
                    <a:pt x="334301" y="163903"/>
                  </a:lnTo>
                  <a:lnTo>
                    <a:pt x="334114" y="158614"/>
                  </a:lnTo>
                  <a:lnTo>
                    <a:pt x="333759" y="153334"/>
                  </a:lnTo>
                  <a:lnTo>
                    <a:pt x="333238" y="148068"/>
                  </a:lnTo>
                  <a:lnTo>
                    <a:pt x="332550" y="142821"/>
                  </a:lnTo>
                  <a:lnTo>
                    <a:pt x="331697" y="137598"/>
                  </a:lnTo>
                  <a:lnTo>
                    <a:pt x="330678" y="132405"/>
                  </a:lnTo>
                  <a:lnTo>
                    <a:pt x="329496" y="127246"/>
                  </a:lnTo>
                  <a:lnTo>
                    <a:pt x="328151" y="122128"/>
                  </a:lnTo>
                  <a:lnTo>
                    <a:pt x="326645" y="117055"/>
                  </a:lnTo>
                  <a:lnTo>
                    <a:pt x="324979" y="112032"/>
                  </a:lnTo>
                  <a:lnTo>
                    <a:pt x="323154" y="107064"/>
                  </a:lnTo>
                  <a:lnTo>
                    <a:pt x="321174" y="102157"/>
                  </a:lnTo>
                  <a:lnTo>
                    <a:pt x="319039" y="97315"/>
                  </a:lnTo>
                  <a:lnTo>
                    <a:pt x="316752" y="92542"/>
                  </a:lnTo>
                  <a:lnTo>
                    <a:pt x="314314" y="87845"/>
                  </a:lnTo>
                  <a:lnTo>
                    <a:pt x="311730" y="83227"/>
                  </a:lnTo>
                  <a:lnTo>
                    <a:pt x="309001" y="78693"/>
                  </a:lnTo>
                  <a:lnTo>
                    <a:pt x="306129" y="74248"/>
                  </a:lnTo>
                  <a:lnTo>
                    <a:pt x="303118" y="69896"/>
                  </a:lnTo>
                  <a:lnTo>
                    <a:pt x="299971" y="65641"/>
                  </a:lnTo>
                  <a:lnTo>
                    <a:pt x="296691" y="61488"/>
                  </a:lnTo>
                  <a:lnTo>
                    <a:pt x="293281" y="57441"/>
                  </a:lnTo>
                  <a:lnTo>
                    <a:pt x="289744" y="53504"/>
                  </a:lnTo>
                  <a:lnTo>
                    <a:pt x="286085" y="49681"/>
                  </a:lnTo>
                  <a:lnTo>
                    <a:pt x="282307" y="45976"/>
                  </a:lnTo>
                  <a:lnTo>
                    <a:pt x="278413" y="42392"/>
                  </a:lnTo>
                  <a:lnTo>
                    <a:pt x="274408" y="38933"/>
                  </a:lnTo>
                  <a:lnTo>
                    <a:pt x="270295" y="35603"/>
                  </a:lnTo>
                  <a:lnTo>
                    <a:pt x="266079" y="32404"/>
                  </a:lnTo>
                  <a:lnTo>
                    <a:pt x="261764" y="29341"/>
                  </a:lnTo>
                  <a:lnTo>
                    <a:pt x="257354" y="26415"/>
                  </a:lnTo>
                  <a:lnTo>
                    <a:pt x="252853" y="23631"/>
                  </a:lnTo>
                  <a:lnTo>
                    <a:pt x="248267" y="20991"/>
                  </a:lnTo>
                  <a:lnTo>
                    <a:pt x="243599" y="18497"/>
                  </a:lnTo>
                  <a:lnTo>
                    <a:pt x="238855" y="16152"/>
                  </a:lnTo>
                  <a:lnTo>
                    <a:pt x="234039" y="13958"/>
                  </a:lnTo>
                  <a:lnTo>
                    <a:pt x="229156" y="11918"/>
                  </a:lnTo>
                  <a:lnTo>
                    <a:pt x="224211" y="10034"/>
                  </a:lnTo>
                  <a:lnTo>
                    <a:pt x="219208" y="8307"/>
                  </a:lnTo>
                  <a:lnTo>
                    <a:pt x="214154" y="6739"/>
                  </a:lnTo>
                  <a:lnTo>
                    <a:pt x="209052" y="5332"/>
                  </a:lnTo>
                  <a:lnTo>
                    <a:pt x="203909" y="4088"/>
                  </a:lnTo>
                  <a:lnTo>
                    <a:pt x="198728" y="3006"/>
                  </a:lnTo>
                  <a:lnTo>
                    <a:pt x="193516" y="2089"/>
                  </a:lnTo>
                  <a:lnTo>
                    <a:pt x="188278" y="1338"/>
                  </a:lnTo>
                  <a:lnTo>
                    <a:pt x="183018" y="753"/>
                  </a:lnTo>
                  <a:lnTo>
                    <a:pt x="177743" y="334"/>
                  </a:lnTo>
                  <a:lnTo>
                    <a:pt x="172456" y="83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5856328" y="5018213"/>
              <a:ext cx="164710" cy="167167"/>
            </a:xfrm>
            <a:custGeom>
              <a:avLst/>
              <a:pathLst>
                <a:path w="164710" h="167167">
                  <a:moveTo>
                    <a:pt x="164710" y="0"/>
                  </a:moveTo>
                  <a:lnTo>
                    <a:pt x="159271" y="88"/>
                  </a:lnTo>
                  <a:lnTo>
                    <a:pt x="153839" y="353"/>
                  </a:lnTo>
                  <a:lnTo>
                    <a:pt x="148418" y="795"/>
                  </a:lnTo>
                  <a:lnTo>
                    <a:pt x="143014" y="1413"/>
                  </a:lnTo>
                  <a:lnTo>
                    <a:pt x="137633" y="2207"/>
                  </a:lnTo>
                  <a:lnTo>
                    <a:pt x="132281" y="3175"/>
                  </a:lnTo>
                  <a:lnTo>
                    <a:pt x="126963" y="4317"/>
                  </a:lnTo>
                  <a:lnTo>
                    <a:pt x="121685" y="5631"/>
                  </a:lnTo>
                  <a:lnTo>
                    <a:pt x="116453" y="7116"/>
                  </a:lnTo>
                  <a:lnTo>
                    <a:pt x="111272" y="8771"/>
                  </a:lnTo>
                  <a:lnTo>
                    <a:pt x="106147" y="10593"/>
                  </a:lnTo>
                  <a:lnTo>
                    <a:pt x="101084" y="12581"/>
                  </a:lnTo>
                  <a:lnTo>
                    <a:pt x="96089" y="14733"/>
                  </a:lnTo>
                  <a:lnTo>
                    <a:pt x="91166" y="17046"/>
                  </a:lnTo>
                  <a:lnTo>
                    <a:pt x="86322" y="19518"/>
                  </a:lnTo>
                  <a:lnTo>
                    <a:pt x="81560" y="22146"/>
                  </a:lnTo>
                  <a:lnTo>
                    <a:pt x="76886" y="24928"/>
                  </a:lnTo>
                  <a:lnTo>
                    <a:pt x="72305" y="27860"/>
                  </a:lnTo>
                  <a:lnTo>
                    <a:pt x="67822" y="30940"/>
                  </a:lnTo>
                  <a:lnTo>
                    <a:pt x="63442" y="34164"/>
                  </a:lnTo>
                  <a:lnTo>
                    <a:pt x="59168" y="37529"/>
                  </a:lnTo>
                  <a:lnTo>
                    <a:pt x="55007" y="41031"/>
                  </a:lnTo>
                  <a:lnTo>
                    <a:pt x="50962" y="44667"/>
                  </a:lnTo>
                  <a:lnTo>
                    <a:pt x="47037" y="48432"/>
                  </a:lnTo>
                  <a:lnTo>
                    <a:pt x="43236" y="52323"/>
                  </a:lnTo>
                  <a:lnTo>
                    <a:pt x="39564" y="56336"/>
                  </a:lnTo>
                  <a:lnTo>
                    <a:pt x="36025" y="60465"/>
                  </a:lnTo>
                  <a:lnTo>
                    <a:pt x="32622" y="64708"/>
                  </a:lnTo>
                  <a:lnTo>
                    <a:pt x="29359" y="69060"/>
                  </a:lnTo>
                  <a:lnTo>
                    <a:pt x="26239" y="73515"/>
                  </a:lnTo>
                  <a:lnTo>
                    <a:pt x="23265" y="78069"/>
                  </a:lnTo>
                  <a:lnTo>
                    <a:pt x="20442" y="82718"/>
                  </a:lnTo>
                  <a:lnTo>
                    <a:pt x="17771" y="87456"/>
                  </a:lnTo>
                  <a:lnTo>
                    <a:pt x="15255" y="92278"/>
                  </a:lnTo>
                  <a:lnTo>
                    <a:pt x="12898" y="97180"/>
                  </a:lnTo>
                  <a:lnTo>
                    <a:pt x="10702" y="102156"/>
                  </a:lnTo>
                  <a:lnTo>
                    <a:pt x="8668" y="107200"/>
                  </a:lnTo>
                  <a:lnTo>
                    <a:pt x="6800" y="112308"/>
                  </a:lnTo>
                  <a:lnTo>
                    <a:pt x="5099" y="117475"/>
                  </a:lnTo>
                  <a:lnTo>
                    <a:pt x="3567" y="122693"/>
                  </a:lnTo>
                  <a:lnTo>
                    <a:pt x="2205" y="127959"/>
                  </a:lnTo>
                  <a:lnTo>
                    <a:pt x="1016" y="133267"/>
                  </a:lnTo>
                  <a:lnTo>
                    <a:pt x="0" y="138610"/>
                  </a:lnTo>
                  <a:lnTo>
                    <a:pt x="16471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5856328" y="5156823"/>
              <a:ext cx="164710" cy="28557"/>
            </a:xfrm>
            <a:custGeom>
              <a:avLst/>
              <a:pathLst>
                <a:path w="164710" h="28557">
                  <a:moveTo>
                    <a:pt x="0" y="0"/>
                  </a:moveTo>
                  <a:lnTo>
                    <a:pt x="164710" y="285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5856328" y="5156823"/>
              <a:ext cx="164710" cy="28557"/>
            </a:xfrm>
            <a:custGeom>
              <a:avLst/>
              <a:pathLst>
                <a:path w="164710" h="28557">
                  <a:moveTo>
                    <a:pt x="0" y="0"/>
                  </a:moveTo>
                  <a:lnTo>
                    <a:pt x="164710" y="285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5856328" y="5156823"/>
              <a:ext cx="164710" cy="28557"/>
            </a:xfrm>
            <a:custGeom>
              <a:avLst/>
              <a:pathLst>
                <a:path w="164710" h="28557">
                  <a:moveTo>
                    <a:pt x="0" y="0"/>
                  </a:moveTo>
                  <a:lnTo>
                    <a:pt x="164710" y="285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5853871" y="5156823"/>
              <a:ext cx="167167" cy="35729"/>
            </a:xfrm>
            <a:custGeom>
              <a:avLst/>
              <a:pathLst>
                <a:path w="167167" h="35729">
                  <a:moveTo>
                    <a:pt x="2457" y="0"/>
                  </a:moveTo>
                  <a:lnTo>
                    <a:pt x="1383" y="7093"/>
                  </a:lnTo>
                  <a:lnTo>
                    <a:pt x="615" y="14225"/>
                  </a:lnTo>
                  <a:lnTo>
                    <a:pt x="153" y="21384"/>
                  </a:lnTo>
                  <a:lnTo>
                    <a:pt x="0" y="28557"/>
                  </a:lnTo>
                  <a:lnTo>
                    <a:pt x="153" y="35729"/>
                  </a:lnTo>
                  <a:lnTo>
                    <a:pt x="167167" y="285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5854025" y="5018213"/>
              <a:ext cx="334163" cy="334334"/>
            </a:xfrm>
            <a:custGeom>
              <a:avLst/>
              <a:pathLst>
                <a:path w="334163" h="334334">
                  <a:moveTo>
                    <a:pt x="0" y="174339"/>
                  </a:moveTo>
                  <a:lnTo>
                    <a:pt x="312" y="179640"/>
                  </a:lnTo>
                  <a:lnTo>
                    <a:pt x="792" y="184928"/>
                  </a:lnTo>
                  <a:lnTo>
                    <a:pt x="1440" y="190198"/>
                  </a:lnTo>
                  <a:lnTo>
                    <a:pt x="2255" y="195445"/>
                  </a:lnTo>
                  <a:lnTo>
                    <a:pt x="3236" y="200664"/>
                  </a:lnTo>
                  <a:lnTo>
                    <a:pt x="4382" y="205848"/>
                  </a:lnTo>
                  <a:lnTo>
                    <a:pt x="5693" y="210994"/>
                  </a:lnTo>
                  <a:lnTo>
                    <a:pt x="7166" y="216095"/>
                  </a:lnTo>
                  <a:lnTo>
                    <a:pt x="8801" y="221147"/>
                  </a:lnTo>
                  <a:lnTo>
                    <a:pt x="10595" y="226145"/>
                  </a:lnTo>
                  <a:lnTo>
                    <a:pt x="12547" y="231083"/>
                  </a:lnTo>
                  <a:lnTo>
                    <a:pt x="14655" y="235956"/>
                  </a:lnTo>
                  <a:lnTo>
                    <a:pt x="16917" y="240760"/>
                  </a:lnTo>
                  <a:lnTo>
                    <a:pt x="19330" y="245490"/>
                  </a:lnTo>
                  <a:lnTo>
                    <a:pt x="21892" y="250141"/>
                  </a:lnTo>
                  <a:lnTo>
                    <a:pt x="24600" y="254708"/>
                  </a:lnTo>
                  <a:lnTo>
                    <a:pt x="27452" y="259187"/>
                  </a:lnTo>
                  <a:lnTo>
                    <a:pt x="30445" y="263573"/>
                  </a:lnTo>
                  <a:lnTo>
                    <a:pt x="33576" y="267862"/>
                  </a:lnTo>
                  <a:lnTo>
                    <a:pt x="36841" y="272049"/>
                  </a:lnTo>
                  <a:lnTo>
                    <a:pt x="40238" y="276130"/>
                  </a:lnTo>
                  <a:lnTo>
                    <a:pt x="43763" y="280102"/>
                  </a:lnTo>
                  <a:lnTo>
                    <a:pt x="47412" y="283959"/>
                  </a:lnTo>
                  <a:lnTo>
                    <a:pt x="51181" y="287699"/>
                  </a:lnTo>
                  <a:lnTo>
                    <a:pt x="55068" y="291317"/>
                  </a:lnTo>
                  <a:lnTo>
                    <a:pt x="59067" y="294810"/>
                  </a:lnTo>
                  <a:lnTo>
                    <a:pt x="63175" y="298174"/>
                  </a:lnTo>
                  <a:lnTo>
                    <a:pt x="67389" y="301405"/>
                  </a:lnTo>
                  <a:lnTo>
                    <a:pt x="71702" y="304502"/>
                  </a:lnTo>
                  <a:lnTo>
                    <a:pt x="76112" y="307459"/>
                  </a:lnTo>
                  <a:lnTo>
                    <a:pt x="80614" y="310276"/>
                  </a:lnTo>
                  <a:lnTo>
                    <a:pt x="85202" y="312947"/>
                  </a:lnTo>
                  <a:lnTo>
                    <a:pt x="89873" y="315472"/>
                  </a:lnTo>
                  <a:lnTo>
                    <a:pt x="94623" y="317847"/>
                  </a:lnTo>
                  <a:lnTo>
                    <a:pt x="99445" y="320070"/>
                  </a:lnTo>
                  <a:lnTo>
                    <a:pt x="104335" y="322139"/>
                  </a:lnTo>
                  <a:lnTo>
                    <a:pt x="109288" y="324052"/>
                  </a:lnTo>
                  <a:lnTo>
                    <a:pt x="114300" y="325806"/>
                  </a:lnTo>
                  <a:lnTo>
                    <a:pt x="119365" y="327400"/>
                  </a:lnTo>
                  <a:lnTo>
                    <a:pt x="124478" y="328832"/>
                  </a:lnTo>
                  <a:lnTo>
                    <a:pt x="129634" y="330102"/>
                  </a:lnTo>
                  <a:lnTo>
                    <a:pt x="134828" y="331207"/>
                  </a:lnTo>
                  <a:lnTo>
                    <a:pt x="140054" y="332146"/>
                  </a:lnTo>
                  <a:lnTo>
                    <a:pt x="145307" y="332919"/>
                  </a:lnTo>
                  <a:lnTo>
                    <a:pt x="150582" y="333525"/>
                  </a:lnTo>
                  <a:lnTo>
                    <a:pt x="155874" y="333963"/>
                  </a:lnTo>
                  <a:lnTo>
                    <a:pt x="161177" y="334232"/>
                  </a:lnTo>
                  <a:lnTo>
                    <a:pt x="166486" y="334334"/>
                  </a:lnTo>
                  <a:lnTo>
                    <a:pt x="171795" y="334266"/>
                  </a:lnTo>
                  <a:lnTo>
                    <a:pt x="177100" y="334030"/>
                  </a:lnTo>
                  <a:lnTo>
                    <a:pt x="182394" y="333625"/>
                  </a:lnTo>
                  <a:lnTo>
                    <a:pt x="187673" y="333053"/>
                  </a:lnTo>
                  <a:lnTo>
                    <a:pt x="192931" y="332313"/>
                  </a:lnTo>
                  <a:lnTo>
                    <a:pt x="198163" y="331406"/>
                  </a:lnTo>
                  <a:lnTo>
                    <a:pt x="203364" y="330334"/>
                  </a:lnTo>
                  <a:lnTo>
                    <a:pt x="208528" y="329097"/>
                  </a:lnTo>
                  <a:lnTo>
                    <a:pt x="213650" y="327697"/>
                  </a:lnTo>
                  <a:lnTo>
                    <a:pt x="218724" y="326135"/>
                  </a:lnTo>
                  <a:lnTo>
                    <a:pt x="223747" y="324413"/>
                  </a:lnTo>
                  <a:lnTo>
                    <a:pt x="228713" y="322531"/>
                  </a:lnTo>
                  <a:lnTo>
                    <a:pt x="233616" y="320493"/>
                  </a:lnTo>
                  <a:lnTo>
                    <a:pt x="238452" y="318301"/>
                  </a:lnTo>
                  <a:lnTo>
                    <a:pt x="243216" y="315956"/>
                  </a:lnTo>
                  <a:lnTo>
                    <a:pt x="247903" y="313460"/>
                  </a:lnTo>
                  <a:lnTo>
                    <a:pt x="252508" y="310818"/>
                  </a:lnTo>
                  <a:lnTo>
                    <a:pt x="257027" y="308030"/>
                  </a:lnTo>
                  <a:lnTo>
                    <a:pt x="261456" y="305100"/>
                  </a:lnTo>
                  <a:lnTo>
                    <a:pt x="265789" y="302031"/>
                  </a:lnTo>
                  <a:lnTo>
                    <a:pt x="270022" y="298826"/>
                  </a:lnTo>
                  <a:lnTo>
                    <a:pt x="274152" y="295488"/>
                  </a:lnTo>
                  <a:lnTo>
                    <a:pt x="278173" y="292020"/>
                  </a:lnTo>
                  <a:lnTo>
                    <a:pt x="282082" y="288427"/>
                  </a:lnTo>
                  <a:lnTo>
                    <a:pt x="285876" y="284711"/>
                  </a:lnTo>
                  <a:lnTo>
                    <a:pt x="289549" y="280877"/>
                  </a:lnTo>
                  <a:lnTo>
                    <a:pt x="293098" y="276928"/>
                  </a:lnTo>
                  <a:lnTo>
                    <a:pt x="296521" y="272868"/>
                  </a:lnTo>
                  <a:lnTo>
                    <a:pt x="299812" y="268701"/>
                  </a:lnTo>
                  <a:lnTo>
                    <a:pt x="302970" y="264433"/>
                  </a:lnTo>
                  <a:lnTo>
                    <a:pt x="305991" y="260066"/>
                  </a:lnTo>
                  <a:lnTo>
                    <a:pt x="308871" y="255605"/>
                  </a:lnTo>
                  <a:lnTo>
                    <a:pt x="311608" y="251055"/>
                  </a:lnTo>
                  <a:lnTo>
                    <a:pt x="314200" y="246420"/>
                  </a:lnTo>
                  <a:lnTo>
                    <a:pt x="316642" y="241706"/>
                  </a:lnTo>
                  <a:lnTo>
                    <a:pt x="318934" y="236916"/>
                  </a:lnTo>
                  <a:lnTo>
                    <a:pt x="321073" y="232056"/>
                  </a:lnTo>
                  <a:lnTo>
                    <a:pt x="323056" y="227130"/>
                  </a:lnTo>
                  <a:lnTo>
                    <a:pt x="324882" y="222144"/>
                  </a:lnTo>
                  <a:lnTo>
                    <a:pt x="326548" y="217102"/>
                  </a:lnTo>
                  <a:lnTo>
                    <a:pt x="328053" y="212010"/>
                  </a:lnTo>
                  <a:lnTo>
                    <a:pt x="329396" y="206873"/>
                  </a:lnTo>
                  <a:lnTo>
                    <a:pt x="330576" y="201696"/>
                  </a:lnTo>
                  <a:lnTo>
                    <a:pt x="331590" y="196484"/>
                  </a:lnTo>
                  <a:lnTo>
                    <a:pt x="332438" y="191242"/>
                  </a:lnTo>
                  <a:lnTo>
                    <a:pt x="333119" y="185976"/>
                  </a:lnTo>
                  <a:lnTo>
                    <a:pt x="333633" y="180691"/>
                  </a:lnTo>
                  <a:lnTo>
                    <a:pt x="333978" y="175392"/>
                  </a:lnTo>
                  <a:lnTo>
                    <a:pt x="334155" y="170085"/>
                  </a:lnTo>
                  <a:lnTo>
                    <a:pt x="334163" y="164776"/>
                  </a:lnTo>
                  <a:lnTo>
                    <a:pt x="334003" y="159468"/>
                  </a:lnTo>
                  <a:lnTo>
                    <a:pt x="333674" y="154168"/>
                  </a:lnTo>
                  <a:lnTo>
                    <a:pt x="333177" y="148882"/>
                  </a:lnTo>
                  <a:lnTo>
                    <a:pt x="332513" y="143614"/>
                  </a:lnTo>
                  <a:lnTo>
                    <a:pt x="331681" y="138369"/>
                  </a:lnTo>
                  <a:lnTo>
                    <a:pt x="330684" y="133154"/>
                  </a:lnTo>
                  <a:lnTo>
                    <a:pt x="329521" y="127973"/>
                  </a:lnTo>
                  <a:lnTo>
                    <a:pt x="328194" y="122832"/>
                  </a:lnTo>
                  <a:lnTo>
                    <a:pt x="326705" y="117735"/>
                  </a:lnTo>
                  <a:lnTo>
                    <a:pt x="325054" y="112688"/>
                  </a:lnTo>
                  <a:lnTo>
                    <a:pt x="323244" y="107696"/>
                  </a:lnTo>
                  <a:lnTo>
                    <a:pt x="321277" y="102764"/>
                  </a:lnTo>
                  <a:lnTo>
                    <a:pt x="319153" y="97897"/>
                  </a:lnTo>
                  <a:lnTo>
                    <a:pt x="316877" y="93100"/>
                  </a:lnTo>
                  <a:lnTo>
                    <a:pt x="314449" y="88378"/>
                  </a:lnTo>
                  <a:lnTo>
                    <a:pt x="311872" y="83735"/>
                  </a:lnTo>
                  <a:lnTo>
                    <a:pt x="309149" y="79177"/>
                  </a:lnTo>
                  <a:lnTo>
                    <a:pt x="306283" y="74707"/>
                  </a:lnTo>
                  <a:lnTo>
                    <a:pt x="303276" y="70330"/>
                  </a:lnTo>
                  <a:lnTo>
                    <a:pt x="300132" y="66052"/>
                  </a:lnTo>
                  <a:lnTo>
                    <a:pt x="296853" y="61875"/>
                  </a:lnTo>
                  <a:lnTo>
                    <a:pt x="293444" y="57804"/>
                  </a:lnTo>
                  <a:lnTo>
                    <a:pt x="289907" y="53844"/>
                  </a:lnTo>
                  <a:lnTo>
                    <a:pt x="286246" y="49998"/>
                  </a:lnTo>
                  <a:lnTo>
                    <a:pt x="282464" y="46270"/>
                  </a:lnTo>
                  <a:lnTo>
                    <a:pt x="278566" y="42665"/>
                  </a:lnTo>
                  <a:lnTo>
                    <a:pt x="274556" y="39185"/>
                  </a:lnTo>
                  <a:lnTo>
                    <a:pt x="270437" y="35834"/>
                  </a:lnTo>
                  <a:lnTo>
                    <a:pt x="266214" y="32615"/>
                  </a:lnTo>
                  <a:lnTo>
                    <a:pt x="261890" y="29532"/>
                  </a:lnTo>
                  <a:lnTo>
                    <a:pt x="257471" y="26589"/>
                  </a:lnTo>
                  <a:lnTo>
                    <a:pt x="252961" y="23787"/>
                  </a:lnTo>
                  <a:lnTo>
                    <a:pt x="248364" y="21129"/>
                  </a:lnTo>
                  <a:lnTo>
                    <a:pt x="243685" y="18619"/>
                  </a:lnTo>
                  <a:lnTo>
                    <a:pt x="238928" y="16259"/>
                  </a:lnTo>
                  <a:lnTo>
                    <a:pt x="234099" y="14051"/>
                  </a:lnTo>
                  <a:lnTo>
                    <a:pt x="229202" y="11998"/>
                  </a:lnTo>
                  <a:lnTo>
                    <a:pt x="224243" y="10101"/>
                  </a:lnTo>
                  <a:lnTo>
                    <a:pt x="219225" y="8363"/>
                  </a:lnTo>
                  <a:lnTo>
                    <a:pt x="214155" y="6784"/>
                  </a:lnTo>
                  <a:lnTo>
                    <a:pt x="209038" y="5368"/>
                  </a:lnTo>
                  <a:lnTo>
                    <a:pt x="203878" y="4115"/>
                  </a:lnTo>
                  <a:lnTo>
                    <a:pt x="198681" y="3026"/>
                  </a:lnTo>
                  <a:lnTo>
                    <a:pt x="193452" y="2104"/>
                  </a:lnTo>
                  <a:lnTo>
                    <a:pt x="188196" y="1347"/>
                  </a:lnTo>
                  <a:lnTo>
                    <a:pt x="182919" y="758"/>
                  </a:lnTo>
                  <a:lnTo>
                    <a:pt x="177626" y="337"/>
                  </a:lnTo>
                  <a:lnTo>
                    <a:pt x="172322" y="84"/>
                  </a:lnTo>
                  <a:lnTo>
                    <a:pt x="167013" y="0"/>
                  </a:lnTo>
                  <a:lnTo>
                    <a:pt x="16701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256088" y="4659281"/>
              <a:ext cx="334294" cy="334334"/>
            </a:xfrm>
            <a:custGeom>
              <a:avLst/>
              <a:pathLst>
                <a:path w="334294" h="334334">
                  <a:moveTo>
                    <a:pt x="167146" y="0"/>
                  </a:moveTo>
                  <a:lnTo>
                    <a:pt x="161842" y="84"/>
                  </a:lnTo>
                  <a:lnTo>
                    <a:pt x="156543" y="336"/>
                  </a:lnTo>
                  <a:lnTo>
                    <a:pt x="151254" y="757"/>
                  </a:lnTo>
                  <a:lnTo>
                    <a:pt x="145982" y="1345"/>
                  </a:lnTo>
                  <a:lnTo>
                    <a:pt x="140731" y="2100"/>
                  </a:lnTo>
                  <a:lnTo>
                    <a:pt x="135506" y="3021"/>
                  </a:lnTo>
                  <a:lnTo>
                    <a:pt x="130314" y="4108"/>
                  </a:lnTo>
                  <a:lnTo>
                    <a:pt x="125158" y="5359"/>
                  </a:lnTo>
                  <a:lnTo>
                    <a:pt x="120045" y="6772"/>
                  </a:lnTo>
                  <a:lnTo>
                    <a:pt x="114979" y="8348"/>
                  </a:lnTo>
                  <a:lnTo>
                    <a:pt x="109966" y="10083"/>
                  </a:lnTo>
                  <a:lnTo>
                    <a:pt x="105010" y="11977"/>
                  </a:lnTo>
                  <a:lnTo>
                    <a:pt x="100117" y="14026"/>
                  </a:lnTo>
                  <a:lnTo>
                    <a:pt x="95291" y="16230"/>
                  </a:lnTo>
                  <a:lnTo>
                    <a:pt x="90538" y="18587"/>
                  </a:lnTo>
                  <a:lnTo>
                    <a:pt x="85862" y="21092"/>
                  </a:lnTo>
                  <a:lnTo>
                    <a:pt x="81268" y="23745"/>
                  </a:lnTo>
                  <a:lnTo>
                    <a:pt x="76760" y="26542"/>
                  </a:lnTo>
                  <a:lnTo>
                    <a:pt x="72343" y="29481"/>
                  </a:lnTo>
                  <a:lnTo>
                    <a:pt x="68022" y="32559"/>
                  </a:lnTo>
                  <a:lnTo>
                    <a:pt x="63801" y="35772"/>
                  </a:lnTo>
                  <a:lnTo>
                    <a:pt x="59684" y="39117"/>
                  </a:lnTo>
                  <a:lnTo>
                    <a:pt x="55674" y="42592"/>
                  </a:lnTo>
                  <a:lnTo>
                    <a:pt x="51778" y="46192"/>
                  </a:lnTo>
                  <a:lnTo>
                    <a:pt x="47997" y="49913"/>
                  </a:lnTo>
                  <a:lnTo>
                    <a:pt x="44336" y="53753"/>
                  </a:lnTo>
                  <a:lnTo>
                    <a:pt x="40800" y="57707"/>
                  </a:lnTo>
                  <a:lnTo>
                    <a:pt x="37390" y="61771"/>
                  </a:lnTo>
                  <a:lnTo>
                    <a:pt x="34111" y="65942"/>
                  </a:lnTo>
                  <a:lnTo>
                    <a:pt x="30966" y="70214"/>
                  </a:lnTo>
                  <a:lnTo>
                    <a:pt x="27958" y="74584"/>
                  </a:lnTo>
                  <a:lnTo>
                    <a:pt x="25090" y="79048"/>
                  </a:lnTo>
                  <a:lnTo>
                    <a:pt x="22366" y="83600"/>
                  </a:lnTo>
                  <a:lnTo>
                    <a:pt x="19787" y="88236"/>
                  </a:lnTo>
                  <a:lnTo>
                    <a:pt x="17356" y="92951"/>
                  </a:lnTo>
                  <a:lnTo>
                    <a:pt x="15077" y="97742"/>
                  </a:lnTo>
                  <a:lnTo>
                    <a:pt x="12951" y="102602"/>
                  </a:lnTo>
                  <a:lnTo>
                    <a:pt x="10979" y="107527"/>
                  </a:lnTo>
                  <a:lnTo>
                    <a:pt x="9166" y="112513"/>
                  </a:lnTo>
                  <a:lnTo>
                    <a:pt x="7511" y="117553"/>
                  </a:lnTo>
                  <a:lnTo>
                    <a:pt x="6017" y="122644"/>
                  </a:lnTo>
                  <a:lnTo>
                    <a:pt x="4685" y="127779"/>
                  </a:lnTo>
                  <a:lnTo>
                    <a:pt x="3517" y="132954"/>
                  </a:lnTo>
                  <a:lnTo>
                    <a:pt x="2514" y="138163"/>
                  </a:lnTo>
                  <a:lnTo>
                    <a:pt x="1677" y="143402"/>
                  </a:lnTo>
                  <a:lnTo>
                    <a:pt x="1006" y="148665"/>
                  </a:lnTo>
                  <a:lnTo>
                    <a:pt x="503" y="153946"/>
                  </a:lnTo>
                  <a:lnTo>
                    <a:pt x="167" y="159240"/>
                  </a:lnTo>
                  <a:lnTo>
                    <a:pt x="0" y="164543"/>
                  </a:lnTo>
                  <a:lnTo>
                    <a:pt x="0" y="169848"/>
                  </a:lnTo>
                  <a:lnTo>
                    <a:pt x="170" y="175150"/>
                  </a:lnTo>
                  <a:lnTo>
                    <a:pt x="507" y="180445"/>
                  </a:lnTo>
                  <a:lnTo>
                    <a:pt x="1012" y="185726"/>
                  </a:lnTo>
                  <a:lnTo>
                    <a:pt x="1685" y="190988"/>
                  </a:lnTo>
                  <a:lnTo>
                    <a:pt x="2524" y="196226"/>
                  </a:lnTo>
                  <a:lnTo>
                    <a:pt x="3529" y="201435"/>
                  </a:lnTo>
                  <a:lnTo>
                    <a:pt x="4699" y="206610"/>
                  </a:lnTo>
                  <a:lnTo>
                    <a:pt x="6032" y="211745"/>
                  </a:lnTo>
                  <a:lnTo>
                    <a:pt x="7528" y="216835"/>
                  </a:lnTo>
                  <a:lnTo>
                    <a:pt x="9184" y="221874"/>
                  </a:lnTo>
                  <a:lnTo>
                    <a:pt x="11000" y="226859"/>
                  </a:lnTo>
                  <a:lnTo>
                    <a:pt x="12972" y="231784"/>
                  </a:lnTo>
                  <a:lnTo>
                    <a:pt x="15100" y="236644"/>
                  </a:lnTo>
                  <a:lnTo>
                    <a:pt x="17382" y="241433"/>
                  </a:lnTo>
                  <a:lnTo>
                    <a:pt x="19814" y="246148"/>
                  </a:lnTo>
                  <a:lnTo>
                    <a:pt x="22394" y="250783"/>
                  </a:lnTo>
                  <a:lnTo>
                    <a:pt x="25120" y="255334"/>
                  </a:lnTo>
                  <a:lnTo>
                    <a:pt x="27989" y="259797"/>
                  </a:lnTo>
                  <a:lnTo>
                    <a:pt x="30999" y="264166"/>
                  </a:lnTo>
                  <a:lnTo>
                    <a:pt x="34145" y="268437"/>
                  </a:lnTo>
                  <a:lnTo>
                    <a:pt x="37426" y="272606"/>
                  </a:lnTo>
                  <a:lnTo>
                    <a:pt x="40837" y="276669"/>
                  </a:lnTo>
                  <a:lnTo>
                    <a:pt x="44375" y="280622"/>
                  </a:lnTo>
                  <a:lnTo>
                    <a:pt x="48037" y="284461"/>
                  </a:lnTo>
                  <a:lnTo>
                    <a:pt x="51819" y="288181"/>
                  </a:lnTo>
                  <a:lnTo>
                    <a:pt x="55717" y="291780"/>
                  </a:lnTo>
                  <a:lnTo>
                    <a:pt x="59727" y="295253"/>
                  </a:lnTo>
                  <a:lnTo>
                    <a:pt x="63845" y="298597"/>
                  </a:lnTo>
                  <a:lnTo>
                    <a:pt x="68068" y="301809"/>
                  </a:lnTo>
                  <a:lnTo>
                    <a:pt x="72390" y="304885"/>
                  </a:lnTo>
                  <a:lnTo>
                    <a:pt x="76808" y="307822"/>
                  </a:lnTo>
                  <a:lnTo>
                    <a:pt x="81316" y="310618"/>
                  </a:lnTo>
                  <a:lnTo>
                    <a:pt x="85912" y="313269"/>
                  </a:lnTo>
                  <a:lnTo>
                    <a:pt x="90589" y="315773"/>
                  </a:lnTo>
                  <a:lnTo>
                    <a:pt x="95343" y="318128"/>
                  </a:lnTo>
                  <a:lnTo>
                    <a:pt x="100169" y="320330"/>
                  </a:lnTo>
                  <a:lnTo>
                    <a:pt x="105063" y="322378"/>
                  </a:lnTo>
                  <a:lnTo>
                    <a:pt x="110019" y="324270"/>
                  </a:lnTo>
                  <a:lnTo>
                    <a:pt x="115033" y="326004"/>
                  </a:lnTo>
                  <a:lnTo>
                    <a:pt x="120099" y="327577"/>
                  </a:lnTo>
                  <a:lnTo>
                    <a:pt x="125213" y="328990"/>
                  </a:lnTo>
                  <a:lnTo>
                    <a:pt x="130369" y="330239"/>
                  </a:lnTo>
                  <a:lnTo>
                    <a:pt x="135562" y="331324"/>
                  </a:lnTo>
                  <a:lnTo>
                    <a:pt x="140787" y="332243"/>
                  </a:lnTo>
                  <a:lnTo>
                    <a:pt x="146038" y="332996"/>
                  </a:lnTo>
                  <a:lnTo>
                    <a:pt x="151311" y="333583"/>
                  </a:lnTo>
                  <a:lnTo>
                    <a:pt x="156599" y="334001"/>
                  </a:lnTo>
                  <a:lnTo>
                    <a:pt x="161899" y="334252"/>
                  </a:lnTo>
                  <a:lnTo>
                    <a:pt x="167203" y="334334"/>
                  </a:lnTo>
                  <a:lnTo>
                    <a:pt x="172507" y="334248"/>
                  </a:lnTo>
                  <a:lnTo>
                    <a:pt x="177806" y="333994"/>
                  </a:lnTo>
                  <a:lnTo>
                    <a:pt x="183095" y="333572"/>
                  </a:lnTo>
                  <a:lnTo>
                    <a:pt x="188367" y="332982"/>
                  </a:lnTo>
                  <a:lnTo>
                    <a:pt x="193618" y="332225"/>
                  </a:lnTo>
                  <a:lnTo>
                    <a:pt x="198842" y="331302"/>
                  </a:lnTo>
                  <a:lnTo>
                    <a:pt x="204034" y="330214"/>
                  </a:lnTo>
                  <a:lnTo>
                    <a:pt x="209189" y="328961"/>
                  </a:lnTo>
                  <a:lnTo>
                    <a:pt x="214302" y="327546"/>
                  </a:lnTo>
                  <a:lnTo>
                    <a:pt x="219367" y="325968"/>
                  </a:lnTo>
                  <a:lnTo>
                    <a:pt x="224380" y="324231"/>
                  </a:lnTo>
                  <a:lnTo>
                    <a:pt x="229335" y="322336"/>
                  </a:lnTo>
                  <a:lnTo>
                    <a:pt x="234228" y="320285"/>
                  </a:lnTo>
                  <a:lnTo>
                    <a:pt x="239052" y="318079"/>
                  </a:lnTo>
                  <a:lnTo>
                    <a:pt x="243805" y="315721"/>
                  </a:lnTo>
                  <a:lnTo>
                    <a:pt x="248480" y="313214"/>
                  </a:lnTo>
                  <a:lnTo>
                    <a:pt x="253073" y="310560"/>
                  </a:lnTo>
                  <a:lnTo>
                    <a:pt x="257580" y="307761"/>
                  </a:lnTo>
                  <a:lnTo>
                    <a:pt x="261996" y="304821"/>
                  </a:lnTo>
                  <a:lnTo>
                    <a:pt x="266316" y="301742"/>
                  </a:lnTo>
                  <a:lnTo>
                    <a:pt x="270536" y="298527"/>
                  </a:lnTo>
                  <a:lnTo>
                    <a:pt x="274653" y="295180"/>
                  </a:lnTo>
                  <a:lnTo>
                    <a:pt x="278660" y="291704"/>
                  </a:lnTo>
                  <a:lnTo>
                    <a:pt x="282556" y="288103"/>
                  </a:lnTo>
                  <a:lnTo>
                    <a:pt x="286335" y="284380"/>
                  </a:lnTo>
                  <a:lnTo>
                    <a:pt x="289995" y="280539"/>
                  </a:lnTo>
                  <a:lnTo>
                    <a:pt x="293530" y="276584"/>
                  </a:lnTo>
                  <a:lnTo>
                    <a:pt x="296939" y="272518"/>
                  </a:lnTo>
                  <a:lnTo>
                    <a:pt x="300216" y="268347"/>
                  </a:lnTo>
                  <a:lnTo>
                    <a:pt x="303360" y="264073"/>
                  </a:lnTo>
                  <a:lnTo>
                    <a:pt x="306366" y="259702"/>
                  </a:lnTo>
                  <a:lnTo>
                    <a:pt x="309232" y="255238"/>
                  </a:lnTo>
                  <a:lnTo>
                    <a:pt x="311955" y="250685"/>
                  </a:lnTo>
                  <a:lnTo>
                    <a:pt x="314533" y="246048"/>
                  </a:lnTo>
                  <a:lnTo>
                    <a:pt x="316961" y="241332"/>
                  </a:lnTo>
                  <a:lnTo>
                    <a:pt x="319239" y="236541"/>
                  </a:lnTo>
                  <a:lnTo>
                    <a:pt x="321364" y="231679"/>
                  </a:lnTo>
                  <a:lnTo>
                    <a:pt x="323333" y="226753"/>
                  </a:lnTo>
                  <a:lnTo>
                    <a:pt x="325146" y="221767"/>
                  </a:lnTo>
                  <a:lnTo>
                    <a:pt x="326799" y="216726"/>
                  </a:lnTo>
                  <a:lnTo>
                    <a:pt x="328291" y="211635"/>
                  </a:lnTo>
                  <a:lnTo>
                    <a:pt x="329621" y="206500"/>
                  </a:lnTo>
                  <a:lnTo>
                    <a:pt x="330787" y="201324"/>
                  </a:lnTo>
                  <a:lnTo>
                    <a:pt x="331788" y="196115"/>
                  </a:lnTo>
                  <a:lnTo>
                    <a:pt x="332624" y="190876"/>
                  </a:lnTo>
                  <a:lnTo>
                    <a:pt x="333293" y="185613"/>
                  </a:lnTo>
                  <a:lnTo>
                    <a:pt x="333795" y="180332"/>
                  </a:lnTo>
                  <a:lnTo>
                    <a:pt x="334128" y="175037"/>
                  </a:lnTo>
                  <a:lnTo>
                    <a:pt x="334294" y="169735"/>
                  </a:lnTo>
                  <a:lnTo>
                    <a:pt x="334291" y="164429"/>
                  </a:lnTo>
                  <a:lnTo>
                    <a:pt x="334120" y="159127"/>
                  </a:lnTo>
                  <a:lnTo>
                    <a:pt x="333781" y="153833"/>
                  </a:lnTo>
                  <a:lnTo>
                    <a:pt x="333274" y="148552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807834"/>
              <a:ext cx="166127" cy="18614"/>
            </a:xfrm>
            <a:custGeom>
              <a:avLst/>
              <a:pathLst>
                <a:path w="166127" h="18614">
                  <a:moveTo>
                    <a:pt x="166127" y="0"/>
                  </a:moveTo>
                  <a:lnTo>
                    <a:pt x="0" y="186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807834"/>
              <a:ext cx="166127" cy="18614"/>
            </a:xfrm>
            <a:custGeom>
              <a:avLst/>
              <a:pathLst>
                <a:path w="166127" h="18614">
                  <a:moveTo>
                    <a:pt x="166127" y="0"/>
                  </a:moveTo>
                  <a:lnTo>
                    <a:pt x="0" y="186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732534"/>
              <a:ext cx="166127" cy="93914"/>
            </a:xfrm>
            <a:custGeom>
              <a:avLst/>
              <a:pathLst>
                <a:path w="166127" h="93914">
                  <a:moveTo>
                    <a:pt x="166127" y="75299"/>
                  </a:moveTo>
                  <a:lnTo>
                    <a:pt x="165383" y="69557"/>
                  </a:lnTo>
                  <a:lnTo>
                    <a:pt x="164440" y="63843"/>
                  </a:lnTo>
                  <a:lnTo>
                    <a:pt x="163300" y="58166"/>
                  </a:lnTo>
                  <a:lnTo>
                    <a:pt x="161964" y="52532"/>
                  </a:lnTo>
                  <a:lnTo>
                    <a:pt x="160433" y="46947"/>
                  </a:lnTo>
                  <a:lnTo>
                    <a:pt x="158711" y="41419"/>
                  </a:lnTo>
                  <a:lnTo>
                    <a:pt x="156797" y="35954"/>
                  </a:lnTo>
                  <a:lnTo>
                    <a:pt x="154696" y="30558"/>
                  </a:lnTo>
                  <a:lnTo>
                    <a:pt x="152409" y="25238"/>
                  </a:lnTo>
                  <a:lnTo>
                    <a:pt x="149939" y="20001"/>
                  </a:lnTo>
                  <a:lnTo>
                    <a:pt x="147289" y="14852"/>
                  </a:lnTo>
                  <a:lnTo>
                    <a:pt x="144462" y="9798"/>
                  </a:lnTo>
                  <a:lnTo>
                    <a:pt x="141462" y="4845"/>
                  </a:lnTo>
                  <a:lnTo>
                    <a:pt x="138293" y="0"/>
                  </a:lnTo>
                  <a:lnTo>
                    <a:pt x="0" y="939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138293" cy="167167"/>
            </a:xfrm>
            <a:custGeom>
              <a:avLst/>
              <a:pathLst>
                <a:path w="138293" h="167167">
                  <a:moveTo>
                    <a:pt x="138293" y="73252"/>
                  </a:moveTo>
                  <a:lnTo>
                    <a:pt x="135170" y="68812"/>
                  </a:lnTo>
                  <a:lnTo>
                    <a:pt x="131906" y="64475"/>
                  </a:lnTo>
                  <a:lnTo>
                    <a:pt x="128502" y="60246"/>
                  </a:lnTo>
                  <a:lnTo>
                    <a:pt x="124963" y="56130"/>
                  </a:lnTo>
                  <a:lnTo>
                    <a:pt x="121291" y="52131"/>
                  </a:lnTo>
                  <a:lnTo>
                    <a:pt x="117492" y="48254"/>
                  </a:lnTo>
                  <a:lnTo>
                    <a:pt x="113569" y="44501"/>
                  </a:lnTo>
                  <a:lnTo>
                    <a:pt x="109527" y="40879"/>
                  </a:lnTo>
                  <a:lnTo>
                    <a:pt x="105369" y="37389"/>
                  </a:lnTo>
                  <a:lnTo>
                    <a:pt x="101099" y="34036"/>
                  </a:lnTo>
                  <a:lnTo>
                    <a:pt x="96723" y="30824"/>
                  </a:lnTo>
                  <a:lnTo>
                    <a:pt x="92245" y="27755"/>
                  </a:lnTo>
                  <a:lnTo>
                    <a:pt x="87670" y="24834"/>
                  </a:lnTo>
                  <a:lnTo>
                    <a:pt x="83003" y="22062"/>
                  </a:lnTo>
                  <a:lnTo>
                    <a:pt x="78247" y="19444"/>
                  </a:lnTo>
                  <a:lnTo>
                    <a:pt x="73410" y="16981"/>
                  </a:lnTo>
                  <a:lnTo>
                    <a:pt x="68495" y="14676"/>
                  </a:lnTo>
                  <a:lnTo>
                    <a:pt x="63507" y="12533"/>
                  </a:lnTo>
                  <a:lnTo>
                    <a:pt x="58453" y="10552"/>
                  </a:lnTo>
                  <a:lnTo>
                    <a:pt x="53337" y="8737"/>
                  </a:lnTo>
                  <a:lnTo>
                    <a:pt x="48165" y="7089"/>
                  </a:lnTo>
                  <a:lnTo>
                    <a:pt x="42942" y="5609"/>
                  </a:lnTo>
                  <a:lnTo>
                    <a:pt x="37674" y="4300"/>
                  </a:lnTo>
                  <a:lnTo>
                    <a:pt x="32366" y="3163"/>
                  </a:lnTo>
                  <a:lnTo>
                    <a:pt x="27024" y="2198"/>
                  </a:lnTo>
                  <a:lnTo>
                    <a:pt x="21653" y="1408"/>
                  </a:lnTo>
                  <a:lnTo>
                    <a:pt x="16260" y="792"/>
                  </a:lnTo>
                  <a:lnTo>
                    <a:pt x="10849" y="352"/>
                  </a:lnTo>
                  <a:lnTo>
                    <a:pt x="5427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561315" y="4213821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37" y="84"/>
                  </a:lnTo>
                  <a:lnTo>
                    <a:pt x="156524" y="338"/>
                  </a:lnTo>
                  <a:lnTo>
                    <a:pt x="151222" y="761"/>
                  </a:lnTo>
                  <a:lnTo>
                    <a:pt x="145935" y="1352"/>
                  </a:lnTo>
                  <a:lnTo>
                    <a:pt x="140670" y="2111"/>
                  </a:lnTo>
                  <a:lnTo>
                    <a:pt x="135432" y="3037"/>
                  </a:lnTo>
                  <a:lnTo>
                    <a:pt x="130226" y="4130"/>
                  </a:lnTo>
                  <a:lnTo>
                    <a:pt x="125058" y="5387"/>
                  </a:lnTo>
                  <a:lnTo>
                    <a:pt x="119932" y="6808"/>
                  </a:lnTo>
                  <a:lnTo>
                    <a:pt x="114854" y="8392"/>
                  </a:lnTo>
                  <a:lnTo>
                    <a:pt x="109829" y="10136"/>
                  </a:lnTo>
                  <a:lnTo>
                    <a:pt x="104862" y="12040"/>
                  </a:lnTo>
                  <a:lnTo>
                    <a:pt x="99958" y="14100"/>
                  </a:lnTo>
                  <a:lnTo>
                    <a:pt x="95122" y="16316"/>
                  </a:lnTo>
                  <a:lnTo>
                    <a:pt x="90359" y="18684"/>
                  </a:lnTo>
                  <a:lnTo>
                    <a:pt x="85674" y="21203"/>
                  </a:lnTo>
                  <a:lnTo>
                    <a:pt x="81071" y="23869"/>
                  </a:lnTo>
                  <a:lnTo>
                    <a:pt x="76555" y="26680"/>
                  </a:lnTo>
                  <a:lnTo>
                    <a:pt x="72131" y="29634"/>
                  </a:lnTo>
                  <a:lnTo>
                    <a:pt x="67804" y="32727"/>
                  </a:lnTo>
                  <a:lnTo>
                    <a:pt x="63577" y="35956"/>
                  </a:lnTo>
                  <a:lnTo>
                    <a:pt x="59455" y="39318"/>
                  </a:lnTo>
                  <a:lnTo>
                    <a:pt x="55441" y="42809"/>
                  </a:lnTo>
                  <a:lnTo>
                    <a:pt x="51541" y="46426"/>
                  </a:lnTo>
                  <a:lnTo>
                    <a:pt x="47758" y="50166"/>
                  </a:lnTo>
                  <a:lnTo>
                    <a:pt x="44096" y="54024"/>
                  </a:lnTo>
                  <a:lnTo>
                    <a:pt x="40559" y="57996"/>
                  </a:lnTo>
                  <a:lnTo>
                    <a:pt x="37150" y="62080"/>
                  </a:lnTo>
                  <a:lnTo>
                    <a:pt x="33872" y="66269"/>
                  </a:lnTo>
                  <a:lnTo>
                    <a:pt x="30729" y="70561"/>
                  </a:lnTo>
                  <a:lnTo>
                    <a:pt x="27725" y="74950"/>
                  </a:lnTo>
                  <a:lnTo>
                    <a:pt x="24861" y="79433"/>
                  </a:lnTo>
                  <a:lnTo>
                    <a:pt x="22142" y="84005"/>
                  </a:lnTo>
                  <a:lnTo>
                    <a:pt x="19570" y="88660"/>
                  </a:lnTo>
                  <a:lnTo>
                    <a:pt x="17147" y="93396"/>
                  </a:lnTo>
                  <a:lnTo>
                    <a:pt x="14875" y="98206"/>
                  </a:lnTo>
                  <a:lnTo>
                    <a:pt x="12758" y="103086"/>
                  </a:lnTo>
                  <a:lnTo>
                    <a:pt x="10798" y="108030"/>
                  </a:lnTo>
                  <a:lnTo>
                    <a:pt x="8995" y="113035"/>
                  </a:lnTo>
                  <a:lnTo>
                    <a:pt x="7353" y="118095"/>
                  </a:lnTo>
                  <a:lnTo>
                    <a:pt x="5873" y="123204"/>
                  </a:lnTo>
                  <a:lnTo>
                    <a:pt x="4556" y="128357"/>
                  </a:lnTo>
                  <a:lnTo>
                    <a:pt x="3403" y="133550"/>
                  </a:lnTo>
                  <a:lnTo>
                    <a:pt x="2417" y="138777"/>
                  </a:lnTo>
                  <a:lnTo>
                    <a:pt x="1597" y="144033"/>
                  </a:lnTo>
                  <a:lnTo>
                    <a:pt x="945" y="149312"/>
                  </a:lnTo>
                  <a:lnTo>
                    <a:pt x="461" y="154609"/>
                  </a:lnTo>
                  <a:lnTo>
                    <a:pt x="146" y="159919"/>
                  </a:lnTo>
                  <a:lnTo>
                    <a:pt x="0" y="165236"/>
                  </a:lnTo>
                  <a:lnTo>
                    <a:pt x="23" y="170556"/>
                  </a:lnTo>
                  <a:lnTo>
                    <a:pt x="215" y="175872"/>
                  </a:lnTo>
                  <a:lnTo>
                    <a:pt x="577" y="181178"/>
                  </a:lnTo>
                  <a:lnTo>
                    <a:pt x="1107" y="186471"/>
                  </a:lnTo>
                  <a:lnTo>
                    <a:pt x="1805" y="191745"/>
                  </a:lnTo>
                  <a:lnTo>
                    <a:pt x="2671" y="196993"/>
                  </a:lnTo>
                  <a:lnTo>
                    <a:pt x="3703" y="202211"/>
                  </a:lnTo>
                  <a:lnTo>
                    <a:pt x="4901" y="207394"/>
                  </a:lnTo>
                  <a:lnTo>
                    <a:pt x="6263" y="212536"/>
                  </a:lnTo>
                  <a:lnTo>
                    <a:pt x="7787" y="217632"/>
                  </a:lnTo>
                  <a:lnTo>
                    <a:pt x="9474" y="222677"/>
                  </a:lnTo>
                  <a:lnTo>
                    <a:pt x="11320" y="227665"/>
                  </a:lnTo>
                  <a:lnTo>
                    <a:pt x="13323" y="232593"/>
                  </a:lnTo>
                  <a:lnTo>
                    <a:pt x="15483" y="237454"/>
                  </a:lnTo>
                  <a:lnTo>
                    <a:pt x="17796" y="242244"/>
                  </a:lnTo>
                  <a:lnTo>
                    <a:pt x="20260" y="246958"/>
                  </a:lnTo>
                  <a:lnTo>
                    <a:pt x="22873" y="251591"/>
                  </a:lnTo>
                  <a:lnTo>
                    <a:pt x="25632" y="256139"/>
                  </a:lnTo>
                  <a:lnTo>
                    <a:pt x="28535" y="260597"/>
                  </a:lnTo>
                  <a:lnTo>
                    <a:pt x="31577" y="264960"/>
                  </a:lnTo>
                  <a:lnTo>
                    <a:pt x="34757" y="269224"/>
                  </a:lnTo>
                  <a:lnTo>
                    <a:pt x="38071" y="273385"/>
                  </a:lnTo>
                  <a:lnTo>
                    <a:pt x="41516" y="277438"/>
                  </a:lnTo>
                  <a:lnTo>
                    <a:pt x="45088" y="281379"/>
                  </a:lnTo>
                  <a:lnTo>
                    <a:pt x="48784" y="285205"/>
                  </a:lnTo>
                  <a:lnTo>
                    <a:pt x="52599" y="288912"/>
                  </a:lnTo>
                  <a:lnTo>
                    <a:pt x="56531" y="292495"/>
                  </a:lnTo>
                  <a:lnTo>
                    <a:pt x="60574" y="295951"/>
                  </a:lnTo>
                  <a:lnTo>
                    <a:pt x="64725" y="299277"/>
                  </a:lnTo>
                  <a:lnTo>
                    <a:pt x="68981" y="302469"/>
                  </a:lnTo>
                  <a:lnTo>
                    <a:pt x="73335" y="305524"/>
                  </a:lnTo>
                  <a:lnTo>
                    <a:pt x="77784" y="308439"/>
                  </a:lnTo>
                  <a:lnTo>
                    <a:pt x="82324" y="311211"/>
                  </a:lnTo>
                  <a:lnTo>
                    <a:pt x="86950" y="313837"/>
                  </a:lnTo>
                  <a:lnTo>
                    <a:pt x="91657" y="316314"/>
                  </a:lnTo>
                  <a:lnTo>
                    <a:pt x="96441" y="318641"/>
                  </a:lnTo>
                  <a:lnTo>
                    <a:pt x="101296" y="320814"/>
                  </a:lnTo>
                  <a:lnTo>
                    <a:pt x="106218" y="322832"/>
                  </a:lnTo>
                  <a:lnTo>
                    <a:pt x="111201" y="324692"/>
                  </a:lnTo>
                  <a:lnTo>
                    <a:pt x="116241" y="326392"/>
                  </a:lnTo>
                  <a:lnTo>
                    <a:pt x="121333" y="327931"/>
                  </a:lnTo>
                  <a:lnTo>
                    <a:pt x="126471" y="329308"/>
                  </a:lnTo>
                  <a:lnTo>
                    <a:pt x="131650" y="330520"/>
                  </a:lnTo>
                  <a:lnTo>
                    <a:pt x="136866" y="331567"/>
                  </a:lnTo>
                  <a:lnTo>
                    <a:pt x="142111" y="332448"/>
                  </a:lnTo>
                  <a:lnTo>
                    <a:pt x="147383" y="333161"/>
                  </a:lnTo>
                  <a:lnTo>
                    <a:pt x="152674" y="333706"/>
                  </a:lnTo>
                  <a:lnTo>
                    <a:pt x="157980" y="334082"/>
                  </a:lnTo>
                  <a:lnTo>
                    <a:pt x="163295" y="334290"/>
                  </a:lnTo>
                  <a:lnTo>
                    <a:pt x="168614" y="334328"/>
                  </a:lnTo>
                  <a:lnTo>
                    <a:pt x="173932" y="334197"/>
                  </a:lnTo>
                  <a:lnTo>
                    <a:pt x="179243" y="333897"/>
                  </a:lnTo>
                  <a:lnTo>
                    <a:pt x="184541" y="333428"/>
                  </a:lnTo>
                  <a:lnTo>
                    <a:pt x="189822" y="332791"/>
                  </a:lnTo>
                  <a:lnTo>
                    <a:pt x="195080" y="331986"/>
                  </a:lnTo>
                  <a:lnTo>
                    <a:pt x="200310" y="331014"/>
                  </a:lnTo>
                  <a:lnTo>
                    <a:pt x="205506" y="329876"/>
                  </a:lnTo>
                  <a:lnTo>
                    <a:pt x="210664" y="328573"/>
                  </a:lnTo>
                  <a:lnTo>
                    <a:pt x="215777" y="327107"/>
                  </a:lnTo>
                  <a:lnTo>
                    <a:pt x="220841" y="325480"/>
                  </a:lnTo>
                  <a:lnTo>
                    <a:pt x="225851" y="323691"/>
                  </a:lnTo>
                  <a:lnTo>
                    <a:pt x="230801" y="321745"/>
                  </a:lnTo>
                  <a:lnTo>
                    <a:pt x="235687" y="319641"/>
                  </a:lnTo>
                  <a:lnTo>
                    <a:pt x="240503" y="317384"/>
                  </a:lnTo>
                  <a:lnTo>
                    <a:pt x="245245" y="314974"/>
                  </a:lnTo>
                  <a:lnTo>
                    <a:pt x="249908" y="312415"/>
                  </a:lnTo>
                  <a:lnTo>
                    <a:pt x="254488" y="309709"/>
                  </a:lnTo>
                  <a:lnTo>
                    <a:pt x="258979" y="306858"/>
                  </a:lnTo>
                  <a:lnTo>
                    <a:pt x="263376" y="303866"/>
                  </a:lnTo>
                  <a:lnTo>
                    <a:pt x="267677" y="300735"/>
                  </a:lnTo>
                  <a:lnTo>
                    <a:pt x="271876" y="297469"/>
                  </a:lnTo>
                  <a:lnTo>
                    <a:pt x="275968" y="294072"/>
                  </a:lnTo>
                  <a:lnTo>
                    <a:pt x="279951" y="290545"/>
                  </a:lnTo>
                  <a:lnTo>
                    <a:pt x="283819" y="286894"/>
                  </a:lnTo>
                  <a:lnTo>
                    <a:pt x="287569" y="283122"/>
                  </a:lnTo>
                  <a:lnTo>
                    <a:pt x="291198" y="279232"/>
                  </a:lnTo>
                  <a:lnTo>
                    <a:pt x="294700" y="275229"/>
                  </a:lnTo>
                  <a:lnTo>
                    <a:pt x="298074" y="271116"/>
                  </a:lnTo>
                  <a:lnTo>
                    <a:pt x="301315" y="266898"/>
                  </a:lnTo>
                  <a:lnTo>
                    <a:pt x="304420" y="262579"/>
                  </a:lnTo>
                  <a:lnTo>
                    <a:pt x="307386" y="258164"/>
                  </a:lnTo>
                  <a:lnTo>
                    <a:pt x="310210" y="253656"/>
                  </a:lnTo>
                  <a:lnTo>
                    <a:pt x="312890" y="249061"/>
                  </a:lnTo>
                  <a:lnTo>
                    <a:pt x="315421" y="244383"/>
                  </a:lnTo>
                  <a:lnTo>
                    <a:pt x="317803" y="239626"/>
                  </a:lnTo>
                  <a:lnTo>
                    <a:pt x="320032" y="234797"/>
                  </a:lnTo>
                  <a:lnTo>
                    <a:pt x="322106" y="229899"/>
                  </a:lnTo>
                  <a:lnTo>
                    <a:pt x="324024" y="224937"/>
                  </a:lnTo>
                  <a:lnTo>
                    <a:pt x="325782" y="219917"/>
                  </a:lnTo>
                  <a:lnTo>
                    <a:pt x="327380" y="214843"/>
                  </a:lnTo>
                  <a:lnTo>
                    <a:pt x="328816" y="209721"/>
                  </a:lnTo>
                  <a:lnTo>
                    <a:pt x="330088" y="204556"/>
                  </a:lnTo>
                  <a:lnTo>
                    <a:pt x="331195" y="199354"/>
                  </a:lnTo>
                  <a:lnTo>
                    <a:pt x="332136" y="194118"/>
                  </a:lnTo>
                  <a:lnTo>
                    <a:pt x="332910" y="188856"/>
                  </a:lnTo>
                  <a:lnTo>
                    <a:pt x="333516" y="183571"/>
                  </a:lnTo>
                  <a:lnTo>
                    <a:pt x="333954" y="178270"/>
                  </a:lnTo>
                  <a:lnTo>
                    <a:pt x="334223" y="172957"/>
                  </a:lnTo>
                  <a:lnTo>
                    <a:pt x="334323" y="167639"/>
                  </a:lnTo>
                  <a:lnTo>
                    <a:pt x="334253" y="162320"/>
                  </a:lnTo>
                  <a:lnTo>
                    <a:pt x="334014" y="157006"/>
                  </a:lnTo>
                  <a:lnTo>
                    <a:pt x="333606" y="151703"/>
                  </a:lnTo>
                  <a:lnTo>
                    <a:pt x="333030" y="146415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360236"/>
              <a:ext cx="165874" cy="20752"/>
            </a:xfrm>
            <a:custGeom>
              <a:avLst/>
              <a:pathLst>
                <a:path w="165874" h="20752">
                  <a:moveTo>
                    <a:pt x="165874" y="0"/>
                  </a:moveTo>
                  <a:lnTo>
                    <a:pt x="0" y="207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81227"/>
              <a:ext cx="165874" cy="99761"/>
            </a:xfrm>
            <a:custGeom>
              <a:avLst/>
              <a:pathLst>
                <a:path w="165874" h="99761">
                  <a:moveTo>
                    <a:pt x="165874" y="79009"/>
                  </a:moveTo>
                  <a:lnTo>
                    <a:pt x="165064" y="73327"/>
                  </a:lnTo>
                  <a:lnTo>
                    <a:pt x="164059" y="67676"/>
                  </a:lnTo>
                  <a:lnTo>
                    <a:pt x="162861" y="62063"/>
                  </a:lnTo>
                  <a:lnTo>
                    <a:pt x="161471" y="56495"/>
                  </a:lnTo>
                  <a:lnTo>
                    <a:pt x="159890" y="50977"/>
                  </a:lnTo>
                  <a:lnTo>
                    <a:pt x="158122" y="45518"/>
                  </a:lnTo>
                  <a:lnTo>
                    <a:pt x="156166" y="40122"/>
                  </a:lnTo>
                  <a:lnTo>
                    <a:pt x="154027" y="34796"/>
                  </a:lnTo>
                  <a:lnTo>
                    <a:pt x="151706" y="29547"/>
                  </a:lnTo>
                  <a:lnTo>
                    <a:pt x="149206" y="24380"/>
                  </a:lnTo>
                  <a:lnTo>
                    <a:pt x="146531" y="19303"/>
                  </a:lnTo>
                  <a:lnTo>
                    <a:pt x="143683" y="14320"/>
                  </a:lnTo>
                  <a:lnTo>
                    <a:pt x="140665" y="9438"/>
                  </a:lnTo>
                  <a:lnTo>
                    <a:pt x="137481" y="4663"/>
                  </a:lnTo>
                  <a:lnTo>
                    <a:pt x="134136" y="0"/>
                  </a:lnTo>
                  <a:lnTo>
                    <a:pt x="0" y="997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134136" cy="167167"/>
            </a:xfrm>
            <a:custGeom>
              <a:avLst/>
              <a:pathLst>
                <a:path w="134136" h="167167">
                  <a:moveTo>
                    <a:pt x="134136" y="67405"/>
                  </a:moveTo>
                  <a:lnTo>
                    <a:pt x="130744" y="63000"/>
                  </a:lnTo>
                  <a:lnTo>
                    <a:pt x="127208" y="58710"/>
                  </a:lnTo>
                  <a:lnTo>
                    <a:pt x="123531" y="54539"/>
                  </a:lnTo>
                  <a:lnTo>
                    <a:pt x="119717" y="50493"/>
                  </a:lnTo>
                  <a:lnTo>
                    <a:pt x="115771" y="46577"/>
                  </a:lnTo>
                  <a:lnTo>
                    <a:pt x="111696" y="42793"/>
                  </a:lnTo>
                  <a:lnTo>
                    <a:pt x="107498" y="39148"/>
                  </a:lnTo>
                  <a:lnTo>
                    <a:pt x="103182" y="35644"/>
                  </a:lnTo>
                  <a:lnTo>
                    <a:pt x="98751" y="32285"/>
                  </a:lnTo>
                  <a:lnTo>
                    <a:pt x="94211" y="29076"/>
                  </a:lnTo>
                  <a:lnTo>
                    <a:pt x="89566" y="26019"/>
                  </a:lnTo>
                  <a:lnTo>
                    <a:pt x="84823" y="23118"/>
                  </a:lnTo>
                  <a:lnTo>
                    <a:pt x="79985" y="20377"/>
                  </a:lnTo>
                  <a:lnTo>
                    <a:pt x="75060" y="17799"/>
                  </a:lnTo>
                  <a:lnTo>
                    <a:pt x="70051" y="15385"/>
                  </a:lnTo>
                  <a:lnTo>
                    <a:pt x="64965" y="13139"/>
                  </a:lnTo>
                  <a:lnTo>
                    <a:pt x="59806" y="11064"/>
                  </a:lnTo>
                  <a:lnTo>
                    <a:pt x="54582" y="9162"/>
                  </a:lnTo>
                  <a:lnTo>
                    <a:pt x="49297" y="7434"/>
                  </a:lnTo>
                  <a:lnTo>
                    <a:pt x="43958" y="5883"/>
                  </a:lnTo>
                  <a:lnTo>
                    <a:pt x="38570" y="4510"/>
                  </a:lnTo>
                  <a:lnTo>
                    <a:pt x="33140" y="3317"/>
                  </a:lnTo>
                  <a:lnTo>
                    <a:pt x="27673" y="2306"/>
                  </a:lnTo>
                  <a:lnTo>
                    <a:pt x="22175" y="1477"/>
                  </a:lnTo>
                  <a:lnTo>
                    <a:pt x="16653" y="831"/>
                  </a:lnTo>
                  <a:lnTo>
                    <a:pt x="11112" y="369"/>
                  </a:lnTo>
                  <a:lnTo>
                    <a:pt x="5559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751853" y="3707720"/>
              <a:ext cx="200649" cy="334325"/>
            </a:xfrm>
            <a:custGeom>
              <a:avLst/>
              <a:pathLst>
                <a:path w="200649" h="334325">
                  <a:moveTo>
                    <a:pt x="167158" y="0"/>
                  </a:moveTo>
                  <a:lnTo>
                    <a:pt x="161836" y="84"/>
                  </a:lnTo>
                  <a:lnTo>
                    <a:pt x="156519" y="338"/>
                  </a:lnTo>
                  <a:lnTo>
                    <a:pt x="151214" y="762"/>
                  </a:lnTo>
                  <a:lnTo>
                    <a:pt x="145924" y="1354"/>
                  </a:lnTo>
                  <a:lnTo>
                    <a:pt x="140656" y="2114"/>
                  </a:lnTo>
                  <a:lnTo>
                    <a:pt x="135415" y="3041"/>
                  </a:lnTo>
                  <a:lnTo>
                    <a:pt x="130206" y="4135"/>
                  </a:lnTo>
                  <a:lnTo>
                    <a:pt x="125034" y="5394"/>
                  </a:lnTo>
                  <a:lnTo>
                    <a:pt x="119906" y="6817"/>
                  </a:lnTo>
                  <a:lnTo>
                    <a:pt x="114825" y="8402"/>
                  </a:lnTo>
                  <a:lnTo>
                    <a:pt x="109797" y="10149"/>
                  </a:lnTo>
                  <a:lnTo>
                    <a:pt x="104827" y="12055"/>
                  </a:lnTo>
                  <a:lnTo>
                    <a:pt x="99921" y="14117"/>
                  </a:lnTo>
                  <a:lnTo>
                    <a:pt x="95082" y="16336"/>
                  </a:lnTo>
                  <a:lnTo>
                    <a:pt x="90317" y="18707"/>
                  </a:lnTo>
                  <a:lnTo>
                    <a:pt x="85630" y="21228"/>
                  </a:lnTo>
                  <a:lnTo>
                    <a:pt x="81025" y="23898"/>
                  </a:lnTo>
                  <a:lnTo>
                    <a:pt x="76507" y="26712"/>
                  </a:lnTo>
                  <a:lnTo>
                    <a:pt x="72082" y="29669"/>
                  </a:lnTo>
                  <a:lnTo>
                    <a:pt x="67753" y="32766"/>
                  </a:lnTo>
                  <a:lnTo>
                    <a:pt x="63524" y="35999"/>
                  </a:lnTo>
                  <a:lnTo>
                    <a:pt x="59401" y="39364"/>
                  </a:lnTo>
                  <a:lnTo>
                    <a:pt x="55387" y="42860"/>
                  </a:lnTo>
                  <a:lnTo>
                    <a:pt x="51486" y="46481"/>
                  </a:lnTo>
                  <a:lnTo>
                    <a:pt x="47703" y="50225"/>
                  </a:lnTo>
                  <a:lnTo>
                    <a:pt x="44040" y="54087"/>
                  </a:lnTo>
                  <a:lnTo>
                    <a:pt x="40503" y="58064"/>
                  </a:lnTo>
                  <a:lnTo>
                    <a:pt x="37094" y="62151"/>
                  </a:lnTo>
                  <a:lnTo>
                    <a:pt x="33816" y="66345"/>
                  </a:lnTo>
                  <a:lnTo>
                    <a:pt x="30674" y="70641"/>
                  </a:lnTo>
                  <a:lnTo>
                    <a:pt x="27670" y="75035"/>
                  </a:lnTo>
                  <a:lnTo>
                    <a:pt x="24808" y="79522"/>
                  </a:lnTo>
                  <a:lnTo>
                    <a:pt x="22090" y="84099"/>
                  </a:lnTo>
                  <a:lnTo>
                    <a:pt x="19519" y="88759"/>
                  </a:lnTo>
                  <a:lnTo>
                    <a:pt x="17098" y="93499"/>
                  </a:lnTo>
                  <a:lnTo>
                    <a:pt x="14828" y="98313"/>
                  </a:lnTo>
                  <a:lnTo>
                    <a:pt x="12714" y="103198"/>
                  </a:lnTo>
                  <a:lnTo>
                    <a:pt x="10755" y="108147"/>
                  </a:lnTo>
                  <a:lnTo>
                    <a:pt x="8956" y="113156"/>
                  </a:lnTo>
                  <a:lnTo>
                    <a:pt x="7317" y="118220"/>
                  </a:lnTo>
                  <a:lnTo>
                    <a:pt x="5839" y="123333"/>
                  </a:lnTo>
                  <a:lnTo>
                    <a:pt x="4526" y="128491"/>
                  </a:lnTo>
                  <a:lnTo>
                    <a:pt x="3377" y="133688"/>
                  </a:lnTo>
                  <a:lnTo>
                    <a:pt x="2394" y="138920"/>
                  </a:lnTo>
                  <a:lnTo>
                    <a:pt x="1578" y="144179"/>
                  </a:lnTo>
                  <a:lnTo>
                    <a:pt x="930" y="149462"/>
                  </a:lnTo>
                  <a:lnTo>
                    <a:pt x="451" y="154763"/>
                  </a:lnTo>
                  <a:lnTo>
                    <a:pt x="141" y="160077"/>
                  </a:lnTo>
                  <a:lnTo>
                    <a:pt x="0" y="165397"/>
                  </a:lnTo>
                  <a:lnTo>
                    <a:pt x="28" y="170720"/>
                  </a:lnTo>
                  <a:lnTo>
                    <a:pt x="226" y="176039"/>
                  </a:lnTo>
                  <a:lnTo>
                    <a:pt x="593" y="181349"/>
                  </a:lnTo>
                  <a:lnTo>
                    <a:pt x="1129" y="186644"/>
                  </a:lnTo>
                  <a:lnTo>
                    <a:pt x="1833" y="191920"/>
                  </a:lnTo>
                  <a:lnTo>
                    <a:pt x="2705" y="197170"/>
                  </a:lnTo>
                  <a:lnTo>
                    <a:pt x="3743" y="202391"/>
                  </a:lnTo>
                  <a:lnTo>
                    <a:pt x="4947" y="207575"/>
                  </a:lnTo>
                  <a:lnTo>
                    <a:pt x="6316" y="212719"/>
                  </a:lnTo>
                  <a:lnTo>
                    <a:pt x="7848" y="217816"/>
                  </a:lnTo>
                  <a:lnTo>
                    <a:pt x="9541" y="222862"/>
                  </a:lnTo>
                  <a:lnTo>
                    <a:pt x="11394" y="227852"/>
                  </a:lnTo>
                  <a:lnTo>
                    <a:pt x="13405" y="232780"/>
                  </a:lnTo>
                  <a:lnTo>
                    <a:pt x="15572" y="237642"/>
                  </a:lnTo>
                  <a:lnTo>
                    <a:pt x="17892" y="242432"/>
                  </a:lnTo>
                  <a:lnTo>
                    <a:pt x="20364" y="247145"/>
                  </a:lnTo>
                  <a:lnTo>
                    <a:pt x="22984" y="251778"/>
                  </a:lnTo>
                  <a:lnTo>
                    <a:pt x="25751" y="256325"/>
                  </a:lnTo>
                  <a:lnTo>
                    <a:pt x="28661" y="260782"/>
                  </a:lnTo>
                  <a:lnTo>
                    <a:pt x="31712" y="265143"/>
                  </a:lnTo>
                  <a:lnTo>
                    <a:pt x="34900" y="269406"/>
                  </a:lnTo>
                  <a:lnTo>
                    <a:pt x="38221" y="273564"/>
                  </a:lnTo>
                  <a:lnTo>
                    <a:pt x="41674" y="277615"/>
                  </a:lnTo>
                  <a:lnTo>
                    <a:pt x="45254" y="281554"/>
                  </a:lnTo>
                  <a:lnTo>
                    <a:pt x="48957" y="285377"/>
                  </a:lnTo>
                  <a:lnTo>
                    <a:pt x="52780" y="289080"/>
                  </a:lnTo>
                  <a:lnTo>
                    <a:pt x="56720" y="292660"/>
                  </a:lnTo>
                  <a:lnTo>
                    <a:pt x="60771" y="296112"/>
                  </a:lnTo>
                  <a:lnTo>
                    <a:pt x="64930" y="299433"/>
                  </a:lnTo>
                  <a:lnTo>
                    <a:pt x="69192" y="302621"/>
                  </a:lnTo>
                  <a:lnTo>
                    <a:pt x="73554" y="305671"/>
                  </a:lnTo>
                  <a:lnTo>
                    <a:pt x="78011" y="308581"/>
                  </a:lnTo>
                  <a:lnTo>
                    <a:pt x="82558" y="311347"/>
                  </a:lnTo>
                  <a:lnTo>
                    <a:pt x="87191" y="313967"/>
                  </a:lnTo>
                  <a:lnTo>
                    <a:pt x="91905" y="316439"/>
                  </a:lnTo>
                  <a:lnTo>
                    <a:pt x="96695" y="318759"/>
                  </a:lnTo>
                  <a:lnTo>
                    <a:pt x="101557" y="320925"/>
                  </a:lnTo>
                  <a:lnTo>
                    <a:pt x="106485" y="322935"/>
                  </a:lnTo>
                  <a:lnTo>
                    <a:pt x="111475" y="324788"/>
                  </a:lnTo>
                  <a:lnTo>
                    <a:pt x="116521" y="326481"/>
                  </a:lnTo>
                  <a:lnTo>
                    <a:pt x="121619" y="328012"/>
                  </a:lnTo>
                  <a:lnTo>
                    <a:pt x="126763" y="329380"/>
                  </a:lnTo>
                  <a:lnTo>
                    <a:pt x="131947" y="330584"/>
                  </a:lnTo>
                  <a:lnTo>
                    <a:pt x="137168" y="331622"/>
                  </a:lnTo>
                  <a:lnTo>
                    <a:pt x="142418" y="332494"/>
                  </a:lnTo>
                  <a:lnTo>
                    <a:pt x="147694" y="333197"/>
                  </a:lnTo>
                  <a:lnTo>
                    <a:pt x="152990" y="333733"/>
                  </a:lnTo>
                  <a:lnTo>
                    <a:pt x="158300" y="334100"/>
                  </a:lnTo>
                  <a:lnTo>
                    <a:pt x="163618" y="334297"/>
                  </a:lnTo>
                  <a:lnTo>
                    <a:pt x="168941" y="334325"/>
                  </a:lnTo>
                  <a:lnTo>
                    <a:pt x="174262" y="334183"/>
                  </a:lnTo>
                  <a:lnTo>
                    <a:pt x="179575" y="333873"/>
                  </a:lnTo>
                  <a:lnTo>
                    <a:pt x="184876" y="333393"/>
                  </a:lnTo>
                  <a:lnTo>
                    <a:pt x="190159" y="332744"/>
                  </a:lnTo>
                  <a:lnTo>
                    <a:pt x="195418" y="331928"/>
                  </a:lnTo>
                  <a:lnTo>
                    <a:pt x="200649" y="330945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942"/>
              <a:ext cx="167157" cy="330723"/>
            </a:xfrm>
            <a:custGeom>
              <a:avLst/>
              <a:pathLst>
                <a:path w="167157" h="330723">
                  <a:moveTo>
                    <a:pt x="33491" y="330723"/>
                  </a:moveTo>
                  <a:lnTo>
                    <a:pt x="38729" y="329564"/>
                  </a:lnTo>
                  <a:lnTo>
                    <a:pt x="43927" y="328238"/>
                  </a:lnTo>
                  <a:lnTo>
                    <a:pt x="49080" y="326745"/>
                  </a:lnTo>
                  <a:lnTo>
                    <a:pt x="54183" y="325088"/>
                  </a:lnTo>
                  <a:lnTo>
                    <a:pt x="59229" y="323268"/>
                  </a:lnTo>
                  <a:lnTo>
                    <a:pt x="64215" y="321287"/>
                  </a:lnTo>
                  <a:lnTo>
                    <a:pt x="69134" y="319147"/>
                  </a:lnTo>
                  <a:lnTo>
                    <a:pt x="73982" y="316850"/>
                  </a:lnTo>
                  <a:lnTo>
                    <a:pt x="78754" y="314399"/>
                  </a:lnTo>
                  <a:lnTo>
                    <a:pt x="83445" y="311796"/>
                  </a:lnTo>
                  <a:lnTo>
                    <a:pt x="88050" y="309044"/>
                  </a:lnTo>
                  <a:lnTo>
                    <a:pt x="92564" y="306146"/>
                  </a:lnTo>
                  <a:lnTo>
                    <a:pt x="96983" y="303104"/>
                  </a:lnTo>
                  <a:lnTo>
                    <a:pt x="101302" y="299922"/>
                  </a:lnTo>
                  <a:lnTo>
                    <a:pt x="105517" y="296603"/>
                  </a:lnTo>
                  <a:lnTo>
                    <a:pt x="109623" y="293150"/>
                  </a:lnTo>
                  <a:lnTo>
                    <a:pt x="113616" y="289567"/>
                  </a:lnTo>
                  <a:lnTo>
                    <a:pt x="117492" y="285859"/>
                  </a:lnTo>
                  <a:lnTo>
                    <a:pt x="121248" y="282027"/>
                  </a:lnTo>
                  <a:lnTo>
                    <a:pt x="124878" y="278078"/>
                  </a:lnTo>
                  <a:lnTo>
                    <a:pt x="128379" y="274013"/>
                  </a:lnTo>
                  <a:lnTo>
                    <a:pt x="131749" y="269839"/>
                  </a:lnTo>
                  <a:lnTo>
                    <a:pt x="134983" y="265558"/>
                  </a:lnTo>
                  <a:lnTo>
                    <a:pt x="138077" y="261176"/>
                  </a:lnTo>
                  <a:lnTo>
                    <a:pt x="141030" y="256697"/>
                  </a:lnTo>
                  <a:lnTo>
                    <a:pt x="143837" y="252126"/>
                  </a:lnTo>
                  <a:lnTo>
                    <a:pt x="146496" y="247466"/>
                  </a:lnTo>
                  <a:lnTo>
                    <a:pt x="149005" y="242724"/>
                  </a:lnTo>
                  <a:lnTo>
                    <a:pt x="151359" y="237904"/>
                  </a:lnTo>
                  <a:lnTo>
                    <a:pt x="153558" y="233011"/>
                  </a:lnTo>
                  <a:lnTo>
                    <a:pt x="155599" y="228049"/>
                  </a:lnTo>
                  <a:lnTo>
                    <a:pt x="157480" y="223025"/>
                  </a:lnTo>
                  <a:lnTo>
                    <a:pt x="159198" y="217943"/>
                  </a:lnTo>
                  <a:lnTo>
                    <a:pt x="160753" y="212808"/>
                  </a:lnTo>
                  <a:lnTo>
                    <a:pt x="162141" y="207626"/>
                  </a:lnTo>
                  <a:lnTo>
                    <a:pt x="163363" y="202403"/>
                  </a:lnTo>
                  <a:lnTo>
                    <a:pt x="164417" y="197143"/>
                  </a:lnTo>
                  <a:lnTo>
                    <a:pt x="165301" y="191851"/>
                  </a:lnTo>
                  <a:lnTo>
                    <a:pt x="166015" y="186534"/>
                  </a:lnTo>
                  <a:lnTo>
                    <a:pt x="166558" y="181197"/>
                  </a:lnTo>
                  <a:lnTo>
                    <a:pt x="166930" y="175845"/>
                  </a:lnTo>
                  <a:lnTo>
                    <a:pt x="167129" y="170484"/>
                  </a:lnTo>
                  <a:lnTo>
                    <a:pt x="167157" y="165120"/>
                  </a:lnTo>
                  <a:lnTo>
                    <a:pt x="167012" y="159757"/>
                  </a:lnTo>
                  <a:lnTo>
                    <a:pt x="166696" y="154402"/>
                  </a:lnTo>
                  <a:lnTo>
                    <a:pt x="166207" y="149059"/>
                  </a:lnTo>
                  <a:lnTo>
                    <a:pt x="165548" y="143735"/>
                  </a:lnTo>
                  <a:lnTo>
                    <a:pt x="164718" y="138435"/>
                  </a:lnTo>
                  <a:lnTo>
                    <a:pt x="163718" y="133165"/>
                  </a:lnTo>
                  <a:lnTo>
                    <a:pt x="162550" y="127929"/>
                  </a:lnTo>
                  <a:lnTo>
                    <a:pt x="161214" y="122733"/>
                  </a:lnTo>
                  <a:lnTo>
                    <a:pt x="159713" y="117583"/>
                  </a:lnTo>
                  <a:lnTo>
                    <a:pt x="158046" y="112483"/>
                  </a:lnTo>
                  <a:lnTo>
                    <a:pt x="156218" y="107440"/>
                  </a:lnTo>
                  <a:lnTo>
                    <a:pt x="154228" y="102458"/>
                  </a:lnTo>
                  <a:lnTo>
                    <a:pt x="152079" y="97542"/>
                  </a:lnTo>
                  <a:lnTo>
                    <a:pt x="149774" y="92698"/>
                  </a:lnTo>
                  <a:lnTo>
                    <a:pt x="147314" y="87931"/>
                  </a:lnTo>
                  <a:lnTo>
                    <a:pt x="144703" y="83244"/>
                  </a:lnTo>
                  <a:lnTo>
                    <a:pt x="141943" y="78644"/>
                  </a:lnTo>
                  <a:lnTo>
                    <a:pt x="139036" y="74135"/>
                  </a:lnTo>
                  <a:lnTo>
                    <a:pt x="135987" y="69721"/>
                  </a:lnTo>
                  <a:lnTo>
                    <a:pt x="132797" y="65408"/>
                  </a:lnTo>
                  <a:lnTo>
                    <a:pt x="129470" y="61199"/>
                  </a:lnTo>
                  <a:lnTo>
                    <a:pt x="126011" y="57099"/>
                  </a:lnTo>
                  <a:lnTo>
                    <a:pt x="122421" y="53112"/>
                  </a:lnTo>
                  <a:lnTo>
                    <a:pt x="118705" y="49243"/>
                  </a:lnTo>
                  <a:lnTo>
                    <a:pt x="114867" y="45494"/>
                  </a:lnTo>
                  <a:lnTo>
                    <a:pt x="110911" y="41871"/>
                  </a:lnTo>
                  <a:lnTo>
                    <a:pt x="106841" y="38377"/>
                  </a:lnTo>
                  <a:lnTo>
                    <a:pt x="102660" y="35015"/>
                  </a:lnTo>
                  <a:lnTo>
                    <a:pt x="98374" y="31788"/>
                  </a:lnTo>
                  <a:lnTo>
                    <a:pt x="93987" y="28701"/>
                  </a:lnTo>
                  <a:lnTo>
                    <a:pt x="89502" y="25757"/>
                  </a:lnTo>
                  <a:lnTo>
                    <a:pt x="84926" y="22958"/>
                  </a:lnTo>
                  <a:lnTo>
                    <a:pt x="80262" y="20307"/>
                  </a:lnTo>
                  <a:lnTo>
                    <a:pt x="75515" y="17807"/>
                  </a:lnTo>
                  <a:lnTo>
                    <a:pt x="70691" y="15460"/>
                  </a:lnTo>
                  <a:lnTo>
                    <a:pt x="65794" y="13270"/>
                  </a:lnTo>
                  <a:lnTo>
                    <a:pt x="60829" y="11238"/>
                  </a:lnTo>
                  <a:lnTo>
                    <a:pt x="55801" y="9366"/>
                  </a:lnTo>
                  <a:lnTo>
                    <a:pt x="50716" y="7657"/>
                  </a:lnTo>
                  <a:lnTo>
                    <a:pt x="45579" y="6112"/>
                  </a:lnTo>
                  <a:lnTo>
                    <a:pt x="40395" y="4732"/>
                  </a:lnTo>
                  <a:lnTo>
                    <a:pt x="35169" y="3519"/>
                  </a:lnTo>
                  <a:lnTo>
                    <a:pt x="29907" y="2475"/>
                  </a:lnTo>
                  <a:lnTo>
                    <a:pt x="24614" y="1600"/>
                  </a:lnTo>
                  <a:lnTo>
                    <a:pt x="19296" y="895"/>
                  </a:lnTo>
                  <a:lnTo>
                    <a:pt x="13958" y="362"/>
                  </a:lnTo>
                  <a:lnTo>
                    <a:pt x="8605" y="0"/>
                  </a:lnTo>
                  <a:lnTo>
                    <a:pt x="0" y="1669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8605" cy="167167"/>
            </a:xfrm>
            <a:custGeom>
              <a:avLst/>
              <a:pathLst>
                <a:path w="8605" h="167167">
                  <a:moveTo>
                    <a:pt x="8605" y="22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tx805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06" name="tx806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07" name="tx807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08" name="tx808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09" name="tx809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2025-06-06T08:22:47Z</dcterms:modified>
  <cp:category/>
</cp:coreProperties>
</file>