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73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88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52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87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73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32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52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41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32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87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88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13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81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73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41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88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73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73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35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84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28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20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173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52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44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173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57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47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173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5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47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173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77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13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41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41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90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82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41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47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35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78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24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41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34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28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41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77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81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88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88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47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184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78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32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88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34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20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88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43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44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88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51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47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88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51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47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88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90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47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65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63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52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187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13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818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1733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132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52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87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7663" y="3170392"/>
              <a:ext cx="46115" cy="167167"/>
            </a:xfrm>
            <a:custGeom>
              <a:avLst/>
              <a:pathLst>
                <a:path w="46115" h="167167">
                  <a:moveTo>
                    <a:pt x="46115" y="0"/>
                  </a:moveTo>
                  <a:lnTo>
                    <a:pt x="39443" y="133"/>
                  </a:lnTo>
                  <a:lnTo>
                    <a:pt x="32781" y="532"/>
                  </a:lnTo>
                  <a:lnTo>
                    <a:pt x="26140" y="1197"/>
                  </a:lnTo>
                  <a:lnTo>
                    <a:pt x="19531" y="2127"/>
                  </a:lnTo>
                  <a:lnTo>
                    <a:pt x="12964" y="3320"/>
                  </a:lnTo>
                  <a:lnTo>
                    <a:pt x="6450" y="4774"/>
                  </a:lnTo>
                  <a:lnTo>
                    <a:pt x="0" y="6486"/>
                  </a:lnTo>
                  <a:lnTo>
                    <a:pt x="4611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7663" y="3176879"/>
              <a:ext cx="46115" cy="160680"/>
            </a:xfrm>
            <a:custGeom>
              <a:avLst/>
              <a:pathLst>
                <a:path w="46115" h="160680">
                  <a:moveTo>
                    <a:pt x="0" y="0"/>
                  </a:moveTo>
                  <a:lnTo>
                    <a:pt x="46115" y="1606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816618" y="3170402"/>
              <a:ext cx="334325" cy="334319"/>
            </a:xfrm>
            <a:custGeom>
              <a:avLst/>
              <a:pathLst>
                <a:path w="334325" h="334319">
                  <a:moveTo>
                    <a:pt x="121045" y="6477"/>
                  </a:moveTo>
                  <a:lnTo>
                    <a:pt x="115974" y="8019"/>
                  </a:lnTo>
                  <a:lnTo>
                    <a:pt x="110954" y="9722"/>
                  </a:lnTo>
                  <a:lnTo>
                    <a:pt x="105991" y="11583"/>
                  </a:lnTo>
                  <a:lnTo>
                    <a:pt x="101090" y="13601"/>
                  </a:lnTo>
                  <a:lnTo>
                    <a:pt x="96255" y="15773"/>
                  </a:lnTo>
                  <a:lnTo>
                    <a:pt x="91491" y="18097"/>
                  </a:lnTo>
                  <a:lnTo>
                    <a:pt x="86803" y="20571"/>
                  </a:lnTo>
                  <a:lnTo>
                    <a:pt x="82196" y="23192"/>
                  </a:lnTo>
                  <a:lnTo>
                    <a:pt x="77675" y="25958"/>
                  </a:lnTo>
                  <a:lnTo>
                    <a:pt x="73243" y="28866"/>
                  </a:lnTo>
                  <a:lnTo>
                    <a:pt x="68906" y="31913"/>
                  </a:lnTo>
                  <a:lnTo>
                    <a:pt x="64668" y="35096"/>
                  </a:lnTo>
                  <a:lnTo>
                    <a:pt x="60533" y="38412"/>
                  </a:lnTo>
                  <a:lnTo>
                    <a:pt x="56505" y="41857"/>
                  </a:lnTo>
                  <a:lnTo>
                    <a:pt x="52588" y="45428"/>
                  </a:lnTo>
                  <a:lnTo>
                    <a:pt x="48786" y="49122"/>
                  </a:lnTo>
                  <a:lnTo>
                    <a:pt x="45103" y="52934"/>
                  </a:lnTo>
                  <a:lnTo>
                    <a:pt x="41544" y="56861"/>
                  </a:lnTo>
                  <a:lnTo>
                    <a:pt x="38110" y="60899"/>
                  </a:lnTo>
                  <a:lnTo>
                    <a:pt x="34806" y="65043"/>
                  </a:lnTo>
                  <a:lnTo>
                    <a:pt x="31635" y="69291"/>
                  </a:lnTo>
                  <a:lnTo>
                    <a:pt x="28601" y="73637"/>
                  </a:lnTo>
                  <a:lnTo>
                    <a:pt x="25705" y="78076"/>
                  </a:lnTo>
                  <a:lnTo>
                    <a:pt x="22952" y="82606"/>
                  </a:lnTo>
                  <a:lnTo>
                    <a:pt x="20344" y="87220"/>
                  </a:lnTo>
                  <a:lnTo>
                    <a:pt x="17884" y="91915"/>
                  </a:lnTo>
                  <a:lnTo>
                    <a:pt x="15573" y="96685"/>
                  </a:lnTo>
                  <a:lnTo>
                    <a:pt x="13415" y="101527"/>
                  </a:lnTo>
                  <a:lnTo>
                    <a:pt x="11412" y="106434"/>
                  </a:lnTo>
                  <a:lnTo>
                    <a:pt x="9565" y="111402"/>
                  </a:lnTo>
                  <a:lnTo>
                    <a:pt x="7877" y="116427"/>
                  </a:lnTo>
                  <a:lnTo>
                    <a:pt x="6348" y="121502"/>
                  </a:lnTo>
                  <a:lnTo>
                    <a:pt x="4982" y="126623"/>
                  </a:lnTo>
                  <a:lnTo>
                    <a:pt x="3778" y="131785"/>
                  </a:lnTo>
                  <a:lnTo>
                    <a:pt x="2739" y="136983"/>
                  </a:lnTo>
                  <a:lnTo>
                    <a:pt x="1865" y="142211"/>
                  </a:lnTo>
                  <a:lnTo>
                    <a:pt x="1157" y="147464"/>
                  </a:lnTo>
                  <a:lnTo>
                    <a:pt x="616" y="152736"/>
                  </a:lnTo>
                  <a:lnTo>
                    <a:pt x="243" y="158024"/>
                  </a:lnTo>
                  <a:lnTo>
                    <a:pt x="37" y="163320"/>
                  </a:lnTo>
                  <a:lnTo>
                    <a:pt x="0" y="168620"/>
                  </a:lnTo>
                  <a:lnTo>
                    <a:pt x="130" y="173919"/>
                  </a:lnTo>
                  <a:lnTo>
                    <a:pt x="428" y="179211"/>
                  </a:lnTo>
                  <a:lnTo>
                    <a:pt x="894" y="184491"/>
                  </a:lnTo>
                  <a:lnTo>
                    <a:pt x="1527" y="189754"/>
                  </a:lnTo>
                  <a:lnTo>
                    <a:pt x="2327" y="194993"/>
                  </a:lnTo>
                  <a:lnTo>
                    <a:pt x="3292" y="200205"/>
                  </a:lnTo>
                  <a:lnTo>
                    <a:pt x="4422" y="205384"/>
                  </a:lnTo>
                  <a:lnTo>
                    <a:pt x="5716" y="210524"/>
                  </a:lnTo>
                  <a:lnTo>
                    <a:pt x="7172" y="215620"/>
                  </a:lnTo>
                  <a:lnTo>
                    <a:pt x="8789" y="220668"/>
                  </a:lnTo>
                  <a:lnTo>
                    <a:pt x="10565" y="225662"/>
                  </a:lnTo>
                  <a:lnTo>
                    <a:pt x="12499" y="230597"/>
                  </a:lnTo>
                  <a:lnTo>
                    <a:pt x="14588" y="235469"/>
                  </a:lnTo>
                  <a:lnTo>
                    <a:pt x="16830" y="240272"/>
                  </a:lnTo>
                  <a:lnTo>
                    <a:pt x="19224" y="245001"/>
                  </a:lnTo>
                  <a:lnTo>
                    <a:pt x="21766" y="249652"/>
                  </a:lnTo>
                  <a:lnTo>
                    <a:pt x="24454" y="254220"/>
                  </a:lnTo>
                  <a:lnTo>
                    <a:pt x="27286" y="258700"/>
                  </a:lnTo>
                  <a:lnTo>
                    <a:pt x="30259" y="263089"/>
                  </a:lnTo>
                  <a:lnTo>
                    <a:pt x="33369" y="267381"/>
                  </a:lnTo>
                  <a:lnTo>
                    <a:pt x="36614" y="271572"/>
                  </a:lnTo>
                  <a:lnTo>
                    <a:pt x="39990" y="275658"/>
                  </a:lnTo>
                  <a:lnTo>
                    <a:pt x="43493" y="279636"/>
                  </a:lnTo>
                  <a:lnTo>
                    <a:pt x="47121" y="283500"/>
                  </a:lnTo>
                  <a:lnTo>
                    <a:pt x="50870" y="287247"/>
                  </a:lnTo>
                  <a:lnTo>
                    <a:pt x="54736" y="290873"/>
                  </a:lnTo>
                  <a:lnTo>
                    <a:pt x="58715" y="294375"/>
                  </a:lnTo>
                  <a:lnTo>
                    <a:pt x="62802" y="297750"/>
                  </a:lnTo>
                  <a:lnTo>
                    <a:pt x="66995" y="300992"/>
                  </a:lnTo>
                  <a:lnTo>
                    <a:pt x="71288" y="304101"/>
                  </a:lnTo>
                  <a:lnTo>
                    <a:pt x="75678" y="307071"/>
                  </a:lnTo>
                  <a:lnTo>
                    <a:pt x="80160" y="309901"/>
                  </a:lnTo>
                  <a:lnTo>
                    <a:pt x="84729" y="312588"/>
                  </a:lnTo>
                  <a:lnTo>
                    <a:pt x="89381" y="315128"/>
                  </a:lnTo>
                  <a:lnTo>
                    <a:pt x="94111" y="317519"/>
                  </a:lnTo>
                  <a:lnTo>
                    <a:pt x="98915" y="319760"/>
                  </a:lnTo>
                  <a:lnTo>
                    <a:pt x="103788" y="321847"/>
                  </a:lnTo>
                  <a:lnTo>
                    <a:pt x="108724" y="323778"/>
                  </a:lnTo>
                  <a:lnTo>
                    <a:pt x="113718" y="325552"/>
                  </a:lnTo>
                  <a:lnTo>
                    <a:pt x="118767" y="327167"/>
                  </a:lnTo>
                  <a:lnTo>
                    <a:pt x="123864" y="328620"/>
                  </a:lnTo>
                  <a:lnTo>
                    <a:pt x="129005" y="329912"/>
                  </a:lnTo>
                  <a:lnTo>
                    <a:pt x="134184" y="331040"/>
                  </a:lnTo>
                  <a:lnTo>
                    <a:pt x="139396" y="332003"/>
                  </a:lnTo>
                  <a:lnTo>
                    <a:pt x="144636" y="332800"/>
                  </a:lnTo>
                  <a:lnTo>
                    <a:pt x="149899" y="333431"/>
                  </a:lnTo>
                  <a:lnTo>
                    <a:pt x="155179" y="333895"/>
                  </a:lnTo>
                  <a:lnTo>
                    <a:pt x="160471" y="334191"/>
                  </a:lnTo>
                  <a:lnTo>
                    <a:pt x="165770" y="334319"/>
                  </a:lnTo>
                  <a:lnTo>
                    <a:pt x="171070" y="334279"/>
                  </a:lnTo>
                  <a:lnTo>
                    <a:pt x="176367" y="334071"/>
                  </a:lnTo>
                  <a:lnTo>
                    <a:pt x="181654" y="333695"/>
                  </a:lnTo>
                  <a:lnTo>
                    <a:pt x="186926" y="333152"/>
                  </a:lnTo>
                  <a:lnTo>
                    <a:pt x="192179" y="332442"/>
                  </a:lnTo>
                  <a:lnTo>
                    <a:pt x="197406" y="331566"/>
                  </a:lnTo>
                  <a:lnTo>
                    <a:pt x="202604" y="330524"/>
                  </a:lnTo>
                  <a:lnTo>
                    <a:pt x="207765" y="329318"/>
                  </a:lnTo>
                  <a:lnTo>
                    <a:pt x="212886" y="327950"/>
                  </a:lnTo>
                  <a:lnTo>
                    <a:pt x="217960" y="326419"/>
                  </a:lnTo>
                  <a:lnTo>
                    <a:pt x="222984" y="324729"/>
                  </a:lnTo>
                  <a:lnTo>
                    <a:pt x="227951" y="322880"/>
                  </a:lnTo>
                  <a:lnTo>
                    <a:pt x="232858" y="320874"/>
                  </a:lnTo>
                  <a:lnTo>
                    <a:pt x="237698" y="318714"/>
                  </a:lnTo>
                  <a:lnTo>
                    <a:pt x="242468" y="316401"/>
                  </a:lnTo>
                  <a:lnTo>
                    <a:pt x="247161" y="313939"/>
                  </a:lnTo>
                  <a:lnTo>
                    <a:pt x="251774" y="311329"/>
                  </a:lnTo>
                  <a:lnTo>
                    <a:pt x="256303" y="308574"/>
                  </a:lnTo>
                  <a:lnTo>
                    <a:pt x="260741" y="305677"/>
                  </a:lnTo>
                  <a:lnTo>
                    <a:pt x="265086" y="302640"/>
                  </a:lnTo>
                  <a:lnTo>
                    <a:pt x="269332" y="299467"/>
                  </a:lnTo>
                  <a:lnTo>
                    <a:pt x="273475" y="296162"/>
                  </a:lnTo>
                  <a:lnTo>
                    <a:pt x="277512" y="292726"/>
                  </a:lnTo>
                  <a:lnTo>
                    <a:pt x="281437" y="289165"/>
                  </a:lnTo>
                  <a:lnTo>
                    <a:pt x="285248" y="285481"/>
                  </a:lnTo>
                  <a:lnTo>
                    <a:pt x="288940" y="281677"/>
                  </a:lnTo>
                  <a:lnTo>
                    <a:pt x="292509" y="277759"/>
                  </a:lnTo>
                  <a:lnTo>
                    <a:pt x="295952" y="273729"/>
                  </a:lnTo>
                  <a:lnTo>
                    <a:pt x="299266" y="269593"/>
                  </a:lnTo>
                  <a:lnTo>
                    <a:pt x="302448" y="265353"/>
                  </a:lnTo>
                  <a:lnTo>
                    <a:pt x="305493" y="261015"/>
                  </a:lnTo>
                  <a:lnTo>
                    <a:pt x="308399" y="256582"/>
                  </a:lnTo>
                  <a:lnTo>
                    <a:pt x="311163" y="252059"/>
                  </a:lnTo>
                  <a:lnTo>
                    <a:pt x="313782" y="247451"/>
                  </a:lnTo>
                  <a:lnTo>
                    <a:pt x="316254" y="242762"/>
                  </a:lnTo>
                  <a:lnTo>
                    <a:pt x="318576" y="237998"/>
                  </a:lnTo>
                  <a:lnTo>
                    <a:pt x="320746" y="233162"/>
                  </a:lnTo>
                  <a:lnTo>
                    <a:pt x="322761" y="228259"/>
                  </a:lnTo>
                  <a:lnTo>
                    <a:pt x="324620" y="223295"/>
                  </a:lnTo>
                  <a:lnTo>
                    <a:pt x="326321" y="218275"/>
                  </a:lnTo>
                  <a:lnTo>
                    <a:pt x="327861" y="213204"/>
                  </a:lnTo>
                  <a:lnTo>
                    <a:pt x="329240" y="208086"/>
                  </a:lnTo>
                  <a:lnTo>
                    <a:pt x="330456" y="202927"/>
                  </a:lnTo>
                  <a:lnTo>
                    <a:pt x="331508" y="197732"/>
                  </a:lnTo>
                  <a:lnTo>
                    <a:pt x="332395" y="192506"/>
                  </a:lnTo>
                  <a:lnTo>
                    <a:pt x="333116" y="187255"/>
                  </a:lnTo>
                  <a:lnTo>
                    <a:pt x="333669" y="181983"/>
                  </a:lnTo>
                  <a:lnTo>
                    <a:pt x="334056" y="176697"/>
                  </a:lnTo>
                  <a:lnTo>
                    <a:pt x="334274" y="171401"/>
                  </a:lnTo>
                  <a:lnTo>
                    <a:pt x="334325" y="166101"/>
                  </a:lnTo>
                  <a:lnTo>
                    <a:pt x="334207" y="160802"/>
                  </a:lnTo>
                  <a:lnTo>
                    <a:pt x="333922" y="155509"/>
                  </a:lnTo>
                  <a:lnTo>
                    <a:pt x="333469" y="150228"/>
                  </a:lnTo>
                  <a:lnTo>
                    <a:pt x="332848" y="144964"/>
                  </a:lnTo>
                  <a:lnTo>
                    <a:pt x="332061" y="139722"/>
                  </a:lnTo>
                  <a:lnTo>
                    <a:pt x="331109" y="134508"/>
                  </a:lnTo>
                  <a:lnTo>
                    <a:pt x="329991" y="129327"/>
                  </a:lnTo>
                  <a:lnTo>
                    <a:pt x="328710" y="124183"/>
                  </a:lnTo>
                  <a:lnTo>
                    <a:pt x="327266" y="119083"/>
                  </a:lnTo>
                  <a:lnTo>
                    <a:pt x="325662" y="114032"/>
                  </a:lnTo>
                  <a:lnTo>
                    <a:pt x="323898" y="109033"/>
                  </a:lnTo>
                  <a:lnTo>
                    <a:pt x="321976" y="104093"/>
                  </a:lnTo>
                  <a:lnTo>
                    <a:pt x="319899" y="99217"/>
                  </a:lnTo>
                  <a:lnTo>
                    <a:pt x="317668" y="94409"/>
                  </a:lnTo>
                  <a:lnTo>
                    <a:pt x="315286" y="89674"/>
                  </a:lnTo>
                  <a:lnTo>
                    <a:pt x="312755" y="85017"/>
                  </a:lnTo>
                  <a:lnTo>
                    <a:pt x="310078" y="80442"/>
                  </a:lnTo>
                  <a:lnTo>
                    <a:pt x="307257" y="75955"/>
                  </a:lnTo>
                  <a:lnTo>
                    <a:pt x="304295" y="71559"/>
                  </a:lnTo>
                  <a:lnTo>
                    <a:pt x="301195" y="67259"/>
                  </a:lnTo>
                  <a:lnTo>
                    <a:pt x="297961" y="63060"/>
                  </a:lnTo>
                  <a:lnTo>
                    <a:pt x="294595" y="58966"/>
                  </a:lnTo>
                  <a:lnTo>
                    <a:pt x="291101" y="54980"/>
                  </a:lnTo>
                  <a:lnTo>
                    <a:pt x="287482" y="51107"/>
                  </a:lnTo>
                  <a:lnTo>
                    <a:pt x="283743" y="47351"/>
                  </a:lnTo>
                  <a:lnTo>
                    <a:pt x="279886" y="43715"/>
                  </a:lnTo>
                  <a:lnTo>
                    <a:pt x="275915" y="40203"/>
                  </a:lnTo>
                  <a:lnTo>
                    <a:pt x="271836" y="36819"/>
                  </a:lnTo>
                  <a:lnTo>
                    <a:pt x="267651" y="33566"/>
                  </a:lnTo>
                  <a:lnTo>
                    <a:pt x="263365" y="30447"/>
                  </a:lnTo>
                  <a:lnTo>
                    <a:pt x="258983" y="27466"/>
                  </a:lnTo>
                  <a:lnTo>
                    <a:pt x="254508" y="24625"/>
                  </a:lnTo>
                  <a:lnTo>
                    <a:pt x="249945" y="21928"/>
                  </a:lnTo>
                  <a:lnTo>
                    <a:pt x="245299" y="19376"/>
                  </a:lnTo>
                  <a:lnTo>
                    <a:pt x="240575" y="16973"/>
                  </a:lnTo>
                  <a:lnTo>
                    <a:pt x="235777" y="14721"/>
                  </a:lnTo>
                  <a:lnTo>
                    <a:pt x="230910" y="12622"/>
                  </a:lnTo>
                  <a:lnTo>
                    <a:pt x="225978" y="10679"/>
                  </a:lnTo>
                  <a:lnTo>
                    <a:pt x="220988" y="8893"/>
                  </a:lnTo>
                  <a:lnTo>
                    <a:pt x="215943" y="7266"/>
                  </a:lnTo>
                  <a:lnTo>
                    <a:pt x="210850" y="5800"/>
                  </a:lnTo>
                  <a:lnTo>
                    <a:pt x="205712" y="4496"/>
                  </a:lnTo>
                  <a:lnTo>
                    <a:pt x="200536" y="3355"/>
                  </a:lnTo>
                  <a:lnTo>
                    <a:pt x="195326" y="2380"/>
                  </a:lnTo>
                  <a:lnTo>
                    <a:pt x="190088" y="1570"/>
                  </a:lnTo>
                  <a:lnTo>
                    <a:pt x="184826" y="926"/>
                  </a:lnTo>
                  <a:lnTo>
                    <a:pt x="179547" y="449"/>
                  </a:lnTo>
                  <a:lnTo>
                    <a:pt x="174256" y="140"/>
                  </a:lnTo>
                  <a:lnTo>
                    <a:pt x="168958" y="0"/>
                  </a:lnTo>
                  <a:lnTo>
                    <a:pt x="167161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83779" y="3170392"/>
              <a:ext cx="1796" cy="167167"/>
            </a:xfrm>
            <a:custGeom>
              <a:avLst/>
              <a:pathLst>
                <a:path w="1796" h="167167">
                  <a:moveTo>
                    <a:pt x="1796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1845" y="2633064"/>
              <a:ext cx="167166" cy="167841"/>
            </a:xfrm>
            <a:custGeom>
              <a:avLst/>
              <a:pathLst>
                <a:path w="167166" h="167841">
                  <a:moveTo>
                    <a:pt x="167166" y="0"/>
                  </a:moveTo>
                  <a:lnTo>
                    <a:pt x="161794" y="86"/>
                  </a:lnTo>
                  <a:lnTo>
                    <a:pt x="156428" y="345"/>
                  </a:lnTo>
                  <a:lnTo>
                    <a:pt x="151073" y="776"/>
                  </a:lnTo>
                  <a:lnTo>
                    <a:pt x="145734" y="1379"/>
                  </a:lnTo>
                  <a:lnTo>
                    <a:pt x="140418" y="2153"/>
                  </a:lnTo>
                  <a:lnTo>
                    <a:pt x="135129" y="3098"/>
                  </a:lnTo>
                  <a:lnTo>
                    <a:pt x="129873" y="4212"/>
                  </a:lnTo>
                  <a:lnTo>
                    <a:pt x="124656" y="5495"/>
                  </a:lnTo>
                  <a:lnTo>
                    <a:pt x="119483" y="6944"/>
                  </a:lnTo>
                  <a:lnTo>
                    <a:pt x="114359" y="8559"/>
                  </a:lnTo>
                  <a:lnTo>
                    <a:pt x="109290" y="10338"/>
                  </a:lnTo>
                  <a:lnTo>
                    <a:pt x="104280" y="12279"/>
                  </a:lnTo>
                  <a:lnTo>
                    <a:pt x="99336" y="14379"/>
                  </a:lnTo>
                  <a:lnTo>
                    <a:pt x="94461" y="16638"/>
                  </a:lnTo>
                  <a:lnTo>
                    <a:pt x="89661" y="19052"/>
                  </a:lnTo>
                  <a:lnTo>
                    <a:pt x="84942" y="21619"/>
                  </a:lnTo>
                  <a:lnTo>
                    <a:pt x="80307" y="24336"/>
                  </a:lnTo>
                  <a:lnTo>
                    <a:pt x="75763" y="27201"/>
                  </a:lnTo>
                  <a:lnTo>
                    <a:pt x="71312" y="30211"/>
                  </a:lnTo>
                  <a:lnTo>
                    <a:pt x="66961" y="33361"/>
                  </a:lnTo>
                  <a:lnTo>
                    <a:pt x="62713" y="36650"/>
                  </a:lnTo>
                  <a:lnTo>
                    <a:pt x="58573" y="40074"/>
                  </a:lnTo>
                  <a:lnTo>
                    <a:pt x="54545" y="43629"/>
                  </a:lnTo>
                  <a:lnTo>
                    <a:pt x="50633" y="47312"/>
                  </a:lnTo>
                  <a:lnTo>
                    <a:pt x="46842" y="51119"/>
                  </a:lnTo>
                  <a:lnTo>
                    <a:pt x="43175" y="55045"/>
                  </a:lnTo>
                  <a:lnTo>
                    <a:pt x="39636" y="59087"/>
                  </a:lnTo>
                  <a:lnTo>
                    <a:pt x="36229" y="63241"/>
                  </a:lnTo>
                  <a:lnTo>
                    <a:pt x="32957" y="67502"/>
                  </a:lnTo>
                  <a:lnTo>
                    <a:pt x="29824" y="71866"/>
                  </a:lnTo>
                  <a:lnTo>
                    <a:pt x="26832" y="76329"/>
                  </a:lnTo>
                  <a:lnTo>
                    <a:pt x="23986" y="80885"/>
                  </a:lnTo>
                  <a:lnTo>
                    <a:pt x="21287" y="85531"/>
                  </a:lnTo>
                  <a:lnTo>
                    <a:pt x="18739" y="90260"/>
                  </a:lnTo>
                  <a:lnTo>
                    <a:pt x="16345" y="95070"/>
                  </a:lnTo>
                  <a:lnTo>
                    <a:pt x="14106" y="99953"/>
                  </a:lnTo>
                  <a:lnTo>
                    <a:pt x="12025" y="104906"/>
                  </a:lnTo>
                  <a:lnTo>
                    <a:pt x="10104" y="109924"/>
                  </a:lnTo>
                  <a:lnTo>
                    <a:pt x="8346" y="115000"/>
                  </a:lnTo>
                  <a:lnTo>
                    <a:pt x="6752" y="120131"/>
                  </a:lnTo>
                  <a:lnTo>
                    <a:pt x="5323" y="125310"/>
                  </a:lnTo>
                  <a:lnTo>
                    <a:pt x="4062" y="130532"/>
                  </a:lnTo>
                  <a:lnTo>
                    <a:pt x="2969" y="135792"/>
                  </a:lnTo>
                  <a:lnTo>
                    <a:pt x="2045" y="141085"/>
                  </a:lnTo>
                  <a:lnTo>
                    <a:pt x="1293" y="146404"/>
                  </a:lnTo>
                  <a:lnTo>
                    <a:pt x="711" y="151745"/>
                  </a:lnTo>
                  <a:lnTo>
                    <a:pt x="301" y="157102"/>
                  </a:lnTo>
                  <a:lnTo>
                    <a:pt x="64" y="162469"/>
                  </a:lnTo>
                  <a:lnTo>
                    <a:pt x="0" y="167841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845" y="2800231"/>
              <a:ext cx="167166" cy="673"/>
            </a:xfrm>
            <a:custGeom>
              <a:avLst/>
              <a:pathLst>
                <a:path w="167166" h="673">
                  <a:moveTo>
                    <a:pt x="0" y="673"/>
                  </a:moveTo>
                  <a:lnTo>
                    <a:pt x="16716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845" y="2685164"/>
              <a:ext cx="334333" cy="282217"/>
            </a:xfrm>
            <a:custGeom>
              <a:avLst/>
              <a:pathLst>
                <a:path w="334333" h="282217">
                  <a:moveTo>
                    <a:pt x="0" y="115741"/>
                  </a:moveTo>
                  <a:lnTo>
                    <a:pt x="105" y="121036"/>
                  </a:lnTo>
                  <a:lnTo>
                    <a:pt x="378" y="126325"/>
                  </a:lnTo>
                  <a:lnTo>
                    <a:pt x="818" y="131602"/>
                  </a:lnTo>
                  <a:lnTo>
                    <a:pt x="1425" y="136863"/>
                  </a:lnTo>
                  <a:lnTo>
                    <a:pt x="2199" y="142102"/>
                  </a:lnTo>
                  <a:lnTo>
                    <a:pt x="3138" y="147314"/>
                  </a:lnTo>
                  <a:lnTo>
                    <a:pt x="4242" y="152493"/>
                  </a:lnTo>
                  <a:lnTo>
                    <a:pt x="5509" y="157635"/>
                  </a:lnTo>
                  <a:lnTo>
                    <a:pt x="6938" y="162735"/>
                  </a:lnTo>
                  <a:lnTo>
                    <a:pt x="8529" y="167786"/>
                  </a:lnTo>
                  <a:lnTo>
                    <a:pt x="10278" y="172784"/>
                  </a:lnTo>
                  <a:lnTo>
                    <a:pt x="12185" y="177725"/>
                  </a:lnTo>
                  <a:lnTo>
                    <a:pt x="14248" y="182603"/>
                  </a:lnTo>
                  <a:lnTo>
                    <a:pt x="16464" y="187413"/>
                  </a:lnTo>
                  <a:lnTo>
                    <a:pt x="18831" y="192150"/>
                  </a:lnTo>
                  <a:lnTo>
                    <a:pt x="21347" y="196810"/>
                  </a:lnTo>
                  <a:lnTo>
                    <a:pt x="24009" y="201388"/>
                  </a:lnTo>
                  <a:lnTo>
                    <a:pt x="26815" y="205879"/>
                  </a:lnTo>
                  <a:lnTo>
                    <a:pt x="29762" y="210279"/>
                  </a:lnTo>
                  <a:lnTo>
                    <a:pt x="32847" y="214584"/>
                  </a:lnTo>
                  <a:lnTo>
                    <a:pt x="36067" y="218788"/>
                  </a:lnTo>
                  <a:lnTo>
                    <a:pt x="39418" y="222889"/>
                  </a:lnTo>
                  <a:lnTo>
                    <a:pt x="42897" y="226881"/>
                  </a:lnTo>
                  <a:lnTo>
                    <a:pt x="46501" y="230761"/>
                  </a:lnTo>
                  <a:lnTo>
                    <a:pt x="50227" y="234525"/>
                  </a:lnTo>
                  <a:lnTo>
                    <a:pt x="54069" y="238170"/>
                  </a:lnTo>
                  <a:lnTo>
                    <a:pt x="58025" y="241690"/>
                  </a:lnTo>
                  <a:lnTo>
                    <a:pt x="62091" y="245084"/>
                  </a:lnTo>
                  <a:lnTo>
                    <a:pt x="66262" y="248347"/>
                  </a:lnTo>
                  <a:lnTo>
                    <a:pt x="70534" y="251476"/>
                  </a:lnTo>
                  <a:lnTo>
                    <a:pt x="74904" y="254469"/>
                  </a:lnTo>
                  <a:lnTo>
                    <a:pt x="79366" y="257321"/>
                  </a:lnTo>
                  <a:lnTo>
                    <a:pt x="83916" y="260031"/>
                  </a:lnTo>
                  <a:lnTo>
                    <a:pt x="88549" y="262595"/>
                  </a:lnTo>
                  <a:lnTo>
                    <a:pt x="93262" y="265011"/>
                  </a:lnTo>
                  <a:lnTo>
                    <a:pt x="98049" y="267277"/>
                  </a:lnTo>
                  <a:lnTo>
                    <a:pt x="102905" y="269390"/>
                  </a:lnTo>
                  <a:lnTo>
                    <a:pt x="107825" y="271348"/>
                  </a:lnTo>
                  <a:lnTo>
                    <a:pt x="112805" y="273149"/>
                  </a:lnTo>
                  <a:lnTo>
                    <a:pt x="117840" y="274792"/>
                  </a:lnTo>
                  <a:lnTo>
                    <a:pt x="122924" y="276274"/>
                  </a:lnTo>
                  <a:lnTo>
                    <a:pt x="128052" y="277595"/>
                  </a:lnTo>
                  <a:lnTo>
                    <a:pt x="133220" y="278752"/>
                  </a:lnTo>
                  <a:lnTo>
                    <a:pt x="138422" y="279745"/>
                  </a:lnTo>
                  <a:lnTo>
                    <a:pt x="143653" y="280573"/>
                  </a:lnTo>
                  <a:lnTo>
                    <a:pt x="148907" y="281235"/>
                  </a:lnTo>
                  <a:lnTo>
                    <a:pt x="154180" y="281730"/>
                  </a:lnTo>
                  <a:lnTo>
                    <a:pt x="159465" y="282057"/>
                  </a:lnTo>
                  <a:lnTo>
                    <a:pt x="164759" y="282217"/>
                  </a:lnTo>
                  <a:lnTo>
                    <a:pt x="170055" y="282210"/>
                  </a:lnTo>
                  <a:lnTo>
                    <a:pt x="175347" y="282034"/>
                  </a:lnTo>
                  <a:lnTo>
                    <a:pt x="180632" y="281691"/>
                  </a:lnTo>
                  <a:lnTo>
                    <a:pt x="185903" y="281181"/>
                  </a:lnTo>
                  <a:lnTo>
                    <a:pt x="191156" y="280504"/>
                  </a:lnTo>
                  <a:lnTo>
                    <a:pt x="196384" y="279661"/>
                  </a:lnTo>
                  <a:lnTo>
                    <a:pt x="201583" y="278653"/>
                  </a:lnTo>
                  <a:lnTo>
                    <a:pt x="206747" y="277481"/>
                  </a:lnTo>
                  <a:lnTo>
                    <a:pt x="211872" y="276146"/>
                  </a:lnTo>
                  <a:lnTo>
                    <a:pt x="216952" y="274649"/>
                  </a:lnTo>
                  <a:lnTo>
                    <a:pt x="221982" y="272992"/>
                  </a:lnTo>
                  <a:lnTo>
                    <a:pt x="226957" y="271176"/>
                  </a:lnTo>
                  <a:lnTo>
                    <a:pt x="231871" y="269204"/>
                  </a:lnTo>
                  <a:lnTo>
                    <a:pt x="236721" y="267077"/>
                  </a:lnTo>
                  <a:lnTo>
                    <a:pt x="241501" y="264797"/>
                  </a:lnTo>
                  <a:lnTo>
                    <a:pt x="246207" y="262368"/>
                  </a:lnTo>
                  <a:lnTo>
                    <a:pt x="250833" y="259790"/>
                  </a:lnTo>
                  <a:lnTo>
                    <a:pt x="255375" y="257067"/>
                  </a:lnTo>
                  <a:lnTo>
                    <a:pt x="259829" y="254202"/>
                  </a:lnTo>
                  <a:lnTo>
                    <a:pt x="264190" y="251197"/>
                  </a:lnTo>
                  <a:lnTo>
                    <a:pt x="268453" y="248055"/>
                  </a:lnTo>
                  <a:lnTo>
                    <a:pt x="272615" y="244780"/>
                  </a:lnTo>
                  <a:lnTo>
                    <a:pt x="276670" y="241375"/>
                  </a:lnTo>
                  <a:lnTo>
                    <a:pt x="280616" y="237843"/>
                  </a:lnTo>
                  <a:lnTo>
                    <a:pt x="284448" y="234188"/>
                  </a:lnTo>
                  <a:lnTo>
                    <a:pt x="288163" y="230413"/>
                  </a:lnTo>
                  <a:lnTo>
                    <a:pt x="291756" y="226522"/>
                  </a:lnTo>
                  <a:lnTo>
                    <a:pt x="295224" y="222520"/>
                  </a:lnTo>
                  <a:lnTo>
                    <a:pt x="298563" y="218410"/>
                  </a:lnTo>
                  <a:lnTo>
                    <a:pt x="301771" y="214196"/>
                  </a:lnTo>
                  <a:lnTo>
                    <a:pt x="304843" y="209882"/>
                  </a:lnTo>
                  <a:lnTo>
                    <a:pt x="307777" y="205474"/>
                  </a:lnTo>
                  <a:lnTo>
                    <a:pt x="310570" y="200974"/>
                  </a:lnTo>
                  <a:lnTo>
                    <a:pt x="313220" y="196389"/>
                  </a:lnTo>
                  <a:lnTo>
                    <a:pt x="315722" y="191722"/>
                  </a:lnTo>
                  <a:lnTo>
                    <a:pt x="318076" y="186978"/>
                  </a:lnTo>
                  <a:lnTo>
                    <a:pt x="320278" y="182161"/>
                  </a:lnTo>
                  <a:lnTo>
                    <a:pt x="322326" y="177278"/>
                  </a:lnTo>
                  <a:lnTo>
                    <a:pt x="324219" y="172332"/>
                  </a:lnTo>
                  <a:lnTo>
                    <a:pt x="325954" y="167328"/>
                  </a:lnTo>
                  <a:lnTo>
                    <a:pt x="327530" y="162272"/>
                  </a:lnTo>
                  <a:lnTo>
                    <a:pt x="328944" y="157169"/>
                  </a:lnTo>
                  <a:lnTo>
                    <a:pt x="330197" y="152023"/>
                  </a:lnTo>
                  <a:lnTo>
                    <a:pt x="331286" y="146841"/>
                  </a:lnTo>
                  <a:lnTo>
                    <a:pt x="332210" y="141626"/>
                  </a:lnTo>
                  <a:lnTo>
                    <a:pt x="332968" y="136385"/>
                  </a:lnTo>
                  <a:lnTo>
                    <a:pt x="333560" y="131122"/>
                  </a:lnTo>
                  <a:lnTo>
                    <a:pt x="333985" y="125844"/>
                  </a:lnTo>
                  <a:lnTo>
                    <a:pt x="334243" y="120554"/>
                  </a:lnTo>
                  <a:lnTo>
                    <a:pt x="334333" y="115259"/>
                  </a:lnTo>
                  <a:lnTo>
                    <a:pt x="334255" y="109964"/>
                  </a:lnTo>
                  <a:lnTo>
                    <a:pt x="334010" y="104674"/>
                  </a:lnTo>
                  <a:lnTo>
                    <a:pt x="333597" y="99394"/>
                  </a:lnTo>
                  <a:lnTo>
                    <a:pt x="333017" y="94130"/>
                  </a:lnTo>
                  <a:lnTo>
                    <a:pt x="332270" y="88887"/>
                  </a:lnTo>
                  <a:lnTo>
                    <a:pt x="331358" y="83670"/>
                  </a:lnTo>
                  <a:lnTo>
                    <a:pt x="330281" y="78485"/>
                  </a:lnTo>
                  <a:lnTo>
                    <a:pt x="329041" y="73337"/>
                  </a:lnTo>
                  <a:lnTo>
                    <a:pt x="327638" y="68230"/>
                  </a:lnTo>
                  <a:lnTo>
                    <a:pt x="326073" y="63171"/>
                  </a:lnTo>
                  <a:lnTo>
                    <a:pt x="324350" y="58163"/>
                  </a:lnTo>
                  <a:lnTo>
                    <a:pt x="322468" y="53213"/>
                  </a:lnTo>
                  <a:lnTo>
                    <a:pt x="320431" y="48325"/>
                  </a:lnTo>
                  <a:lnTo>
                    <a:pt x="318240" y="43503"/>
                  </a:lnTo>
                  <a:lnTo>
                    <a:pt x="315898" y="38754"/>
                  </a:lnTo>
                  <a:lnTo>
                    <a:pt x="313406" y="34081"/>
                  </a:lnTo>
                  <a:lnTo>
                    <a:pt x="310767" y="29489"/>
                  </a:lnTo>
                  <a:lnTo>
                    <a:pt x="307984" y="24984"/>
                  </a:lnTo>
                  <a:lnTo>
                    <a:pt x="305060" y="20568"/>
                  </a:lnTo>
                  <a:lnTo>
                    <a:pt x="301998" y="16248"/>
                  </a:lnTo>
                  <a:lnTo>
                    <a:pt x="298800" y="12027"/>
                  </a:lnTo>
                  <a:lnTo>
                    <a:pt x="295470" y="7909"/>
                  </a:lnTo>
                  <a:lnTo>
                    <a:pt x="292011" y="3898"/>
                  </a:lnTo>
                  <a:lnTo>
                    <a:pt x="288427" y="0"/>
                  </a:lnTo>
                  <a:lnTo>
                    <a:pt x="167166" y="115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919011" y="2633064"/>
              <a:ext cx="121261" cy="167167"/>
            </a:xfrm>
            <a:custGeom>
              <a:avLst/>
              <a:pathLst>
                <a:path w="121261" h="167167">
                  <a:moveTo>
                    <a:pt x="121261" y="52099"/>
                  </a:moveTo>
                  <a:lnTo>
                    <a:pt x="117301" y="48065"/>
                  </a:lnTo>
                  <a:lnTo>
                    <a:pt x="113207" y="44167"/>
                  </a:lnTo>
                  <a:lnTo>
                    <a:pt x="108984" y="40410"/>
                  </a:lnTo>
                  <a:lnTo>
                    <a:pt x="104636" y="36798"/>
                  </a:lnTo>
                  <a:lnTo>
                    <a:pt x="100168" y="33334"/>
                  </a:lnTo>
                  <a:lnTo>
                    <a:pt x="95586" y="30024"/>
                  </a:lnTo>
                  <a:lnTo>
                    <a:pt x="90895" y="26871"/>
                  </a:lnTo>
                  <a:lnTo>
                    <a:pt x="86099" y="23878"/>
                  </a:lnTo>
                  <a:lnTo>
                    <a:pt x="81205" y="21049"/>
                  </a:lnTo>
                  <a:lnTo>
                    <a:pt x="76219" y="18387"/>
                  </a:lnTo>
                  <a:lnTo>
                    <a:pt x="71145" y="15895"/>
                  </a:lnTo>
                  <a:lnTo>
                    <a:pt x="65990" y="13576"/>
                  </a:lnTo>
                  <a:lnTo>
                    <a:pt x="60759" y="11432"/>
                  </a:lnTo>
                  <a:lnTo>
                    <a:pt x="55459" y="9467"/>
                  </a:lnTo>
                  <a:lnTo>
                    <a:pt x="50095" y="7682"/>
                  </a:lnTo>
                  <a:lnTo>
                    <a:pt x="44674" y="6080"/>
                  </a:lnTo>
                  <a:lnTo>
                    <a:pt x="39202" y="4661"/>
                  </a:lnTo>
                  <a:lnTo>
                    <a:pt x="33686" y="3429"/>
                  </a:lnTo>
                  <a:lnTo>
                    <a:pt x="28130" y="2383"/>
                  </a:lnTo>
                  <a:lnTo>
                    <a:pt x="22543" y="1527"/>
                  </a:lnTo>
                  <a:lnTo>
                    <a:pt x="16930" y="859"/>
                  </a:lnTo>
                  <a:lnTo>
                    <a:pt x="11297" y="382"/>
                  </a:lnTo>
                  <a:lnTo>
                    <a:pt x="5651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28693" y="2126963"/>
              <a:ext cx="99778" cy="167167"/>
            </a:xfrm>
            <a:custGeom>
              <a:avLst/>
              <a:pathLst>
                <a:path w="99778" h="167167">
                  <a:moveTo>
                    <a:pt x="99778" y="0"/>
                  </a:moveTo>
                  <a:lnTo>
                    <a:pt x="94152" y="94"/>
                  </a:lnTo>
                  <a:lnTo>
                    <a:pt x="88532" y="378"/>
                  </a:lnTo>
                  <a:lnTo>
                    <a:pt x="82925" y="851"/>
                  </a:lnTo>
                  <a:lnTo>
                    <a:pt x="77336" y="1513"/>
                  </a:lnTo>
                  <a:lnTo>
                    <a:pt x="71774" y="2362"/>
                  </a:lnTo>
                  <a:lnTo>
                    <a:pt x="66243" y="3398"/>
                  </a:lnTo>
                  <a:lnTo>
                    <a:pt x="60750" y="4619"/>
                  </a:lnTo>
                  <a:lnTo>
                    <a:pt x="55301" y="6025"/>
                  </a:lnTo>
                  <a:lnTo>
                    <a:pt x="49903" y="7613"/>
                  </a:lnTo>
                  <a:lnTo>
                    <a:pt x="44561" y="9382"/>
                  </a:lnTo>
                  <a:lnTo>
                    <a:pt x="39281" y="11330"/>
                  </a:lnTo>
                  <a:lnTo>
                    <a:pt x="34071" y="13455"/>
                  </a:lnTo>
                  <a:lnTo>
                    <a:pt x="28934" y="15753"/>
                  </a:lnTo>
                  <a:lnTo>
                    <a:pt x="23878" y="18223"/>
                  </a:lnTo>
                  <a:lnTo>
                    <a:pt x="18908" y="20862"/>
                  </a:lnTo>
                  <a:lnTo>
                    <a:pt x="14030" y="23667"/>
                  </a:lnTo>
                  <a:lnTo>
                    <a:pt x="9249" y="26634"/>
                  </a:lnTo>
                  <a:lnTo>
                    <a:pt x="4570" y="29761"/>
                  </a:lnTo>
                  <a:lnTo>
                    <a:pt x="0" y="33043"/>
                  </a:lnTo>
                  <a:lnTo>
                    <a:pt x="9977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28693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561307" y="2160007"/>
              <a:ext cx="246893" cy="301276"/>
            </a:xfrm>
            <a:custGeom>
              <a:avLst/>
              <a:pathLst>
                <a:path w="246893" h="301276">
                  <a:moveTo>
                    <a:pt x="67385" y="0"/>
                  </a:moveTo>
                  <a:lnTo>
                    <a:pt x="63157" y="3251"/>
                  </a:lnTo>
                  <a:lnTo>
                    <a:pt x="59035" y="6635"/>
                  </a:lnTo>
                  <a:lnTo>
                    <a:pt x="55024" y="10149"/>
                  </a:lnTo>
                  <a:lnTo>
                    <a:pt x="51126" y="13790"/>
                  </a:lnTo>
                  <a:lnTo>
                    <a:pt x="47346" y="17553"/>
                  </a:lnTo>
                  <a:lnTo>
                    <a:pt x="43688" y="21434"/>
                  </a:lnTo>
                  <a:lnTo>
                    <a:pt x="40157" y="25431"/>
                  </a:lnTo>
                  <a:lnTo>
                    <a:pt x="36754" y="29538"/>
                  </a:lnTo>
                  <a:lnTo>
                    <a:pt x="33484" y="33751"/>
                  </a:lnTo>
                  <a:lnTo>
                    <a:pt x="30350" y="38067"/>
                  </a:lnTo>
                  <a:lnTo>
                    <a:pt x="27355" y="42480"/>
                  </a:lnTo>
                  <a:lnTo>
                    <a:pt x="24503" y="46987"/>
                  </a:lnTo>
                  <a:lnTo>
                    <a:pt x="21796" y="51582"/>
                  </a:lnTo>
                  <a:lnTo>
                    <a:pt x="19237" y="56261"/>
                  </a:lnTo>
                  <a:lnTo>
                    <a:pt x="16828" y="61020"/>
                  </a:lnTo>
                  <a:lnTo>
                    <a:pt x="14573" y="65853"/>
                  </a:lnTo>
                  <a:lnTo>
                    <a:pt x="12473" y="70755"/>
                  </a:lnTo>
                  <a:lnTo>
                    <a:pt x="10530" y="75722"/>
                  </a:lnTo>
                  <a:lnTo>
                    <a:pt x="8746" y="80749"/>
                  </a:lnTo>
                  <a:lnTo>
                    <a:pt x="7124" y="85829"/>
                  </a:lnTo>
                  <a:lnTo>
                    <a:pt x="5665" y="90959"/>
                  </a:lnTo>
                  <a:lnTo>
                    <a:pt x="4371" y="96133"/>
                  </a:lnTo>
                  <a:lnTo>
                    <a:pt x="3241" y="101346"/>
                  </a:lnTo>
                  <a:lnTo>
                    <a:pt x="2279" y="106592"/>
                  </a:lnTo>
                  <a:lnTo>
                    <a:pt x="1485" y="111866"/>
                  </a:lnTo>
                  <a:lnTo>
                    <a:pt x="859" y="117162"/>
                  </a:lnTo>
                  <a:lnTo>
                    <a:pt x="403" y="122476"/>
                  </a:lnTo>
                  <a:lnTo>
                    <a:pt x="116" y="127802"/>
                  </a:lnTo>
                  <a:lnTo>
                    <a:pt x="0" y="133134"/>
                  </a:lnTo>
                  <a:lnTo>
                    <a:pt x="53" y="138467"/>
                  </a:lnTo>
                  <a:lnTo>
                    <a:pt x="277" y="143796"/>
                  </a:lnTo>
                  <a:lnTo>
                    <a:pt x="670" y="149115"/>
                  </a:lnTo>
                  <a:lnTo>
                    <a:pt x="1233" y="154418"/>
                  </a:lnTo>
                  <a:lnTo>
                    <a:pt x="1965" y="159701"/>
                  </a:lnTo>
                  <a:lnTo>
                    <a:pt x="2865" y="164958"/>
                  </a:lnTo>
                  <a:lnTo>
                    <a:pt x="3932" y="170184"/>
                  </a:lnTo>
                  <a:lnTo>
                    <a:pt x="5166" y="175372"/>
                  </a:lnTo>
                  <a:lnTo>
                    <a:pt x="6564" y="180519"/>
                  </a:lnTo>
                  <a:lnTo>
                    <a:pt x="8126" y="185619"/>
                  </a:lnTo>
                  <a:lnTo>
                    <a:pt x="9850" y="190666"/>
                  </a:lnTo>
                  <a:lnTo>
                    <a:pt x="11733" y="195656"/>
                  </a:lnTo>
                  <a:lnTo>
                    <a:pt x="13775" y="200583"/>
                  </a:lnTo>
                  <a:lnTo>
                    <a:pt x="15974" y="205442"/>
                  </a:lnTo>
                  <a:lnTo>
                    <a:pt x="18326" y="210229"/>
                  </a:lnTo>
                  <a:lnTo>
                    <a:pt x="20829" y="214938"/>
                  </a:lnTo>
                  <a:lnTo>
                    <a:pt x="23482" y="219565"/>
                  </a:lnTo>
                  <a:lnTo>
                    <a:pt x="26280" y="224105"/>
                  </a:lnTo>
                  <a:lnTo>
                    <a:pt x="29223" y="228554"/>
                  </a:lnTo>
                  <a:lnTo>
                    <a:pt x="32305" y="232906"/>
                  </a:lnTo>
                  <a:lnTo>
                    <a:pt x="35525" y="237158"/>
                  </a:lnTo>
                  <a:lnTo>
                    <a:pt x="38879" y="241305"/>
                  </a:lnTo>
                  <a:lnTo>
                    <a:pt x="42363" y="245343"/>
                  </a:lnTo>
                  <a:lnTo>
                    <a:pt x="45975" y="249267"/>
                  </a:lnTo>
                  <a:lnTo>
                    <a:pt x="49710" y="253075"/>
                  </a:lnTo>
                  <a:lnTo>
                    <a:pt x="53564" y="256761"/>
                  </a:lnTo>
                  <a:lnTo>
                    <a:pt x="57534" y="260322"/>
                  </a:lnTo>
                  <a:lnTo>
                    <a:pt x="61616" y="263755"/>
                  </a:lnTo>
                  <a:lnTo>
                    <a:pt x="65805" y="267056"/>
                  </a:lnTo>
                  <a:lnTo>
                    <a:pt x="70097" y="270222"/>
                  </a:lnTo>
                  <a:lnTo>
                    <a:pt x="74488" y="273249"/>
                  </a:lnTo>
                  <a:lnTo>
                    <a:pt x="78973" y="276135"/>
                  </a:lnTo>
                  <a:lnTo>
                    <a:pt x="83549" y="278876"/>
                  </a:lnTo>
                  <a:lnTo>
                    <a:pt x="88209" y="281470"/>
                  </a:lnTo>
                  <a:lnTo>
                    <a:pt x="92949" y="283914"/>
                  </a:lnTo>
                  <a:lnTo>
                    <a:pt x="97766" y="286205"/>
                  </a:lnTo>
                  <a:lnTo>
                    <a:pt x="102652" y="288341"/>
                  </a:lnTo>
                  <a:lnTo>
                    <a:pt x="107605" y="290321"/>
                  </a:lnTo>
                  <a:lnTo>
                    <a:pt x="112618" y="292141"/>
                  </a:lnTo>
                  <a:lnTo>
                    <a:pt x="117687" y="293801"/>
                  </a:lnTo>
                  <a:lnTo>
                    <a:pt x="122806" y="295298"/>
                  </a:lnTo>
                  <a:lnTo>
                    <a:pt x="127970" y="296631"/>
                  </a:lnTo>
                  <a:lnTo>
                    <a:pt x="133174" y="297798"/>
                  </a:lnTo>
                  <a:lnTo>
                    <a:pt x="138412" y="298799"/>
                  </a:lnTo>
                  <a:lnTo>
                    <a:pt x="143680" y="299633"/>
                  </a:lnTo>
                  <a:lnTo>
                    <a:pt x="148972" y="300298"/>
                  </a:lnTo>
                  <a:lnTo>
                    <a:pt x="154282" y="300794"/>
                  </a:lnTo>
                  <a:lnTo>
                    <a:pt x="159606" y="301120"/>
                  </a:lnTo>
                  <a:lnTo>
                    <a:pt x="164937" y="301276"/>
                  </a:lnTo>
                  <a:lnTo>
                    <a:pt x="170270" y="301262"/>
                  </a:lnTo>
                  <a:lnTo>
                    <a:pt x="175601" y="301078"/>
                  </a:lnTo>
                  <a:lnTo>
                    <a:pt x="180922" y="300723"/>
                  </a:lnTo>
                  <a:lnTo>
                    <a:pt x="186230" y="300200"/>
                  </a:lnTo>
                  <a:lnTo>
                    <a:pt x="191518" y="299507"/>
                  </a:lnTo>
                  <a:lnTo>
                    <a:pt x="196782" y="298646"/>
                  </a:lnTo>
                  <a:lnTo>
                    <a:pt x="202015" y="297617"/>
                  </a:lnTo>
                  <a:lnTo>
                    <a:pt x="207213" y="296422"/>
                  </a:lnTo>
                  <a:lnTo>
                    <a:pt x="212370" y="295062"/>
                  </a:lnTo>
                  <a:lnTo>
                    <a:pt x="217481" y="293538"/>
                  </a:lnTo>
                  <a:lnTo>
                    <a:pt x="222541" y="291852"/>
                  </a:lnTo>
                  <a:lnTo>
                    <a:pt x="227544" y="290005"/>
                  </a:lnTo>
                  <a:lnTo>
                    <a:pt x="232486" y="288000"/>
                  </a:lnTo>
                  <a:lnTo>
                    <a:pt x="237361" y="285838"/>
                  </a:lnTo>
                  <a:lnTo>
                    <a:pt x="242166" y="283521"/>
                  </a:lnTo>
                  <a:lnTo>
                    <a:pt x="246893" y="281052"/>
                  </a:lnTo>
                  <a:lnTo>
                    <a:pt x="167164" y="1341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728472" y="2126963"/>
              <a:ext cx="167159" cy="314096"/>
            </a:xfrm>
            <a:custGeom>
              <a:avLst/>
              <a:pathLst>
                <a:path w="167159" h="314096">
                  <a:moveTo>
                    <a:pt x="79729" y="314096"/>
                  </a:moveTo>
                  <a:lnTo>
                    <a:pt x="84369" y="311482"/>
                  </a:lnTo>
                  <a:lnTo>
                    <a:pt x="88923" y="308721"/>
                  </a:lnTo>
                  <a:lnTo>
                    <a:pt x="93387" y="305817"/>
                  </a:lnTo>
                  <a:lnTo>
                    <a:pt x="97756" y="302771"/>
                  </a:lnTo>
                  <a:lnTo>
                    <a:pt x="102027" y="299588"/>
                  </a:lnTo>
                  <a:lnTo>
                    <a:pt x="106193" y="296271"/>
                  </a:lnTo>
                  <a:lnTo>
                    <a:pt x="110252" y="292823"/>
                  </a:lnTo>
                  <a:lnTo>
                    <a:pt x="114199" y="289247"/>
                  </a:lnTo>
                  <a:lnTo>
                    <a:pt x="118030" y="285547"/>
                  </a:lnTo>
                  <a:lnTo>
                    <a:pt x="121741" y="281727"/>
                  </a:lnTo>
                  <a:lnTo>
                    <a:pt x="125328" y="277791"/>
                  </a:lnTo>
                  <a:lnTo>
                    <a:pt x="128788" y="273742"/>
                  </a:lnTo>
                  <a:lnTo>
                    <a:pt x="132118" y="269586"/>
                  </a:lnTo>
                  <a:lnTo>
                    <a:pt x="135314" y="265325"/>
                  </a:lnTo>
                  <a:lnTo>
                    <a:pt x="138372" y="260965"/>
                  </a:lnTo>
                  <a:lnTo>
                    <a:pt x="141290" y="256509"/>
                  </a:lnTo>
                  <a:lnTo>
                    <a:pt x="144064" y="251963"/>
                  </a:lnTo>
                  <a:lnTo>
                    <a:pt x="146692" y="247331"/>
                  </a:lnTo>
                  <a:lnTo>
                    <a:pt x="149171" y="242618"/>
                  </a:lnTo>
                  <a:lnTo>
                    <a:pt x="151499" y="237827"/>
                  </a:lnTo>
                  <a:lnTo>
                    <a:pt x="153673" y="232965"/>
                  </a:lnTo>
                  <a:lnTo>
                    <a:pt x="155691" y="228037"/>
                  </a:lnTo>
                  <a:lnTo>
                    <a:pt x="157551" y="223046"/>
                  </a:lnTo>
                  <a:lnTo>
                    <a:pt x="159251" y="217999"/>
                  </a:lnTo>
                  <a:lnTo>
                    <a:pt x="160789" y="212900"/>
                  </a:lnTo>
                  <a:lnTo>
                    <a:pt x="162165" y="207755"/>
                  </a:lnTo>
                  <a:lnTo>
                    <a:pt x="163375" y="202569"/>
                  </a:lnTo>
                  <a:lnTo>
                    <a:pt x="164420" y="197347"/>
                  </a:lnTo>
                  <a:lnTo>
                    <a:pt x="165298" y="192094"/>
                  </a:lnTo>
                  <a:lnTo>
                    <a:pt x="166008" y="186815"/>
                  </a:lnTo>
                  <a:lnTo>
                    <a:pt x="166550" y="181517"/>
                  </a:lnTo>
                  <a:lnTo>
                    <a:pt x="166922" y="176204"/>
                  </a:lnTo>
                  <a:lnTo>
                    <a:pt x="167126" y="170882"/>
                  </a:lnTo>
                  <a:lnTo>
                    <a:pt x="167159" y="165557"/>
                  </a:lnTo>
                  <a:lnTo>
                    <a:pt x="167023" y="160233"/>
                  </a:lnTo>
                  <a:lnTo>
                    <a:pt x="166717" y="154916"/>
                  </a:lnTo>
                  <a:lnTo>
                    <a:pt x="166243" y="149611"/>
                  </a:lnTo>
                  <a:lnTo>
                    <a:pt x="165599" y="144324"/>
                  </a:lnTo>
                  <a:lnTo>
                    <a:pt x="164787" y="139061"/>
                  </a:lnTo>
                  <a:lnTo>
                    <a:pt x="163808" y="133826"/>
                  </a:lnTo>
                  <a:lnTo>
                    <a:pt x="162663" y="128624"/>
                  </a:lnTo>
                  <a:lnTo>
                    <a:pt x="161353" y="123462"/>
                  </a:lnTo>
                  <a:lnTo>
                    <a:pt x="159879" y="118345"/>
                  </a:lnTo>
                  <a:lnTo>
                    <a:pt x="158242" y="113276"/>
                  </a:lnTo>
                  <a:lnTo>
                    <a:pt x="156445" y="108263"/>
                  </a:lnTo>
                  <a:lnTo>
                    <a:pt x="154489" y="103309"/>
                  </a:lnTo>
                  <a:lnTo>
                    <a:pt x="152377" y="98420"/>
                  </a:lnTo>
                  <a:lnTo>
                    <a:pt x="150110" y="93601"/>
                  </a:lnTo>
                  <a:lnTo>
                    <a:pt x="147690" y="88857"/>
                  </a:lnTo>
                  <a:lnTo>
                    <a:pt x="145120" y="84192"/>
                  </a:lnTo>
                  <a:lnTo>
                    <a:pt x="142404" y="79611"/>
                  </a:lnTo>
                  <a:lnTo>
                    <a:pt x="139542" y="75119"/>
                  </a:lnTo>
                  <a:lnTo>
                    <a:pt x="136539" y="70721"/>
                  </a:lnTo>
                  <a:lnTo>
                    <a:pt x="133398" y="66420"/>
                  </a:lnTo>
                  <a:lnTo>
                    <a:pt x="130121" y="62222"/>
                  </a:lnTo>
                  <a:lnTo>
                    <a:pt x="126712" y="58130"/>
                  </a:lnTo>
                  <a:lnTo>
                    <a:pt x="123174" y="54149"/>
                  </a:lnTo>
                  <a:lnTo>
                    <a:pt x="119511" y="50283"/>
                  </a:lnTo>
                  <a:lnTo>
                    <a:pt x="115727" y="46535"/>
                  </a:lnTo>
                  <a:lnTo>
                    <a:pt x="111826" y="42910"/>
                  </a:lnTo>
                  <a:lnTo>
                    <a:pt x="107811" y="39411"/>
                  </a:lnTo>
                  <a:lnTo>
                    <a:pt x="103686" y="36041"/>
                  </a:lnTo>
                  <a:lnTo>
                    <a:pt x="99457" y="32805"/>
                  </a:lnTo>
                  <a:lnTo>
                    <a:pt x="95126" y="29705"/>
                  </a:lnTo>
                  <a:lnTo>
                    <a:pt x="90699" y="26744"/>
                  </a:lnTo>
                  <a:lnTo>
                    <a:pt x="86180" y="23926"/>
                  </a:lnTo>
                  <a:lnTo>
                    <a:pt x="81573" y="21254"/>
                  </a:lnTo>
                  <a:lnTo>
                    <a:pt x="76883" y="18729"/>
                  </a:lnTo>
                  <a:lnTo>
                    <a:pt x="72116" y="16355"/>
                  </a:lnTo>
                  <a:lnTo>
                    <a:pt x="67275" y="14134"/>
                  </a:lnTo>
                  <a:lnTo>
                    <a:pt x="62366" y="12069"/>
                  </a:lnTo>
                  <a:lnTo>
                    <a:pt x="57394" y="10161"/>
                  </a:lnTo>
                  <a:lnTo>
                    <a:pt x="52363" y="8412"/>
                  </a:lnTo>
                  <a:lnTo>
                    <a:pt x="47280" y="6825"/>
                  </a:lnTo>
                  <a:lnTo>
                    <a:pt x="42148" y="5400"/>
                  </a:lnTo>
                  <a:lnTo>
                    <a:pt x="36973" y="4140"/>
                  </a:lnTo>
                  <a:lnTo>
                    <a:pt x="31761" y="3045"/>
                  </a:lnTo>
                  <a:lnTo>
                    <a:pt x="26517" y="2116"/>
                  </a:lnTo>
                  <a:lnTo>
                    <a:pt x="21246" y="1355"/>
                  </a:lnTo>
                  <a:lnTo>
                    <a:pt x="15953" y="763"/>
                  </a:lnTo>
                  <a:lnTo>
                    <a:pt x="10644" y="339"/>
                  </a:lnTo>
                  <a:lnTo>
                    <a:pt x="5325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3195" y="1681503"/>
              <a:ext cx="40039" cy="167167"/>
            </a:xfrm>
            <a:custGeom>
              <a:avLst/>
              <a:pathLst>
                <a:path w="40039" h="167167">
                  <a:moveTo>
                    <a:pt x="40039" y="0"/>
                  </a:moveTo>
                  <a:lnTo>
                    <a:pt x="33302" y="135"/>
                  </a:lnTo>
                  <a:lnTo>
                    <a:pt x="26576" y="542"/>
                  </a:lnTo>
                  <a:lnTo>
                    <a:pt x="19872" y="1220"/>
                  </a:lnTo>
                  <a:lnTo>
                    <a:pt x="13201" y="2168"/>
                  </a:lnTo>
                  <a:lnTo>
                    <a:pt x="6573" y="3384"/>
                  </a:lnTo>
                  <a:lnTo>
                    <a:pt x="0" y="4865"/>
                  </a:lnTo>
                  <a:lnTo>
                    <a:pt x="4003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3195" y="1686369"/>
              <a:ext cx="40039" cy="162301"/>
            </a:xfrm>
            <a:custGeom>
              <a:avLst/>
              <a:pathLst>
                <a:path w="40039" h="162301">
                  <a:moveTo>
                    <a:pt x="0" y="0"/>
                  </a:moveTo>
                  <a:lnTo>
                    <a:pt x="40039" y="1623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256067" y="1686369"/>
              <a:ext cx="334327" cy="329458"/>
            </a:xfrm>
            <a:custGeom>
              <a:avLst/>
              <a:pathLst>
                <a:path w="334327" h="329458">
                  <a:moveTo>
                    <a:pt x="127128" y="0"/>
                  </a:moveTo>
                  <a:lnTo>
                    <a:pt x="122014" y="1347"/>
                  </a:lnTo>
                  <a:lnTo>
                    <a:pt x="116945" y="2856"/>
                  </a:lnTo>
                  <a:lnTo>
                    <a:pt x="111926" y="4525"/>
                  </a:lnTo>
                  <a:lnTo>
                    <a:pt x="106963" y="6351"/>
                  </a:lnTo>
                  <a:lnTo>
                    <a:pt x="102060" y="8334"/>
                  </a:lnTo>
                  <a:lnTo>
                    <a:pt x="97222" y="10470"/>
                  </a:lnTo>
                  <a:lnTo>
                    <a:pt x="92454" y="12759"/>
                  </a:lnTo>
                  <a:lnTo>
                    <a:pt x="87761" y="15197"/>
                  </a:lnTo>
                  <a:lnTo>
                    <a:pt x="83147" y="17782"/>
                  </a:lnTo>
                  <a:lnTo>
                    <a:pt x="78618" y="20512"/>
                  </a:lnTo>
                  <a:lnTo>
                    <a:pt x="74177" y="23384"/>
                  </a:lnTo>
                  <a:lnTo>
                    <a:pt x="69829" y="26396"/>
                  </a:lnTo>
                  <a:lnTo>
                    <a:pt x="65579" y="29543"/>
                  </a:lnTo>
                  <a:lnTo>
                    <a:pt x="61430" y="32823"/>
                  </a:lnTo>
                  <a:lnTo>
                    <a:pt x="57387" y="36232"/>
                  </a:lnTo>
                  <a:lnTo>
                    <a:pt x="53454" y="39768"/>
                  </a:lnTo>
                  <a:lnTo>
                    <a:pt x="49635" y="43426"/>
                  </a:lnTo>
                  <a:lnTo>
                    <a:pt x="45934" y="47204"/>
                  </a:lnTo>
                  <a:lnTo>
                    <a:pt x="42353" y="51096"/>
                  </a:lnTo>
                  <a:lnTo>
                    <a:pt x="38898" y="55100"/>
                  </a:lnTo>
                  <a:lnTo>
                    <a:pt x="35571" y="59211"/>
                  </a:lnTo>
                  <a:lnTo>
                    <a:pt x="32376" y="63426"/>
                  </a:lnTo>
                  <a:lnTo>
                    <a:pt x="29316" y="67739"/>
                  </a:lnTo>
                  <a:lnTo>
                    <a:pt x="26393" y="72147"/>
                  </a:lnTo>
                  <a:lnTo>
                    <a:pt x="23612" y="76645"/>
                  </a:lnTo>
                  <a:lnTo>
                    <a:pt x="20974" y="81229"/>
                  </a:lnTo>
                  <a:lnTo>
                    <a:pt x="18483" y="85894"/>
                  </a:lnTo>
                  <a:lnTo>
                    <a:pt x="16140" y="90636"/>
                  </a:lnTo>
                  <a:lnTo>
                    <a:pt x="13949" y="95449"/>
                  </a:lnTo>
                  <a:lnTo>
                    <a:pt x="11911" y="100329"/>
                  </a:lnTo>
                  <a:lnTo>
                    <a:pt x="10028" y="105271"/>
                  </a:lnTo>
                  <a:lnTo>
                    <a:pt x="8303" y="110271"/>
                  </a:lnTo>
                  <a:lnTo>
                    <a:pt x="6736" y="115322"/>
                  </a:lnTo>
                  <a:lnTo>
                    <a:pt x="5331" y="120421"/>
                  </a:lnTo>
                  <a:lnTo>
                    <a:pt x="4087" y="125561"/>
                  </a:lnTo>
                  <a:lnTo>
                    <a:pt x="3006" y="130738"/>
                  </a:lnTo>
                  <a:lnTo>
                    <a:pt x="2090" y="135947"/>
                  </a:lnTo>
                  <a:lnTo>
                    <a:pt x="1339" y="141182"/>
                  </a:lnTo>
                  <a:lnTo>
                    <a:pt x="754" y="146438"/>
                  </a:lnTo>
                  <a:lnTo>
                    <a:pt x="335" y="151710"/>
                  </a:lnTo>
                  <a:lnTo>
                    <a:pt x="84" y="156993"/>
                  </a:lnTo>
                  <a:lnTo>
                    <a:pt x="0" y="162281"/>
                  </a:lnTo>
                  <a:lnTo>
                    <a:pt x="83" y="167569"/>
                  </a:lnTo>
                  <a:lnTo>
                    <a:pt x="333" y="172851"/>
                  </a:lnTo>
                  <a:lnTo>
                    <a:pt x="750" y="178124"/>
                  </a:lnTo>
                  <a:lnTo>
                    <a:pt x="1334" y="183380"/>
                  </a:lnTo>
                  <a:lnTo>
                    <a:pt x="2084" y="188615"/>
                  </a:lnTo>
                  <a:lnTo>
                    <a:pt x="2999" y="193824"/>
                  </a:lnTo>
                  <a:lnTo>
                    <a:pt x="4078" y="199001"/>
                  </a:lnTo>
                  <a:lnTo>
                    <a:pt x="5320" y="204142"/>
                  </a:lnTo>
                  <a:lnTo>
                    <a:pt x="6725" y="209241"/>
                  </a:lnTo>
                  <a:lnTo>
                    <a:pt x="8290" y="214293"/>
                  </a:lnTo>
                  <a:lnTo>
                    <a:pt x="10014" y="219292"/>
                  </a:lnTo>
                  <a:lnTo>
                    <a:pt x="11896" y="224235"/>
                  </a:lnTo>
                  <a:lnTo>
                    <a:pt x="13933" y="229116"/>
                  </a:lnTo>
                  <a:lnTo>
                    <a:pt x="16123" y="233930"/>
                  </a:lnTo>
                  <a:lnTo>
                    <a:pt x="18464" y="238672"/>
                  </a:lnTo>
                  <a:lnTo>
                    <a:pt x="20954" y="243337"/>
                  </a:lnTo>
                  <a:lnTo>
                    <a:pt x="23591" y="247922"/>
                  </a:lnTo>
                  <a:lnTo>
                    <a:pt x="26371" y="252421"/>
                  </a:lnTo>
                  <a:lnTo>
                    <a:pt x="29293" y="256829"/>
                  </a:lnTo>
                  <a:lnTo>
                    <a:pt x="32352" y="261144"/>
                  </a:lnTo>
                  <a:lnTo>
                    <a:pt x="35546" y="265359"/>
                  </a:lnTo>
                  <a:lnTo>
                    <a:pt x="38872" y="269471"/>
                  </a:lnTo>
                  <a:lnTo>
                    <a:pt x="42326" y="273475"/>
                  </a:lnTo>
                  <a:lnTo>
                    <a:pt x="45905" y="277369"/>
                  </a:lnTo>
                  <a:lnTo>
                    <a:pt x="49606" y="281147"/>
                  </a:lnTo>
                  <a:lnTo>
                    <a:pt x="53424" y="284806"/>
                  </a:lnTo>
                  <a:lnTo>
                    <a:pt x="57356" y="288343"/>
                  </a:lnTo>
                  <a:lnTo>
                    <a:pt x="61398" y="291754"/>
                  </a:lnTo>
                  <a:lnTo>
                    <a:pt x="65546" y="295035"/>
                  </a:lnTo>
                  <a:lnTo>
                    <a:pt x="69796" y="298183"/>
                  </a:lnTo>
                  <a:lnTo>
                    <a:pt x="74143" y="301195"/>
                  </a:lnTo>
                  <a:lnTo>
                    <a:pt x="78583" y="304068"/>
                  </a:lnTo>
                  <a:lnTo>
                    <a:pt x="83112" y="306799"/>
                  </a:lnTo>
                  <a:lnTo>
                    <a:pt x="87725" y="309386"/>
                  </a:lnTo>
                  <a:lnTo>
                    <a:pt x="92418" y="311825"/>
                  </a:lnTo>
                  <a:lnTo>
                    <a:pt x="97185" y="314115"/>
                  </a:lnTo>
                  <a:lnTo>
                    <a:pt x="102022" y="316253"/>
                  </a:lnTo>
                  <a:lnTo>
                    <a:pt x="106925" y="318236"/>
                  </a:lnTo>
                  <a:lnTo>
                    <a:pt x="111888" y="320064"/>
                  </a:lnTo>
                  <a:lnTo>
                    <a:pt x="116906" y="321734"/>
                  </a:lnTo>
                  <a:lnTo>
                    <a:pt x="121974" y="323244"/>
                  </a:lnTo>
                  <a:lnTo>
                    <a:pt x="127088" y="324593"/>
                  </a:lnTo>
                  <a:lnTo>
                    <a:pt x="132242" y="325779"/>
                  </a:lnTo>
                  <a:lnTo>
                    <a:pt x="137431" y="326802"/>
                  </a:lnTo>
                  <a:lnTo>
                    <a:pt x="142649" y="327661"/>
                  </a:lnTo>
                  <a:lnTo>
                    <a:pt x="147892" y="328354"/>
                  </a:lnTo>
                  <a:lnTo>
                    <a:pt x="153155" y="328880"/>
                  </a:lnTo>
                  <a:lnTo>
                    <a:pt x="158431" y="329240"/>
                  </a:lnTo>
                  <a:lnTo>
                    <a:pt x="163716" y="329433"/>
                  </a:lnTo>
                  <a:lnTo>
                    <a:pt x="169005" y="329458"/>
                  </a:lnTo>
                  <a:lnTo>
                    <a:pt x="174292" y="329317"/>
                  </a:lnTo>
                  <a:lnTo>
                    <a:pt x="179571" y="329008"/>
                  </a:lnTo>
                  <a:lnTo>
                    <a:pt x="184838" y="328532"/>
                  </a:lnTo>
                  <a:lnTo>
                    <a:pt x="190088" y="327890"/>
                  </a:lnTo>
                  <a:lnTo>
                    <a:pt x="195314" y="327082"/>
                  </a:lnTo>
                  <a:lnTo>
                    <a:pt x="200513" y="326109"/>
                  </a:lnTo>
                  <a:lnTo>
                    <a:pt x="205678" y="324972"/>
                  </a:lnTo>
                  <a:lnTo>
                    <a:pt x="210804" y="323672"/>
                  </a:lnTo>
                  <a:lnTo>
                    <a:pt x="215887" y="322211"/>
                  </a:lnTo>
                  <a:lnTo>
                    <a:pt x="220921" y="320590"/>
                  </a:lnTo>
                  <a:lnTo>
                    <a:pt x="225902" y="318811"/>
                  </a:lnTo>
                  <a:lnTo>
                    <a:pt x="230823" y="316874"/>
                  </a:lnTo>
                  <a:lnTo>
                    <a:pt x="235681" y="314783"/>
                  </a:lnTo>
                  <a:lnTo>
                    <a:pt x="240470" y="312540"/>
                  </a:lnTo>
                  <a:lnTo>
                    <a:pt x="245186" y="310146"/>
                  </a:lnTo>
                  <a:lnTo>
                    <a:pt x="249823" y="307604"/>
                  </a:lnTo>
                  <a:lnTo>
                    <a:pt x="254378" y="304916"/>
                  </a:lnTo>
                  <a:lnTo>
                    <a:pt x="258846" y="302086"/>
                  </a:lnTo>
                  <a:lnTo>
                    <a:pt x="263222" y="299116"/>
                  </a:lnTo>
                  <a:lnTo>
                    <a:pt x="267502" y="296009"/>
                  </a:lnTo>
                  <a:lnTo>
                    <a:pt x="271681" y="292768"/>
                  </a:lnTo>
                  <a:lnTo>
                    <a:pt x="275756" y="289397"/>
                  </a:lnTo>
                  <a:lnTo>
                    <a:pt x="279722" y="285898"/>
                  </a:lnTo>
                  <a:lnTo>
                    <a:pt x="283576" y="282276"/>
                  </a:lnTo>
                  <a:lnTo>
                    <a:pt x="287312" y="278534"/>
                  </a:lnTo>
                  <a:lnTo>
                    <a:pt x="290929" y="274675"/>
                  </a:lnTo>
                  <a:lnTo>
                    <a:pt x="294422" y="270704"/>
                  </a:lnTo>
                  <a:lnTo>
                    <a:pt x="297787" y="266624"/>
                  </a:lnTo>
                  <a:lnTo>
                    <a:pt x="301022" y="262440"/>
                  </a:lnTo>
                  <a:lnTo>
                    <a:pt x="304123" y="258156"/>
                  </a:lnTo>
                  <a:lnTo>
                    <a:pt x="307086" y="253775"/>
                  </a:lnTo>
                  <a:lnTo>
                    <a:pt x="309910" y="249303"/>
                  </a:lnTo>
                  <a:lnTo>
                    <a:pt x="312591" y="244745"/>
                  </a:lnTo>
                  <a:lnTo>
                    <a:pt x="315126" y="240103"/>
                  </a:lnTo>
                  <a:lnTo>
                    <a:pt x="317513" y="235384"/>
                  </a:lnTo>
                  <a:lnTo>
                    <a:pt x="319749" y="230591"/>
                  </a:lnTo>
                  <a:lnTo>
                    <a:pt x="321833" y="225731"/>
                  </a:lnTo>
                  <a:lnTo>
                    <a:pt x="323762" y="220806"/>
                  </a:lnTo>
                  <a:lnTo>
                    <a:pt x="325535" y="215823"/>
                  </a:lnTo>
                  <a:lnTo>
                    <a:pt x="327148" y="210787"/>
                  </a:lnTo>
                  <a:lnTo>
                    <a:pt x="328602" y="205702"/>
                  </a:lnTo>
                  <a:lnTo>
                    <a:pt x="329894" y="200574"/>
                  </a:lnTo>
                  <a:lnTo>
                    <a:pt x="331023" y="195407"/>
                  </a:lnTo>
                  <a:lnTo>
                    <a:pt x="331989" y="190207"/>
                  </a:lnTo>
                  <a:lnTo>
                    <a:pt x="332789" y="184979"/>
                  </a:lnTo>
                  <a:lnTo>
                    <a:pt x="333423" y="179729"/>
                  </a:lnTo>
                  <a:lnTo>
                    <a:pt x="333892" y="174461"/>
                  </a:lnTo>
                  <a:lnTo>
                    <a:pt x="334193" y="169181"/>
                  </a:lnTo>
                  <a:lnTo>
                    <a:pt x="334327" y="163894"/>
                  </a:lnTo>
                  <a:lnTo>
                    <a:pt x="334294" y="158605"/>
                  </a:lnTo>
                  <a:lnTo>
                    <a:pt x="334093" y="153320"/>
                  </a:lnTo>
                  <a:lnTo>
                    <a:pt x="333725" y="148045"/>
                  </a:lnTo>
                  <a:lnTo>
                    <a:pt x="333191" y="142783"/>
                  </a:lnTo>
                  <a:lnTo>
                    <a:pt x="332491" y="137541"/>
                  </a:lnTo>
                  <a:lnTo>
                    <a:pt x="331625" y="132324"/>
                  </a:lnTo>
                  <a:lnTo>
                    <a:pt x="330594" y="127136"/>
                  </a:lnTo>
                  <a:lnTo>
                    <a:pt x="329400" y="121984"/>
                  </a:lnTo>
                  <a:lnTo>
                    <a:pt x="328043" y="116873"/>
                  </a:lnTo>
                  <a:lnTo>
                    <a:pt x="326526" y="111806"/>
                  </a:lnTo>
                  <a:lnTo>
                    <a:pt x="324849" y="106791"/>
                  </a:lnTo>
                  <a:lnTo>
                    <a:pt x="323014" y="101830"/>
                  </a:lnTo>
                  <a:lnTo>
                    <a:pt x="321023" y="96931"/>
                  </a:lnTo>
                  <a:lnTo>
                    <a:pt x="318878" y="92097"/>
                  </a:lnTo>
                  <a:lnTo>
                    <a:pt x="316581" y="87333"/>
                  </a:lnTo>
                  <a:lnTo>
                    <a:pt x="314135" y="82644"/>
                  </a:lnTo>
                  <a:lnTo>
                    <a:pt x="311542" y="78034"/>
                  </a:lnTo>
                  <a:lnTo>
                    <a:pt x="308804" y="73510"/>
                  </a:lnTo>
                  <a:lnTo>
                    <a:pt x="305924" y="69074"/>
                  </a:lnTo>
                  <a:lnTo>
                    <a:pt x="302906" y="64731"/>
                  </a:lnTo>
                  <a:lnTo>
                    <a:pt x="299751" y="60486"/>
                  </a:lnTo>
                  <a:lnTo>
                    <a:pt x="296464" y="56343"/>
                  </a:lnTo>
                  <a:lnTo>
                    <a:pt x="293048" y="52306"/>
                  </a:lnTo>
                  <a:lnTo>
                    <a:pt x="289505" y="48379"/>
                  </a:lnTo>
                  <a:lnTo>
                    <a:pt x="285841" y="44566"/>
                  </a:lnTo>
                  <a:lnTo>
                    <a:pt x="282057" y="40871"/>
                  </a:lnTo>
                  <a:lnTo>
                    <a:pt x="278158" y="37297"/>
                  </a:lnTo>
                  <a:lnTo>
                    <a:pt x="274148" y="33849"/>
                  </a:lnTo>
                  <a:lnTo>
                    <a:pt x="270031" y="30529"/>
                  </a:lnTo>
                  <a:lnTo>
                    <a:pt x="265812" y="27341"/>
                  </a:lnTo>
                  <a:lnTo>
                    <a:pt x="261493" y="24288"/>
                  </a:lnTo>
                  <a:lnTo>
                    <a:pt x="257080" y="21374"/>
                  </a:lnTo>
                  <a:lnTo>
                    <a:pt x="252577" y="18600"/>
                  </a:lnTo>
                  <a:lnTo>
                    <a:pt x="247989" y="15970"/>
                  </a:lnTo>
                  <a:lnTo>
                    <a:pt x="243319" y="13487"/>
                  </a:lnTo>
                  <a:lnTo>
                    <a:pt x="167167" y="1623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423235" y="1681503"/>
              <a:ext cx="76152" cy="167167"/>
            </a:xfrm>
            <a:custGeom>
              <a:avLst/>
              <a:pathLst>
                <a:path w="76152" h="167167">
                  <a:moveTo>
                    <a:pt x="76152" y="18352"/>
                  </a:moveTo>
                  <a:lnTo>
                    <a:pt x="71082" y="15865"/>
                  </a:lnTo>
                  <a:lnTo>
                    <a:pt x="65931" y="13550"/>
                  </a:lnTo>
                  <a:lnTo>
                    <a:pt x="60704" y="11411"/>
                  </a:lnTo>
                  <a:lnTo>
                    <a:pt x="55408" y="9449"/>
                  </a:lnTo>
                  <a:lnTo>
                    <a:pt x="50049" y="7668"/>
                  </a:lnTo>
                  <a:lnTo>
                    <a:pt x="44633" y="6068"/>
                  </a:lnTo>
                  <a:lnTo>
                    <a:pt x="39166" y="4652"/>
                  </a:lnTo>
                  <a:lnTo>
                    <a:pt x="33654" y="3422"/>
                  </a:lnTo>
                  <a:lnTo>
                    <a:pt x="28104" y="2379"/>
                  </a:lnTo>
                  <a:lnTo>
                    <a:pt x="22522" y="1524"/>
                  </a:lnTo>
                  <a:lnTo>
                    <a:pt x="16914" y="857"/>
                  </a:lnTo>
                  <a:lnTo>
                    <a:pt x="11286" y="381"/>
                  </a:lnTo>
                  <a:lnTo>
                    <a:pt x="564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853880" y="132257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7" y="1335"/>
                  </a:lnTo>
                  <a:lnTo>
                    <a:pt x="140834" y="2085"/>
                  </a:lnTo>
                  <a:lnTo>
                    <a:pt x="135627" y="3000"/>
                  </a:lnTo>
                  <a:lnTo>
                    <a:pt x="130452" y="4079"/>
                  </a:lnTo>
                  <a:lnTo>
                    <a:pt x="125314" y="5321"/>
                  </a:lnTo>
                  <a:lnTo>
                    <a:pt x="120217" y="6725"/>
                  </a:lnTo>
                  <a:lnTo>
                    <a:pt x="115167" y="8290"/>
                  </a:lnTo>
                  <a:lnTo>
                    <a:pt x="110170" y="10013"/>
                  </a:lnTo>
                  <a:lnTo>
                    <a:pt x="105229" y="11894"/>
                  </a:lnTo>
                  <a:lnTo>
                    <a:pt x="100350" y="13930"/>
                  </a:lnTo>
                  <a:lnTo>
                    <a:pt x="95538" y="16119"/>
                  </a:lnTo>
                  <a:lnTo>
                    <a:pt x="90798" y="18459"/>
                  </a:lnTo>
                  <a:lnTo>
                    <a:pt x="86134" y="20948"/>
                  </a:lnTo>
                  <a:lnTo>
                    <a:pt x="81551" y="23583"/>
                  </a:lnTo>
                  <a:lnTo>
                    <a:pt x="77053" y="26362"/>
                  </a:lnTo>
                  <a:lnTo>
                    <a:pt x="72646" y="29281"/>
                  </a:lnTo>
                  <a:lnTo>
                    <a:pt x="68333" y="32339"/>
                  </a:lnTo>
                  <a:lnTo>
                    <a:pt x="64120" y="35531"/>
                  </a:lnTo>
                  <a:lnTo>
                    <a:pt x="60009" y="38855"/>
                  </a:lnTo>
                  <a:lnTo>
                    <a:pt x="56005" y="42307"/>
                  </a:lnTo>
                  <a:lnTo>
                    <a:pt x="52113" y="45884"/>
                  </a:lnTo>
                  <a:lnTo>
                    <a:pt x="48335" y="49582"/>
                  </a:lnTo>
                  <a:lnTo>
                    <a:pt x="44676" y="53398"/>
                  </a:lnTo>
                  <a:lnTo>
                    <a:pt x="41140" y="57328"/>
                  </a:lnTo>
                  <a:lnTo>
                    <a:pt x="37730" y="61368"/>
                  </a:lnTo>
                  <a:lnTo>
                    <a:pt x="34450" y="65513"/>
                  </a:lnTo>
                  <a:lnTo>
                    <a:pt x="31302" y="69760"/>
                  </a:lnTo>
                  <a:lnTo>
                    <a:pt x="28290" y="74105"/>
                  </a:lnTo>
                  <a:lnTo>
                    <a:pt x="25416" y="78542"/>
                  </a:lnTo>
                  <a:lnTo>
                    <a:pt x="22685" y="83069"/>
                  </a:lnTo>
                  <a:lnTo>
                    <a:pt x="20098" y="87679"/>
                  </a:lnTo>
                  <a:lnTo>
                    <a:pt x="17658" y="92369"/>
                  </a:lnTo>
                  <a:lnTo>
                    <a:pt x="15368" y="97133"/>
                  </a:lnTo>
                  <a:lnTo>
                    <a:pt x="13229" y="101968"/>
                  </a:lnTo>
                  <a:lnTo>
                    <a:pt x="11244" y="106868"/>
                  </a:lnTo>
                  <a:lnTo>
                    <a:pt x="9416" y="111828"/>
                  </a:lnTo>
                  <a:lnTo>
                    <a:pt x="7745" y="116843"/>
                  </a:lnTo>
                  <a:lnTo>
                    <a:pt x="6233" y="121909"/>
                  </a:lnTo>
                  <a:lnTo>
                    <a:pt x="4883" y="127020"/>
                  </a:lnTo>
                  <a:lnTo>
                    <a:pt x="3694" y="132172"/>
                  </a:lnTo>
                  <a:lnTo>
                    <a:pt x="2670" y="137358"/>
                  </a:lnTo>
                  <a:lnTo>
                    <a:pt x="1809" y="142574"/>
                  </a:lnTo>
                  <a:lnTo>
                    <a:pt x="1114" y="147815"/>
                  </a:lnTo>
                  <a:lnTo>
                    <a:pt x="585" y="153075"/>
                  </a:lnTo>
                  <a:lnTo>
                    <a:pt x="223" y="158349"/>
                  </a:lnTo>
                  <a:lnTo>
                    <a:pt x="28" y="163632"/>
                  </a:lnTo>
                  <a:lnTo>
                    <a:pt x="0" y="168918"/>
                  </a:lnTo>
                  <a:lnTo>
                    <a:pt x="138" y="174203"/>
                  </a:lnTo>
                  <a:lnTo>
                    <a:pt x="444" y="179480"/>
                  </a:lnTo>
                  <a:lnTo>
                    <a:pt x="917" y="184746"/>
                  </a:lnTo>
                  <a:lnTo>
                    <a:pt x="1556" y="189993"/>
                  </a:lnTo>
                  <a:lnTo>
                    <a:pt x="2361" y="195218"/>
                  </a:lnTo>
                  <a:lnTo>
                    <a:pt x="3330" y="200415"/>
                  </a:lnTo>
                  <a:lnTo>
                    <a:pt x="4463" y="205579"/>
                  </a:lnTo>
                  <a:lnTo>
                    <a:pt x="5759" y="210704"/>
                  </a:lnTo>
                  <a:lnTo>
                    <a:pt x="7217" y="215786"/>
                  </a:lnTo>
                  <a:lnTo>
                    <a:pt x="8834" y="220819"/>
                  </a:lnTo>
                  <a:lnTo>
                    <a:pt x="10610" y="225798"/>
                  </a:lnTo>
                  <a:lnTo>
                    <a:pt x="12542" y="230719"/>
                  </a:lnTo>
                  <a:lnTo>
                    <a:pt x="14629" y="235576"/>
                  </a:lnTo>
                  <a:lnTo>
                    <a:pt x="16868" y="240365"/>
                  </a:lnTo>
                  <a:lnTo>
                    <a:pt x="19258" y="245081"/>
                  </a:lnTo>
                  <a:lnTo>
                    <a:pt x="21795" y="249718"/>
                  </a:lnTo>
                  <a:lnTo>
                    <a:pt x="24478" y="254273"/>
                  </a:lnTo>
                  <a:lnTo>
                    <a:pt x="27304" y="258741"/>
                  </a:lnTo>
                  <a:lnTo>
                    <a:pt x="30269" y="263118"/>
                  </a:lnTo>
                  <a:lnTo>
                    <a:pt x="33372" y="267398"/>
                  </a:lnTo>
                  <a:lnTo>
                    <a:pt x="36608" y="271578"/>
                  </a:lnTo>
                  <a:lnTo>
                    <a:pt x="39975" y="275654"/>
                  </a:lnTo>
                  <a:lnTo>
                    <a:pt x="43469" y="279621"/>
                  </a:lnTo>
                  <a:lnTo>
                    <a:pt x="47087" y="283476"/>
                  </a:lnTo>
                  <a:lnTo>
                    <a:pt x="50824" y="287215"/>
                  </a:lnTo>
                  <a:lnTo>
                    <a:pt x="54678" y="290833"/>
                  </a:lnTo>
                  <a:lnTo>
                    <a:pt x="58645" y="294328"/>
                  </a:lnTo>
                  <a:lnTo>
                    <a:pt x="62720" y="297696"/>
                  </a:lnTo>
                  <a:lnTo>
                    <a:pt x="66900" y="300933"/>
                  </a:lnTo>
                  <a:lnTo>
                    <a:pt x="71180" y="304036"/>
                  </a:lnTo>
                  <a:lnTo>
                    <a:pt x="75555" y="307002"/>
                  </a:lnTo>
                  <a:lnTo>
                    <a:pt x="80023" y="309829"/>
                  </a:lnTo>
                  <a:lnTo>
                    <a:pt x="84577" y="312513"/>
                  </a:lnTo>
                  <a:lnTo>
                    <a:pt x="89215" y="315051"/>
                  </a:lnTo>
                  <a:lnTo>
                    <a:pt x="93930" y="317442"/>
                  </a:lnTo>
                  <a:lnTo>
                    <a:pt x="98718" y="319682"/>
                  </a:lnTo>
                  <a:lnTo>
                    <a:pt x="103575" y="321770"/>
                  </a:lnTo>
                  <a:lnTo>
                    <a:pt x="108495" y="323703"/>
                  </a:lnTo>
                  <a:lnTo>
                    <a:pt x="113474" y="325480"/>
                  </a:lnTo>
                  <a:lnTo>
                    <a:pt x="118507" y="327098"/>
                  </a:lnTo>
                  <a:lnTo>
                    <a:pt x="123588" y="328557"/>
                  </a:lnTo>
                  <a:lnTo>
                    <a:pt x="128713" y="329854"/>
                  </a:lnTo>
                  <a:lnTo>
                    <a:pt x="133877" y="330988"/>
                  </a:lnTo>
                  <a:lnTo>
                    <a:pt x="139073" y="331958"/>
                  </a:lnTo>
                  <a:lnTo>
                    <a:pt x="144298" y="332764"/>
                  </a:lnTo>
                  <a:lnTo>
                    <a:pt x="149546" y="333404"/>
                  </a:lnTo>
                  <a:lnTo>
                    <a:pt x="154811" y="333878"/>
                  </a:lnTo>
                  <a:lnTo>
                    <a:pt x="160089" y="334185"/>
                  </a:lnTo>
                  <a:lnTo>
                    <a:pt x="165373" y="334325"/>
                  </a:lnTo>
                  <a:lnTo>
                    <a:pt x="170660" y="334298"/>
                  </a:lnTo>
                  <a:lnTo>
                    <a:pt x="175943" y="334103"/>
                  </a:lnTo>
                  <a:lnTo>
                    <a:pt x="181217" y="333742"/>
                  </a:lnTo>
                  <a:lnTo>
                    <a:pt x="186477" y="333214"/>
                  </a:lnTo>
                  <a:lnTo>
                    <a:pt x="191718" y="332520"/>
                  </a:lnTo>
                  <a:lnTo>
                    <a:pt x="196934" y="331661"/>
                  </a:lnTo>
                  <a:lnTo>
                    <a:pt x="202120" y="330637"/>
                  </a:lnTo>
                  <a:lnTo>
                    <a:pt x="207272" y="329450"/>
                  </a:lnTo>
                  <a:lnTo>
                    <a:pt x="212383" y="328101"/>
                  </a:lnTo>
                  <a:lnTo>
                    <a:pt x="217449" y="326590"/>
                  </a:lnTo>
                  <a:lnTo>
                    <a:pt x="222465" y="324920"/>
                  </a:lnTo>
                  <a:lnTo>
                    <a:pt x="227426" y="323092"/>
                  </a:lnTo>
                  <a:lnTo>
                    <a:pt x="232326" y="321109"/>
                  </a:lnTo>
                  <a:lnTo>
                    <a:pt x="237161" y="318971"/>
                  </a:lnTo>
                  <a:lnTo>
                    <a:pt x="241926" y="316682"/>
                  </a:lnTo>
                  <a:lnTo>
                    <a:pt x="246616" y="314243"/>
                  </a:lnTo>
                  <a:lnTo>
                    <a:pt x="251227" y="311657"/>
                  </a:lnTo>
                  <a:lnTo>
                    <a:pt x="255754" y="308926"/>
                  </a:lnTo>
                  <a:lnTo>
                    <a:pt x="260192" y="306054"/>
                  </a:lnTo>
                  <a:lnTo>
                    <a:pt x="264537" y="303043"/>
                  </a:lnTo>
                  <a:lnTo>
                    <a:pt x="268785" y="299896"/>
                  </a:lnTo>
                  <a:lnTo>
                    <a:pt x="272931" y="296616"/>
                  </a:lnTo>
                  <a:lnTo>
                    <a:pt x="276971" y="293206"/>
                  </a:lnTo>
                  <a:lnTo>
                    <a:pt x="280902" y="289671"/>
                  </a:lnTo>
                  <a:lnTo>
                    <a:pt x="284718" y="286013"/>
                  </a:lnTo>
                  <a:lnTo>
                    <a:pt x="288418" y="282237"/>
                  </a:lnTo>
                  <a:lnTo>
                    <a:pt x="291995" y="278345"/>
                  </a:lnTo>
                  <a:lnTo>
                    <a:pt x="295449" y="274342"/>
                  </a:lnTo>
                  <a:lnTo>
                    <a:pt x="298773" y="270232"/>
                  </a:lnTo>
                  <a:lnTo>
                    <a:pt x="301966" y="266018"/>
                  </a:lnTo>
                  <a:lnTo>
                    <a:pt x="305025" y="261706"/>
                  </a:lnTo>
                  <a:lnTo>
                    <a:pt x="307945" y="257300"/>
                  </a:lnTo>
                  <a:lnTo>
                    <a:pt x="310725" y="252803"/>
                  </a:lnTo>
                  <a:lnTo>
                    <a:pt x="313361" y="248220"/>
                  </a:lnTo>
                  <a:lnTo>
                    <a:pt x="315851" y="243557"/>
                  </a:lnTo>
                  <a:lnTo>
                    <a:pt x="318192" y="238817"/>
                  </a:lnTo>
                  <a:lnTo>
                    <a:pt x="320382" y="234005"/>
                  </a:lnTo>
                  <a:lnTo>
                    <a:pt x="322419" y="229127"/>
                  </a:lnTo>
                  <a:lnTo>
                    <a:pt x="324300" y="224187"/>
                  </a:lnTo>
                  <a:lnTo>
                    <a:pt x="326024" y="219189"/>
                  </a:lnTo>
                  <a:lnTo>
                    <a:pt x="327590" y="214140"/>
                  </a:lnTo>
                  <a:lnTo>
                    <a:pt x="328995" y="209044"/>
                  </a:lnTo>
                  <a:lnTo>
                    <a:pt x="330238" y="203905"/>
                  </a:lnTo>
                  <a:lnTo>
                    <a:pt x="331318" y="198730"/>
                  </a:lnTo>
                  <a:lnTo>
                    <a:pt x="332234" y="193524"/>
                  </a:lnTo>
                  <a:lnTo>
                    <a:pt x="332985" y="188291"/>
                  </a:lnTo>
                  <a:lnTo>
                    <a:pt x="333570" y="183037"/>
                  </a:lnTo>
                  <a:lnTo>
                    <a:pt x="333989" y="177767"/>
                  </a:lnTo>
                  <a:lnTo>
                    <a:pt x="334241" y="172486"/>
                  </a:lnTo>
                  <a:lnTo>
                    <a:pt x="334325" y="167200"/>
                  </a:lnTo>
                  <a:lnTo>
                    <a:pt x="334243" y="161915"/>
                  </a:lnTo>
                  <a:lnTo>
                    <a:pt x="333993" y="156634"/>
                  </a:lnTo>
                  <a:lnTo>
                    <a:pt x="333577" y="151364"/>
                  </a:lnTo>
                  <a:lnTo>
                    <a:pt x="332994" y="146110"/>
                  </a:lnTo>
                  <a:lnTo>
                    <a:pt x="332245" y="140876"/>
                  </a:lnTo>
                  <a:lnTo>
                    <a:pt x="331331" y="135669"/>
                  </a:lnTo>
                  <a:lnTo>
                    <a:pt x="330253" y="130494"/>
                  </a:lnTo>
                  <a:lnTo>
                    <a:pt x="329012" y="125355"/>
                  </a:lnTo>
                  <a:lnTo>
                    <a:pt x="327609" y="120258"/>
                  </a:lnTo>
                  <a:lnTo>
                    <a:pt x="326045" y="115208"/>
                  </a:lnTo>
                  <a:lnTo>
                    <a:pt x="324323" y="110210"/>
                  </a:lnTo>
                  <a:lnTo>
                    <a:pt x="322443" y="105269"/>
                  </a:lnTo>
                  <a:lnTo>
                    <a:pt x="320408" y="100390"/>
                  </a:lnTo>
                  <a:lnTo>
                    <a:pt x="318220" y="95577"/>
                  </a:lnTo>
                  <a:lnTo>
                    <a:pt x="315881" y="90837"/>
                  </a:lnTo>
                  <a:lnTo>
                    <a:pt x="313393" y="86172"/>
                  </a:lnTo>
                  <a:lnTo>
                    <a:pt x="310759" y="81589"/>
                  </a:lnTo>
                  <a:lnTo>
                    <a:pt x="307981" y="77091"/>
                  </a:lnTo>
                  <a:lnTo>
                    <a:pt x="305063" y="72683"/>
                  </a:lnTo>
                  <a:lnTo>
                    <a:pt x="302006" y="68370"/>
                  </a:lnTo>
                  <a:lnTo>
                    <a:pt x="298815" y="64155"/>
                  </a:lnTo>
                  <a:lnTo>
                    <a:pt x="295491" y="60044"/>
                  </a:lnTo>
                  <a:lnTo>
                    <a:pt x="292040" y="56039"/>
                  </a:lnTo>
                  <a:lnTo>
                    <a:pt x="288464" y="52146"/>
                  </a:lnTo>
                  <a:lnTo>
                    <a:pt x="284766" y="48368"/>
                  </a:lnTo>
                  <a:lnTo>
                    <a:pt x="280951" y="44708"/>
                  </a:lnTo>
                  <a:lnTo>
                    <a:pt x="277022" y="41171"/>
                  </a:lnTo>
                  <a:lnTo>
                    <a:pt x="272983" y="37761"/>
                  </a:lnTo>
                  <a:lnTo>
                    <a:pt x="268838" y="34479"/>
                  </a:lnTo>
                  <a:lnTo>
                    <a:pt x="264592" y="31330"/>
                  </a:lnTo>
                  <a:lnTo>
                    <a:pt x="260248" y="28317"/>
                  </a:lnTo>
                  <a:lnTo>
                    <a:pt x="255811" y="2544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6604"/>
              <a:ext cx="88652" cy="143134"/>
            </a:xfrm>
            <a:custGeom>
              <a:avLst/>
              <a:pathLst>
                <a:path w="88652" h="143134">
                  <a:moveTo>
                    <a:pt x="88652" y="1411"/>
                  </a:moveTo>
                  <a:lnTo>
                    <a:pt x="86356" y="0"/>
                  </a:lnTo>
                  <a:lnTo>
                    <a:pt x="0" y="143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71"/>
              <a:ext cx="86356" cy="167167"/>
            </a:xfrm>
            <a:custGeom>
              <a:avLst/>
              <a:pathLst>
                <a:path w="86356" h="167167">
                  <a:moveTo>
                    <a:pt x="86356" y="24032"/>
                  </a:moveTo>
                  <a:lnTo>
                    <a:pt x="81451" y="21185"/>
                  </a:lnTo>
                  <a:lnTo>
                    <a:pt x="76452" y="18506"/>
                  </a:lnTo>
                  <a:lnTo>
                    <a:pt x="71365" y="15998"/>
                  </a:lnTo>
                  <a:lnTo>
                    <a:pt x="66196" y="13665"/>
                  </a:lnTo>
                  <a:lnTo>
                    <a:pt x="60951" y="11507"/>
                  </a:lnTo>
                  <a:lnTo>
                    <a:pt x="55635" y="9529"/>
                  </a:lnTo>
                  <a:lnTo>
                    <a:pt x="50256" y="7733"/>
                  </a:lnTo>
                  <a:lnTo>
                    <a:pt x="44819" y="6120"/>
                  </a:lnTo>
                  <a:lnTo>
                    <a:pt x="39330" y="4692"/>
                  </a:lnTo>
                  <a:lnTo>
                    <a:pt x="33796" y="3451"/>
                  </a:lnTo>
                  <a:lnTo>
                    <a:pt x="28223" y="2399"/>
                  </a:lnTo>
                  <a:lnTo>
                    <a:pt x="22617" y="1537"/>
                  </a:lnTo>
                  <a:lnTo>
                    <a:pt x="16985" y="865"/>
                  </a:lnTo>
                  <a:lnTo>
                    <a:pt x="11334" y="384"/>
                  </a:lnTo>
                  <a:lnTo>
                    <a:pt x="567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378106" y="1071028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4" y="83"/>
                  </a:lnTo>
                  <a:lnTo>
                    <a:pt x="156563" y="335"/>
                  </a:lnTo>
                  <a:lnTo>
                    <a:pt x="151282" y="754"/>
                  </a:lnTo>
                  <a:lnTo>
                    <a:pt x="146017" y="1341"/>
                  </a:lnTo>
                  <a:lnTo>
                    <a:pt x="140774" y="2094"/>
                  </a:lnTo>
                  <a:lnTo>
                    <a:pt x="135557" y="3012"/>
                  </a:lnTo>
                  <a:lnTo>
                    <a:pt x="130371" y="4096"/>
                  </a:lnTo>
                  <a:lnTo>
                    <a:pt x="125223" y="5343"/>
                  </a:lnTo>
                  <a:lnTo>
                    <a:pt x="120116" y="6753"/>
                  </a:lnTo>
                  <a:lnTo>
                    <a:pt x="115057" y="8324"/>
                  </a:lnTo>
                  <a:lnTo>
                    <a:pt x="110050" y="10054"/>
                  </a:lnTo>
                  <a:lnTo>
                    <a:pt x="105101" y="11942"/>
                  </a:lnTo>
                  <a:lnTo>
                    <a:pt x="100214" y="13986"/>
                  </a:lnTo>
                  <a:lnTo>
                    <a:pt x="95394" y="16184"/>
                  </a:lnTo>
                  <a:lnTo>
                    <a:pt x="90646" y="18534"/>
                  </a:lnTo>
                  <a:lnTo>
                    <a:pt x="85975" y="21032"/>
                  </a:lnTo>
                  <a:lnTo>
                    <a:pt x="81385" y="23678"/>
                  </a:lnTo>
                  <a:lnTo>
                    <a:pt x="76882" y="26467"/>
                  </a:lnTo>
                  <a:lnTo>
                    <a:pt x="72469" y="29398"/>
                  </a:lnTo>
                  <a:lnTo>
                    <a:pt x="68151" y="32467"/>
                  </a:lnTo>
                  <a:lnTo>
                    <a:pt x="63933" y="35672"/>
                  </a:lnTo>
                  <a:lnTo>
                    <a:pt x="59818" y="39008"/>
                  </a:lnTo>
                  <a:lnTo>
                    <a:pt x="55811" y="42474"/>
                  </a:lnTo>
                  <a:lnTo>
                    <a:pt x="51916" y="46064"/>
                  </a:lnTo>
                  <a:lnTo>
                    <a:pt x="48137" y="49776"/>
                  </a:lnTo>
                  <a:lnTo>
                    <a:pt x="44477" y="53606"/>
                  </a:lnTo>
                  <a:lnTo>
                    <a:pt x="40941" y="57550"/>
                  </a:lnTo>
                  <a:lnTo>
                    <a:pt x="37531" y="61604"/>
                  </a:lnTo>
                  <a:lnTo>
                    <a:pt x="34251" y="65764"/>
                  </a:lnTo>
                  <a:lnTo>
                    <a:pt x="31105" y="70026"/>
                  </a:lnTo>
                  <a:lnTo>
                    <a:pt x="28095" y="74386"/>
                  </a:lnTo>
                  <a:lnTo>
                    <a:pt x="25225" y="78838"/>
                  </a:lnTo>
                  <a:lnTo>
                    <a:pt x="22498" y="83380"/>
                  </a:lnTo>
                  <a:lnTo>
                    <a:pt x="19916" y="88005"/>
                  </a:lnTo>
                  <a:lnTo>
                    <a:pt x="17481" y="92710"/>
                  </a:lnTo>
                  <a:lnTo>
                    <a:pt x="15197" y="97490"/>
                  </a:lnTo>
                  <a:lnTo>
                    <a:pt x="13066" y="102339"/>
                  </a:lnTo>
                  <a:lnTo>
                    <a:pt x="11089" y="107254"/>
                  </a:lnTo>
                  <a:lnTo>
                    <a:pt x="9269" y="112229"/>
                  </a:lnTo>
                  <a:lnTo>
                    <a:pt x="7608" y="117259"/>
                  </a:lnTo>
                  <a:lnTo>
                    <a:pt x="6106" y="122339"/>
                  </a:lnTo>
                  <a:lnTo>
                    <a:pt x="4767" y="127465"/>
                  </a:lnTo>
                  <a:lnTo>
                    <a:pt x="3590" y="132630"/>
                  </a:lnTo>
                  <a:lnTo>
                    <a:pt x="2578" y="137830"/>
                  </a:lnTo>
                  <a:lnTo>
                    <a:pt x="1731" y="143059"/>
                  </a:lnTo>
                  <a:lnTo>
                    <a:pt x="1050" y="148312"/>
                  </a:lnTo>
                  <a:lnTo>
                    <a:pt x="536" y="153585"/>
                  </a:lnTo>
                  <a:lnTo>
                    <a:pt x="190" y="158871"/>
                  </a:lnTo>
                  <a:lnTo>
                    <a:pt x="11" y="164165"/>
                  </a:lnTo>
                  <a:lnTo>
                    <a:pt x="0" y="169463"/>
                  </a:lnTo>
                  <a:lnTo>
                    <a:pt x="156" y="174758"/>
                  </a:lnTo>
                  <a:lnTo>
                    <a:pt x="481" y="180045"/>
                  </a:lnTo>
                  <a:lnTo>
                    <a:pt x="972" y="185320"/>
                  </a:lnTo>
                  <a:lnTo>
                    <a:pt x="1631" y="190576"/>
                  </a:lnTo>
                  <a:lnTo>
                    <a:pt x="2456" y="195809"/>
                  </a:lnTo>
                  <a:lnTo>
                    <a:pt x="3446" y="201013"/>
                  </a:lnTo>
                  <a:lnTo>
                    <a:pt x="4601" y="206183"/>
                  </a:lnTo>
                  <a:lnTo>
                    <a:pt x="5918" y="211314"/>
                  </a:lnTo>
                  <a:lnTo>
                    <a:pt x="7398" y="216400"/>
                  </a:lnTo>
                  <a:lnTo>
                    <a:pt x="9038" y="221438"/>
                  </a:lnTo>
                  <a:lnTo>
                    <a:pt x="10837" y="226420"/>
                  </a:lnTo>
                  <a:lnTo>
                    <a:pt x="12793" y="231343"/>
                  </a:lnTo>
                  <a:lnTo>
                    <a:pt x="14904" y="236202"/>
                  </a:lnTo>
                  <a:lnTo>
                    <a:pt x="17168" y="240991"/>
                  </a:lnTo>
                  <a:lnTo>
                    <a:pt x="19583" y="245706"/>
                  </a:lnTo>
                  <a:lnTo>
                    <a:pt x="22145" y="250343"/>
                  </a:lnTo>
                  <a:lnTo>
                    <a:pt x="24853" y="254896"/>
                  </a:lnTo>
                  <a:lnTo>
                    <a:pt x="27705" y="259360"/>
                  </a:lnTo>
                  <a:lnTo>
                    <a:pt x="30696" y="263732"/>
                  </a:lnTo>
                  <a:lnTo>
                    <a:pt x="33824" y="268007"/>
                  </a:lnTo>
                  <a:lnTo>
                    <a:pt x="37086" y="272181"/>
                  </a:lnTo>
                  <a:lnTo>
                    <a:pt x="40479" y="276250"/>
                  </a:lnTo>
                  <a:lnTo>
                    <a:pt x="43999" y="280209"/>
                  </a:lnTo>
                  <a:lnTo>
                    <a:pt x="47642" y="284054"/>
                  </a:lnTo>
                  <a:lnTo>
                    <a:pt x="51406" y="287782"/>
                  </a:lnTo>
                  <a:lnTo>
                    <a:pt x="55286" y="291389"/>
                  </a:lnTo>
                  <a:lnTo>
                    <a:pt x="59278" y="294871"/>
                  </a:lnTo>
                  <a:lnTo>
                    <a:pt x="63378" y="298225"/>
                  </a:lnTo>
                  <a:lnTo>
                    <a:pt x="67583" y="301447"/>
                  </a:lnTo>
                  <a:lnTo>
                    <a:pt x="71888" y="304535"/>
                  </a:lnTo>
                  <a:lnTo>
                    <a:pt x="76288" y="307484"/>
                  </a:lnTo>
                  <a:lnTo>
                    <a:pt x="80780" y="310293"/>
                  </a:lnTo>
                  <a:lnTo>
                    <a:pt x="85358" y="312957"/>
                  </a:lnTo>
                  <a:lnTo>
                    <a:pt x="90019" y="315476"/>
                  </a:lnTo>
                  <a:lnTo>
                    <a:pt x="94757" y="317845"/>
                  </a:lnTo>
                  <a:lnTo>
                    <a:pt x="99567" y="320064"/>
                  </a:lnTo>
                  <a:lnTo>
                    <a:pt x="104446" y="322128"/>
                  </a:lnTo>
                  <a:lnTo>
                    <a:pt x="109387" y="324037"/>
                  </a:lnTo>
                  <a:lnTo>
                    <a:pt x="114387" y="325789"/>
                  </a:lnTo>
                  <a:lnTo>
                    <a:pt x="119439" y="327381"/>
                  </a:lnTo>
                  <a:lnTo>
                    <a:pt x="124540" y="328812"/>
                  </a:lnTo>
                  <a:lnTo>
                    <a:pt x="129683" y="330081"/>
                  </a:lnTo>
                  <a:lnTo>
                    <a:pt x="134864" y="331187"/>
                  </a:lnTo>
                  <a:lnTo>
                    <a:pt x="140077" y="332127"/>
                  </a:lnTo>
                  <a:lnTo>
                    <a:pt x="145317" y="332902"/>
                  </a:lnTo>
                  <a:lnTo>
                    <a:pt x="150580" y="333511"/>
                  </a:lnTo>
                  <a:lnTo>
                    <a:pt x="155859" y="333953"/>
                  </a:lnTo>
                  <a:lnTo>
                    <a:pt x="161149" y="334227"/>
                  </a:lnTo>
                  <a:lnTo>
                    <a:pt x="166445" y="334333"/>
                  </a:lnTo>
                  <a:lnTo>
                    <a:pt x="171742" y="334271"/>
                  </a:lnTo>
                  <a:lnTo>
                    <a:pt x="177035" y="334042"/>
                  </a:lnTo>
                  <a:lnTo>
                    <a:pt x="182317" y="333645"/>
                  </a:lnTo>
                  <a:lnTo>
                    <a:pt x="187585" y="333081"/>
                  </a:lnTo>
                  <a:lnTo>
                    <a:pt x="192831" y="332350"/>
                  </a:lnTo>
                  <a:lnTo>
                    <a:pt x="198052" y="331454"/>
                  </a:lnTo>
                  <a:lnTo>
                    <a:pt x="203242" y="330392"/>
                  </a:lnTo>
                  <a:lnTo>
                    <a:pt x="208396" y="329166"/>
                  </a:lnTo>
                  <a:lnTo>
                    <a:pt x="213508" y="327778"/>
                  </a:lnTo>
                  <a:lnTo>
                    <a:pt x="218574" y="326229"/>
                  </a:lnTo>
                  <a:lnTo>
                    <a:pt x="223588" y="324520"/>
                  </a:lnTo>
                  <a:lnTo>
                    <a:pt x="228546" y="322652"/>
                  </a:lnTo>
                  <a:lnTo>
                    <a:pt x="233441" y="320629"/>
                  </a:lnTo>
                  <a:lnTo>
                    <a:pt x="238270" y="318451"/>
                  </a:lnTo>
                  <a:lnTo>
                    <a:pt x="243028" y="316122"/>
                  </a:lnTo>
                  <a:lnTo>
                    <a:pt x="247710" y="313643"/>
                  </a:lnTo>
                  <a:lnTo>
                    <a:pt x="252311" y="311017"/>
                  </a:lnTo>
                  <a:lnTo>
                    <a:pt x="256826" y="308246"/>
                  </a:lnTo>
                  <a:lnTo>
                    <a:pt x="261251" y="305334"/>
                  </a:lnTo>
                  <a:lnTo>
                    <a:pt x="265581" y="302283"/>
                  </a:lnTo>
                  <a:lnTo>
                    <a:pt x="269813" y="299097"/>
                  </a:lnTo>
                  <a:lnTo>
                    <a:pt x="273942" y="295778"/>
                  </a:lnTo>
                  <a:lnTo>
                    <a:pt x="277963" y="292329"/>
                  </a:lnTo>
                  <a:lnTo>
                    <a:pt x="281874" y="288755"/>
                  </a:lnTo>
                  <a:lnTo>
                    <a:pt x="285669" y="285059"/>
                  </a:lnTo>
                  <a:lnTo>
                    <a:pt x="289344" y="281245"/>
                  </a:lnTo>
                  <a:lnTo>
                    <a:pt x="292898" y="277316"/>
                  </a:lnTo>
                  <a:lnTo>
                    <a:pt x="296325" y="273276"/>
                  </a:lnTo>
                  <a:lnTo>
                    <a:pt x="299622" y="269130"/>
                  </a:lnTo>
                  <a:lnTo>
                    <a:pt x="302786" y="264881"/>
                  </a:lnTo>
                  <a:lnTo>
                    <a:pt x="305814" y="260535"/>
                  </a:lnTo>
                  <a:lnTo>
                    <a:pt x="308703" y="256094"/>
                  </a:lnTo>
                  <a:lnTo>
                    <a:pt x="311449" y="251565"/>
                  </a:lnTo>
                  <a:lnTo>
                    <a:pt x="314051" y="246950"/>
                  </a:lnTo>
                  <a:lnTo>
                    <a:pt x="316505" y="242255"/>
                  </a:lnTo>
                  <a:lnTo>
                    <a:pt x="318810" y="237485"/>
                  </a:lnTo>
                  <a:lnTo>
                    <a:pt x="320962" y="232645"/>
                  </a:lnTo>
                  <a:lnTo>
                    <a:pt x="322959" y="227738"/>
                  </a:lnTo>
                  <a:lnTo>
                    <a:pt x="324800" y="222771"/>
                  </a:lnTo>
                  <a:lnTo>
                    <a:pt x="326483" y="217748"/>
                  </a:lnTo>
                  <a:lnTo>
                    <a:pt x="328005" y="212674"/>
                  </a:lnTo>
                  <a:lnTo>
                    <a:pt x="329366" y="207555"/>
                  </a:lnTo>
                  <a:lnTo>
                    <a:pt x="330565" y="202394"/>
                  </a:lnTo>
                  <a:lnTo>
                    <a:pt x="331599" y="197199"/>
                  </a:lnTo>
                  <a:lnTo>
                    <a:pt x="332468" y="191973"/>
                  </a:lnTo>
                  <a:lnTo>
                    <a:pt x="333171" y="186723"/>
                  </a:lnTo>
                  <a:lnTo>
                    <a:pt x="333707" y="181453"/>
                  </a:lnTo>
                  <a:lnTo>
                    <a:pt x="334076" y="176168"/>
                  </a:lnTo>
                  <a:lnTo>
                    <a:pt x="334278" y="170874"/>
                  </a:lnTo>
                  <a:lnTo>
                    <a:pt x="334311" y="165577"/>
                  </a:lnTo>
                  <a:lnTo>
                    <a:pt x="334177" y="160281"/>
                  </a:lnTo>
                  <a:lnTo>
                    <a:pt x="333875" y="154993"/>
                  </a:lnTo>
                  <a:lnTo>
                    <a:pt x="333405" y="149716"/>
                  </a:lnTo>
                  <a:lnTo>
                    <a:pt x="332769" y="144457"/>
                  </a:lnTo>
                  <a:lnTo>
                    <a:pt x="331966" y="139221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10250"/>
              <a:ext cx="164814" cy="27946"/>
            </a:xfrm>
            <a:custGeom>
              <a:avLst/>
              <a:pathLst>
                <a:path w="164814" h="27946">
                  <a:moveTo>
                    <a:pt x="164814" y="0"/>
                  </a:moveTo>
                  <a:lnTo>
                    <a:pt x="0" y="279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06713"/>
              <a:ext cx="164814" cy="31482"/>
            </a:xfrm>
            <a:custGeom>
              <a:avLst/>
              <a:pathLst>
                <a:path w="164814" h="31482">
                  <a:moveTo>
                    <a:pt x="164814" y="3536"/>
                  </a:moveTo>
                  <a:lnTo>
                    <a:pt x="164176" y="0"/>
                  </a:lnTo>
                  <a:lnTo>
                    <a:pt x="0" y="314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071028"/>
              <a:ext cx="164176" cy="167167"/>
            </a:xfrm>
            <a:custGeom>
              <a:avLst/>
              <a:pathLst>
                <a:path w="164176" h="167167">
                  <a:moveTo>
                    <a:pt x="164176" y="135684"/>
                  </a:moveTo>
                  <a:lnTo>
                    <a:pt x="163052" y="130302"/>
                  </a:lnTo>
                  <a:lnTo>
                    <a:pt x="161751" y="124961"/>
                  </a:lnTo>
                  <a:lnTo>
                    <a:pt x="160276" y="119665"/>
                  </a:lnTo>
                  <a:lnTo>
                    <a:pt x="158627" y="114420"/>
                  </a:lnTo>
                  <a:lnTo>
                    <a:pt x="156807" y="109232"/>
                  </a:lnTo>
                  <a:lnTo>
                    <a:pt x="154817" y="104107"/>
                  </a:lnTo>
                  <a:lnTo>
                    <a:pt x="152660" y="99051"/>
                  </a:lnTo>
                  <a:lnTo>
                    <a:pt x="150337" y="94068"/>
                  </a:lnTo>
                  <a:lnTo>
                    <a:pt x="147852" y="89164"/>
                  </a:lnTo>
                  <a:lnTo>
                    <a:pt x="145207" y="84344"/>
                  </a:lnTo>
                  <a:lnTo>
                    <a:pt x="142405" y="79614"/>
                  </a:lnTo>
                  <a:lnTo>
                    <a:pt x="139449" y="74979"/>
                  </a:lnTo>
                  <a:lnTo>
                    <a:pt x="136342" y="70443"/>
                  </a:lnTo>
                  <a:lnTo>
                    <a:pt x="133088" y="66012"/>
                  </a:lnTo>
                  <a:lnTo>
                    <a:pt x="129690" y="61690"/>
                  </a:lnTo>
                  <a:lnTo>
                    <a:pt x="126151" y="57483"/>
                  </a:lnTo>
                  <a:lnTo>
                    <a:pt x="122476" y="53394"/>
                  </a:lnTo>
                  <a:lnTo>
                    <a:pt x="118669" y="49428"/>
                  </a:lnTo>
                  <a:lnTo>
                    <a:pt x="114733" y="45589"/>
                  </a:lnTo>
                  <a:lnTo>
                    <a:pt x="110673" y="41882"/>
                  </a:lnTo>
                  <a:lnTo>
                    <a:pt x="106494" y="38311"/>
                  </a:lnTo>
                  <a:lnTo>
                    <a:pt x="102199" y="34879"/>
                  </a:lnTo>
                  <a:lnTo>
                    <a:pt x="97794" y="31589"/>
                  </a:lnTo>
                  <a:lnTo>
                    <a:pt x="93283" y="28447"/>
                  </a:lnTo>
                  <a:lnTo>
                    <a:pt x="88671" y="25455"/>
                  </a:lnTo>
                  <a:lnTo>
                    <a:pt x="83963" y="22615"/>
                  </a:lnTo>
                  <a:lnTo>
                    <a:pt x="79164" y="19933"/>
                  </a:lnTo>
                  <a:lnTo>
                    <a:pt x="74280" y="17409"/>
                  </a:lnTo>
                  <a:lnTo>
                    <a:pt x="69315" y="15048"/>
                  </a:lnTo>
                  <a:lnTo>
                    <a:pt x="64275" y="12851"/>
                  </a:lnTo>
                  <a:lnTo>
                    <a:pt x="59166" y="10820"/>
                  </a:lnTo>
                  <a:lnTo>
                    <a:pt x="53993" y="8959"/>
                  </a:lnTo>
                  <a:lnTo>
                    <a:pt x="48762" y="7269"/>
                  </a:lnTo>
                  <a:lnTo>
                    <a:pt x="43477" y="5752"/>
                  </a:lnTo>
                  <a:lnTo>
                    <a:pt x="38146" y="4410"/>
                  </a:lnTo>
                  <a:lnTo>
                    <a:pt x="32774" y="3244"/>
                  </a:lnTo>
                  <a:lnTo>
                    <a:pt x="27366" y="2255"/>
                  </a:lnTo>
                  <a:lnTo>
                    <a:pt x="21928" y="1444"/>
                  </a:lnTo>
                  <a:lnTo>
                    <a:pt x="16467" y="813"/>
                  </a:lnTo>
                  <a:lnTo>
                    <a:pt x="10987" y="361"/>
                  </a:lnTo>
                  <a:lnTo>
                    <a:pt x="549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885889" y="941493"/>
              <a:ext cx="137654" cy="167167"/>
            </a:xfrm>
            <a:custGeom>
              <a:avLst/>
              <a:pathLst>
                <a:path w="137654" h="167167">
                  <a:moveTo>
                    <a:pt x="137654" y="0"/>
                  </a:moveTo>
                  <a:lnTo>
                    <a:pt x="132078" y="93"/>
                  </a:lnTo>
                  <a:lnTo>
                    <a:pt x="126509" y="371"/>
                  </a:lnTo>
                  <a:lnTo>
                    <a:pt x="120951" y="836"/>
                  </a:lnTo>
                  <a:lnTo>
                    <a:pt x="115413" y="1486"/>
                  </a:lnTo>
                  <a:lnTo>
                    <a:pt x="109899" y="2320"/>
                  </a:lnTo>
                  <a:lnTo>
                    <a:pt x="104416" y="3337"/>
                  </a:lnTo>
                  <a:lnTo>
                    <a:pt x="98970" y="4537"/>
                  </a:lnTo>
                  <a:lnTo>
                    <a:pt x="93567" y="5918"/>
                  </a:lnTo>
                  <a:lnTo>
                    <a:pt x="88213" y="7478"/>
                  </a:lnTo>
                  <a:lnTo>
                    <a:pt x="82914" y="9216"/>
                  </a:lnTo>
                  <a:lnTo>
                    <a:pt x="77676" y="11130"/>
                  </a:lnTo>
                  <a:lnTo>
                    <a:pt x="72505" y="13217"/>
                  </a:lnTo>
                  <a:lnTo>
                    <a:pt x="67406" y="15476"/>
                  </a:lnTo>
                  <a:lnTo>
                    <a:pt x="62386" y="17903"/>
                  </a:lnTo>
                  <a:lnTo>
                    <a:pt x="57449" y="20497"/>
                  </a:lnTo>
                  <a:lnTo>
                    <a:pt x="52601" y="23254"/>
                  </a:lnTo>
                  <a:lnTo>
                    <a:pt x="47848" y="26171"/>
                  </a:lnTo>
                  <a:lnTo>
                    <a:pt x="43195" y="29245"/>
                  </a:lnTo>
                  <a:lnTo>
                    <a:pt x="38648" y="32472"/>
                  </a:lnTo>
                  <a:lnTo>
                    <a:pt x="34210" y="35850"/>
                  </a:lnTo>
                  <a:lnTo>
                    <a:pt x="29887" y="39373"/>
                  </a:lnTo>
                  <a:lnTo>
                    <a:pt x="25685" y="43039"/>
                  </a:lnTo>
                  <a:lnTo>
                    <a:pt x="21607" y="46842"/>
                  </a:lnTo>
                  <a:lnTo>
                    <a:pt x="17658" y="50780"/>
                  </a:lnTo>
                  <a:lnTo>
                    <a:pt x="13843" y="54847"/>
                  </a:lnTo>
                  <a:lnTo>
                    <a:pt x="10165" y="59040"/>
                  </a:lnTo>
                  <a:lnTo>
                    <a:pt x="6630" y="63352"/>
                  </a:lnTo>
                  <a:lnTo>
                    <a:pt x="3240" y="67780"/>
                  </a:lnTo>
                  <a:lnTo>
                    <a:pt x="0" y="72319"/>
                  </a:lnTo>
                  <a:lnTo>
                    <a:pt x="1376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85889" y="1013812"/>
              <a:ext cx="137654" cy="94848"/>
            </a:xfrm>
            <a:custGeom>
              <a:avLst/>
              <a:pathLst>
                <a:path w="137654" h="94848">
                  <a:moveTo>
                    <a:pt x="0" y="0"/>
                  </a:moveTo>
                  <a:lnTo>
                    <a:pt x="137654" y="9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56376" y="983008"/>
              <a:ext cx="334332" cy="292806"/>
            </a:xfrm>
            <a:custGeom>
              <a:avLst/>
              <a:pathLst>
                <a:path w="334332" h="292806">
                  <a:moveTo>
                    <a:pt x="29512" y="30804"/>
                  </a:moveTo>
                  <a:lnTo>
                    <a:pt x="26576" y="35213"/>
                  </a:lnTo>
                  <a:lnTo>
                    <a:pt x="23781" y="39714"/>
                  </a:lnTo>
                  <a:lnTo>
                    <a:pt x="21129" y="44300"/>
                  </a:lnTo>
                  <a:lnTo>
                    <a:pt x="18625" y="48969"/>
                  </a:lnTo>
                  <a:lnTo>
                    <a:pt x="16270" y="53714"/>
                  </a:lnTo>
                  <a:lnTo>
                    <a:pt x="14066" y="58532"/>
                  </a:lnTo>
                  <a:lnTo>
                    <a:pt x="12016" y="63417"/>
                  </a:lnTo>
                  <a:lnTo>
                    <a:pt x="10122" y="68365"/>
                  </a:lnTo>
                  <a:lnTo>
                    <a:pt x="8385" y="73370"/>
                  </a:lnTo>
                  <a:lnTo>
                    <a:pt x="6808" y="78428"/>
                  </a:lnTo>
                  <a:lnTo>
                    <a:pt x="5392" y="83533"/>
                  </a:lnTo>
                  <a:lnTo>
                    <a:pt x="4139" y="88680"/>
                  </a:lnTo>
                  <a:lnTo>
                    <a:pt x="3049" y="93865"/>
                  </a:lnTo>
                  <a:lnTo>
                    <a:pt x="2125" y="99081"/>
                  </a:lnTo>
                  <a:lnTo>
                    <a:pt x="1365" y="104324"/>
                  </a:lnTo>
                  <a:lnTo>
                    <a:pt x="773" y="109589"/>
                  </a:lnTo>
                  <a:lnTo>
                    <a:pt x="347" y="114870"/>
                  </a:lnTo>
                  <a:lnTo>
                    <a:pt x="90" y="120161"/>
                  </a:lnTo>
                  <a:lnTo>
                    <a:pt x="0" y="125458"/>
                  </a:lnTo>
                  <a:lnTo>
                    <a:pt x="77" y="130755"/>
                  </a:lnTo>
                  <a:lnTo>
                    <a:pt x="323" y="136048"/>
                  </a:lnTo>
                  <a:lnTo>
                    <a:pt x="736" y="141329"/>
                  </a:lnTo>
                  <a:lnTo>
                    <a:pt x="1317" y="146595"/>
                  </a:lnTo>
                  <a:lnTo>
                    <a:pt x="2063" y="151840"/>
                  </a:lnTo>
                  <a:lnTo>
                    <a:pt x="2976" y="157059"/>
                  </a:lnTo>
                  <a:lnTo>
                    <a:pt x="4054" y="162246"/>
                  </a:lnTo>
                  <a:lnTo>
                    <a:pt x="5295" y="167396"/>
                  </a:lnTo>
                  <a:lnTo>
                    <a:pt x="6699" y="172504"/>
                  </a:lnTo>
                  <a:lnTo>
                    <a:pt x="8265" y="177566"/>
                  </a:lnTo>
                  <a:lnTo>
                    <a:pt x="9989" y="182575"/>
                  </a:lnTo>
                  <a:lnTo>
                    <a:pt x="11872" y="187527"/>
                  </a:lnTo>
                  <a:lnTo>
                    <a:pt x="13911" y="192417"/>
                  </a:lnTo>
                  <a:lnTo>
                    <a:pt x="16103" y="197239"/>
                  </a:lnTo>
                  <a:lnTo>
                    <a:pt x="18448" y="201990"/>
                  </a:lnTo>
                  <a:lnTo>
                    <a:pt x="20941" y="206665"/>
                  </a:lnTo>
                  <a:lnTo>
                    <a:pt x="23582" y="211257"/>
                  </a:lnTo>
                  <a:lnTo>
                    <a:pt x="26367" y="215764"/>
                  </a:lnTo>
                  <a:lnTo>
                    <a:pt x="29293" y="220181"/>
                  </a:lnTo>
                  <a:lnTo>
                    <a:pt x="32358" y="224502"/>
                  </a:lnTo>
                  <a:lnTo>
                    <a:pt x="35558" y="228724"/>
                  </a:lnTo>
                  <a:lnTo>
                    <a:pt x="38890" y="232843"/>
                  </a:lnTo>
                  <a:lnTo>
                    <a:pt x="42351" y="236854"/>
                  </a:lnTo>
                  <a:lnTo>
                    <a:pt x="45937" y="240753"/>
                  </a:lnTo>
                  <a:lnTo>
                    <a:pt x="49645" y="244537"/>
                  </a:lnTo>
                  <a:lnTo>
                    <a:pt x="53472" y="248201"/>
                  </a:lnTo>
                  <a:lnTo>
                    <a:pt x="57412" y="251742"/>
                  </a:lnTo>
                  <a:lnTo>
                    <a:pt x="61463" y="255157"/>
                  </a:lnTo>
                  <a:lnTo>
                    <a:pt x="65620" y="258441"/>
                  </a:lnTo>
                  <a:lnTo>
                    <a:pt x="69878" y="261593"/>
                  </a:lnTo>
                  <a:lnTo>
                    <a:pt x="74235" y="264607"/>
                  </a:lnTo>
                  <a:lnTo>
                    <a:pt x="78685" y="267482"/>
                  </a:lnTo>
                  <a:lnTo>
                    <a:pt x="83223" y="270215"/>
                  </a:lnTo>
                  <a:lnTo>
                    <a:pt x="87846" y="272802"/>
                  </a:lnTo>
                  <a:lnTo>
                    <a:pt x="92549" y="275242"/>
                  </a:lnTo>
                  <a:lnTo>
                    <a:pt x="97327" y="277531"/>
                  </a:lnTo>
                  <a:lnTo>
                    <a:pt x="102174" y="279668"/>
                  </a:lnTo>
                  <a:lnTo>
                    <a:pt x="107088" y="281650"/>
                  </a:lnTo>
                  <a:lnTo>
                    <a:pt x="112061" y="283475"/>
                  </a:lnTo>
                  <a:lnTo>
                    <a:pt x="117090" y="285142"/>
                  </a:lnTo>
                  <a:lnTo>
                    <a:pt x="122169" y="286649"/>
                  </a:lnTo>
                  <a:lnTo>
                    <a:pt x="127293" y="287994"/>
                  </a:lnTo>
                  <a:lnTo>
                    <a:pt x="132457" y="289176"/>
                  </a:lnTo>
                  <a:lnTo>
                    <a:pt x="137656" y="290194"/>
                  </a:lnTo>
                  <a:lnTo>
                    <a:pt x="142885" y="291046"/>
                  </a:lnTo>
                  <a:lnTo>
                    <a:pt x="148138" y="291733"/>
                  </a:lnTo>
                  <a:lnTo>
                    <a:pt x="153411" y="292252"/>
                  </a:lnTo>
                  <a:lnTo>
                    <a:pt x="158697" y="292604"/>
                  </a:lnTo>
                  <a:lnTo>
                    <a:pt x="163991" y="292789"/>
                  </a:lnTo>
                  <a:lnTo>
                    <a:pt x="169289" y="292806"/>
                  </a:lnTo>
                  <a:lnTo>
                    <a:pt x="174585" y="292655"/>
                  </a:lnTo>
                  <a:lnTo>
                    <a:pt x="179873" y="292336"/>
                  </a:lnTo>
                  <a:lnTo>
                    <a:pt x="185148" y="291849"/>
                  </a:lnTo>
                  <a:lnTo>
                    <a:pt x="190406" y="291196"/>
                  </a:lnTo>
                  <a:lnTo>
                    <a:pt x="195640" y="290377"/>
                  </a:lnTo>
                  <a:lnTo>
                    <a:pt x="200845" y="289392"/>
                  </a:lnTo>
                  <a:lnTo>
                    <a:pt x="206017" y="288242"/>
                  </a:lnTo>
                  <a:lnTo>
                    <a:pt x="211150" y="286929"/>
                  </a:lnTo>
                  <a:lnTo>
                    <a:pt x="216238" y="285455"/>
                  </a:lnTo>
                  <a:lnTo>
                    <a:pt x="221277" y="283820"/>
                  </a:lnTo>
                  <a:lnTo>
                    <a:pt x="226262" y="282025"/>
                  </a:lnTo>
                  <a:lnTo>
                    <a:pt x="231187" y="280074"/>
                  </a:lnTo>
                  <a:lnTo>
                    <a:pt x="236048" y="277968"/>
                  </a:lnTo>
                  <a:lnTo>
                    <a:pt x="240840" y="275709"/>
                  </a:lnTo>
                  <a:lnTo>
                    <a:pt x="245558" y="273299"/>
                  </a:lnTo>
                  <a:lnTo>
                    <a:pt x="250198" y="270741"/>
                  </a:lnTo>
                  <a:lnTo>
                    <a:pt x="254753" y="268037"/>
                  </a:lnTo>
                  <a:lnTo>
                    <a:pt x="259221" y="265190"/>
                  </a:lnTo>
                  <a:lnTo>
                    <a:pt x="263597" y="262203"/>
                  </a:lnTo>
                  <a:lnTo>
                    <a:pt x="267875" y="259079"/>
                  </a:lnTo>
                  <a:lnTo>
                    <a:pt x="272053" y="255820"/>
                  </a:lnTo>
                  <a:lnTo>
                    <a:pt x="276125" y="252432"/>
                  </a:lnTo>
                  <a:lnTo>
                    <a:pt x="280087" y="248915"/>
                  </a:lnTo>
                  <a:lnTo>
                    <a:pt x="283937" y="245275"/>
                  </a:lnTo>
                  <a:lnTo>
                    <a:pt x="287669" y="241515"/>
                  </a:lnTo>
                  <a:lnTo>
                    <a:pt x="291280" y="237638"/>
                  </a:lnTo>
                  <a:lnTo>
                    <a:pt x="294766" y="233649"/>
                  </a:lnTo>
                  <a:lnTo>
                    <a:pt x="298124" y="229552"/>
                  </a:lnTo>
                  <a:lnTo>
                    <a:pt x="301351" y="225350"/>
                  </a:lnTo>
                  <a:lnTo>
                    <a:pt x="304442" y="221048"/>
                  </a:lnTo>
                  <a:lnTo>
                    <a:pt x="307396" y="216650"/>
                  </a:lnTo>
                  <a:lnTo>
                    <a:pt x="310209" y="212161"/>
                  </a:lnTo>
                  <a:lnTo>
                    <a:pt x="312879" y="207584"/>
                  </a:lnTo>
                  <a:lnTo>
                    <a:pt x="315402" y="202926"/>
                  </a:lnTo>
                  <a:lnTo>
                    <a:pt x="317776" y="198190"/>
                  </a:lnTo>
                  <a:lnTo>
                    <a:pt x="319999" y="193381"/>
                  </a:lnTo>
                  <a:lnTo>
                    <a:pt x="322069" y="188504"/>
                  </a:lnTo>
                  <a:lnTo>
                    <a:pt x="323982" y="183564"/>
                  </a:lnTo>
                  <a:lnTo>
                    <a:pt x="325739" y="178566"/>
                  </a:lnTo>
                  <a:lnTo>
                    <a:pt x="327336" y="173515"/>
                  </a:lnTo>
                  <a:lnTo>
                    <a:pt x="328772" y="168415"/>
                  </a:lnTo>
                  <a:lnTo>
                    <a:pt x="330046" y="163273"/>
                  </a:lnTo>
                  <a:lnTo>
                    <a:pt x="331156" y="158093"/>
                  </a:lnTo>
                  <a:lnTo>
                    <a:pt x="332102" y="152880"/>
                  </a:lnTo>
                  <a:lnTo>
                    <a:pt x="332882" y="147640"/>
                  </a:lnTo>
                  <a:lnTo>
                    <a:pt x="333495" y="142378"/>
                  </a:lnTo>
                  <a:lnTo>
                    <a:pt x="333942" y="137099"/>
                  </a:lnTo>
                  <a:lnTo>
                    <a:pt x="334221" y="131808"/>
                  </a:lnTo>
                  <a:lnTo>
                    <a:pt x="334332" y="126512"/>
                  </a:lnTo>
                  <a:lnTo>
                    <a:pt x="334275" y="121214"/>
                  </a:lnTo>
                  <a:lnTo>
                    <a:pt x="334051" y="115921"/>
                  </a:lnTo>
                  <a:lnTo>
                    <a:pt x="333659" y="110638"/>
                  </a:lnTo>
                  <a:lnTo>
                    <a:pt x="333099" y="105369"/>
                  </a:lnTo>
                  <a:lnTo>
                    <a:pt x="332373" y="100122"/>
                  </a:lnTo>
                  <a:lnTo>
                    <a:pt x="331481" y="94899"/>
                  </a:lnTo>
                  <a:lnTo>
                    <a:pt x="330424" y="89708"/>
                  </a:lnTo>
                  <a:lnTo>
                    <a:pt x="329203" y="84553"/>
                  </a:lnTo>
                  <a:lnTo>
                    <a:pt x="327820" y="79439"/>
                  </a:lnTo>
                  <a:lnTo>
                    <a:pt x="326275" y="74372"/>
                  </a:lnTo>
                  <a:lnTo>
                    <a:pt x="324570" y="69356"/>
                  </a:lnTo>
                  <a:lnTo>
                    <a:pt x="322707" y="64396"/>
                  </a:lnTo>
                  <a:lnTo>
                    <a:pt x="320688" y="59498"/>
                  </a:lnTo>
                  <a:lnTo>
                    <a:pt x="318514" y="54667"/>
                  </a:lnTo>
                  <a:lnTo>
                    <a:pt x="316189" y="49906"/>
                  </a:lnTo>
                  <a:lnTo>
                    <a:pt x="313714" y="45222"/>
                  </a:lnTo>
                  <a:lnTo>
                    <a:pt x="311092" y="40619"/>
                  </a:lnTo>
                  <a:lnTo>
                    <a:pt x="308325" y="36101"/>
                  </a:lnTo>
                  <a:lnTo>
                    <a:pt x="305416" y="31673"/>
                  </a:lnTo>
                  <a:lnTo>
                    <a:pt x="302369" y="27339"/>
                  </a:lnTo>
                  <a:lnTo>
                    <a:pt x="299186" y="23104"/>
                  </a:lnTo>
                  <a:lnTo>
                    <a:pt x="295870" y="18973"/>
                  </a:lnTo>
                  <a:lnTo>
                    <a:pt x="292425" y="14948"/>
                  </a:lnTo>
                  <a:lnTo>
                    <a:pt x="288854" y="11034"/>
                  </a:lnTo>
                  <a:lnTo>
                    <a:pt x="285161" y="7236"/>
                  </a:lnTo>
                  <a:lnTo>
                    <a:pt x="281349" y="3556"/>
                  </a:lnTo>
                  <a:lnTo>
                    <a:pt x="277423" y="0"/>
                  </a:lnTo>
                  <a:lnTo>
                    <a:pt x="167167" y="1256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5023544" y="941493"/>
              <a:ext cx="110256" cy="167167"/>
            </a:xfrm>
            <a:custGeom>
              <a:avLst/>
              <a:pathLst>
                <a:path w="110256" h="167167">
                  <a:moveTo>
                    <a:pt x="110256" y="41515"/>
                  </a:moveTo>
                  <a:lnTo>
                    <a:pt x="105882" y="37808"/>
                  </a:lnTo>
                  <a:lnTo>
                    <a:pt x="101384" y="34253"/>
                  </a:lnTo>
                  <a:lnTo>
                    <a:pt x="96767" y="30855"/>
                  </a:lnTo>
                  <a:lnTo>
                    <a:pt x="92036" y="27617"/>
                  </a:lnTo>
                  <a:lnTo>
                    <a:pt x="87197" y="24543"/>
                  </a:lnTo>
                  <a:lnTo>
                    <a:pt x="82255" y="21637"/>
                  </a:lnTo>
                  <a:lnTo>
                    <a:pt x="77217" y="18902"/>
                  </a:lnTo>
                  <a:lnTo>
                    <a:pt x="72087" y="16341"/>
                  </a:lnTo>
                  <a:lnTo>
                    <a:pt x="66873" y="13958"/>
                  </a:lnTo>
                  <a:lnTo>
                    <a:pt x="61580" y="11755"/>
                  </a:lnTo>
                  <a:lnTo>
                    <a:pt x="56215" y="9735"/>
                  </a:lnTo>
                  <a:lnTo>
                    <a:pt x="50783" y="7900"/>
                  </a:lnTo>
                  <a:lnTo>
                    <a:pt x="45292" y="6252"/>
                  </a:lnTo>
                  <a:lnTo>
                    <a:pt x="39748" y="4794"/>
                  </a:lnTo>
                  <a:lnTo>
                    <a:pt x="34157" y="3526"/>
                  </a:lnTo>
                  <a:lnTo>
                    <a:pt x="28526" y="2451"/>
                  </a:lnTo>
                  <a:lnTo>
                    <a:pt x="22861" y="1570"/>
                  </a:lnTo>
                  <a:lnTo>
                    <a:pt x="17169" y="884"/>
                  </a:lnTo>
                  <a:lnTo>
                    <a:pt x="11457" y="393"/>
                  </a:lnTo>
                  <a:lnTo>
                    <a:pt x="5732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75285" y="941493"/>
              <a:ext cx="110930" cy="167167"/>
            </a:xfrm>
            <a:custGeom>
              <a:avLst/>
              <a:pathLst>
                <a:path w="110930" h="167167">
                  <a:moveTo>
                    <a:pt x="110930" y="0"/>
                  </a:moveTo>
                  <a:lnTo>
                    <a:pt x="105417" y="90"/>
                  </a:lnTo>
                  <a:lnTo>
                    <a:pt x="99911" y="363"/>
                  </a:lnTo>
                  <a:lnTo>
                    <a:pt x="94416" y="817"/>
                  </a:lnTo>
                  <a:lnTo>
                    <a:pt x="88939" y="1452"/>
                  </a:lnTo>
                  <a:lnTo>
                    <a:pt x="83487" y="2267"/>
                  </a:lnTo>
                  <a:lnTo>
                    <a:pt x="78064" y="3262"/>
                  </a:lnTo>
                  <a:lnTo>
                    <a:pt x="72677" y="4435"/>
                  </a:lnTo>
                  <a:lnTo>
                    <a:pt x="67332" y="5785"/>
                  </a:lnTo>
                  <a:lnTo>
                    <a:pt x="62034" y="7310"/>
                  </a:lnTo>
                  <a:lnTo>
                    <a:pt x="56789" y="9010"/>
                  </a:lnTo>
                  <a:lnTo>
                    <a:pt x="51603" y="10881"/>
                  </a:lnTo>
                  <a:lnTo>
                    <a:pt x="46481" y="12922"/>
                  </a:lnTo>
                  <a:lnTo>
                    <a:pt x="41430" y="15132"/>
                  </a:lnTo>
                  <a:lnTo>
                    <a:pt x="36454" y="17506"/>
                  </a:lnTo>
                  <a:lnTo>
                    <a:pt x="31560" y="20043"/>
                  </a:lnTo>
                  <a:lnTo>
                    <a:pt x="26751" y="22741"/>
                  </a:lnTo>
                  <a:lnTo>
                    <a:pt x="22034" y="25595"/>
                  </a:lnTo>
                  <a:lnTo>
                    <a:pt x="17414" y="28603"/>
                  </a:lnTo>
                  <a:lnTo>
                    <a:pt x="12896" y="31763"/>
                  </a:lnTo>
                  <a:lnTo>
                    <a:pt x="8484" y="35069"/>
                  </a:lnTo>
                  <a:lnTo>
                    <a:pt x="4184" y="38519"/>
                  </a:lnTo>
                  <a:lnTo>
                    <a:pt x="0" y="42109"/>
                  </a:lnTo>
                  <a:lnTo>
                    <a:pt x="11093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5285" y="983602"/>
              <a:ext cx="110930" cy="125057"/>
            </a:xfrm>
            <a:custGeom>
              <a:avLst/>
              <a:pathLst>
                <a:path w="110930" h="125057">
                  <a:moveTo>
                    <a:pt x="0" y="0"/>
                  </a:moveTo>
                  <a:lnTo>
                    <a:pt x="110930" y="1250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19052" y="983602"/>
              <a:ext cx="167163" cy="267959"/>
            </a:xfrm>
            <a:custGeom>
              <a:avLst/>
              <a:pathLst>
                <a:path w="167163" h="267959">
                  <a:moveTo>
                    <a:pt x="56233" y="0"/>
                  </a:moveTo>
                  <a:lnTo>
                    <a:pt x="52258" y="3641"/>
                  </a:lnTo>
                  <a:lnTo>
                    <a:pt x="48403" y="7409"/>
                  </a:lnTo>
                  <a:lnTo>
                    <a:pt x="44672" y="11300"/>
                  </a:lnTo>
                  <a:lnTo>
                    <a:pt x="41067" y="15308"/>
                  </a:lnTo>
                  <a:lnTo>
                    <a:pt x="37594" y="19431"/>
                  </a:lnTo>
                  <a:lnTo>
                    <a:pt x="34256" y="23664"/>
                  </a:lnTo>
                  <a:lnTo>
                    <a:pt x="31056" y="28002"/>
                  </a:lnTo>
                  <a:lnTo>
                    <a:pt x="27997" y="32441"/>
                  </a:lnTo>
                  <a:lnTo>
                    <a:pt x="25083" y="36976"/>
                  </a:lnTo>
                  <a:lnTo>
                    <a:pt x="22317" y="41603"/>
                  </a:lnTo>
                  <a:lnTo>
                    <a:pt x="19702" y="46317"/>
                  </a:lnTo>
                  <a:lnTo>
                    <a:pt x="17239" y="51113"/>
                  </a:lnTo>
                  <a:lnTo>
                    <a:pt x="14933" y="55985"/>
                  </a:lnTo>
                  <a:lnTo>
                    <a:pt x="12785" y="60930"/>
                  </a:lnTo>
                  <a:lnTo>
                    <a:pt x="10798" y="65941"/>
                  </a:lnTo>
                  <a:lnTo>
                    <a:pt x="8973" y="71013"/>
                  </a:lnTo>
                  <a:lnTo>
                    <a:pt x="7313" y="76142"/>
                  </a:lnTo>
                  <a:lnTo>
                    <a:pt x="5818" y="81321"/>
                  </a:lnTo>
                  <a:lnTo>
                    <a:pt x="4492" y="86546"/>
                  </a:lnTo>
                  <a:lnTo>
                    <a:pt x="3335" y="91811"/>
                  </a:lnTo>
                  <a:lnTo>
                    <a:pt x="2348" y="97111"/>
                  </a:lnTo>
                  <a:lnTo>
                    <a:pt x="1533" y="102440"/>
                  </a:lnTo>
                  <a:lnTo>
                    <a:pt x="890" y="107792"/>
                  </a:lnTo>
                  <a:lnTo>
                    <a:pt x="419" y="113162"/>
                  </a:lnTo>
                  <a:lnTo>
                    <a:pt x="123" y="118545"/>
                  </a:lnTo>
                  <a:lnTo>
                    <a:pt x="0" y="123934"/>
                  </a:lnTo>
                  <a:lnTo>
                    <a:pt x="50" y="129325"/>
                  </a:lnTo>
                  <a:lnTo>
                    <a:pt x="275" y="134711"/>
                  </a:lnTo>
                  <a:lnTo>
                    <a:pt x="673" y="140087"/>
                  </a:lnTo>
                  <a:lnTo>
                    <a:pt x="1244" y="145447"/>
                  </a:lnTo>
                  <a:lnTo>
                    <a:pt x="1988" y="150786"/>
                  </a:lnTo>
                  <a:lnTo>
                    <a:pt x="2903" y="156099"/>
                  </a:lnTo>
                  <a:lnTo>
                    <a:pt x="3989" y="161379"/>
                  </a:lnTo>
                  <a:lnTo>
                    <a:pt x="5245" y="166622"/>
                  </a:lnTo>
                  <a:lnTo>
                    <a:pt x="6670" y="171821"/>
                  </a:lnTo>
                  <a:lnTo>
                    <a:pt x="8261" y="176971"/>
                  </a:lnTo>
                  <a:lnTo>
                    <a:pt x="10017" y="182068"/>
                  </a:lnTo>
                  <a:lnTo>
                    <a:pt x="11937" y="187105"/>
                  </a:lnTo>
                  <a:lnTo>
                    <a:pt x="14019" y="192078"/>
                  </a:lnTo>
                  <a:lnTo>
                    <a:pt x="16259" y="196981"/>
                  </a:lnTo>
                  <a:lnTo>
                    <a:pt x="18657" y="201809"/>
                  </a:lnTo>
                  <a:lnTo>
                    <a:pt x="21209" y="206558"/>
                  </a:lnTo>
                  <a:lnTo>
                    <a:pt x="23913" y="211221"/>
                  </a:lnTo>
                  <a:lnTo>
                    <a:pt x="26765" y="215795"/>
                  </a:lnTo>
                  <a:lnTo>
                    <a:pt x="29764" y="220275"/>
                  </a:lnTo>
                  <a:lnTo>
                    <a:pt x="32906" y="224656"/>
                  </a:lnTo>
                  <a:lnTo>
                    <a:pt x="36187" y="228933"/>
                  </a:lnTo>
                  <a:lnTo>
                    <a:pt x="39604" y="233102"/>
                  </a:lnTo>
                  <a:lnTo>
                    <a:pt x="43154" y="237159"/>
                  </a:lnTo>
                  <a:lnTo>
                    <a:pt x="46833" y="241099"/>
                  </a:lnTo>
                  <a:lnTo>
                    <a:pt x="50637" y="244919"/>
                  </a:lnTo>
                  <a:lnTo>
                    <a:pt x="54563" y="248613"/>
                  </a:lnTo>
                  <a:lnTo>
                    <a:pt x="58605" y="252180"/>
                  </a:lnTo>
                  <a:lnTo>
                    <a:pt x="62760" y="255614"/>
                  </a:lnTo>
                  <a:lnTo>
                    <a:pt x="67024" y="258912"/>
                  </a:lnTo>
                  <a:lnTo>
                    <a:pt x="71392" y="262072"/>
                  </a:lnTo>
                  <a:lnTo>
                    <a:pt x="75860" y="265088"/>
                  </a:lnTo>
                  <a:lnTo>
                    <a:pt x="80423" y="267959"/>
                  </a:lnTo>
                  <a:lnTo>
                    <a:pt x="167163" y="1250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99475" y="941493"/>
              <a:ext cx="253893" cy="334332"/>
            </a:xfrm>
            <a:custGeom>
              <a:avLst/>
              <a:pathLst>
                <a:path w="253893" h="334332">
                  <a:moveTo>
                    <a:pt x="0" y="310069"/>
                  </a:moveTo>
                  <a:lnTo>
                    <a:pt x="4585" y="312754"/>
                  </a:lnTo>
                  <a:lnTo>
                    <a:pt x="9253" y="315291"/>
                  </a:lnTo>
                  <a:lnTo>
                    <a:pt x="14000" y="317679"/>
                  </a:lnTo>
                  <a:lnTo>
                    <a:pt x="18820" y="319914"/>
                  </a:lnTo>
                  <a:lnTo>
                    <a:pt x="23708" y="321996"/>
                  </a:lnTo>
                  <a:lnTo>
                    <a:pt x="28661" y="323921"/>
                  </a:lnTo>
                  <a:lnTo>
                    <a:pt x="33672" y="325687"/>
                  </a:lnTo>
                  <a:lnTo>
                    <a:pt x="38736" y="327294"/>
                  </a:lnTo>
                  <a:lnTo>
                    <a:pt x="43850" y="328738"/>
                  </a:lnTo>
                  <a:lnTo>
                    <a:pt x="49006" y="330020"/>
                  </a:lnTo>
                  <a:lnTo>
                    <a:pt x="54201" y="331137"/>
                  </a:lnTo>
                  <a:lnTo>
                    <a:pt x="59428" y="332088"/>
                  </a:lnTo>
                  <a:lnTo>
                    <a:pt x="64683" y="332873"/>
                  </a:lnTo>
                  <a:lnTo>
                    <a:pt x="69960" y="333490"/>
                  </a:lnTo>
                  <a:lnTo>
                    <a:pt x="75255" y="333939"/>
                  </a:lnTo>
                  <a:lnTo>
                    <a:pt x="80561" y="334220"/>
                  </a:lnTo>
                  <a:lnTo>
                    <a:pt x="85873" y="334332"/>
                  </a:lnTo>
                  <a:lnTo>
                    <a:pt x="91186" y="334275"/>
                  </a:lnTo>
                  <a:lnTo>
                    <a:pt x="96494" y="334050"/>
                  </a:lnTo>
                  <a:lnTo>
                    <a:pt x="101793" y="333655"/>
                  </a:lnTo>
                  <a:lnTo>
                    <a:pt x="107076" y="333093"/>
                  </a:lnTo>
                  <a:lnTo>
                    <a:pt x="112339" y="332363"/>
                  </a:lnTo>
                  <a:lnTo>
                    <a:pt x="117576" y="331466"/>
                  </a:lnTo>
                  <a:lnTo>
                    <a:pt x="122782" y="330403"/>
                  </a:lnTo>
                  <a:lnTo>
                    <a:pt x="127952" y="329175"/>
                  </a:lnTo>
                  <a:lnTo>
                    <a:pt x="133079" y="327783"/>
                  </a:lnTo>
                  <a:lnTo>
                    <a:pt x="138160" y="326230"/>
                  </a:lnTo>
                  <a:lnTo>
                    <a:pt x="143190" y="324515"/>
                  </a:lnTo>
                  <a:lnTo>
                    <a:pt x="148162" y="322642"/>
                  </a:lnTo>
                  <a:lnTo>
                    <a:pt x="153072" y="320611"/>
                  </a:lnTo>
                  <a:lnTo>
                    <a:pt x="157915" y="318425"/>
                  </a:lnTo>
                  <a:lnTo>
                    <a:pt x="162686" y="316087"/>
                  </a:lnTo>
                  <a:lnTo>
                    <a:pt x="167380" y="313598"/>
                  </a:lnTo>
                  <a:lnTo>
                    <a:pt x="171993" y="310962"/>
                  </a:lnTo>
                  <a:lnTo>
                    <a:pt x="176520" y="308180"/>
                  </a:lnTo>
                  <a:lnTo>
                    <a:pt x="180956" y="305255"/>
                  </a:lnTo>
                  <a:lnTo>
                    <a:pt x="185297" y="302191"/>
                  </a:lnTo>
                  <a:lnTo>
                    <a:pt x="189538" y="298991"/>
                  </a:lnTo>
                  <a:lnTo>
                    <a:pt x="193676" y="295657"/>
                  </a:lnTo>
                  <a:lnTo>
                    <a:pt x="197705" y="292194"/>
                  </a:lnTo>
                  <a:lnTo>
                    <a:pt x="201622" y="288604"/>
                  </a:lnTo>
                  <a:lnTo>
                    <a:pt x="205424" y="284892"/>
                  </a:lnTo>
                  <a:lnTo>
                    <a:pt x="209105" y="281061"/>
                  </a:lnTo>
                  <a:lnTo>
                    <a:pt x="212663" y="277114"/>
                  </a:lnTo>
                  <a:lnTo>
                    <a:pt x="216093" y="273057"/>
                  </a:lnTo>
                  <a:lnTo>
                    <a:pt x="219393" y="268893"/>
                  </a:lnTo>
                  <a:lnTo>
                    <a:pt x="222559" y="264625"/>
                  </a:lnTo>
                  <a:lnTo>
                    <a:pt x="225588" y="260260"/>
                  </a:lnTo>
                  <a:lnTo>
                    <a:pt x="228476" y="255800"/>
                  </a:lnTo>
                  <a:lnTo>
                    <a:pt x="231221" y="251251"/>
                  </a:lnTo>
                  <a:lnTo>
                    <a:pt x="233821" y="246617"/>
                  </a:lnTo>
                  <a:lnTo>
                    <a:pt x="236271" y="241902"/>
                  </a:lnTo>
                  <a:lnTo>
                    <a:pt x="238571" y="237113"/>
                  </a:lnTo>
                  <a:lnTo>
                    <a:pt x="240717" y="232252"/>
                  </a:lnTo>
                  <a:lnTo>
                    <a:pt x="242708" y="227326"/>
                  </a:lnTo>
                  <a:lnTo>
                    <a:pt x="244541" y="222339"/>
                  </a:lnTo>
                  <a:lnTo>
                    <a:pt x="246214" y="217296"/>
                  </a:lnTo>
                  <a:lnTo>
                    <a:pt x="247727" y="212202"/>
                  </a:lnTo>
                  <a:lnTo>
                    <a:pt x="249077" y="207063"/>
                  </a:lnTo>
                  <a:lnTo>
                    <a:pt x="250263" y="201884"/>
                  </a:lnTo>
                  <a:lnTo>
                    <a:pt x="251284" y="196670"/>
                  </a:lnTo>
                  <a:lnTo>
                    <a:pt x="252138" y="191426"/>
                  </a:lnTo>
                  <a:lnTo>
                    <a:pt x="252825" y="186157"/>
                  </a:lnTo>
                  <a:lnTo>
                    <a:pt x="253345" y="180869"/>
                  </a:lnTo>
                  <a:lnTo>
                    <a:pt x="253696" y="175567"/>
                  </a:lnTo>
                  <a:lnTo>
                    <a:pt x="253879" y="170257"/>
                  </a:lnTo>
                  <a:lnTo>
                    <a:pt x="253893" y="164944"/>
                  </a:lnTo>
                  <a:lnTo>
                    <a:pt x="253738" y="159633"/>
                  </a:lnTo>
                  <a:lnTo>
                    <a:pt x="253414" y="154330"/>
                  </a:lnTo>
                  <a:lnTo>
                    <a:pt x="252922" y="149039"/>
                  </a:lnTo>
                  <a:lnTo>
                    <a:pt x="252262" y="143767"/>
                  </a:lnTo>
                  <a:lnTo>
                    <a:pt x="251434" y="138518"/>
                  </a:lnTo>
                  <a:lnTo>
                    <a:pt x="250441" y="133299"/>
                  </a:lnTo>
                  <a:lnTo>
                    <a:pt x="249282" y="128113"/>
                  </a:lnTo>
                  <a:lnTo>
                    <a:pt x="247959" y="122968"/>
                  </a:lnTo>
                  <a:lnTo>
                    <a:pt x="246472" y="117866"/>
                  </a:lnTo>
                  <a:lnTo>
                    <a:pt x="244825" y="112815"/>
                  </a:lnTo>
                  <a:lnTo>
                    <a:pt x="243018" y="107818"/>
                  </a:lnTo>
                  <a:lnTo>
                    <a:pt x="241053" y="102882"/>
                  </a:lnTo>
                  <a:lnTo>
                    <a:pt x="238932" y="98010"/>
                  </a:lnTo>
                  <a:lnTo>
                    <a:pt x="236657" y="93208"/>
                  </a:lnTo>
                  <a:lnTo>
                    <a:pt x="234231" y="88481"/>
                  </a:lnTo>
                  <a:lnTo>
                    <a:pt x="231656" y="83834"/>
                  </a:lnTo>
                  <a:lnTo>
                    <a:pt x="228934" y="79270"/>
                  </a:lnTo>
                  <a:lnTo>
                    <a:pt x="226069" y="74796"/>
                  </a:lnTo>
                  <a:lnTo>
                    <a:pt x="223063" y="70415"/>
                  </a:lnTo>
                  <a:lnTo>
                    <a:pt x="219919" y="66131"/>
                  </a:lnTo>
                  <a:lnTo>
                    <a:pt x="216641" y="61950"/>
                  </a:lnTo>
                  <a:lnTo>
                    <a:pt x="213232" y="57874"/>
                  </a:lnTo>
                  <a:lnTo>
                    <a:pt x="209694" y="53910"/>
                  </a:lnTo>
                  <a:lnTo>
                    <a:pt x="206033" y="50059"/>
                  </a:lnTo>
                  <a:lnTo>
                    <a:pt x="202251" y="46327"/>
                  </a:lnTo>
                  <a:lnTo>
                    <a:pt x="198352" y="42717"/>
                  </a:lnTo>
                  <a:lnTo>
                    <a:pt x="194341" y="39233"/>
                  </a:lnTo>
                  <a:lnTo>
                    <a:pt x="190221" y="35878"/>
                  </a:lnTo>
                  <a:lnTo>
                    <a:pt x="185996" y="32656"/>
                  </a:lnTo>
                  <a:lnTo>
                    <a:pt x="181671" y="29570"/>
                  </a:lnTo>
                  <a:lnTo>
                    <a:pt x="177250" y="26622"/>
                  </a:lnTo>
                  <a:lnTo>
                    <a:pt x="172738" y="23817"/>
                  </a:lnTo>
                  <a:lnTo>
                    <a:pt x="168139" y="21156"/>
                  </a:lnTo>
                  <a:lnTo>
                    <a:pt x="163458" y="18643"/>
                  </a:lnTo>
                  <a:lnTo>
                    <a:pt x="158699" y="16280"/>
                  </a:lnTo>
                  <a:lnTo>
                    <a:pt x="153867" y="14069"/>
                  </a:lnTo>
                  <a:lnTo>
                    <a:pt x="148968" y="12013"/>
                  </a:lnTo>
                  <a:lnTo>
                    <a:pt x="144005" y="10114"/>
                  </a:lnTo>
                  <a:lnTo>
                    <a:pt x="138985" y="8373"/>
                  </a:lnTo>
                  <a:lnTo>
                    <a:pt x="133912" y="6793"/>
                  </a:lnTo>
                  <a:lnTo>
                    <a:pt x="128792" y="5375"/>
                  </a:lnTo>
                  <a:lnTo>
                    <a:pt x="123629" y="4120"/>
                  </a:lnTo>
                  <a:lnTo>
                    <a:pt x="118428" y="3030"/>
                  </a:lnTo>
                  <a:lnTo>
                    <a:pt x="113196" y="2106"/>
                  </a:lnTo>
                  <a:lnTo>
                    <a:pt x="107937" y="1349"/>
                  </a:lnTo>
                  <a:lnTo>
                    <a:pt x="102657" y="759"/>
                  </a:lnTo>
                  <a:lnTo>
                    <a:pt x="97360" y="337"/>
                  </a:lnTo>
                  <a:lnTo>
                    <a:pt x="92053" y="84"/>
                  </a:lnTo>
                  <a:lnTo>
                    <a:pt x="86740" y="0"/>
                  </a:lnTo>
                  <a:lnTo>
                    <a:pt x="8674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797346" y="1071028"/>
              <a:ext cx="167155" cy="334285"/>
            </a:xfrm>
            <a:custGeom>
              <a:avLst/>
              <a:pathLst>
                <a:path w="167155" h="334285">
                  <a:moveTo>
                    <a:pt x="167155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6" y="760"/>
                  </a:lnTo>
                  <a:lnTo>
                    <a:pt x="145942" y="1351"/>
                  </a:lnTo>
                  <a:lnTo>
                    <a:pt x="140678" y="2109"/>
                  </a:lnTo>
                  <a:lnTo>
                    <a:pt x="135442" y="3035"/>
                  </a:lnTo>
                  <a:lnTo>
                    <a:pt x="130238" y="4127"/>
                  </a:lnTo>
                  <a:lnTo>
                    <a:pt x="125071" y="5383"/>
                  </a:lnTo>
                  <a:lnTo>
                    <a:pt x="119947" y="6804"/>
                  </a:lnTo>
                  <a:lnTo>
                    <a:pt x="114871" y="8386"/>
                  </a:lnTo>
                  <a:lnTo>
                    <a:pt x="109847" y="10129"/>
                  </a:lnTo>
                  <a:lnTo>
                    <a:pt x="104881" y="12032"/>
                  </a:lnTo>
                  <a:lnTo>
                    <a:pt x="99979" y="14091"/>
                  </a:lnTo>
                  <a:lnTo>
                    <a:pt x="95144" y="16305"/>
                  </a:lnTo>
                  <a:lnTo>
                    <a:pt x="90383" y="18671"/>
                  </a:lnTo>
                  <a:lnTo>
                    <a:pt x="85699" y="21188"/>
                  </a:lnTo>
                  <a:lnTo>
                    <a:pt x="81097" y="23853"/>
                  </a:lnTo>
                  <a:lnTo>
                    <a:pt x="76582" y="26662"/>
                  </a:lnTo>
                  <a:lnTo>
                    <a:pt x="72159" y="29614"/>
                  </a:lnTo>
                  <a:lnTo>
                    <a:pt x="67833" y="32705"/>
                  </a:lnTo>
                  <a:lnTo>
                    <a:pt x="63606" y="35932"/>
                  </a:lnTo>
                  <a:lnTo>
                    <a:pt x="59485" y="39291"/>
                  </a:lnTo>
                  <a:lnTo>
                    <a:pt x="55472" y="42781"/>
                  </a:lnTo>
                  <a:lnTo>
                    <a:pt x="51573" y="46396"/>
                  </a:lnTo>
                  <a:lnTo>
                    <a:pt x="47790" y="50133"/>
                  </a:lnTo>
                  <a:lnTo>
                    <a:pt x="44128" y="53988"/>
                  </a:lnTo>
                  <a:lnTo>
                    <a:pt x="40591" y="57958"/>
                  </a:lnTo>
                  <a:lnTo>
                    <a:pt x="37181" y="62039"/>
                  </a:lnTo>
                  <a:lnTo>
                    <a:pt x="33903" y="66226"/>
                  </a:lnTo>
                  <a:lnTo>
                    <a:pt x="30760" y="70515"/>
                  </a:lnTo>
                  <a:lnTo>
                    <a:pt x="27755" y="74902"/>
                  </a:lnTo>
                  <a:lnTo>
                    <a:pt x="24892" y="79382"/>
                  </a:lnTo>
                  <a:lnTo>
                    <a:pt x="22172" y="83951"/>
                  </a:lnTo>
                  <a:lnTo>
                    <a:pt x="19598" y="88605"/>
                  </a:lnTo>
                  <a:lnTo>
                    <a:pt x="17174" y="93337"/>
                  </a:lnTo>
                  <a:lnTo>
                    <a:pt x="14902" y="98145"/>
                  </a:lnTo>
                  <a:lnTo>
                    <a:pt x="12784" y="103022"/>
                  </a:lnTo>
                  <a:lnTo>
                    <a:pt x="10822" y="107964"/>
                  </a:lnTo>
                  <a:lnTo>
                    <a:pt x="9018" y="112966"/>
                  </a:lnTo>
                  <a:lnTo>
                    <a:pt x="7374" y="118023"/>
                  </a:lnTo>
                  <a:lnTo>
                    <a:pt x="5892" y="123130"/>
                  </a:lnTo>
                  <a:lnTo>
                    <a:pt x="4573" y="128281"/>
                  </a:lnTo>
                  <a:lnTo>
                    <a:pt x="3418" y="133472"/>
                  </a:lnTo>
                  <a:lnTo>
                    <a:pt x="2430" y="138697"/>
                  </a:lnTo>
                  <a:lnTo>
                    <a:pt x="1607" y="143950"/>
                  </a:lnTo>
                  <a:lnTo>
                    <a:pt x="953" y="149227"/>
                  </a:lnTo>
                  <a:lnTo>
                    <a:pt x="466" y="154522"/>
                  </a:lnTo>
                  <a:lnTo>
                    <a:pt x="148" y="159830"/>
                  </a:lnTo>
                  <a:lnTo>
                    <a:pt x="0" y="165145"/>
                  </a:lnTo>
                  <a:lnTo>
                    <a:pt x="20" y="170463"/>
                  </a:lnTo>
                  <a:lnTo>
                    <a:pt x="209" y="175777"/>
                  </a:lnTo>
                  <a:lnTo>
                    <a:pt x="567" y="181082"/>
                  </a:lnTo>
                  <a:lnTo>
                    <a:pt x="1094" y="186373"/>
                  </a:lnTo>
                  <a:lnTo>
                    <a:pt x="1789" y="191645"/>
                  </a:lnTo>
                  <a:lnTo>
                    <a:pt x="2651" y="196892"/>
                  </a:lnTo>
                  <a:lnTo>
                    <a:pt x="3680" y="202109"/>
                  </a:lnTo>
                  <a:lnTo>
                    <a:pt x="4874" y="207291"/>
                  </a:lnTo>
                  <a:lnTo>
                    <a:pt x="6232" y="212432"/>
                  </a:lnTo>
                  <a:lnTo>
                    <a:pt x="7753" y="217527"/>
                  </a:lnTo>
                  <a:lnTo>
                    <a:pt x="9436" y="222571"/>
                  </a:lnTo>
                  <a:lnTo>
                    <a:pt x="11278" y="227560"/>
                  </a:lnTo>
                  <a:lnTo>
                    <a:pt x="13277" y="232487"/>
                  </a:lnTo>
                  <a:lnTo>
                    <a:pt x="15433" y="237348"/>
                  </a:lnTo>
                  <a:lnTo>
                    <a:pt x="17741" y="242138"/>
                  </a:lnTo>
                  <a:lnTo>
                    <a:pt x="20201" y="246852"/>
                  </a:lnTo>
                  <a:lnTo>
                    <a:pt x="22810" y="251485"/>
                  </a:lnTo>
                  <a:lnTo>
                    <a:pt x="25565" y="256034"/>
                  </a:lnTo>
                  <a:lnTo>
                    <a:pt x="28463" y="260492"/>
                  </a:lnTo>
                  <a:lnTo>
                    <a:pt x="31501" y="264856"/>
                  </a:lnTo>
                  <a:lnTo>
                    <a:pt x="34677" y="269121"/>
                  </a:lnTo>
                  <a:lnTo>
                    <a:pt x="37987" y="273283"/>
                  </a:lnTo>
                  <a:lnTo>
                    <a:pt x="41427" y="277337"/>
                  </a:lnTo>
                  <a:lnTo>
                    <a:pt x="44994" y="281280"/>
                  </a:lnTo>
                  <a:lnTo>
                    <a:pt x="48686" y="285108"/>
                  </a:lnTo>
                  <a:lnTo>
                    <a:pt x="52497" y="288816"/>
                  </a:lnTo>
                  <a:lnTo>
                    <a:pt x="56424" y="292401"/>
                  </a:lnTo>
                  <a:lnTo>
                    <a:pt x="60463" y="295860"/>
                  </a:lnTo>
                  <a:lnTo>
                    <a:pt x="64610" y="299188"/>
                  </a:lnTo>
                  <a:lnTo>
                    <a:pt x="68861" y="302382"/>
                  </a:lnTo>
                  <a:lnTo>
                    <a:pt x="73211" y="305440"/>
                  </a:lnTo>
                  <a:lnTo>
                    <a:pt x="77656" y="308358"/>
                  </a:lnTo>
                  <a:lnTo>
                    <a:pt x="82192" y="311133"/>
                  </a:lnTo>
                  <a:lnTo>
                    <a:pt x="86814" y="313763"/>
                  </a:lnTo>
                  <a:lnTo>
                    <a:pt x="91517" y="316244"/>
                  </a:lnTo>
                  <a:lnTo>
                    <a:pt x="96296" y="318574"/>
                  </a:lnTo>
                  <a:lnTo>
                    <a:pt x="101148" y="320751"/>
                  </a:lnTo>
                  <a:lnTo>
                    <a:pt x="106066" y="322773"/>
                  </a:lnTo>
                  <a:lnTo>
                    <a:pt x="111046" y="324637"/>
                  </a:lnTo>
                  <a:lnTo>
                    <a:pt x="116083" y="326342"/>
                  </a:lnTo>
                  <a:lnTo>
                    <a:pt x="121171" y="327885"/>
                  </a:lnTo>
                  <a:lnTo>
                    <a:pt x="126306" y="329267"/>
                  </a:lnTo>
                  <a:lnTo>
                    <a:pt x="131482" y="330484"/>
                  </a:lnTo>
                  <a:lnTo>
                    <a:pt x="136694" y="331536"/>
                  </a:lnTo>
                  <a:lnTo>
                    <a:pt x="141938" y="332421"/>
                  </a:lnTo>
                  <a:lnTo>
                    <a:pt x="147206" y="333140"/>
                  </a:lnTo>
                  <a:lnTo>
                    <a:pt x="152495" y="333690"/>
                  </a:lnTo>
                  <a:lnTo>
                    <a:pt x="157799" y="334072"/>
                  </a:lnTo>
                  <a:lnTo>
                    <a:pt x="163112" y="334285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0458" y="1238196"/>
              <a:ext cx="4042" cy="167118"/>
            </a:xfrm>
            <a:custGeom>
              <a:avLst/>
              <a:pathLst>
                <a:path w="4042" h="167118">
                  <a:moveTo>
                    <a:pt x="0" y="167118"/>
                  </a:moveTo>
                  <a:lnTo>
                    <a:pt x="404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0458" y="1087389"/>
              <a:ext cx="171208" cy="317969"/>
            </a:xfrm>
            <a:custGeom>
              <a:avLst/>
              <a:pathLst>
                <a:path w="171208" h="317969">
                  <a:moveTo>
                    <a:pt x="0" y="317925"/>
                  </a:moveTo>
                  <a:lnTo>
                    <a:pt x="5348" y="317969"/>
                  </a:lnTo>
                  <a:lnTo>
                    <a:pt x="10695" y="317842"/>
                  </a:lnTo>
                  <a:lnTo>
                    <a:pt x="16035" y="317543"/>
                  </a:lnTo>
                  <a:lnTo>
                    <a:pt x="21363" y="317074"/>
                  </a:lnTo>
                  <a:lnTo>
                    <a:pt x="26673" y="316435"/>
                  </a:lnTo>
                  <a:lnTo>
                    <a:pt x="31960" y="315626"/>
                  </a:lnTo>
                  <a:lnTo>
                    <a:pt x="37218" y="314649"/>
                  </a:lnTo>
                  <a:lnTo>
                    <a:pt x="42443" y="313504"/>
                  </a:lnTo>
                  <a:lnTo>
                    <a:pt x="47628" y="312192"/>
                  </a:lnTo>
                  <a:lnTo>
                    <a:pt x="52768" y="310715"/>
                  </a:lnTo>
                  <a:lnTo>
                    <a:pt x="57859" y="309074"/>
                  </a:lnTo>
                  <a:lnTo>
                    <a:pt x="62895" y="307272"/>
                  </a:lnTo>
                  <a:lnTo>
                    <a:pt x="67870" y="305309"/>
                  </a:lnTo>
                  <a:lnTo>
                    <a:pt x="72780" y="303188"/>
                  </a:lnTo>
                  <a:lnTo>
                    <a:pt x="77619" y="300911"/>
                  </a:lnTo>
                  <a:lnTo>
                    <a:pt x="82384" y="298480"/>
                  </a:lnTo>
                  <a:lnTo>
                    <a:pt x="87068" y="295899"/>
                  </a:lnTo>
                  <a:lnTo>
                    <a:pt x="91667" y="293168"/>
                  </a:lnTo>
                  <a:lnTo>
                    <a:pt x="96176" y="290292"/>
                  </a:lnTo>
                  <a:lnTo>
                    <a:pt x="100591" y="287274"/>
                  </a:lnTo>
                  <a:lnTo>
                    <a:pt x="104908" y="284115"/>
                  </a:lnTo>
                  <a:lnTo>
                    <a:pt x="109121" y="280820"/>
                  </a:lnTo>
                  <a:lnTo>
                    <a:pt x="113226" y="277392"/>
                  </a:lnTo>
                  <a:lnTo>
                    <a:pt x="117220" y="273834"/>
                  </a:lnTo>
                  <a:lnTo>
                    <a:pt x="121098" y="270151"/>
                  </a:lnTo>
                  <a:lnTo>
                    <a:pt x="124856" y="266345"/>
                  </a:lnTo>
                  <a:lnTo>
                    <a:pt x="128490" y="262421"/>
                  </a:lnTo>
                  <a:lnTo>
                    <a:pt x="131997" y="258383"/>
                  </a:lnTo>
                  <a:lnTo>
                    <a:pt x="135373" y="254234"/>
                  </a:lnTo>
                  <a:lnTo>
                    <a:pt x="138614" y="249980"/>
                  </a:lnTo>
                  <a:lnTo>
                    <a:pt x="141718" y="245624"/>
                  </a:lnTo>
                  <a:lnTo>
                    <a:pt x="144681" y="241171"/>
                  </a:lnTo>
                  <a:lnTo>
                    <a:pt x="147500" y="236626"/>
                  </a:lnTo>
                  <a:lnTo>
                    <a:pt x="150172" y="231993"/>
                  </a:lnTo>
                  <a:lnTo>
                    <a:pt x="152694" y="227276"/>
                  </a:lnTo>
                  <a:lnTo>
                    <a:pt x="155064" y="222482"/>
                  </a:lnTo>
                  <a:lnTo>
                    <a:pt x="157280" y="217614"/>
                  </a:lnTo>
                  <a:lnTo>
                    <a:pt x="159339" y="212678"/>
                  </a:lnTo>
                  <a:lnTo>
                    <a:pt x="161238" y="207678"/>
                  </a:lnTo>
                  <a:lnTo>
                    <a:pt x="162977" y="202620"/>
                  </a:lnTo>
                  <a:lnTo>
                    <a:pt x="164554" y="197509"/>
                  </a:lnTo>
                  <a:lnTo>
                    <a:pt x="165965" y="192350"/>
                  </a:lnTo>
                  <a:lnTo>
                    <a:pt x="167212" y="187149"/>
                  </a:lnTo>
                  <a:lnTo>
                    <a:pt x="168291" y="181910"/>
                  </a:lnTo>
                  <a:lnTo>
                    <a:pt x="169202" y="176640"/>
                  </a:lnTo>
                  <a:lnTo>
                    <a:pt x="169944" y="171343"/>
                  </a:lnTo>
                  <a:lnTo>
                    <a:pt x="170516" y="166026"/>
                  </a:lnTo>
                  <a:lnTo>
                    <a:pt x="170917" y="160692"/>
                  </a:lnTo>
                  <a:lnTo>
                    <a:pt x="171148" y="155349"/>
                  </a:lnTo>
                  <a:lnTo>
                    <a:pt x="171208" y="150001"/>
                  </a:lnTo>
                  <a:lnTo>
                    <a:pt x="171096" y="144653"/>
                  </a:lnTo>
                  <a:lnTo>
                    <a:pt x="170814" y="139312"/>
                  </a:lnTo>
                  <a:lnTo>
                    <a:pt x="170361" y="133983"/>
                  </a:lnTo>
                  <a:lnTo>
                    <a:pt x="169738" y="128671"/>
                  </a:lnTo>
                  <a:lnTo>
                    <a:pt x="168945" y="123382"/>
                  </a:lnTo>
                  <a:lnTo>
                    <a:pt x="167983" y="118120"/>
                  </a:lnTo>
                  <a:lnTo>
                    <a:pt x="166854" y="112892"/>
                  </a:lnTo>
                  <a:lnTo>
                    <a:pt x="165557" y="107703"/>
                  </a:lnTo>
                  <a:lnTo>
                    <a:pt x="164096" y="102558"/>
                  </a:lnTo>
                  <a:lnTo>
                    <a:pt x="162470" y="97463"/>
                  </a:lnTo>
                  <a:lnTo>
                    <a:pt x="160683" y="92422"/>
                  </a:lnTo>
                  <a:lnTo>
                    <a:pt x="158735" y="87441"/>
                  </a:lnTo>
                  <a:lnTo>
                    <a:pt x="156629" y="82525"/>
                  </a:lnTo>
                  <a:lnTo>
                    <a:pt x="154366" y="77678"/>
                  </a:lnTo>
                  <a:lnTo>
                    <a:pt x="151950" y="72907"/>
                  </a:lnTo>
                  <a:lnTo>
                    <a:pt x="149382" y="68215"/>
                  </a:lnTo>
                  <a:lnTo>
                    <a:pt x="146665" y="63608"/>
                  </a:lnTo>
                  <a:lnTo>
                    <a:pt x="143803" y="59090"/>
                  </a:lnTo>
                  <a:lnTo>
                    <a:pt x="140797" y="54666"/>
                  </a:lnTo>
                  <a:lnTo>
                    <a:pt x="137652" y="50340"/>
                  </a:lnTo>
                  <a:lnTo>
                    <a:pt x="134369" y="46117"/>
                  </a:lnTo>
                  <a:lnTo>
                    <a:pt x="130953" y="42002"/>
                  </a:lnTo>
                  <a:lnTo>
                    <a:pt x="127408" y="37997"/>
                  </a:lnTo>
                  <a:lnTo>
                    <a:pt x="123736" y="34108"/>
                  </a:lnTo>
                  <a:lnTo>
                    <a:pt x="119941" y="30339"/>
                  </a:lnTo>
                  <a:lnTo>
                    <a:pt x="116028" y="26693"/>
                  </a:lnTo>
                  <a:lnTo>
                    <a:pt x="112000" y="23174"/>
                  </a:lnTo>
                  <a:lnTo>
                    <a:pt x="107862" y="19786"/>
                  </a:lnTo>
                  <a:lnTo>
                    <a:pt x="103617" y="16532"/>
                  </a:lnTo>
                  <a:lnTo>
                    <a:pt x="99271" y="13415"/>
                  </a:lnTo>
                  <a:lnTo>
                    <a:pt x="94827" y="10439"/>
                  </a:lnTo>
                  <a:lnTo>
                    <a:pt x="90290" y="7606"/>
                  </a:lnTo>
                  <a:lnTo>
                    <a:pt x="85665" y="4921"/>
                  </a:lnTo>
                  <a:lnTo>
                    <a:pt x="80956" y="2384"/>
                  </a:lnTo>
                  <a:lnTo>
                    <a:pt x="76169" y="0"/>
                  </a:lnTo>
                  <a:lnTo>
                    <a:pt x="4042" y="1508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071028"/>
              <a:ext cx="72126" cy="167167"/>
            </a:xfrm>
            <a:custGeom>
              <a:avLst/>
              <a:pathLst>
                <a:path w="72126" h="167167">
                  <a:moveTo>
                    <a:pt x="72126" y="16360"/>
                  </a:moveTo>
                  <a:lnTo>
                    <a:pt x="66909" y="13974"/>
                  </a:lnTo>
                  <a:lnTo>
                    <a:pt x="61614" y="11769"/>
                  </a:lnTo>
                  <a:lnTo>
                    <a:pt x="56246" y="9746"/>
                  </a:lnTo>
                  <a:lnTo>
                    <a:pt x="50812" y="7909"/>
                  </a:lnTo>
                  <a:lnTo>
                    <a:pt x="45318" y="6259"/>
                  </a:lnTo>
                  <a:lnTo>
                    <a:pt x="39770" y="4799"/>
                  </a:lnTo>
                  <a:lnTo>
                    <a:pt x="34176" y="3530"/>
                  </a:lnTo>
                  <a:lnTo>
                    <a:pt x="28542" y="2454"/>
                  </a:lnTo>
                  <a:lnTo>
                    <a:pt x="22874" y="1572"/>
                  </a:lnTo>
                  <a:lnTo>
                    <a:pt x="17179" y="885"/>
                  </a:lnTo>
                  <a:lnTo>
                    <a:pt x="11464" y="393"/>
                  </a:lnTo>
                  <a:lnTo>
                    <a:pt x="5735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66842" y="1322571"/>
              <a:ext cx="121878" cy="167167"/>
            </a:xfrm>
            <a:custGeom>
              <a:avLst/>
              <a:pathLst>
                <a:path w="121878" h="167167">
                  <a:moveTo>
                    <a:pt x="121878" y="0"/>
                  </a:moveTo>
                  <a:lnTo>
                    <a:pt x="116416" y="89"/>
                  </a:lnTo>
                  <a:lnTo>
                    <a:pt x="110960" y="356"/>
                  </a:lnTo>
                  <a:lnTo>
                    <a:pt x="105515" y="802"/>
                  </a:lnTo>
                  <a:lnTo>
                    <a:pt x="100088" y="1426"/>
                  </a:lnTo>
                  <a:lnTo>
                    <a:pt x="94685" y="2226"/>
                  </a:lnTo>
                  <a:lnTo>
                    <a:pt x="89310" y="3203"/>
                  </a:lnTo>
                  <a:lnTo>
                    <a:pt x="83970" y="4354"/>
                  </a:lnTo>
                  <a:lnTo>
                    <a:pt x="78671" y="5680"/>
                  </a:lnTo>
                  <a:lnTo>
                    <a:pt x="73418" y="7178"/>
                  </a:lnTo>
                  <a:lnTo>
                    <a:pt x="68216" y="8846"/>
                  </a:lnTo>
                  <a:lnTo>
                    <a:pt x="63072" y="10684"/>
                  </a:lnTo>
                  <a:lnTo>
                    <a:pt x="57991" y="12689"/>
                  </a:lnTo>
                  <a:lnTo>
                    <a:pt x="52977" y="14859"/>
                  </a:lnTo>
                  <a:lnTo>
                    <a:pt x="48038" y="17192"/>
                  </a:lnTo>
                  <a:lnTo>
                    <a:pt x="43177" y="19684"/>
                  </a:lnTo>
                  <a:lnTo>
                    <a:pt x="38400" y="22334"/>
                  </a:lnTo>
                  <a:lnTo>
                    <a:pt x="33713" y="25139"/>
                  </a:lnTo>
                  <a:lnTo>
                    <a:pt x="29119" y="28096"/>
                  </a:lnTo>
                  <a:lnTo>
                    <a:pt x="24625" y="31201"/>
                  </a:lnTo>
                  <a:lnTo>
                    <a:pt x="20234" y="34451"/>
                  </a:lnTo>
                  <a:lnTo>
                    <a:pt x="15953" y="37843"/>
                  </a:lnTo>
                  <a:lnTo>
                    <a:pt x="11784" y="41373"/>
                  </a:lnTo>
                  <a:lnTo>
                    <a:pt x="7732" y="45037"/>
                  </a:lnTo>
                  <a:lnTo>
                    <a:pt x="3803" y="48832"/>
                  </a:lnTo>
                  <a:lnTo>
                    <a:pt x="0" y="52753"/>
                  </a:lnTo>
                  <a:lnTo>
                    <a:pt x="12187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6842" y="1375324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21557" y="1339716"/>
              <a:ext cx="334329" cy="317181"/>
            </a:xfrm>
            <a:custGeom>
              <a:avLst/>
              <a:pathLst>
                <a:path w="334329" h="317181">
                  <a:moveTo>
                    <a:pt x="45284" y="35608"/>
                  </a:moveTo>
                  <a:lnTo>
                    <a:pt x="41719" y="39529"/>
                  </a:lnTo>
                  <a:lnTo>
                    <a:pt x="38279" y="43561"/>
                  </a:lnTo>
                  <a:lnTo>
                    <a:pt x="34969" y="47700"/>
                  </a:lnTo>
                  <a:lnTo>
                    <a:pt x="31792" y="51942"/>
                  </a:lnTo>
                  <a:lnTo>
                    <a:pt x="28751" y="56283"/>
                  </a:lnTo>
                  <a:lnTo>
                    <a:pt x="25849" y="60717"/>
                  </a:lnTo>
                  <a:lnTo>
                    <a:pt x="23089" y="65242"/>
                  </a:lnTo>
                  <a:lnTo>
                    <a:pt x="20474" y="69851"/>
                  </a:lnTo>
                  <a:lnTo>
                    <a:pt x="18007" y="74542"/>
                  </a:lnTo>
                  <a:lnTo>
                    <a:pt x="15689" y="79308"/>
                  </a:lnTo>
                  <a:lnTo>
                    <a:pt x="13523" y="84145"/>
                  </a:lnTo>
                  <a:lnTo>
                    <a:pt x="11512" y="89048"/>
                  </a:lnTo>
                  <a:lnTo>
                    <a:pt x="9658" y="94013"/>
                  </a:lnTo>
                  <a:lnTo>
                    <a:pt x="7961" y="99034"/>
                  </a:lnTo>
                  <a:lnTo>
                    <a:pt x="6425" y="104106"/>
                  </a:lnTo>
                  <a:lnTo>
                    <a:pt x="5050" y="109224"/>
                  </a:lnTo>
                  <a:lnTo>
                    <a:pt x="3838" y="114384"/>
                  </a:lnTo>
                  <a:lnTo>
                    <a:pt x="2791" y="119579"/>
                  </a:lnTo>
                  <a:lnTo>
                    <a:pt x="1908" y="124805"/>
                  </a:lnTo>
                  <a:lnTo>
                    <a:pt x="1192" y="130056"/>
                  </a:lnTo>
                  <a:lnTo>
                    <a:pt x="642" y="135327"/>
                  </a:lnTo>
                  <a:lnTo>
                    <a:pt x="260" y="140613"/>
                  </a:lnTo>
                  <a:lnTo>
                    <a:pt x="46" y="145909"/>
                  </a:lnTo>
                  <a:lnTo>
                    <a:pt x="0" y="151208"/>
                  </a:lnTo>
                  <a:lnTo>
                    <a:pt x="121" y="156507"/>
                  </a:lnTo>
                  <a:lnTo>
                    <a:pt x="411" y="161798"/>
                  </a:lnTo>
                  <a:lnTo>
                    <a:pt x="868" y="167078"/>
                  </a:lnTo>
                  <a:lnTo>
                    <a:pt x="1492" y="172341"/>
                  </a:lnTo>
                  <a:lnTo>
                    <a:pt x="2283" y="177582"/>
                  </a:lnTo>
                  <a:lnTo>
                    <a:pt x="3239" y="182795"/>
                  </a:lnTo>
                  <a:lnTo>
                    <a:pt x="4360" y="187974"/>
                  </a:lnTo>
                  <a:lnTo>
                    <a:pt x="5645" y="193116"/>
                  </a:lnTo>
                  <a:lnTo>
                    <a:pt x="7092" y="198214"/>
                  </a:lnTo>
                  <a:lnTo>
                    <a:pt x="8701" y="203264"/>
                  </a:lnTo>
                  <a:lnTo>
                    <a:pt x="10468" y="208261"/>
                  </a:lnTo>
                  <a:lnTo>
                    <a:pt x="12393" y="213199"/>
                  </a:lnTo>
                  <a:lnTo>
                    <a:pt x="14473" y="218073"/>
                  </a:lnTo>
                  <a:lnTo>
                    <a:pt x="16707" y="222879"/>
                  </a:lnTo>
                  <a:lnTo>
                    <a:pt x="19092" y="227612"/>
                  </a:lnTo>
                  <a:lnTo>
                    <a:pt x="21626" y="232266"/>
                  </a:lnTo>
                  <a:lnTo>
                    <a:pt x="24306" y="236839"/>
                  </a:lnTo>
                  <a:lnTo>
                    <a:pt x="27130" y="241323"/>
                  </a:lnTo>
                  <a:lnTo>
                    <a:pt x="30095" y="245716"/>
                  </a:lnTo>
                  <a:lnTo>
                    <a:pt x="33197" y="250013"/>
                  </a:lnTo>
                  <a:lnTo>
                    <a:pt x="36434" y="254210"/>
                  </a:lnTo>
                  <a:lnTo>
                    <a:pt x="39802" y="258301"/>
                  </a:lnTo>
                  <a:lnTo>
                    <a:pt x="43299" y="262284"/>
                  </a:lnTo>
                  <a:lnTo>
                    <a:pt x="46920" y="266154"/>
                  </a:lnTo>
                  <a:lnTo>
                    <a:pt x="50661" y="269907"/>
                  </a:lnTo>
                  <a:lnTo>
                    <a:pt x="54520" y="273540"/>
                  </a:lnTo>
                  <a:lnTo>
                    <a:pt x="58492" y="277049"/>
                  </a:lnTo>
                  <a:lnTo>
                    <a:pt x="62574" y="280430"/>
                  </a:lnTo>
                  <a:lnTo>
                    <a:pt x="66760" y="283680"/>
                  </a:lnTo>
                  <a:lnTo>
                    <a:pt x="71047" y="286795"/>
                  </a:lnTo>
                  <a:lnTo>
                    <a:pt x="75431" y="289773"/>
                  </a:lnTo>
                  <a:lnTo>
                    <a:pt x="79907" y="292611"/>
                  </a:lnTo>
                  <a:lnTo>
                    <a:pt x="84471" y="295305"/>
                  </a:lnTo>
                  <a:lnTo>
                    <a:pt x="89118" y="297853"/>
                  </a:lnTo>
                  <a:lnTo>
                    <a:pt x="93843" y="300253"/>
                  </a:lnTo>
                  <a:lnTo>
                    <a:pt x="98643" y="302502"/>
                  </a:lnTo>
                  <a:lnTo>
                    <a:pt x="103510" y="304597"/>
                  </a:lnTo>
                  <a:lnTo>
                    <a:pt x="108442" y="306537"/>
                  </a:lnTo>
                  <a:lnTo>
                    <a:pt x="113433" y="308320"/>
                  </a:lnTo>
                  <a:lnTo>
                    <a:pt x="118478" y="309944"/>
                  </a:lnTo>
                  <a:lnTo>
                    <a:pt x="123572" y="311407"/>
                  </a:lnTo>
                  <a:lnTo>
                    <a:pt x="128710" y="312707"/>
                  </a:lnTo>
                  <a:lnTo>
                    <a:pt x="133886" y="313844"/>
                  </a:lnTo>
                  <a:lnTo>
                    <a:pt x="139096" y="314817"/>
                  </a:lnTo>
                  <a:lnTo>
                    <a:pt x="144334" y="315624"/>
                  </a:lnTo>
                  <a:lnTo>
                    <a:pt x="149595" y="316264"/>
                  </a:lnTo>
                  <a:lnTo>
                    <a:pt x="154874" y="316738"/>
                  </a:lnTo>
                  <a:lnTo>
                    <a:pt x="160164" y="317043"/>
                  </a:lnTo>
                  <a:lnTo>
                    <a:pt x="165462" y="317181"/>
                  </a:lnTo>
                  <a:lnTo>
                    <a:pt x="170762" y="317151"/>
                  </a:lnTo>
                  <a:lnTo>
                    <a:pt x="176058" y="316953"/>
                  </a:lnTo>
                  <a:lnTo>
                    <a:pt x="181345" y="316587"/>
                  </a:lnTo>
                  <a:lnTo>
                    <a:pt x="186618" y="316054"/>
                  </a:lnTo>
                  <a:lnTo>
                    <a:pt x="191872" y="315354"/>
                  </a:lnTo>
                  <a:lnTo>
                    <a:pt x="197100" y="314487"/>
                  </a:lnTo>
                  <a:lnTo>
                    <a:pt x="202298" y="313456"/>
                  </a:lnTo>
                  <a:lnTo>
                    <a:pt x="207462" y="312260"/>
                  </a:lnTo>
                  <a:lnTo>
                    <a:pt x="212584" y="310901"/>
                  </a:lnTo>
                  <a:lnTo>
                    <a:pt x="217661" y="309380"/>
                  </a:lnTo>
                  <a:lnTo>
                    <a:pt x="222687" y="307699"/>
                  </a:lnTo>
                  <a:lnTo>
                    <a:pt x="227658" y="305860"/>
                  </a:lnTo>
                  <a:lnTo>
                    <a:pt x="232567" y="303864"/>
                  </a:lnTo>
                  <a:lnTo>
                    <a:pt x="237411" y="301713"/>
                  </a:lnTo>
                  <a:lnTo>
                    <a:pt x="242184" y="299410"/>
                  </a:lnTo>
                  <a:lnTo>
                    <a:pt x="246882" y="296957"/>
                  </a:lnTo>
                  <a:lnTo>
                    <a:pt x="251500" y="294356"/>
                  </a:lnTo>
                  <a:lnTo>
                    <a:pt x="256033" y="291610"/>
                  </a:lnTo>
                  <a:lnTo>
                    <a:pt x="260476" y="288722"/>
                  </a:lnTo>
                  <a:lnTo>
                    <a:pt x="264826" y="285694"/>
                  </a:lnTo>
                  <a:lnTo>
                    <a:pt x="269078" y="282530"/>
                  </a:lnTo>
                  <a:lnTo>
                    <a:pt x="273227" y="279233"/>
                  </a:lnTo>
                  <a:lnTo>
                    <a:pt x="277269" y="275806"/>
                  </a:lnTo>
                  <a:lnTo>
                    <a:pt x="281201" y="272252"/>
                  </a:lnTo>
                  <a:lnTo>
                    <a:pt x="285019" y="268576"/>
                  </a:lnTo>
                  <a:lnTo>
                    <a:pt x="288717" y="264781"/>
                  </a:lnTo>
                  <a:lnTo>
                    <a:pt x="292294" y="260870"/>
                  </a:lnTo>
                  <a:lnTo>
                    <a:pt x="295745" y="256847"/>
                  </a:lnTo>
                  <a:lnTo>
                    <a:pt x="299067" y="252718"/>
                  </a:lnTo>
                  <a:lnTo>
                    <a:pt x="302256" y="248485"/>
                  </a:lnTo>
                  <a:lnTo>
                    <a:pt x="305309" y="244153"/>
                  </a:lnTo>
                  <a:lnTo>
                    <a:pt x="308224" y="239726"/>
                  </a:lnTo>
                  <a:lnTo>
                    <a:pt x="310996" y="235210"/>
                  </a:lnTo>
                  <a:lnTo>
                    <a:pt x="313624" y="230608"/>
                  </a:lnTo>
                  <a:lnTo>
                    <a:pt x="316105" y="225924"/>
                  </a:lnTo>
                  <a:lnTo>
                    <a:pt x="318436" y="221165"/>
                  </a:lnTo>
                  <a:lnTo>
                    <a:pt x="320616" y="216334"/>
                  </a:lnTo>
                  <a:lnTo>
                    <a:pt x="322640" y="211436"/>
                  </a:lnTo>
                  <a:lnTo>
                    <a:pt x="324509" y="206477"/>
                  </a:lnTo>
                  <a:lnTo>
                    <a:pt x="326220" y="201460"/>
                  </a:lnTo>
                  <a:lnTo>
                    <a:pt x="327770" y="196393"/>
                  </a:lnTo>
                  <a:lnTo>
                    <a:pt x="329159" y="191278"/>
                  </a:lnTo>
                  <a:lnTo>
                    <a:pt x="330386" y="186122"/>
                  </a:lnTo>
                  <a:lnTo>
                    <a:pt x="331448" y="180930"/>
                  </a:lnTo>
                  <a:lnTo>
                    <a:pt x="332345" y="175707"/>
                  </a:lnTo>
                  <a:lnTo>
                    <a:pt x="333076" y="170458"/>
                  </a:lnTo>
                  <a:lnTo>
                    <a:pt x="333641" y="165188"/>
                  </a:lnTo>
                  <a:lnTo>
                    <a:pt x="334038" y="159903"/>
                  </a:lnTo>
                  <a:lnTo>
                    <a:pt x="334267" y="154608"/>
                  </a:lnTo>
                  <a:lnTo>
                    <a:pt x="334329" y="149309"/>
                  </a:lnTo>
                  <a:lnTo>
                    <a:pt x="334222" y="144010"/>
                  </a:lnTo>
                  <a:lnTo>
                    <a:pt x="333947" y="138717"/>
                  </a:lnTo>
                  <a:lnTo>
                    <a:pt x="333505" y="133436"/>
                  </a:lnTo>
                  <a:lnTo>
                    <a:pt x="332896" y="128172"/>
                  </a:lnTo>
                  <a:lnTo>
                    <a:pt x="332120" y="122929"/>
                  </a:lnTo>
                  <a:lnTo>
                    <a:pt x="331178" y="117713"/>
                  </a:lnTo>
                  <a:lnTo>
                    <a:pt x="330072" y="112530"/>
                  </a:lnTo>
                  <a:lnTo>
                    <a:pt x="328801" y="107385"/>
                  </a:lnTo>
                  <a:lnTo>
                    <a:pt x="327368" y="102283"/>
                  </a:lnTo>
                  <a:lnTo>
                    <a:pt x="325775" y="97228"/>
                  </a:lnTo>
                  <a:lnTo>
                    <a:pt x="324021" y="92227"/>
                  </a:lnTo>
                  <a:lnTo>
                    <a:pt x="322110" y="87284"/>
                  </a:lnTo>
                  <a:lnTo>
                    <a:pt x="320044" y="82403"/>
                  </a:lnTo>
                  <a:lnTo>
                    <a:pt x="317823" y="77591"/>
                  </a:lnTo>
                  <a:lnTo>
                    <a:pt x="315452" y="72852"/>
                  </a:lnTo>
                  <a:lnTo>
                    <a:pt x="312931" y="68190"/>
                  </a:lnTo>
                  <a:lnTo>
                    <a:pt x="310264" y="63610"/>
                  </a:lnTo>
                  <a:lnTo>
                    <a:pt x="307452" y="59117"/>
                  </a:lnTo>
                  <a:lnTo>
                    <a:pt x="304500" y="54716"/>
                  </a:lnTo>
                  <a:lnTo>
                    <a:pt x="301410" y="50410"/>
                  </a:lnTo>
                  <a:lnTo>
                    <a:pt x="298185" y="46205"/>
                  </a:lnTo>
                  <a:lnTo>
                    <a:pt x="294828" y="42104"/>
                  </a:lnTo>
                  <a:lnTo>
                    <a:pt x="291343" y="38111"/>
                  </a:lnTo>
                  <a:lnTo>
                    <a:pt x="287733" y="34231"/>
                  </a:lnTo>
                  <a:lnTo>
                    <a:pt x="284002" y="30467"/>
                  </a:lnTo>
                  <a:lnTo>
                    <a:pt x="280154" y="26823"/>
                  </a:lnTo>
                  <a:lnTo>
                    <a:pt x="276191" y="23303"/>
                  </a:lnTo>
                  <a:lnTo>
                    <a:pt x="272120" y="19911"/>
                  </a:lnTo>
                  <a:lnTo>
                    <a:pt x="267942" y="16649"/>
                  </a:lnTo>
                  <a:lnTo>
                    <a:pt x="263664" y="13522"/>
                  </a:lnTo>
                  <a:lnTo>
                    <a:pt x="259288" y="10531"/>
                  </a:lnTo>
                  <a:lnTo>
                    <a:pt x="254820" y="7681"/>
                  </a:lnTo>
                  <a:lnTo>
                    <a:pt x="250264" y="4974"/>
                  </a:lnTo>
                  <a:lnTo>
                    <a:pt x="245624" y="2413"/>
                  </a:lnTo>
                  <a:lnTo>
                    <a:pt x="240906" y="0"/>
                  </a:lnTo>
                  <a:lnTo>
                    <a:pt x="167163" y="1500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488720" y="1322571"/>
              <a:ext cx="73743" cy="167167"/>
            </a:xfrm>
            <a:custGeom>
              <a:avLst/>
              <a:pathLst>
                <a:path w="73743" h="167167">
                  <a:moveTo>
                    <a:pt x="73743" y="17144"/>
                  </a:moveTo>
                  <a:lnTo>
                    <a:pt x="68426" y="14646"/>
                  </a:lnTo>
                  <a:lnTo>
                    <a:pt x="63025" y="12335"/>
                  </a:lnTo>
                  <a:lnTo>
                    <a:pt x="57546" y="10217"/>
                  </a:lnTo>
                  <a:lnTo>
                    <a:pt x="51995" y="8292"/>
                  </a:lnTo>
                  <a:lnTo>
                    <a:pt x="46381" y="6563"/>
                  </a:lnTo>
                  <a:lnTo>
                    <a:pt x="40710" y="5032"/>
                  </a:lnTo>
                  <a:lnTo>
                    <a:pt x="34988" y="3702"/>
                  </a:lnTo>
                  <a:lnTo>
                    <a:pt x="29223" y="2574"/>
                  </a:lnTo>
                  <a:lnTo>
                    <a:pt x="23421" y="1648"/>
                  </a:lnTo>
                  <a:lnTo>
                    <a:pt x="17591" y="928"/>
                  </a:lnTo>
                  <a:lnTo>
                    <a:pt x="11739" y="412"/>
                  </a:lnTo>
                  <a:lnTo>
                    <a:pt x="5873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1122" y="1681503"/>
              <a:ext cx="95402" cy="167167"/>
            </a:xfrm>
            <a:custGeom>
              <a:avLst/>
              <a:pathLst>
                <a:path w="95402" h="167167">
                  <a:moveTo>
                    <a:pt x="95402" y="0"/>
                  </a:moveTo>
                  <a:lnTo>
                    <a:pt x="89762" y="95"/>
                  </a:lnTo>
                  <a:lnTo>
                    <a:pt x="84129" y="380"/>
                  </a:lnTo>
                  <a:lnTo>
                    <a:pt x="78509" y="855"/>
                  </a:lnTo>
                  <a:lnTo>
                    <a:pt x="72908" y="1520"/>
                  </a:lnTo>
                  <a:lnTo>
                    <a:pt x="67333" y="2373"/>
                  </a:lnTo>
                  <a:lnTo>
                    <a:pt x="61789" y="3414"/>
                  </a:lnTo>
                  <a:lnTo>
                    <a:pt x="56284" y="4641"/>
                  </a:lnTo>
                  <a:lnTo>
                    <a:pt x="50823" y="6053"/>
                  </a:lnTo>
                  <a:lnTo>
                    <a:pt x="45413" y="7649"/>
                  </a:lnTo>
                  <a:lnTo>
                    <a:pt x="40060" y="9426"/>
                  </a:lnTo>
                  <a:lnTo>
                    <a:pt x="34770" y="11383"/>
                  </a:lnTo>
                  <a:lnTo>
                    <a:pt x="29549" y="13517"/>
                  </a:lnTo>
                  <a:lnTo>
                    <a:pt x="24403" y="15826"/>
                  </a:lnTo>
                  <a:lnTo>
                    <a:pt x="19338" y="18307"/>
                  </a:lnTo>
                  <a:lnTo>
                    <a:pt x="14360" y="20958"/>
                  </a:lnTo>
                  <a:lnTo>
                    <a:pt x="9473" y="23775"/>
                  </a:lnTo>
                  <a:lnTo>
                    <a:pt x="4685" y="26755"/>
                  </a:lnTo>
                  <a:lnTo>
                    <a:pt x="0" y="29896"/>
                  </a:lnTo>
                  <a:lnTo>
                    <a:pt x="9540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0386" y="1711399"/>
              <a:ext cx="96138" cy="137271"/>
            </a:xfrm>
            <a:custGeom>
              <a:avLst/>
              <a:pathLst>
                <a:path w="96138" h="137271">
                  <a:moveTo>
                    <a:pt x="736" y="0"/>
                  </a:moveTo>
                  <a:lnTo>
                    <a:pt x="0" y="514"/>
                  </a:lnTo>
                  <a:lnTo>
                    <a:pt x="96138" y="1372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19362" y="1681503"/>
              <a:ext cx="334315" cy="334332"/>
            </a:xfrm>
            <a:custGeom>
              <a:avLst/>
              <a:pathLst>
                <a:path w="334315" h="334332">
                  <a:moveTo>
                    <a:pt x="71023" y="30411"/>
                  </a:moveTo>
                  <a:lnTo>
                    <a:pt x="66740" y="33524"/>
                  </a:lnTo>
                  <a:lnTo>
                    <a:pt x="62557" y="36772"/>
                  </a:lnTo>
                  <a:lnTo>
                    <a:pt x="58480" y="40151"/>
                  </a:lnTo>
                  <a:lnTo>
                    <a:pt x="54511" y="43657"/>
                  </a:lnTo>
                  <a:lnTo>
                    <a:pt x="50656" y="47287"/>
                  </a:lnTo>
                  <a:lnTo>
                    <a:pt x="46917" y="51037"/>
                  </a:lnTo>
                  <a:lnTo>
                    <a:pt x="43300" y="54904"/>
                  </a:lnTo>
                  <a:lnTo>
                    <a:pt x="39806" y="58883"/>
                  </a:lnTo>
                  <a:lnTo>
                    <a:pt x="36440" y="62971"/>
                  </a:lnTo>
                  <a:lnTo>
                    <a:pt x="33206" y="67164"/>
                  </a:lnTo>
                  <a:lnTo>
                    <a:pt x="30105" y="71457"/>
                  </a:lnTo>
                  <a:lnTo>
                    <a:pt x="27143" y="75846"/>
                  </a:lnTo>
                  <a:lnTo>
                    <a:pt x="24320" y="80327"/>
                  </a:lnTo>
                  <a:lnTo>
                    <a:pt x="21642" y="84894"/>
                  </a:lnTo>
                  <a:lnTo>
                    <a:pt x="19109" y="89545"/>
                  </a:lnTo>
                  <a:lnTo>
                    <a:pt x="16725" y="94273"/>
                  </a:lnTo>
                  <a:lnTo>
                    <a:pt x="14491" y="99074"/>
                  </a:lnTo>
                  <a:lnTo>
                    <a:pt x="12411" y="103944"/>
                  </a:lnTo>
                  <a:lnTo>
                    <a:pt x="10486" y="108877"/>
                  </a:lnTo>
                  <a:lnTo>
                    <a:pt x="8719" y="113869"/>
                  </a:lnTo>
                  <a:lnTo>
                    <a:pt x="7110" y="118914"/>
                  </a:lnTo>
                  <a:lnTo>
                    <a:pt x="5662" y="124008"/>
                  </a:lnTo>
                  <a:lnTo>
                    <a:pt x="4376" y="129145"/>
                  </a:lnTo>
                  <a:lnTo>
                    <a:pt x="3253" y="134320"/>
                  </a:lnTo>
                  <a:lnTo>
                    <a:pt x="2295" y="139528"/>
                  </a:lnTo>
                  <a:lnTo>
                    <a:pt x="1503" y="144763"/>
                  </a:lnTo>
                  <a:lnTo>
                    <a:pt x="876" y="150022"/>
                  </a:lnTo>
                  <a:lnTo>
                    <a:pt x="416" y="155297"/>
                  </a:lnTo>
                  <a:lnTo>
                    <a:pt x="124" y="160584"/>
                  </a:lnTo>
                  <a:lnTo>
                    <a:pt x="0" y="165878"/>
                  </a:lnTo>
                  <a:lnTo>
                    <a:pt x="43" y="171173"/>
                  </a:lnTo>
                  <a:lnTo>
                    <a:pt x="253" y="176465"/>
                  </a:lnTo>
                  <a:lnTo>
                    <a:pt x="632" y="181746"/>
                  </a:lnTo>
                  <a:lnTo>
                    <a:pt x="1177" y="187014"/>
                  </a:lnTo>
                  <a:lnTo>
                    <a:pt x="1889" y="192261"/>
                  </a:lnTo>
                  <a:lnTo>
                    <a:pt x="2766" y="197483"/>
                  </a:lnTo>
                  <a:lnTo>
                    <a:pt x="3809" y="202675"/>
                  </a:lnTo>
                  <a:lnTo>
                    <a:pt x="5016" y="207831"/>
                  </a:lnTo>
                  <a:lnTo>
                    <a:pt x="6385" y="212946"/>
                  </a:lnTo>
                  <a:lnTo>
                    <a:pt x="7916" y="218016"/>
                  </a:lnTo>
                  <a:lnTo>
                    <a:pt x="9606" y="223034"/>
                  </a:lnTo>
                  <a:lnTo>
                    <a:pt x="11455" y="227996"/>
                  </a:lnTo>
                  <a:lnTo>
                    <a:pt x="13459" y="232897"/>
                  </a:lnTo>
                  <a:lnTo>
                    <a:pt x="15619" y="237733"/>
                  </a:lnTo>
                  <a:lnTo>
                    <a:pt x="17930" y="242497"/>
                  </a:lnTo>
                  <a:lnTo>
                    <a:pt x="20390" y="247186"/>
                  </a:lnTo>
                  <a:lnTo>
                    <a:pt x="22999" y="251795"/>
                  </a:lnTo>
                  <a:lnTo>
                    <a:pt x="25751" y="256318"/>
                  </a:lnTo>
                  <a:lnTo>
                    <a:pt x="28646" y="260753"/>
                  </a:lnTo>
                  <a:lnTo>
                    <a:pt x="31680" y="265093"/>
                  </a:lnTo>
                  <a:lnTo>
                    <a:pt x="34849" y="269335"/>
                  </a:lnTo>
                  <a:lnTo>
                    <a:pt x="38152" y="273474"/>
                  </a:lnTo>
                  <a:lnTo>
                    <a:pt x="41583" y="277507"/>
                  </a:lnTo>
                  <a:lnTo>
                    <a:pt x="45141" y="281429"/>
                  </a:lnTo>
                  <a:lnTo>
                    <a:pt x="48822" y="285237"/>
                  </a:lnTo>
                  <a:lnTo>
                    <a:pt x="52621" y="288926"/>
                  </a:lnTo>
                  <a:lnTo>
                    <a:pt x="56534" y="292493"/>
                  </a:lnTo>
                  <a:lnTo>
                    <a:pt x="60559" y="295934"/>
                  </a:lnTo>
                  <a:lnTo>
                    <a:pt x="64691" y="299245"/>
                  </a:lnTo>
                  <a:lnTo>
                    <a:pt x="68926" y="302425"/>
                  </a:lnTo>
                  <a:lnTo>
                    <a:pt x="73259" y="305468"/>
                  </a:lnTo>
                  <a:lnTo>
                    <a:pt x="77687" y="308373"/>
                  </a:lnTo>
                  <a:lnTo>
                    <a:pt x="82204" y="311136"/>
                  </a:lnTo>
                  <a:lnTo>
                    <a:pt x="86807" y="313755"/>
                  </a:lnTo>
                  <a:lnTo>
                    <a:pt x="91490" y="316226"/>
                  </a:lnTo>
                  <a:lnTo>
                    <a:pt x="96249" y="318548"/>
                  </a:lnTo>
                  <a:lnTo>
                    <a:pt x="101080" y="320719"/>
                  </a:lnTo>
                  <a:lnTo>
                    <a:pt x="105976" y="322735"/>
                  </a:lnTo>
                  <a:lnTo>
                    <a:pt x="110934" y="324594"/>
                  </a:lnTo>
                  <a:lnTo>
                    <a:pt x="115949" y="326296"/>
                  </a:lnTo>
                  <a:lnTo>
                    <a:pt x="121015" y="327839"/>
                  </a:lnTo>
                  <a:lnTo>
                    <a:pt x="126127" y="329220"/>
                  </a:lnTo>
                  <a:lnTo>
                    <a:pt x="131280" y="330438"/>
                  </a:lnTo>
                  <a:lnTo>
                    <a:pt x="136469" y="331493"/>
                  </a:lnTo>
                  <a:lnTo>
                    <a:pt x="141690" y="332382"/>
                  </a:lnTo>
                  <a:lnTo>
                    <a:pt x="146935" y="333106"/>
                  </a:lnTo>
                  <a:lnTo>
                    <a:pt x="152201" y="333664"/>
                  </a:lnTo>
                  <a:lnTo>
                    <a:pt x="157482" y="334054"/>
                  </a:lnTo>
                  <a:lnTo>
                    <a:pt x="162773" y="334277"/>
                  </a:lnTo>
                  <a:lnTo>
                    <a:pt x="168068" y="334332"/>
                  </a:lnTo>
                  <a:lnTo>
                    <a:pt x="173362" y="334219"/>
                  </a:lnTo>
                  <a:lnTo>
                    <a:pt x="178650" y="333939"/>
                  </a:lnTo>
                  <a:lnTo>
                    <a:pt x="183927" y="333492"/>
                  </a:lnTo>
                  <a:lnTo>
                    <a:pt x="189186" y="332877"/>
                  </a:lnTo>
                  <a:lnTo>
                    <a:pt x="194424" y="332096"/>
                  </a:lnTo>
                  <a:lnTo>
                    <a:pt x="199634" y="331150"/>
                  </a:lnTo>
                  <a:lnTo>
                    <a:pt x="204812" y="330039"/>
                  </a:lnTo>
                  <a:lnTo>
                    <a:pt x="209951" y="328765"/>
                  </a:lnTo>
                  <a:lnTo>
                    <a:pt x="215048" y="327329"/>
                  </a:lnTo>
                  <a:lnTo>
                    <a:pt x="220097" y="325732"/>
                  </a:lnTo>
                  <a:lnTo>
                    <a:pt x="225093" y="323976"/>
                  </a:lnTo>
                  <a:lnTo>
                    <a:pt x="230030" y="322062"/>
                  </a:lnTo>
                  <a:lnTo>
                    <a:pt x="234905" y="319993"/>
                  </a:lnTo>
                  <a:lnTo>
                    <a:pt x="239711" y="317771"/>
                  </a:lnTo>
                  <a:lnTo>
                    <a:pt x="244445" y="315397"/>
                  </a:lnTo>
                  <a:lnTo>
                    <a:pt x="249101" y="312875"/>
                  </a:lnTo>
                  <a:lnTo>
                    <a:pt x="253675" y="310207"/>
                  </a:lnTo>
                  <a:lnTo>
                    <a:pt x="258162" y="307395"/>
                  </a:lnTo>
                  <a:lnTo>
                    <a:pt x="262558" y="304442"/>
                  </a:lnTo>
                  <a:lnTo>
                    <a:pt x="266858" y="301352"/>
                  </a:lnTo>
                  <a:lnTo>
                    <a:pt x="271058" y="298127"/>
                  </a:lnTo>
                  <a:lnTo>
                    <a:pt x="275154" y="294771"/>
                  </a:lnTo>
                  <a:lnTo>
                    <a:pt x="279141" y="291286"/>
                  </a:lnTo>
                  <a:lnTo>
                    <a:pt x="283017" y="287677"/>
                  </a:lnTo>
                  <a:lnTo>
                    <a:pt x="286775" y="283947"/>
                  </a:lnTo>
                  <a:lnTo>
                    <a:pt x="290414" y="280100"/>
                  </a:lnTo>
                  <a:lnTo>
                    <a:pt x="293929" y="276140"/>
                  </a:lnTo>
                  <a:lnTo>
                    <a:pt x="297317" y="272070"/>
                  </a:lnTo>
                  <a:lnTo>
                    <a:pt x="300574" y="267895"/>
                  </a:lnTo>
                  <a:lnTo>
                    <a:pt x="303698" y="263618"/>
                  </a:lnTo>
                  <a:lnTo>
                    <a:pt x="306684" y="259246"/>
                  </a:lnTo>
                  <a:lnTo>
                    <a:pt x="309531" y="254780"/>
                  </a:lnTo>
                  <a:lnTo>
                    <a:pt x="312234" y="250227"/>
                  </a:lnTo>
                  <a:lnTo>
                    <a:pt x="314792" y="245590"/>
                  </a:lnTo>
                  <a:lnTo>
                    <a:pt x="317202" y="240875"/>
                  </a:lnTo>
                  <a:lnTo>
                    <a:pt x="319461" y="236086"/>
                  </a:lnTo>
                  <a:lnTo>
                    <a:pt x="321568" y="231228"/>
                  </a:lnTo>
                  <a:lnTo>
                    <a:pt x="323519" y="226305"/>
                  </a:lnTo>
                  <a:lnTo>
                    <a:pt x="325314" y="221323"/>
                  </a:lnTo>
                  <a:lnTo>
                    <a:pt x="326950" y="216286"/>
                  </a:lnTo>
                  <a:lnTo>
                    <a:pt x="328426" y="211201"/>
                  </a:lnTo>
                  <a:lnTo>
                    <a:pt x="329739" y="206071"/>
                  </a:lnTo>
                  <a:lnTo>
                    <a:pt x="330890" y="200902"/>
                  </a:lnTo>
                  <a:lnTo>
                    <a:pt x="331876" y="195699"/>
                  </a:lnTo>
                  <a:lnTo>
                    <a:pt x="332698" y="190468"/>
                  </a:lnTo>
                  <a:lnTo>
                    <a:pt x="333352" y="185213"/>
                  </a:lnTo>
                  <a:lnTo>
                    <a:pt x="333841" y="179941"/>
                  </a:lnTo>
                  <a:lnTo>
                    <a:pt x="334162" y="174655"/>
                  </a:lnTo>
                  <a:lnTo>
                    <a:pt x="334315" y="169362"/>
                  </a:lnTo>
                  <a:lnTo>
                    <a:pt x="334301" y="164066"/>
                  </a:lnTo>
                  <a:lnTo>
                    <a:pt x="334119" y="158774"/>
                  </a:lnTo>
                  <a:lnTo>
                    <a:pt x="333769" y="153490"/>
                  </a:lnTo>
                  <a:lnTo>
                    <a:pt x="333252" y="148220"/>
                  </a:lnTo>
                  <a:lnTo>
                    <a:pt x="332569" y="142969"/>
                  </a:lnTo>
                  <a:lnTo>
                    <a:pt x="331719" y="137742"/>
                  </a:lnTo>
                  <a:lnTo>
                    <a:pt x="330705" y="132545"/>
                  </a:lnTo>
                  <a:lnTo>
                    <a:pt x="329526" y="127382"/>
                  </a:lnTo>
                  <a:lnTo>
                    <a:pt x="328185" y="122260"/>
                  </a:lnTo>
                  <a:lnTo>
                    <a:pt x="326681" y="117182"/>
                  </a:lnTo>
                  <a:lnTo>
                    <a:pt x="325018" y="112155"/>
                  </a:lnTo>
                  <a:lnTo>
                    <a:pt x="323197" y="107182"/>
                  </a:lnTo>
                  <a:lnTo>
                    <a:pt x="321218" y="102270"/>
                  </a:lnTo>
                  <a:lnTo>
                    <a:pt x="319086" y="97424"/>
                  </a:lnTo>
                  <a:lnTo>
                    <a:pt x="316800" y="92647"/>
                  </a:lnTo>
                  <a:lnTo>
                    <a:pt x="314365" y="87944"/>
                  </a:lnTo>
                  <a:lnTo>
                    <a:pt x="311782" y="83322"/>
                  </a:lnTo>
                  <a:lnTo>
                    <a:pt x="309054" y="78783"/>
                  </a:lnTo>
                  <a:lnTo>
                    <a:pt x="306183" y="74333"/>
                  </a:lnTo>
                  <a:lnTo>
                    <a:pt x="303173" y="69977"/>
                  </a:lnTo>
                  <a:lnTo>
                    <a:pt x="300027" y="65718"/>
                  </a:lnTo>
                  <a:lnTo>
                    <a:pt x="296747" y="61560"/>
                  </a:lnTo>
                  <a:lnTo>
                    <a:pt x="293337" y="57509"/>
                  </a:lnTo>
                  <a:lnTo>
                    <a:pt x="289800" y="53568"/>
                  </a:lnTo>
                  <a:lnTo>
                    <a:pt x="286141" y="49740"/>
                  </a:lnTo>
                  <a:lnTo>
                    <a:pt x="282362" y="46031"/>
                  </a:lnTo>
                  <a:lnTo>
                    <a:pt x="278467" y="42443"/>
                  </a:lnTo>
                  <a:lnTo>
                    <a:pt x="274461" y="38980"/>
                  </a:lnTo>
                  <a:lnTo>
                    <a:pt x="270347" y="35646"/>
                  </a:lnTo>
                  <a:lnTo>
                    <a:pt x="266129" y="32444"/>
                  </a:lnTo>
                  <a:lnTo>
                    <a:pt x="261813" y="29377"/>
                  </a:lnTo>
                  <a:lnTo>
                    <a:pt x="257401" y="26448"/>
                  </a:lnTo>
                  <a:lnTo>
                    <a:pt x="252899" y="23660"/>
                  </a:lnTo>
                  <a:lnTo>
                    <a:pt x="248310" y="21017"/>
                  </a:lnTo>
                  <a:lnTo>
                    <a:pt x="243640" y="18520"/>
                  </a:lnTo>
                  <a:lnTo>
                    <a:pt x="238894" y="16172"/>
                  </a:lnTo>
                  <a:lnTo>
                    <a:pt x="234075" y="13976"/>
                  </a:lnTo>
                  <a:lnTo>
                    <a:pt x="229190" y="11933"/>
                  </a:lnTo>
                  <a:lnTo>
                    <a:pt x="224242" y="10047"/>
                  </a:lnTo>
                  <a:lnTo>
                    <a:pt x="219237" y="8317"/>
                  </a:lnTo>
                  <a:lnTo>
                    <a:pt x="214179" y="6748"/>
                  </a:lnTo>
                  <a:lnTo>
                    <a:pt x="209075" y="5339"/>
                  </a:lnTo>
                  <a:lnTo>
                    <a:pt x="203928" y="4093"/>
                  </a:lnTo>
                  <a:lnTo>
                    <a:pt x="198745" y="3010"/>
                  </a:lnTo>
                  <a:lnTo>
                    <a:pt x="193529" y="2092"/>
                  </a:lnTo>
                  <a:lnTo>
                    <a:pt x="188288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85149" y="2126963"/>
              <a:ext cx="96138" cy="167167"/>
            </a:xfrm>
            <a:custGeom>
              <a:avLst/>
              <a:pathLst>
                <a:path w="96138" h="167167">
                  <a:moveTo>
                    <a:pt x="96138" y="0"/>
                  </a:moveTo>
                  <a:lnTo>
                    <a:pt x="90449" y="96"/>
                  </a:lnTo>
                  <a:lnTo>
                    <a:pt x="84766" y="387"/>
                  </a:lnTo>
                  <a:lnTo>
                    <a:pt x="79096" y="870"/>
                  </a:lnTo>
                  <a:lnTo>
                    <a:pt x="73447" y="1547"/>
                  </a:lnTo>
                  <a:lnTo>
                    <a:pt x="67823" y="2415"/>
                  </a:lnTo>
                  <a:lnTo>
                    <a:pt x="62232" y="3474"/>
                  </a:lnTo>
                  <a:lnTo>
                    <a:pt x="56681" y="4723"/>
                  </a:lnTo>
                  <a:lnTo>
                    <a:pt x="51175" y="6160"/>
                  </a:lnTo>
                  <a:lnTo>
                    <a:pt x="45721" y="7783"/>
                  </a:lnTo>
                  <a:lnTo>
                    <a:pt x="40326" y="9592"/>
                  </a:lnTo>
                  <a:lnTo>
                    <a:pt x="34995" y="11583"/>
                  </a:lnTo>
                  <a:lnTo>
                    <a:pt x="29736" y="13754"/>
                  </a:lnTo>
                  <a:lnTo>
                    <a:pt x="24553" y="16102"/>
                  </a:lnTo>
                  <a:lnTo>
                    <a:pt x="19453" y="18626"/>
                  </a:lnTo>
                  <a:lnTo>
                    <a:pt x="14442" y="21322"/>
                  </a:lnTo>
                  <a:lnTo>
                    <a:pt x="9526" y="24187"/>
                  </a:lnTo>
                  <a:lnTo>
                    <a:pt x="4710" y="27218"/>
                  </a:lnTo>
                  <a:lnTo>
                    <a:pt x="0" y="30411"/>
                  </a:lnTo>
                  <a:lnTo>
                    <a:pt x="9613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85149" y="2157374"/>
              <a:ext cx="96138" cy="136756"/>
            </a:xfrm>
            <a:custGeom>
              <a:avLst/>
              <a:pathLst>
                <a:path w="96138" h="136756">
                  <a:moveTo>
                    <a:pt x="0" y="0"/>
                  </a:moveTo>
                  <a:lnTo>
                    <a:pt x="96138" y="136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85149" y="2157374"/>
              <a:ext cx="96138" cy="136756"/>
            </a:xfrm>
            <a:custGeom>
              <a:avLst/>
              <a:pathLst>
                <a:path w="96138" h="136756">
                  <a:moveTo>
                    <a:pt x="0" y="0"/>
                  </a:moveTo>
                  <a:lnTo>
                    <a:pt x="96138" y="136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85149" y="2157374"/>
              <a:ext cx="96138" cy="136756"/>
            </a:xfrm>
            <a:custGeom>
              <a:avLst/>
              <a:pathLst>
                <a:path w="96138" h="136756">
                  <a:moveTo>
                    <a:pt x="0" y="0"/>
                  </a:moveTo>
                  <a:lnTo>
                    <a:pt x="96138" y="136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85149" y="2157374"/>
              <a:ext cx="96138" cy="136756"/>
            </a:xfrm>
            <a:custGeom>
              <a:avLst/>
              <a:pathLst>
                <a:path w="96138" h="136756">
                  <a:moveTo>
                    <a:pt x="0" y="0"/>
                  </a:moveTo>
                  <a:lnTo>
                    <a:pt x="96138" y="136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85149" y="2157374"/>
              <a:ext cx="96138" cy="136756"/>
            </a:xfrm>
            <a:custGeom>
              <a:avLst/>
              <a:pathLst>
                <a:path w="96138" h="136756">
                  <a:moveTo>
                    <a:pt x="0" y="0"/>
                  </a:moveTo>
                  <a:lnTo>
                    <a:pt x="96138" y="1367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85149" y="2157374"/>
              <a:ext cx="96138" cy="136756"/>
            </a:xfrm>
            <a:custGeom>
              <a:avLst/>
              <a:pathLst>
                <a:path w="96138" h="136756">
                  <a:moveTo>
                    <a:pt x="0" y="0"/>
                  </a:moveTo>
                  <a:lnTo>
                    <a:pt x="96138" y="1367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85149" y="2157374"/>
              <a:ext cx="96138" cy="136756"/>
            </a:xfrm>
            <a:custGeom>
              <a:avLst/>
              <a:pathLst>
                <a:path w="96138" h="136756">
                  <a:moveTo>
                    <a:pt x="0" y="0"/>
                  </a:moveTo>
                  <a:lnTo>
                    <a:pt x="96138" y="1367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85149" y="2157374"/>
              <a:ext cx="96138" cy="136756"/>
            </a:xfrm>
            <a:custGeom>
              <a:avLst/>
              <a:pathLst>
                <a:path w="96138" h="136756">
                  <a:moveTo>
                    <a:pt x="0" y="0"/>
                  </a:moveTo>
                  <a:lnTo>
                    <a:pt x="96138" y="1367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85149" y="2157374"/>
              <a:ext cx="96138" cy="136756"/>
            </a:xfrm>
            <a:custGeom>
              <a:avLst/>
              <a:pathLst>
                <a:path w="96138" h="136756">
                  <a:moveTo>
                    <a:pt x="0" y="0"/>
                  </a:moveTo>
                  <a:lnTo>
                    <a:pt x="96138" y="136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85149" y="2157374"/>
              <a:ext cx="96138" cy="136756"/>
            </a:xfrm>
            <a:custGeom>
              <a:avLst/>
              <a:pathLst>
                <a:path w="96138" h="136756">
                  <a:moveTo>
                    <a:pt x="0" y="0"/>
                  </a:moveTo>
                  <a:lnTo>
                    <a:pt x="96138" y="136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85149" y="2157374"/>
              <a:ext cx="96138" cy="136756"/>
            </a:xfrm>
            <a:custGeom>
              <a:avLst/>
              <a:pathLst>
                <a:path w="96138" h="136756">
                  <a:moveTo>
                    <a:pt x="0" y="0"/>
                  </a:moveTo>
                  <a:lnTo>
                    <a:pt x="96138" y="136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85149" y="2157374"/>
              <a:ext cx="96138" cy="136756"/>
            </a:xfrm>
            <a:custGeom>
              <a:avLst/>
              <a:pathLst>
                <a:path w="96138" h="136756">
                  <a:moveTo>
                    <a:pt x="0" y="0"/>
                  </a:moveTo>
                  <a:lnTo>
                    <a:pt x="96138" y="136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85149" y="2157374"/>
              <a:ext cx="96138" cy="136756"/>
            </a:xfrm>
            <a:custGeom>
              <a:avLst/>
              <a:pathLst>
                <a:path w="96138" h="136756">
                  <a:moveTo>
                    <a:pt x="0" y="0"/>
                  </a:moveTo>
                  <a:lnTo>
                    <a:pt x="96138" y="1367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85149" y="2157374"/>
              <a:ext cx="96138" cy="136756"/>
            </a:xfrm>
            <a:custGeom>
              <a:avLst/>
              <a:pathLst>
                <a:path w="96138" h="136756">
                  <a:moveTo>
                    <a:pt x="0" y="0"/>
                  </a:moveTo>
                  <a:lnTo>
                    <a:pt x="96138" y="1367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14123" y="2127205"/>
              <a:ext cx="334328" cy="334085"/>
            </a:xfrm>
            <a:custGeom>
              <a:avLst/>
              <a:pathLst>
                <a:path w="334328" h="334085">
                  <a:moveTo>
                    <a:pt x="71025" y="30169"/>
                  </a:moveTo>
                  <a:lnTo>
                    <a:pt x="66735" y="33288"/>
                  </a:lnTo>
                  <a:lnTo>
                    <a:pt x="62545" y="36542"/>
                  </a:lnTo>
                  <a:lnTo>
                    <a:pt x="58461" y="39927"/>
                  </a:lnTo>
                  <a:lnTo>
                    <a:pt x="54487" y="43440"/>
                  </a:lnTo>
                  <a:lnTo>
                    <a:pt x="50625" y="47077"/>
                  </a:lnTo>
                  <a:lnTo>
                    <a:pt x="46882" y="50835"/>
                  </a:lnTo>
                  <a:lnTo>
                    <a:pt x="43259" y="54709"/>
                  </a:lnTo>
                  <a:lnTo>
                    <a:pt x="39761" y="58697"/>
                  </a:lnTo>
                  <a:lnTo>
                    <a:pt x="36391" y="62794"/>
                  </a:lnTo>
                  <a:lnTo>
                    <a:pt x="33153" y="66995"/>
                  </a:lnTo>
                  <a:lnTo>
                    <a:pt x="30050" y="71297"/>
                  </a:lnTo>
                  <a:lnTo>
                    <a:pt x="27085" y="75696"/>
                  </a:lnTo>
                  <a:lnTo>
                    <a:pt x="24261" y="80186"/>
                  </a:lnTo>
                  <a:lnTo>
                    <a:pt x="21581" y="84764"/>
                  </a:lnTo>
                  <a:lnTo>
                    <a:pt x="19048" y="89424"/>
                  </a:lnTo>
                  <a:lnTo>
                    <a:pt x="16663" y="94162"/>
                  </a:lnTo>
                  <a:lnTo>
                    <a:pt x="14430" y="98974"/>
                  </a:lnTo>
                  <a:lnTo>
                    <a:pt x="12351" y="103854"/>
                  </a:lnTo>
                  <a:lnTo>
                    <a:pt x="10428" y="108798"/>
                  </a:lnTo>
                  <a:lnTo>
                    <a:pt x="8663" y="113800"/>
                  </a:lnTo>
                  <a:lnTo>
                    <a:pt x="7057" y="118855"/>
                  </a:lnTo>
                  <a:lnTo>
                    <a:pt x="5612" y="123959"/>
                  </a:lnTo>
                  <a:lnTo>
                    <a:pt x="4331" y="129106"/>
                  </a:lnTo>
                  <a:lnTo>
                    <a:pt x="3213" y="134292"/>
                  </a:lnTo>
                  <a:lnTo>
                    <a:pt x="2260" y="139510"/>
                  </a:lnTo>
                  <a:lnTo>
                    <a:pt x="1473" y="144756"/>
                  </a:lnTo>
                  <a:lnTo>
                    <a:pt x="853" y="150024"/>
                  </a:lnTo>
                  <a:lnTo>
                    <a:pt x="401" y="155309"/>
                  </a:lnTo>
                  <a:lnTo>
                    <a:pt x="116" y="160606"/>
                  </a:lnTo>
                  <a:lnTo>
                    <a:pt x="0" y="165909"/>
                  </a:lnTo>
                  <a:lnTo>
                    <a:pt x="51" y="171213"/>
                  </a:lnTo>
                  <a:lnTo>
                    <a:pt x="272" y="176513"/>
                  </a:lnTo>
                  <a:lnTo>
                    <a:pt x="660" y="181803"/>
                  </a:lnTo>
                  <a:lnTo>
                    <a:pt x="1216" y="187079"/>
                  </a:lnTo>
                  <a:lnTo>
                    <a:pt x="1939" y="192334"/>
                  </a:lnTo>
                  <a:lnTo>
                    <a:pt x="2828" y="197563"/>
                  </a:lnTo>
                  <a:lnTo>
                    <a:pt x="3883" y="202762"/>
                  </a:lnTo>
                  <a:lnTo>
                    <a:pt x="5102" y="207924"/>
                  </a:lnTo>
                  <a:lnTo>
                    <a:pt x="6484" y="213045"/>
                  </a:lnTo>
                  <a:lnTo>
                    <a:pt x="8028" y="218120"/>
                  </a:lnTo>
                  <a:lnTo>
                    <a:pt x="9733" y="223143"/>
                  </a:lnTo>
                  <a:lnTo>
                    <a:pt x="11596" y="228110"/>
                  </a:lnTo>
                  <a:lnTo>
                    <a:pt x="13615" y="233015"/>
                  </a:lnTo>
                  <a:lnTo>
                    <a:pt x="15789" y="237853"/>
                  </a:lnTo>
                  <a:lnTo>
                    <a:pt x="18116" y="242620"/>
                  </a:lnTo>
                  <a:lnTo>
                    <a:pt x="20593" y="247311"/>
                  </a:lnTo>
                  <a:lnTo>
                    <a:pt x="23217" y="251921"/>
                  </a:lnTo>
                  <a:lnTo>
                    <a:pt x="25986" y="256445"/>
                  </a:lnTo>
                  <a:lnTo>
                    <a:pt x="28897" y="260879"/>
                  </a:lnTo>
                  <a:lnTo>
                    <a:pt x="31948" y="265219"/>
                  </a:lnTo>
                  <a:lnTo>
                    <a:pt x="35134" y="269459"/>
                  </a:lnTo>
                  <a:lnTo>
                    <a:pt x="38454" y="273597"/>
                  </a:lnTo>
                  <a:lnTo>
                    <a:pt x="41903" y="277627"/>
                  </a:lnTo>
                  <a:lnTo>
                    <a:pt x="45479" y="281545"/>
                  </a:lnTo>
                  <a:lnTo>
                    <a:pt x="49176" y="285348"/>
                  </a:lnTo>
                  <a:lnTo>
                    <a:pt x="52993" y="289032"/>
                  </a:lnTo>
                  <a:lnTo>
                    <a:pt x="56925" y="292593"/>
                  </a:lnTo>
                  <a:lnTo>
                    <a:pt x="60967" y="296027"/>
                  </a:lnTo>
                  <a:lnTo>
                    <a:pt x="65117" y="299332"/>
                  </a:lnTo>
                  <a:lnTo>
                    <a:pt x="69369" y="302503"/>
                  </a:lnTo>
                  <a:lnTo>
                    <a:pt x="73720" y="305537"/>
                  </a:lnTo>
                  <a:lnTo>
                    <a:pt x="78165" y="308432"/>
                  </a:lnTo>
                  <a:lnTo>
                    <a:pt x="82699" y="311185"/>
                  </a:lnTo>
                  <a:lnTo>
                    <a:pt x="87319" y="313792"/>
                  </a:lnTo>
                  <a:lnTo>
                    <a:pt x="92019" y="316251"/>
                  </a:lnTo>
                  <a:lnTo>
                    <a:pt x="96794" y="318560"/>
                  </a:lnTo>
                  <a:lnTo>
                    <a:pt x="101641" y="320716"/>
                  </a:lnTo>
                  <a:lnTo>
                    <a:pt x="106553" y="322718"/>
                  </a:lnTo>
                  <a:lnTo>
                    <a:pt x="111526" y="324563"/>
                  </a:lnTo>
                  <a:lnTo>
                    <a:pt x="116556" y="326248"/>
                  </a:lnTo>
                  <a:lnTo>
                    <a:pt x="121636" y="327774"/>
                  </a:lnTo>
                  <a:lnTo>
                    <a:pt x="126762" y="329137"/>
                  </a:lnTo>
                  <a:lnTo>
                    <a:pt x="131929" y="330338"/>
                  </a:lnTo>
                  <a:lnTo>
                    <a:pt x="137132" y="331373"/>
                  </a:lnTo>
                  <a:lnTo>
                    <a:pt x="142364" y="332243"/>
                  </a:lnTo>
                  <a:lnTo>
                    <a:pt x="147622" y="332947"/>
                  </a:lnTo>
                  <a:lnTo>
                    <a:pt x="152899" y="333483"/>
                  </a:lnTo>
                  <a:lnTo>
                    <a:pt x="158191" y="333852"/>
                  </a:lnTo>
                  <a:lnTo>
                    <a:pt x="163491" y="334053"/>
                  </a:lnTo>
                  <a:lnTo>
                    <a:pt x="168796" y="334085"/>
                  </a:lnTo>
                  <a:lnTo>
                    <a:pt x="174099" y="333949"/>
                  </a:lnTo>
                  <a:lnTo>
                    <a:pt x="179394" y="333645"/>
                  </a:lnTo>
                  <a:lnTo>
                    <a:pt x="184678" y="333173"/>
                  </a:lnTo>
                  <a:lnTo>
                    <a:pt x="189944" y="332534"/>
                  </a:lnTo>
                  <a:lnTo>
                    <a:pt x="195186" y="331728"/>
                  </a:lnTo>
                  <a:lnTo>
                    <a:pt x="200401" y="330755"/>
                  </a:lnTo>
                  <a:lnTo>
                    <a:pt x="205582" y="329618"/>
                  </a:lnTo>
                  <a:lnTo>
                    <a:pt x="210725" y="328318"/>
                  </a:lnTo>
                  <a:lnTo>
                    <a:pt x="215823" y="326854"/>
                  </a:lnTo>
                  <a:lnTo>
                    <a:pt x="220873" y="325230"/>
                  </a:lnTo>
                  <a:lnTo>
                    <a:pt x="225869" y="323446"/>
                  </a:lnTo>
                  <a:lnTo>
                    <a:pt x="230805" y="321505"/>
                  </a:lnTo>
                  <a:lnTo>
                    <a:pt x="235677" y="319408"/>
                  </a:lnTo>
                  <a:lnTo>
                    <a:pt x="240481" y="317157"/>
                  </a:lnTo>
                  <a:lnTo>
                    <a:pt x="245210" y="314756"/>
                  </a:lnTo>
                  <a:lnTo>
                    <a:pt x="249861" y="312205"/>
                  </a:lnTo>
                  <a:lnTo>
                    <a:pt x="254429" y="309508"/>
                  </a:lnTo>
                  <a:lnTo>
                    <a:pt x="258909" y="306667"/>
                  </a:lnTo>
                  <a:lnTo>
                    <a:pt x="263296" y="303686"/>
                  </a:lnTo>
                  <a:lnTo>
                    <a:pt x="267587" y="300567"/>
                  </a:lnTo>
                  <a:lnTo>
                    <a:pt x="271777" y="297314"/>
                  </a:lnTo>
                  <a:lnTo>
                    <a:pt x="275861" y="293929"/>
                  </a:lnTo>
                  <a:lnTo>
                    <a:pt x="279836" y="290417"/>
                  </a:lnTo>
                  <a:lnTo>
                    <a:pt x="283697" y="286780"/>
                  </a:lnTo>
                  <a:lnTo>
                    <a:pt x="287441" y="283022"/>
                  </a:lnTo>
                  <a:lnTo>
                    <a:pt x="291064" y="279147"/>
                  </a:lnTo>
                  <a:lnTo>
                    <a:pt x="294562" y="275160"/>
                  </a:lnTo>
                  <a:lnTo>
                    <a:pt x="297932" y="271063"/>
                  </a:lnTo>
                  <a:lnTo>
                    <a:pt x="301170" y="266862"/>
                  </a:lnTo>
                  <a:lnTo>
                    <a:pt x="304273" y="262560"/>
                  </a:lnTo>
                  <a:lnTo>
                    <a:pt x="307238" y="258162"/>
                  </a:lnTo>
                  <a:lnTo>
                    <a:pt x="310063" y="253672"/>
                  </a:lnTo>
                  <a:lnTo>
                    <a:pt x="312743" y="249094"/>
                  </a:lnTo>
                  <a:lnTo>
                    <a:pt x="315277" y="244434"/>
                  </a:lnTo>
                  <a:lnTo>
                    <a:pt x="317661" y="239696"/>
                  </a:lnTo>
                  <a:lnTo>
                    <a:pt x="319894" y="234884"/>
                  </a:lnTo>
                  <a:lnTo>
                    <a:pt x="321974" y="230004"/>
                  </a:lnTo>
                  <a:lnTo>
                    <a:pt x="323897" y="225061"/>
                  </a:lnTo>
                  <a:lnTo>
                    <a:pt x="325663" y="220059"/>
                  </a:lnTo>
                  <a:lnTo>
                    <a:pt x="327268" y="215003"/>
                  </a:lnTo>
                  <a:lnTo>
                    <a:pt x="328713" y="209899"/>
                  </a:lnTo>
                  <a:lnTo>
                    <a:pt x="329995" y="204752"/>
                  </a:lnTo>
                  <a:lnTo>
                    <a:pt x="331114" y="199567"/>
                  </a:lnTo>
                  <a:lnTo>
                    <a:pt x="332067" y="194349"/>
                  </a:lnTo>
                  <a:lnTo>
                    <a:pt x="332854" y="189103"/>
                  </a:lnTo>
                  <a:lnTo>
                    <a:pt x="333474" y="183835"/>
                  </a:lnTo>
                  <a:lnTo>
                    <a:pt x="333927" y="178550"/>
                  </a:lnTo>
                  <a:lnTo>
                    <a:pt x="334212" y="173253"/>
                  </a:lnTo>
                  <a:lnTo>
                    <a:pt x="334328" y="167950"/>
                  </a:lnTo>
                  <a:lnTo>
                    <a:pt x="334276" y="162645"/>
                  </a:lnTo>
                  <a:lnTo>
                    <a:pt x="334057" y="157346"/>
                  </a:lnTo>
                  <a:lnTo>
                    <a:pt x="333669" y="152055"/>
                  </a:lnTo>
                  <a:lnTo>
                    <a:pt x="333113" y="146780"/>
                  </a:lnTo>
                  <a:lnTo>
                    <a:pt x="332390" y="141525"/>
                  </a:lnTo>
                  <a:lnTo>
                    <a:pt x="331501" y="136296"/>
                  </a:lnTo>
                  <a:lnTo>
                    <a:pt x="330447" y="131097"/>
                  </a:lnTo>
                  <a:lnTo>
                    <a:pt x="329228" y="125934"/>
                  </a:lnTo>
                  <a:lnTo>
                    <a:pt x="327846" y="120813"/>
                  </a:lnTo>
                  <a:lnTo>
                    <a:pt x="326302" y="115738"/>
                  </a:lnTo>
                  <a:lnTo>
                    <a:pt x="324597" y="110715"/>
                  </a:lnTo>
                  <a:lnTo>
                    <a:pt x="322735" y="105748"/>
                  </a:lnTo>
                  <a:lnTo>
                    <a:pt x="320715" y="100843"/>
                  </a:lnTo>
                  <a:lnTo>
                    <a:pt x="318542" y="96005"/>
                  </a:lnTo>
                  <a:lnTo>
                    <a:pt x="316215" y="91238"/>
                  </a:lnTo>
                  <a:lnTo>
                    <a:pt x="313739" y="86547"/>
                  </a:lnTo>
                  <a:lnTo>
                    <a:pt x="311115" y="81937"/>
                  </a:lnTo>
                  <a:lnTo>
                    <a:pt x="308346" y="77412"/>
                  </a:lnTo>
                  <a:lnTo>
                    <a:pt x="305435" y="72978"/>
                  </a:lnTo>
                  <a:lnTo>
                    <a:pt x="302384" y="68638"/>
                  </a:lnTo>
                  <a:lnTo>
                    <a:pt x="299198" y="64398"/>
                  </a:lnTo>
                  <a:lnTo>
                    <a:pt x="295879" y="60260"/>
                  </a:lnTo>
                  <a:lnTo>
                    <a:pt x="292429" y="56230"/>
                  </a:lnTo>
                  <a:lnTo>
                    <a:pt x="288854" y="52311"/>
                  </a:lnTo>
                  <a:lnTo>
                    <a:pt x="285157" y="48508"/>
                  </a:lnTo>
                  <a:lnTo>
                    <a:pt x="281340" y="44824"/>
                  </a:lnTo>
                  <a:lnTo>
                    <a:pt x="277409" y="41263"/>
                  </a:lnTo>
                  <a:lnTo>
                    <a:pt x="273366" y="37829"/>
                  </a:lnTo>
                  <a:lnTo>
                    <a:pt x="269217" y="34524"/>
                  </a:lnTo>
                  <a:lnTo>
                    <a:pt x="264965" y="31353"/>
                  </a:lnTo>
                  <a:lnTo>
                    <a:pt x="260614" y="28318"/>
                  </a:lnTo>
                  <a:lnTo>
                    <a:pt x="256169" y="25423"/>
                  </a:lnTo>
                  <a:lnTo>
                    <a:pt x="251635" y="22670"/>
                  </a:lnTo>
                  <a:lnTo>
                    <a:pt x="247016" y="20063"/>
                  </a:lnTo>
                  <a:lnTo>
                    <a:pt x="242316" y="17603"/>
                  </a:lnTo>
                  <a:lnTo>
                    <a:pt x="237541" y="15294"/>
                  </a:lnTo>
                  <a:lnTo>
                    <a:pt x="232694" y="13138"/>
                  </a:lnTo>
                  <a:lnTo>
                    <a:pt x="227782" y="11136"/>
                  </a:lnTo>
                  <a:lnTo>
                    <a:pt x="222809" y="9291"/>
                  </a:lnTo>
                  <a:lnTo>
                    <a:pt x="217779" y="7605"/>
                  </a:lnTo>
                  <a:lnTo>
                    <a:pt x="212699" y="6079"/>
                  </a:lnTo>
                  <a:lnTo>
                    <a:pt x="207573" y="4716"/>
                  </a:lnTo>
                  <a:lnTo>
                    <a:pt x="202406" y="3515"/>
                  </a:lnTo>
                  <a:lnTo>
                    <a:pt x="197204" y="2479"/>
                  </a:lnTo>
                  <a:lnTo>
                    <a:pt x="191971" y="1609"/>
                  </a:lnTo>
                  <a:lnTo>
                    <a:pt x="186713" y="905"/>
                  </a:lnTo>
                  <a:lnTo>
                    <a:pt x="181436" y="368"/>
                  </a:lnTo>
                  <a:lnTo>
                    <a:pt x="176145" y="0"/>
                  </a:lnTo>
                  <a:lnTo>
                    <a:pt x="167164" y="1669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81287" y="2126963"/>
              <a:ext cx="8980" cy="167167"/>
            </a:xfrm>
            <a:custGeom>
              <a:avLst/>
              <a:pathLst>
                <a:path w="8980" h="167167">
                  <a:moveTo>
                    <a:pt x="8980" y="24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423598" y="2633064"/>
              <a:ext cx="334304" cy="334334"/>
            </a:xfrm>
            <a:custGeom>
              <a:avLst/>
              <a:pathLst>
                <a:path w="334304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5" y="336"/>
                  </a:lnTo>
                  <a:lnTo>
                    <a:pt x="151271" y="755"/>
                  </a:lnTo>
                  <a:lnTo>
                    <a:pt x="146004" y="1342"/>
                  </a:lnTo>
                  <a:lnTo>
                    <a:pt x="140757" y="2096"/>
                  </a:lnTo>
                  <a:lnTo>
                    <a:pt x="135537" y="3016"/>
                  </a:lnTo>
                  <a:lnTo>
                    <a:pt x="130349" y="4100"/>
                  </a:lnTo>
                  <a:lnTo>
                    <a:pt x="125198" y="5349"/>
                  </a:lnTo>
                  <a:lnTo>
                    <a:pt x="120089" y="6760"/>
                  </a:lnTo>
                  <a:lnTo>
                    <a:pt x="115027" y="8333"/>
                  </a:lnTo>
                  <a:lnTo>
                    <a:pt x="110018" y="10065"/>
                  </a:lnTo>
                  <a:lnTo>
                    <a:pt x="105066" y="11955"/>
                  </a:lnTo>
                  <a:lnTo>
                    <a:pt x="100177" y="14002"/>
                  </a:lnTo>
                  <a:lnTo>
                    <a:pt x="95354" y="16202"/>
                  </a:lnTo>
                  <a:lnTo>
                    <a:pt x="90604" y="18554"/>
                  </a:lnTo>
                  <a:lnTo>
                    <a:pt x="85931" y="21055"/>
                  </a:lnTo>
                  <a:lnTo>
                    <a:pt x="81340" y="23703"/>
                  </a:lnTo>
                  <a:lnTo>
                    <a:pt x="76835" y="26496"/>
                  </a:lnTo>
                  <a:lnTo>
                    <a:pt x="72421" y="29430"/>
                  </a:lnTo>
                  <a:lnTo>
                    <a:pt x="68102" y="32502"/>
                  </a:lnTo>
                  <a:lnTo>
                    <a:pt x="63882" y="35710"/>
                  </a:lnTo>
                  <a:lnTo>
                    <a:pt x="59767" y="39050"/>
                  </a:lnTo>
                  <a:lnTo>
                    <a:pt x="55759" y="42519"/>
                  </a:lnTo>
                  <a:lnTo>
                    <a:pt x="51863" y="46113"/>
                  </a:lnTo>
                  <a:lnTo>
                    <a:pt x="48083" y="49828"/>
                  </a:lnTo>
                  <a:lnTo>
                    <a:pt x="44423" y="53662"/>
                  </a:lnTo>
                  <a:lnTo>
                    <a:pt x="40887" y="57610"/>
                  </a:lnTo>
                  <a:lnTo>
                    <a:pt x="37477" y="61668"/>
                  </a:lnTo>
                  <a:lnTo>
                    <a:pt x="34197" y="65832"/>
                  </a:lnTo>
                  <a:lnTo>
                    <a:pt x="31052" y="70098"/>
                  </a:lnTo>
                  <a:lnTo>
                    <a:pt x="28043" y="74461"/>
                  </a:lnTo>
                  <a:lnTo>
                    <a:pt x="25173" y="78918"/>
                  </a:lnTo>
                  <a:lnTo>
                    <a:pt x="22447" y="83463"/>
                  </a:lnTo>
                  <a:lnTo>
                    <a:pt x="19866" y="88093"/>
                  </a:lnTo>
                  <a:lnTo>
                    <a:pt x="17433" y="92802"/>
                  </a:lnTo>
                  <a:lnTo>
                    <a:pt x="15151" y="97586"/>
                  </a:lnTo>
                  <a:lnTo>
                    <a:pt x="13022" y="102439"/>
                  </a:lnTo>
                  <a:lnTo>
                    <a:pt x="11047" y="107358"/>
                  </a:lnTo>
                  <a:lnTo>
                    <a:pt x="9229" y="112337"/>
                  </a:lnTo>
                  <a:lnTo>
                    <a:pt x="7570" y="117371"/>
                  </a:lnTo>
                  <a:lnTo>
                    <a:pt x="6072" y="122455"/>
                  </a:lnTo>
                  <a:lnTo>
                    <a:pt x="4735" y="127585"/>
                  </a:lnTo>
                  <a:lnTo>
                    <a:pt x="3562" y="132753"/>
                  </a:lnTo>
                  <a:lnTo>
                    <a:pt x="2553" y="137957"/>
                  </a:lnTo>
                  <a:lnTo>
                    <a:pt x="1710" y="143190"/>
                  </a:lnTo>
                  <a:lnTo>
                    <a:pt x="1033" y="148447"/>
                  </a:lnTo>
                  <a:lnTo>
                    <a:pt x="523" y="153722"/>
                  </a:lnTo>
                  <a:lnTo>
                    <a:pt x="181" y="159012"/>
                  </a:lnTo>
                  <a:lnTo>
                    <a:pt x="6" y="164309"/>
                  </a:lnTo>
                  <a:lnTo>
                    <a:pt x="0" y="169609"/>
                  </a:lnTo>
                  <a:lnTo>
                    <a:pt x="161" y="174907"/>
                  </a:lnTo>
                  <a:lnTo>
                    <a:pt x="490" y="180197"/>
                  </a:lnTo>
                  <a:lnTo>
                    <a:pt x="987" y="185474"/>
                  </a:lnTo>
                  <a:lnTo>
                    <a:pt x="1651" y="190733"/>
                  </a:lnTo>
                  <a:lnTo>
                    <a:pt x="2481" y="195968"/>
                  </a:lnTo>
                  <a:lnTo>
                    <a:pt x="3477" y="201174"/>
                  </a:lnTo>
                  <a:lnTo>
                    <a:pt x="4638" y="206346"/>
                  </a:lnTo>
                  <a:lnTo>
                    <a:pt x="5961" y="211478"/>
                  </a:lnTo>
                  <a:lnTo>
                    <a:pt x="7447" y="216566"/>
                  </a:lnTo>
                  <a:lnTo>
                    <a:pt x="9094" y="221604"/>
                  </a:lnTo>
                  <a:lnTo>
                    <a:pt x="10899" y="226588"/>
                  </a:lnTo>
                  <a:lnTo>
                    <a:pt x="12861" y="231511"/>
                  </a:lnTo>
                  <a:lnTo>
                    <a:pt x="14979" y="236370"/>
                  </a:lnTo>
                  <a:lnTo>
                    <a:pt x="17249" y="241160"/>
                  </a:lnTo>
                  <a:lnTo>
                    <a:pt x="19670" y="245875"/>
                  </a:lnTo>
                  <a:lnTo>
                    <a:pt x="22240" y="250511"/>
                  </a:lnTo>
                  <a:lnTo>
                    <a:pt x="24955" y="255063"/>
                  </a:lnTo>
                  <a:lnTo>
                    <a:pt x="27813" y="259527"/>
                  </a:lnTo>
                  <a:lnTo>
                    <a:pt x="30811" y="263898"/>
                  </a:lnTo>
                  <a:lnTo>
                    <a:pt x="33946" y="268171"/>
                  </a:lnTo>
                  <a:lnTo>
                    <a:pt x="37215" y="272343"/>
                  </a:lnTo>
                  <a:lnTo>
                    <a:pt x="40615" y="276410"/>
                  </a:lnTo>
                  <a:lnTo>
                    <a:pt x="44142" y="280366"/>
                  </a:lnTo>
                  <a:lnTo>
                    <a:pt x="47792" y="284209"/>
                  </a:lnTo>
                  <a:lnTo>
                    <a:pt x="51563" y="287934"/>
                  </a:lnTo>
                  <a:lnTo>
                    <a:pt x="55450" y="291538"/>
                  </a:lnTo>
                  <a:lnTo>
                    <a:pt x="59449" y="295017"/>
                  </a:lnTo>
                  <a:lnTo>
                    <a:pt x="63556" y="298367"/>
                  </a:lnTo>
                  <a:lnTo>
                    <a:pt x="67767" y="301585"/>
                  </a:lnTo>
                  <a:lnTo>
                    <a:pt x="72079" y="304668"/>
                  </a:lnTo>
                  <a:lnTo>
                    <a:pt x="76486" y="307613"/>
                  </a:lnTo>
                  <a:lnTo>
                    <a:pt x="80984" y="310417"/>
                  </a:lnTo>
                  <a:lnTo>
                    <a:pt x="85569" y="313076"/>
                  </a:lnTo>
                  <a:lnTo>
                    <a:pt x="90235" y="315589"/>
                  </a:lnTo>
                  <a:lnTo>
                    <a:pt x="94980" y="317953"/>
                  </a:lnTo>
                  <a:lnTo>
                    <a:pt x="99796" y="320165"/>
                  </a:lnTo>
                  <a:lnTo>
                    <a:pt x="104681" y="322224"/>
                  </a:lnTo>
                  <a:lnTo>
                    <a:pt x="109628" y="324126"/>
                  </a:lnTo>
                  <a:lnTo>
                    <a:pt x="114633" y="325871"/>
                  </a:lnTo>
                  <a:lnTo>
                    <a:pt x="119690" y="327456"/>
                  </a:lnTo>
                  <a:lnTo>
                    <a:pt x="124796" y="328880"/>
                  </a:lnTo>
                  <a:lnTo>
                    <a:pt x="129944" y="330142"/>
                  </a:lnTo>
                  <a:lnTo>
                    <a:pt x="135129" y="331239"/>
                  </a:lnTo>
                  <a:lnTo>
                    <a:pt x="140347" y="332172"/>
                  </a:lnTo>
                  <a:lnTo>
                    <a:pt x="145592" y="332939"/>
                  </a:lnTo>
                  <a:lnTo>
                    <a:pt x="150858" y="333539"/>
                  </a:lnTo>
                  <a:lnTo>
                    <a:pt x="156141" y="333972"/>
                  </a:lnTo>
                  <a:lnTo>
                    <a:pt x="161434" y="334237"/>
                  </a:lnTo>
                  <a:lnTo>
                    <a:pt x="166734" y="334334"/>
                  </a:lnTo>
                  <a:lnTo>
                    <a:pt x="172034" y="334263"/>
                  </a:lnTo>
                  <a:lnTo>
                    <a:pt x="177329" y="334024"/>
                  </a:lnTo>
                  <a:lnTo>
                    <a:pt x="182613" y="333618"/>
                  </a:lnTo>
                  <a:lnTo>
                    <a:pt x="187883" y="333044"/>
                  </a:lnTo>
                  <a:lnTo>
                    <a:pt x="193131" y="332303"/>
                  </a:lnTo>
                  <a:lnTo>
                    <a:pt x="198353" y="331396"/>
                  </a:lnTo>
                  <a:lnTo>
                    <a:pt x="203544" y="330324"/>
                  </a:lnTo>
                  <a:lnTo>
                    <a:pt x="208698" y="329089"/>
                  </a:lnTo>
                  <a:lnTo>
                    <a:pt x="213811" y="327690"/>
                  </a:lnTo>
                  <a:lnTo>
                    <a:pt x="218876" y="326130"/>
                  </a:lnTo>
                  <a:lnTo>
                    <a:pt x="223890" y="324410"/>
                  </a:lnTo>
                  <a:lnTo>
                    <a:pt x="228846" y="322532"/>
                  </a:lnTo>
                  <a:lnTo>
                    <a:pt x="233741" y="320498"/>
                  </a:lnTo>
                  <a:lnTo>
                    <a:pt x="238568" y="318310"/>
                  </a:lnTo>
                  <a:lnTo>
                    <a:pt x="243324" y="315970"/>
                  </a:lnTo>
                  <a:lnTo>
                    <a:pt x="248003" y="313480"/>
                  </a:lnTo>
                  <a:lnTo>
                    <a:pt x="252601" y="310843"/>
                  </a:lnTo>
                  <a:lnTo>
                    <a:pt x="257113" y="308062"/>
                  </a:lnTo>
                  <a:lnTo>
                    <a:pt x="261535" y="305139"/>
                  </a:lnTo>
                  <a:lnTo>
                    <a:pt x="265862" y="302077"/>
                  </a:lnTo>
                  <a:lnTo>
                    <a:pt x="270089" y="298880"/>
                  </a:lnTo>
                  <a:lnTo>
                    <a:pt x="274213" y="295550"/>
                  </a:lnTo>
                  <a:lnTo>
                    <a:pt x="278229" y="292092"/>
                  </a:lnTo>
                  <a:lnTo>
                    <a:pt x="282134" y="288507"/>
                  </a:lnTo>
                  <a:lnTo>
                    <a:pt x="285923" y="284801"/>
                  </a:lnTo>
                  <a:lnTo>
                    <a:pt x="289592" y="280976"/>
                  </a:lnTo>
                  <a:lnTo>
                    <a:pt x="293139" y="277037"/>
                  </a:lnTo>
                  <a:lnTo>
                    <a:pt x="296559" y="272988"/>
                  </a:lnTo>
                  <a:lnTo>
                    <a:pt x="299849" y="268832"/>
                  </a:lnTo>
                  <a:lnTo>
                    <a:pt x="303005" y="264574"/>
                  </a:lnTo>
                  <a:lnTo>
                    <a:pt x="306025" y="260218"/>
                  </a:lnTo>
                  <a:lnTo>
                    <a:pt x="308905" y="255768"/>
                  </a:lnTo>
                  <a:lnTo>
                    <a:pt x="311643" y="251230"/>
                  </a:lnTo>
                  <a:lnTo>
                    <a:pt x="314235" y="246607"/>
                  </a:lnTo>
                  <a:lnTo>
                    <a:pt x="316680" y="241904"/>
                  </a:lnTo>
                  <a:lnTo>
                    <a:pt x="318974" y="237126"/>
                  </a:lnTo>
                  <a:lnTo>
                    <a:pt x="321115" y="232277"/>
                  </a:lnTo>
                  <a:lnTo>
                    <a:pt x="323102" y="227363"/>
                  </a:lnTo>
                  <a:lnTo>
                    <a:pt x="324932" y="222389"/>
                  </a:lnTo>
                  <a:lnTo>
                    <a:pt x="326604" y="217359"/>
                  </a:lnTo>
                  <a:lnTo>
                    <a:pt x="328115" y="212279"/>
                  </a:lnTo>
                  <a:lnTo>
                    <a:pt x="329464" y="207153"/>
                  </a:lnTo>
                  <a:lnTo>
                    <a:pt x="330650" y="201987"/>
                  </a:lnTo>
                  <a:lnTo>
                    <a:pt x="331672" y="196786"/>
                  </a:lnTo>
                  <a:lnTo>
                    <a:pt x="332528" y="191555"/>
                  </a:lnTo>
                  <a:lnTo>
                    <a:pt x="333218" y="186300"/>
                  </a:lnTo>
                  <a:lnTo>
                    <a:pt x="333741" y="181025"/>
                  </a:lnTo>
                  <a:lnTo>
                    <a:pt x="334097" y="175737"/>
                  </a:lnTo>
                  <a:lnTo>
                    <a:pt x="334284" y="170440"/>
                  </a:lnTo>
                  <a:lnTo>
                    <a:pt x="334304" y="165140"/>
                  </a:lnTo>
                  <a:lnTo>
                    <a:pt x="334156" y="159841"/>
                  </a:lnTo>
                  <a:lnTo>
                    <a:pt x="333840" y="154551"/>
                  </a:lnTo>
                  <a:lnTo>
                    <a:pt x="333356" y="149272"/>
                  </a:lnTo>
                  <a:lnTo>
                    <a:pt x="332705" y="144012"/>
                  </a:lnTo>
                  <a:lnTo>
                    <a:pt x="331888" y="138775"/>
                  </a:lnTo>
                  <a:lnTo>
                    <a:pt x="330905" y="133567"/>
                  </a:lnTo>
                  <a:lnTo>
                    <a:pt x="329757" y="128392"/>
                  </a:lnTo>
                  <a:lnTo>
                    <a:pt x="328446" y="123256"/>
                  </a:lnTo>
                  <a:lnTo>
                    <a:pt x="326973" y="118165"/>
                  </a:lnTo>
                  <a:lnTo>
                    <a:pt x="325339" y="11312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46187"/>
              <a:ext cx="158190" cy="54044"/>
            </a:xfrm>
            <a:custGeom>
              <a:avLst/>
              <a:pathLst>
                <a:path w="158190" h="54044">
                  <a:moveTo>
                    <a:pt x="158190" y="0"/>
                  </a:moveTo>
                  <a:lnTo>
                    <a:pt x="0" y="54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46187"/>
              <a:ext cx="158190" cy="54044"/>
            </a:xfrm>
            <a:custGeom>
              <a:avLst/>
              <a:pathLst>
                <a:path w="158190" h="54044">
                  <a:moveTo>
                    <a:pt x="158190" y="0"/>
                  </a:moveTo>
                  <a:lnTo>
                    <a:pt x="0" y="54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6187"/>
              <a:ext cx="158190" cy="54044"/>
            </a:xfrm>
            <a:custGeom>
              <a:avLst/>
              <a:pathLst>
                <a:path w="158190" h="54044">
                  <a:moveTo>
                    <a:pt x="158190" y="0"/>
                  </a:moveTo>
                  <a:lnTo>
                    <a:pt x="0" y="54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46187"/>
              <a:ext cx="158190" cy="54044"/>
            </a:xfrm>
            <a:custGeom>
              <a:avLst/>
              <a:pathLst>
                <a:path w="158190" h="54044">
                  <a:moveTo>
                    <a:pt x="158190" y="0"/>
                  </a:moveTo>
                  <a:lnTo>
                    <a:pt x="0" y="540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46187"/>
              <a:ext cx="158190" cy="54044"/>
            </a:xfrm>
            <a:custGeom>
              <a:avLst/>
              <a:pathLst>
                <a:path w="158190" h="54044">
                  <a:moveTo>
                    <a:pt x="158190" y="0"/>
                  </a:moveTo>
                  <a:lnTo>
                    <a:pt x="0" y="54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46187"/>
              <a:ext cx="158190" cy="54044"/>
            </a:xfrm>
            <a:custGeom>
              <a:avLst/>
              <a:pathLst>
                <a:path w="158190" h="54044">
                  <a:moveTo>
                    <a:pt x="158190" y="0"/>
                  </a:moveTo>
                  <a:lnTo>
                    <a:pt x="0" y="54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46187"/>
              <a:ext cx="158190" cy="54044"/>
            </a:xfrm>
            <a:custGeom>
              <a:avLst/>
              <a:pathLst>
                <a:path w="158190" h="54044">
                  <a:moveTo>
                    <a:pt x="158190" y="0"/>
                  </a:moveTo>
                  <a:lnTo>
                    <a:pt x="0" y="540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46187"/>
              <a:ext cx="158190" cy="54044"/>
            </a:xfrm>
            <a:custGeom>
              <a:avLst/>
              <a:pathLst>
                <a:path w="158190" h="54044">
                  <a:moveTo>
                    <a:pt x="158190" y="0"/>
                  </a:moveTo>
                  <a:lnTo>
                    <a:pt x="0" y="54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46187"/>
              <a:ext cx="158190" cy="54044"/>
            </a:xfrm>
            <a:custGeom>
              <a:avLst/>
              <a:pathLst>
                <a:path w="158190" h="54044">
                  <a:moveTo>
                    <a:pt x="158190" y="0"/>
                  </a:moveTo>
                  <a:lnTo>
                    <a:pt x="0" y="54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46187"/>
              <a:ext cx="158190" cy="54044"/>
            </a:xfrm>
            <a:custGeom>
              <a:avLst/>
              <a:pathLst>
                <a:path w="158190" h="54044">
                  <a:moveTo>
                    <a:pt x="158190" y="0"/>
                  </a:moveTo>
                  <a:lnTo>
                    <a:pt x="0" y="54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46187"/>
              <a:ext cx="158190" cy="54044"/>
            </a:xfrm>
            <a:custGeom>
              <a:avLst/>
              <a:pathLst>
                <a:path w="158190" h="54044">
                  <a:moveTo>
                    <a:pt x="158190" y="0"/>
                  </a:moveTo>
                  <a:lnTo>
                    <a:pt x="0" y="54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46187"/>
              <a:ext cx="158190" cy="54044"/>
            </a:xfrm>
            <a:custGeom>
              <a:avLst/>
              <a:pathLst>
                <a:path w="158190" h="54044">
                  <a:moveTo>
                    <a:pt x="158190" y="0"/>
                  </a:moveTo>
                  <a:lnTo>
                    <a:pt x="0" y="540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46187"/>
              <a:ext cx="158190" cy="54044"/>
            </a:xfrm>
            <a:custGeom>
              <a:avLst/>
              <a:pathLst>
                <a:path w="158190" h="54044">
                  <a:moveTo>
                    <a:pt x="158190" y="0"/>
                  </a:moveTo>
                  <a:lnTo>
                    <a:pt x="0" y="540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653088"/>
              <a:ext cx="158190" cy="147142"/>
            </a:xfrm>
            <a:custGeom>
              <a:avLst/>
              <a:pathLst>
                <a:path w="158190" h="147142">
                  <a:moveTo>
                    <a:pt x="158190" y="93098"/>
                  </a:moveTo>
                  <a:lnTo>
                    <a:pt x="156264" y="87758"/>
                  </a:lnTo>
                  <a:lnTo>
                    <a:pt x="154157" y="82487"/>
                  </a:lnTo>
                  <a:lnTo>
                    <a:pt x="151873" y="77290"/>
                  </a:lnTo>
                  <a:lnTo>
                    <a:pt x="149414" y="72174"/>
                  </a:lnTo>
                  <a:lnTo>
                    <a:pt x="146782" y="67144"/>
                  </a:lnTo>
                  <a:lnTo>
                    <a:pt x="143982" y="62207"/>
                  </a:lnTo>
                  <a:lnTo>
                    <a:pt x="141015" y="57367"/>
                  </a:lnTo>
                  <a:lnTo>
                    <a:pt x="137885" y="52631"/>
                  </a:lnTo>
                  <a:lnTo>
                    <a:pt x="134597" y="48004"/>
                  </a:lnTo>
                  <a:lnTo>
                    <a:pt x="131153" y="43491"/>
                  </a:lnTo>
                  <a:lnTo>
                    <a:pt x="127558" y="39098"/>
                  </a:lnTo>
                  <a:lnTo>
                    <a:pt x="123817" y="34829"/>
                  </a:lnTo>
                  <a:lnTo>
                    <a:pt x="119932" y="30690"/>
                  </a:lnTo>
                  <a:lnTo>
                    <a:pt x="115909" y="26685"/>
                  </a:lnTo>
                  <a:lnTo>
                    <a:pt x="111752" y="22819"/>
                  </a:lnTo>
                  <a:lnTo>
                    <a:pt x="107467" y="19096"/>
                  </a:lnTo>
                  <a:lnTo>
                    <a:pt x="103057" y="15521"/>
                  </a:lnTo>
                  <a:lnTo>
                    <a:pt x="98529" y="12098"/>
                  </a:lnTo>
                  <a:lnTo>
                    <a:pt x="93887" y="8831"/>
                  </a:lnTo>
                  <a:lnTo>
                    <a:pt x="89137" y="5723"/>
                  </a:lnTo>
                  <a:lnTo>
                    <a:pt x="84284" y="2778"/>
                  </a:lnTo>
                  <a:lnTo>
                    <a:pt x="79334" y="0"/>
                  </a:lnTo>
                  <a:lnTo>
                    <a:pt x="0" y="14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633064"/>
              <a:ext cx="79334" cy="167167"/>
            </a:xfrm>
            <a:custGeom>
              <a:avLst/>
              <a:pathLst>
                <a:path w="79334" h="167167">
                  <a:moveTo>
                    <a:pt x="79334" y="20024"/>
                  </a:moveTo>
                  <a:lnTo>
                    <a:pt x="74088" y="17314"/>
                  </a:lnTo>
                  <a:lnTo>
                    <a:pt x="68750" y="14791"/>
                  </a:lnTo>
                  <a:lnTo>
                    <a:pt x="63326" y="12459"/>
                  </a:lnTo>
                  <a:lnTo>
                    <a:pt x="57824" y="10319"/>
                  </a:lnTo>
                  <a:lnTo>
                    <a:pt x="52249" y="8375"/>
                  </a:lnTo>
                  <a:lnTo>
                    <a:pt x="46609" y="6629"/>
                  </a:lnTo>
                  <a:lnTo>
                    <a:pt x="40911" y="5083"/>
                  </a:lnTo>
                  <a:lnTo>
                    <a:pt x="35161" y="3739"/>
                  </a:lnTo>
                  <a:lnTo>
                    <a:pt x="29368" y="2600"/>
                  </a:lnTo>
                  <a:lnTo>
                    <a:pt x="23539" y="1665"/>
                  </a:lnTo>
                  <a:lnTo>
                    <a:pt x="17680" y="937"/>
                  </a:lnTo>
                  <a:lnTo>
                    <a:pt x="11799" y="416"/>
                  </a:lnTo>
                  <a:lnTo>
                    <a:pt x="590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358830" y="3170392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1" y="1342"/>
                  </a:lnTo>
                  <a:lnTo>
                    <a:pt x="140765" y="2095"/>
                  </a:lnTo>
                  <a:lnTo>
                    <a:pt x="135547" y="3014"/>
                  </a:lnTo>
                  <a:lnTo>
                    <a:pt x="130360" y="4098"/>
                  </a:lnTo>
                  <a:lnTo>
                    <a:pt x="125210" y="5346"/>
                  </a:lnTo>
                  <a:lnTo>
                    <a:pt x="120103" y="6757"/>
                  </a:lnTo>
                  <a:lnTo>
                    <a:pt x="115042" y="8328"/>
                  </a:lnTo>
                  <a:lnTo>
                    <a:pt x="110034" y="10060"/>
                  </a:lnTo>
                  <a:lnTo>
                    <a:pt x="105083" y="11949"/>
                  </a:lnTo>
                  <a:lnTo>
                    <a:pt x="100195" y="13994"/>
                  </a:lnTo>
                  <a:lnTo>
                    <a:pt x="95374" y="16193"/>
                  </a:lnTo>
                  <a:lnTo>
                    <a:pt x="90625" y="18544"/>
                  </a:lnTo>
                  <a:lnTo>
                    <a:pt x="85953" y="21044"/>
                  </a:lnTo>
                  <a:lnTo>
                    <a:pt x="81363" y="23691"/>
                  </a:lnTo>
                  <a:lnTo>
                    <a:pt x="76859" y="26482"/>
                  </a:lnTo>
                  <a:lnTo>
                    <a:pt x="72445" y="29414"/>
                  </a:lnTo>
                  <a:lnTo>
                    <a:pt x="68127" y="32485"/>
                  </a:lnTo>
                  <a:lnTo>
                    <a:pt x="63908" y="35691"/>
                  </a:lnTo>
                  <a:lnTo>
                    <a:pt x="59793" y="39029"/>
                  </a:lnTo>
                  <a:lnTo>
                    <a:pt x="55785" y="42496"/>
                  </a:lnTo>
                  <a:lnTo>
                    <a:pt x="51890" y="46088"/>
                  </a:lnTo>
                  <a:lnTo>
                    <a:pt x="48110" y="49802"/>
                  </a:lnTo>
                  <a:lnTo>
                    <a:pt x="44450" y="53634"/>
                  </a:lnTo>
                  <a:lnTo>
                    <a:pt x="40914" y="57580"/>
                  </a:lnTo>
                  <a:lnTo>
                    <a:pt x="37504" y="61636"/>
                  </a:lnTo>
                  <a:lnTo>
                    <a:pt x="34224" y="65798"/>
                  </a:lnTo>
                  <a:lnTo>
                    <a:pt x="31078" y="70062"/>
                  </a:lnTo>
                  <a:lnTo>
                    <a:pt x="28069" y="74423"/>
                  </a:lnTo>
                  <a:lnTo>
                    <a:pt x="25200" y="78878"/>
                  </a:lnTo>
                  <a:lnTo>
                    <a:pt x="22473" y="83421"/>
                  </a:lnTo>
                  <a:lnTo>
                    <a:pt x="19891" y="88049"/>
                  </a:lnTo>
                  <a:lnTo>
                    <a:pt x="17457" y="92756"/>
                  </a:lnTo>
                  <a:lnTo>
                    <a:pt x="15174" y="97537"/>
                  </a:lnTo>
                  <a:lnTo>
                    <a:pt x="13044" y="102389"/>
                  </a:lnTo>
                  <a:lnTo>
                    <a:pt x="11068" y="107306"/>
                  </a:lnTo>
                  <a:lnTo>
                    <a:pt x="9249" y="112283"/>
                  </a:lnTo>
                  <a:lnTo>
                    <a:pt x="7589" y="117315"/>
                  </a:lnTo>
                  <a:lnTo>
                    <a:pt x="6089" y="122397"/>
                  </a:lnTo>
                  <a:lnTo>
                    <a:pt x="4751" y="127524"/>
                  </a:lnTo>
                  <a:lnTo>
                    <a:pt x="3576" y="132691"/>
                  </a:lnTo>
                  <a:lnTo>
                    <a:pt x="2566" y="137893"/>
                  </a:lnTo>
                  <a:lnTo>
                    <a:pt x="1721" y="143124"/>
                  </a:lnTo>
                  <a:lnTo>
                    <a:pt x="1042" y="148379"/>
                  </a:lnTo>
                  <a:lnTo>
                    <a:pt x="530" y="153653"/>
                  </a:lnTo>
                  <a:lnTo>
                    <a:pt x="185" y="158941"/>
                  </a:lnTo>
                  <a:lnTo>
                    <a:pt x="8" y="164237"/>
                  </a:lnTo>
                  <a:lnTo>
                    <a:pt x="0" y="169536"/>
                  </a:lnTo>
                  <a:lnTo>
                    <a:pt x="159" y="174832"/>
                  </a:lnTo>
                  <a:lnTo>
                    <a:pt x="485" y="180121"/>
                  </a:lnTo>
                  <a:lnTo>
                    <a:pt x="980" y="185397"/>
                  </a:lnTo>
                  <a:lnTo>
                    <a:pt x="1641" y="190654"/>
                  </a:lnTo>
                  <a:lnTo>
                    <a:pt x="2468" y="195888"/>
                  </a:lnTo>
                  <a:lnTo>
                    <a:pt x="3461" y="201093"/>
                  </a:lnTo>
                  <a:lnTo>
                    <a:pt x="4619" y="206264"/>
                  </a:lnTo>
                  <a:lnTo>
                    <a:pt x="5940" y="211396"/>
                  </a:lnTo>
                  <a:lnTo>
                    <a:pt x="7423" y="216483"/>
                  </a:lnTo>
                  <a:lnTo>
                    <a:pt x="9066" y="221520"/>
                  </a:lnTo>
                  <a:lnTo>
                    <a:pt x="10868" y="226503"/>
                  </a:lnTo>
                  <a:lnTo>
                    <a:pt x="12827" y="231427"/>
                  </a:lnTo>
                  <a:lnTo>
                    <a:pt x="14941" y="236286"/>
                  </a:lnTo>
                  <a:lnTo>
                    <a:pt x="17208" y="241075"/>
                  </a:lnTo>
                  <a:lnTo>
                    <a:pt x="19626" y="245790"/>
                  </a:lnTo>
                  <a:lnTo>
                    <a:pt x="22192" y="250426"/>
                  </a:lnTo>
                  <a:lnTo>
                    <a:pt x="24904" y="254979"/>
                  </a:lnTo>
                  <a:lnTo>
                    <a:pt x="27758" y="259443"/>
                  </a:lnTo>
                  <a:lnTo>
                    <a:pt x="30753" y="263814"/>
                  </a:lnTo>
                  <a:lnTo>
                    <a:pt x="33885" y="268089"/>
                  </a:lnTo>
                  <a:lnTo>
                    <a:pt x="37150" y="272262"/>
                  </a:lnTo>
                  <a:lnTo>
                    <a:pt x="40546" y="276329"/>
                  </a:lnTo>
                  <a:lnTo>
                    <a:pt x="44070" y="280287"/>
                  </a:lnTo>
                  <a:lnTo>
                    <a:pt x="47717" y="284131"/>
                  </a:lnTo>
                  <a:lnTo>
                    <a:pt x="51484" y="287858"/>
                  </a:lnTo>
                  <a:lnTo>
                    <a:pt x="55367" y="291463"/>
                  </a:lnTo>
                  <a:lnTo>
                    <a:pt x="59363" y="294943"/>
                  </a:lnTo>
                  <a:lnTo>
                    <a:pt x="63467" y="298295"/>
                  </a:lnTo>
                  <a:lnTo>
                    <a:pt x="67675" y="301516"/>
                  </a:lnTo>
                  <a:lnTo>
                    <a:pt x="71983" y="304601"/>
                  </a:lnTo>
                  <a:lnTo>
                    <a:pt x="76386" y="307548"/>
                  </a:lnTo>
                  <a:lnTo>
                    <a:pt x="80881" y="310354"/>
                  </a:lnTo>
                  <a:lnTo>
                    <a:pt x="85463" y="313017"/>
                  </a:lnTo>
                  <a:lnTo>
                    <a:pt x="90126" y="315532"/>
                  </a:lnTo>
                  <a:lnTo>
                    <a:pt x="94867" y="317899"/>
                  </a:lnTo>
                  <a:lnTo>
                    <a:pt x="99681" y="320114"/>
                  </a:lnTo>
                  <a:lnTo>
                    <a:pt x="104562" y="322176"/>
                  </a:lnTo>
                  <a:lnTo>
                    <a:pt x="109507" y="324082"/>
                  </a:lnTo>
                  <a:lnTo>
                    <a:pt x="114509" y="325830"/>
                  </a:lnTo>
                  <a:lnTo>
                    <a:pt x="119564" y="327418"/>
                  </a:lnTo>
                  <a:lnTo>
                    <a:pt x="124667" y="328846"/>
                  </a:lnTo>
                  <a:lnTo>
                    <a:pt x="129813" y="330111"/>
                  </a:lnTo>
                  <a:lnTo>
                    <a:pt x="134996" y="331213"/>
                  </a:lnTo>
                  <a:lnTo>
                    <a:pt x="140211" y="332149"/>
                  </a:lnTo>
                  <a:lnTo>
                    <a:pt x="145454" y="332920"/>
                  </a:lnTo>
                  <a:lnTo>
                    <a:pt x="150718" y="333525"/>
                  </a:lnTo>
                  <a:lnTo>
                    <a:pt x="155999" y="333962"/>
                  </a:lnTo>
                  <a:lnTo>
                    <a:pt x="161291" y="334232"/>
                  </a:lnTo>
                  <a:lnTo>
                    <a:pt x="166589" y="334333"/>
                  </a:lnTo>
                  <a:lnTo>
                    <a:pt x="171887" y="334267"/>
                  </a:lnTo>
                  <a:lnTo>
                    <a:pt x="177181" y="334033"/>
                  </a:lnTo>
                  <a:lnTo>
                    <a:pt x="182464" y="333631"/>
                  </a:lnTo>
                  <a:lnTo>
                    <a:pt x="187733" y="333062"/>
                  </a:lnTo>
                  <a:lnTo>
                    <a:pt x="192980" y="332327"/>
                  </a:lnTo>
                  <a:lnTo>
                    <a:pt x="198202" y="331425"/>
                  </a:lnTo>
                  <a:lnTo>
                    <a:pt x="203392" y="330358"/>
                  </a:lnTo>
                  <a:lnTo>
                    <a:pt x="208546" y="329128"/>
                  </a:lnTo>
                  <a:lnTo>
                    <a:pt x="213659" y="327734"/>
                  </a:lnTo>
                  <a:lnTo>
                    <a:pt x="218724" y="326180"/>
                  </a:lnTo>
                  <a:lnTo>
                    <a:pt x="223738" y="324465"/>
                  </a:lnTo>
                  <a:lnTo>
                    <a:pt x="228695" y="322593"/>
                  </a:lnTo>
                  <a:lnTo>
                    <a:pt x="233590" y="320564"/>
                  </a:lnTo>
                  <a:lnTo>
                    <a:pt x="238419" y="318381"/>
                  </a:lnTo>
                  <a:lnTo>
                    <a:pt x="243175" y="316046"/>
                  </a:lnTo>
                  <a:lnTo>
                    <a:pt x="247856" y="313562"/>
                  </a:lnTo>
                  <a:lnTo>
                    <a:pt x="252455" y="310931"/>
                  </a:lnTo>
                  <a:lnTo>
                    <a:pt x="256969" y="308155"/>
                  </a:lnTo>
                  <a:lnTo>
                    <a:pt x="261392" y="305237"/>
                  </a:lnTo>
                  <a:lnTo>
                    <a:pt x="265721" y="302181"/>
                  </a:lnTo>
                  <a:lnTo>
                    <a:pt x="269950" y="298989"/>
                  </a:lnTo>
                  <a:lnTo>
                    <a:pt x="274077" y="295665"/>
                  </a:lnTo>
                  <a:lnTo>
                    <a:pt x="278096" y="292211"/>
                  </a:lnTo>
                  <a:lnTo>
                    <a:pt x="282003" y="288632"/>
                  </a:lnTo>
                  <a:lnTo>
                    <a:pt x="285795" y="284931"/>
                  </a:lnTo>
                  <a:lnTo>
                    <a:pt x="289468" y="281111"/>
                  </a:lnTo>
                  <a:lnTo>
                    <a:pt x="293018" y="277177"/>
                  </a:lnTo>
                  <a:lnTo>
                    <a:pt x="296441" y="273133"/>
                  </a:lnTo>
                  <a:lnTo>
                    <a:pt x="299735" y="268982"/>
                  </a:lnTo>
                  <a:lnTo>
                    <a:pt x="302895" y="264729"/>
                  </a:lnTo>
                  <a:lnTo>
                    <a:pt x="305919" y="260377"/>
                  </a:lnTo>
                  <a:lnTo>
                    <a:pt x="308803" y="255932"/>
                  </a:lnTo>
                  <a:lnTo>
                    <a:pt x="311546" y="251398"/>
                  </a:lnTo>
                  <a:lnTo>
                    <a:pt x="314143" y="246779"/>
                  </a:lnTo>
                  <a:lnTo>
                    <a:pt x="316592" y="242081"/>
                  </a:lnTo>
                  <a:lnTo>
                    <a:pt x="318891" y="237307"/>
                  </a:lnTo>
                  <a:lnTo>
                    <a:pt x="321038" y="232462"/>
                  </a:lnTo>
                  <a:lnTo>
                    <a:pt x="323030" y="227552"/>
                  </a:lnTo>
                  <a:lnTo>
                    <a:pt x="324866" y="222581"/>
                  </a:lnTo>
                  <a:lnTo>
                    <a:pt x="326543" y="217555"/>
                  </a:lnTo>
                  <a:lnTo>
                    <a:pt x="328060" y="212478"/>
                  </a:lnTo>
                  <a:lnTo>
                    <a:pt x="329415" y="207355"/>
                  </a:lnTo>
                  <a:lnTo>
                    <a:pt x="330607" y="202192"/>
                  </a:lnTo>
                  <a:lnTo>
                    <a:pt x="331635" y="196994"/>
                  </a:lnTo>
                  <a:lnTo>
                    <a:pt x="332498" y="191766"/>
                  </a:lnTo>
                  <a:lnTo>
                    <a:pt x="333194" y="186513"/>
                  </a:lnTo>
                  <a:lnTo>
                    <a:pt x="333724" y="181240"/>
                  </a:lnTo>
                  <a:lnTo>
                    <a:pt x="334087" y="175954"/>
                  </a:lnTo>
                  <a:lnTo>
                    <a:pt x="334281" y="170659"/>
                  </a:lnTo>
                  <a:lnTo>
                    <a:pt x="334308" y="165360"/>
                  </a:lnTo>
                  <a:lnTo>
                    <a:pt x="334167" y="160063"/>
                  </a:lnTo>
                  <a:lnTo>
                    <a:pt x="333858" y="154773"/>
                  </a:lnTo>
                  <a:lnTo>
                    <a:pt x="333381" y="149496"/>
                  </a:lnTo>
                  <a:lnTo>
                    <a:pt x="332737" y="144236"/>
                  </a:lnTo>
                  <a:lnTo>
                    <a:pt x="331927" y="138999"/>
                  </a:lnTo>
                  <a:lnTo>
                    <a:pt x="330952" y="133791"/>
                  </a:lnTo>
                  <a:lnTo>
                    <a:pt x="329812" y="128616"/>
                  </a:lnTo>
                  <a:lnTo>
                    <a:pt x="328508" y="123480"/>
                  </a:lnTo>
                  <a:lnTo>
                    <a:pt x="327043" y="118388"/>
                  </a:lnTo>
                  <a:lnTo>
                    <a:pt x="325416" y="113345"/>
                  </a:lnTo>
                  <a:lnTo>
                    <a:pt x="323631" y="108356"/>
                  </a:lnTo>
                  <a:lnTo>
                    <a:pt x="321688" y="103426"/>
                  </a:lnTo>
                  <a:lnTo>
                    <a:pt x="319590" y="98560"/>
                  </a:lnTo>
                  <a:lnTo>
                    <a:pt x="317339" y="93763"/>
                  </a:lnTo>
                  <a:lnTo>
                    <a:pt x="314938" y="89040"/>
                  </a:lnTo>
                  <a:lnTo>
                    <a:pt x="312387" y="84395"/>
                  </a:lnTo>
                  <a:lnTo>
                    <a:pt x="309691" y="79834"/>
                  </a:lnTo>
                  <a:lnTo>
                    <a:pt x="306851" y="75360"/>
                  </a:lnTo>
                  <a:lnTo>
                    <a:pt x="303871" y="70978"/>
                  </a:lnTo>
                  <a:lnTo>
                    <a:pt x="300754" y="66693"/>
                  </a:lnTo>
                  <a:lnTo>
                    <a:pt x="297502" y="62509"/>
                  </a:lnTo>
                  <a:lnTo>
                    <a:pt x="294120" y="58430"/>
                  </a:lnTo>
                  <a:lnTo>
                    <a:pt x="290610" y="54461"/>
                  </a:lnTo>
                  <a:lnTo>
                    <a:pt x="286976" y="50605"/>
                  </a:lnTo>
                  <a:lnTo>
                    <a:pt x="283221" y="46865"/>
                  </a:lnTo>
                  <a:lnTo>
                    <a:pt x="279350" y="43247"/>
                  </a:lnTo>
                  <a:lnTo>
                    <a:pt x="275366" y="3975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10146"/>
              <a:ext cx="108216" cy="127413"/>
            </a:xfrm>
            <a:custGeom>
              <a:avLst/>
              <a:pathLst>
                <a:path w="108216" h="127413">
                  <a:moveTo>
                    <a:pt x="108216" y="0"/>
                  </a:moveTo>
                  <a:lnTo>
                    <a:pt x="0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10146"/>
              <a:ext cx="108216" cy="127413"/>
            </a:xfrm>
            <a:custGeom>
              <a:avLst/>
              <a:pathLst>
                <a:path w="108216" h="127413">
                  <a:moveTo>
                    <a:pt x="108216" y="0"/>
                  </a:moveTo>
                  <a:lnTo>
                    <a:pt x="0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10146"/>
              <a:ext cx="108216" cy="127413"/>
            </a:xfrm>
            <a:custGeom>
              <a:avLst/>
              <a:pathLst>
                <a:path w="108216" h="127413">
                  <a:moveTo>
                    <a:pt x="108216" y="0"/>
                  </a:moveTo>
                  <a:lnTo>
                    <a:pt x="0" y="1274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0146"/>
              <a:ext cx="108216" cy="127413"/>
            </a:xfrm>
            <a:custGeom>
              <a:avLst/>
              <a:pathLst>
                <a:path w="108216" h="127413">
                  <a:moveTo>
                    <a:pt x="108216" y="0"/>
                  </a:moveTo>
                  <a:lnTo>
                    <a:pt x="0" y="127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0146"/>
              <a:ext cx="108216" cy="127413"/>
            </a:xfrm>
            <a:custGeom>
              <a:avLst/>
              <a:pathLst>
                <a:path w="108216" h="127413">
                  <a:moveTo>
                    <a:pt x="108216" y="0"/>
                  </a:moveTo>
                  <a:lnTo>
                    <a:pt x="0" y="127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0146"/>
              <a:ext cx="108216" cy="127413"/>
            </a:xfrm>
            <a:custGeom>
              <a:avLst/>
              <a:pathLst>
                <a:path w="108216" h="127413">
                  <a:moveTo>
                    <a:pt x="108216" y="0"/>
                  </a:moveTo>
                  <a:lnTo>
                    <a:pt x="0" y="1274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0146"/>
              <a:ext cx="108216" cy="127413"/>
            </a:xfrm>
            <a:custGeom>
              <a:avLst/>
              <a:pathLst>
                <a:path w="108216" h="127413">
                  <a:moveTo>
                    <a:pt x="108216" y="0"/>
                  </a:moveTo>
                  <a:lnTo>
                    <a:pt x="0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0146"/>
              <a:ext cx="108216" cy="127413"/>
            </a:xfrm>
            <a:custGeom>
              <a:avLst/>
              <a:pathLst>
                <a:path w="108216" h="127413">
                  <a:moveTo>
                    <a:pt x="108216" y="0"/>
                  </a:moveTo>
                  <a:lnTo>
                    <a:pt x="0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0146"/>
              <a:ext cx="108216" cy="127413"/>
            </a:xfrm>
            <a:custGeom>
              <a:avLst/>
              <a:pathLst>
                <a:path w="108216" h="127413">
                  <a:moveTo>
                    <a:pt x="108216" y="0"/>
                  </a:moveTo>
                  <a:lnTo>
                    <a:pt x="0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0146"/>
              <a:ext cx="108216" cy="127413"/>
            </a:xfrm>
            <a:custGeom>
              <a:avLst/>
              <a:pathLst>
                <a:path w="108216" h="127413">
                  <a:moveTo>
                    <a:pt x="108216" y="0"/>
                  </a:moveTo>
                  <a:lnTo>
                    <a:pt x="0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0146"/>
              <a:ext cx="108216" cy="127413"/>
            </a:xfrm>
            <a:custGeom>
              <a:avLst/>
              <a:pathLst>
                <a:path w="108216" h="127413">
                  <a:moveTo>
                    <a:pt x="108216" y="0"/>
                  </a:moveTo>
                  <a:lnTo>
                    <a:pt x="0" y="1274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0146"/>
              <a:ext cx="108216" cy="127413"/>
            </a:xfrm>
            <a:custGeom>
              <a:avLst/>
              <a:pathLst>
                <a:path w="108216" h="127413">
                  <a:moveTo>
                    <a:pt x="108216" y="0"/>
                  </a:moveTo>
                  <a:lnTo>
                    <a:pt x="0" y="1274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2901"/>
              <a:ext cx="108216" cy="134658"/>
            </a:xfrm>
            <a:custGeom>
              <a:avLst/>
              <a:pathLst>
                <a:path w="108216" h="134658">
                  <a:moveTo>
                    <a:pt x="108216" y="7244"/>
                  </a:moveTo>
                  <a:lnTo>
                    <a:pt x="99056" y="0"/>
                  </a:lnTo>
                  <a:lnTo>
                    <a:pt x="0" y="1346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70392"/>
              <a:ext cx="99056" cy="167167"/>
            </a:xfrm>
            <a:custGeom>
              <a:avLst/>
              <a:pathLst>
                <a:path w="99056" h="167167">
                  <a:moveTo>
                    <a:pt x="99056" y="32509"/>
                  </a:moveTo>
                  <a:lnTo>
                    <a:pt x="94507" y="29278"/>
                  </a:lnTo>
                  <a:lnTo>
                    <a:pt x="89852" y="26201"/>
                  </a:lnTo>
                  <a:lnTo>
                    <a:pt x="85097" y="23280"/>
                  </a:lnTo>
                  <a:lnTo>
                    <a:pt x="80248" y="20521"/>
                  </a:lnTo>
                  <a:lnTo>
                    <a:pt x="75309" y="17924"/>
                  </a:lnTo>
                  <a:lnTo>
                    <a:pt x="70286" y="15494"/>
                  </a:lnTo>
                  <a:lnTo>
                    <a:pt x="65185" y="13232"/>
                  </a:lnTo>
                  <a:lnTo>
                    <a:pt x="60011" y="11143"/>
                  </a:lnTo>
                  <a:lnTo>
                    <a:pt x="54770" y="9227"/>
                  </a:lnTo>
                  <a:lnTo>
                    <a:pt x="49469" y="7487"/>
                  </a:lnTo>
                  <a:lnTo>
                    <a:pt x="44112" y="5925"/>
                  </a:lnTo>
                  <a:lnTo>
                    <a:pt x="38706" y="4542"/>
                  </a:lnTo>
                  <a:lnTo>
                    <a:pt x="33257" y="3341"/>
                  </a:lnTo>
                  <a:lnTo>
                    <a:pt x="27771" y="2322"/>
                  </a:lnTo>
                  <a:lnTo>
                    <a:pt x="22254" y="1487"/>
                  </a:lnTo>
                  <a:lnTo>
                    <a:pt x="16712" y="837"/>
                  </a:lnTo>
                  <a:lnTo>
                    <a:pt x="11152" y="372"/>
                  </a:lnTo>
                  <a:lnTo>
                    <a:pt x="557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423595" y="3707720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5" y="2092"/>
                  </a:lnTo>
                  <a:lnTo>
                    <a:pt x="135569" y="3010"/>
                  </a:lnTo>
                  <a:lnTo>
                    <a:pt x="130386" y="4093"/>
                  </a:lnTo>
                  <a:lnTo>
                    <a:pt x="125239" y="5339"/>
                  </a:lnTo>
                  <a:lnTo>
                    <a:pt x="120134" y="6748"/>
                  </a:lnTo>
                  <a:lnTo>
                    <a:pt x="115077" y="8318"/>
                  </a:lnTo>
                  <a:lnTo>
                    <a:pt x="110072" y="10047"/>
                  </a:lnTo>
                  <a:lnTo>
                    <a:pt x="105124" y="11934"/>
                  </a:lnTo>
                  <a:lnTo>
                    <a:pt x="100238" y="13976"/>
                  </a:lnTo>
                  <a:lnTo>
                    <a:pt x="95420" y="16172"/>
                  </a:lnTo>
                  <a:lnTo>
                    <a:pt x="90673" y="18520"/>
                  </a:lnTo>
                  <a:lnTo>
                    <a:pt x="86003" y="21017"/>
                  </a:lnTo>
                  <a:lnTo>
                    <a:pt x="81415" y="23661"/>
                  </a:lnTo>
                  <a:lnTo>
                    <a:pt x="76912" y="26448"/>
                  </a:lnTo>
                  <a:lnTo>
                    <a:pt x="72501" y="29377"/>
                  </a:lnTo>
                  <a:lnTo>
                    <a:pt x="68184" y="32444"/>
                  </a:lnTo>
                  <a:lnTo>
                    <a:pt x="63966" y="35647"/>
                  </a:lnTo>
                  <a:lnTo>
                    <a:pt x="59852" y="38981"/>
                  </a:lnTo>
                  <a:lnTo>
                    <a:pt x="55846" y="42444"/>
                  </a:lnTo>
                  <a:lnTo>
                    <a:pt x="51951" y="46032"/>
                  </a:lnTo>
                  <a:lnTo>
                    <a:pt x="48172" y="49742"/>
                  </a:lnTo>
                  <a:lnTo>
                    <a:pt x="44513" y="53569"/>
                  </a:lnTo>
                  <a:lnTo>
                    <a:pt x="40976" y="57510"/>
                  </a:lnTo>
                  <a:lnTo>
                    <a:pt x="37566" y="61562"/>
                  </a:lnTo>
                  <a:lnTo>
                    <a:pt x="34287" y="65719"/>
                  </a:lnTo>
                  <a:lnTo>
                    <a:pt x="31140" y="69979"/>
                  </a:lnTo>
                  <a:lnTo>
                    <a:pt x="28130" y="74335"/>
                  </a:lnTo>
                  <a:lnTo>
                    <a:pt x="25259" y="78785"/>
                  </a:lnTo>
                  <a:lnTo>
                    <a:pt x="22531" y="83324"/>
                  </a:lnTo>
                  <a:lnTo>
                    <a:pt x="19948" y="87947"/>
                  </a:lnTo>
                  <a:lnTo>
                    <a:pt x="17513" y="92649"/>
                  </a:lnTo>
                  <a:lnTo>
                    <a:pt x="15228" y="97426"/>
                  </a:lnTo>
                  <a:lnTo>
                    <a:pt x="13095" y="102273"/>
                  </a:lnTo>
                  <a:lnTo>
                    <a:pt x="11117" y="107185"/>
                  </a:lnTo>
                  <a:lnTo>
                    <a:pt x="9295" y="112157"/>
                  </a:lnTo>
                  <a:lnTo>
                    <a:pt x="7632" y="117185"/>
                  </a:lnTo>
                  <a:lnTo>
                    <a:pt x="6129" y="122263"/>
                  </a:lnTo>
                  <a:lnTo>
                    <a:pt x="4788" y="127385"/>
                  </a:lnTo>
                  <a:lnTo>
                    <a:pt x="3609" y="132548"/>
                  </a:lnTo>
                  <a:lnTo>
                    <a:pt x="2595" y="137745"/>
                  </a:lnTo>
                  <a:lnTo>
                    <a:pt x="1745" y="142972"/>
                  </a:lnTo>
                  <a:lnTo>
                    <a:pt x="1062" y="148224"/>
                  </a:lnTo>
                  <a:lnTo>
                    <a:pt x="545" y="153494"/>
                  </a:lnTo>
                  <a:lnTo>
                    <a:pt x="196" y="158778"/>
                  </a:lnTo>
                  <a:lnTo>
                    <a:pt x="14" y="164070"/>
                  </a:lnTo>
                  <a:lnTo>
                    <a:pt x="0" y="169365"/>
                  </a:lnTo>
                  <a:lnTo>
                    <a:pt x="153" y="174659"/>
                  </a:lnTo>
                  <a:lnTo>
                    <a:pt x="474" y="179944"/>
                  </a:lnTo>
                  <a:lnTo>
                    <a:pt x="962" y="185217"/>
                  </a:lnTo>
                  <a:lnTo>
                    <a:pt x="1618" y="190472"/>
                  </a:lnTo>
                  <a:lnTo>
                    <a:pt x="2439" y="195704"/>
                  </a:lnTo>
                  <a:lnTo>
                    <a:pt x="3425" y="200906"/>
                  </a:lnTo>
                  <a:lnTo>
                    <a:pt x="4576" y="206075"/>
                  </a:lnTo>
                  <a:lnTo>
                    <a:pt x="5890" y="211205"/>
                  </a:lnTo>
                  <a:lnTo>
                    <a:pt x="7366" y="216291"/>
                  </a:lnTo>
                  <a:lnTo>
                    <a:pt x="9002" y="221327"/>
                  </a:lnTo>
                  <a:lnTo>
                    <a:pt x="10797" y="226309"/>
                  </a:lnTo>
                  <a:lnTo>
                    <a:pt x="12748" y="231232"/>
                  </a:lnTo>
                  <a:lnTo>
                    <a:pt x="14855" y="236090"/>
                  </a:lnTo>
                  <a:lnTo>
                    <a:pt x="17114" y="240880"/>
                  </a:lnTo>
                  <a:lnTo>
                    <a:pt x="19524" y="245595"/>
                  </a:lnTo>
                  <a:lnTo>
                    <a:pt x="22083" y="250231"/>
                  </a:lnTo>
                  <a:lnTo>
                    <a:pt x="24786" y="254785"/>
                  </a:lnTo>
                  <a:lnTo>
                    <a:pt x="27633" y="259250"/>
                  </a:lnTo>
                  <a:lnTo>
                    <a:pt x="30620" y="263623"/>
                  </a:lnTo>
                  <a:lnTo>
                    <a:pt x="33743" y="267899"/>
                  </a:lnTo>
                  <a:lnTo>
                    <a:pt x="37001" y="272074"/>
                  </a:lnTo>
                  <a:lnTo>
                    <a:pt x="40389" y="276144"/>
                  </a:lnTo>
                  <a:lnTo>
                    <a:pt x="43904" y="280104"/>
                  </a:lnTo>
                  <a:lnTo>
                    <a:pt x="47543" y="283951"/>
                  </a:lnTo>
                  <a:lnTo>
                    <a:pt x="51302" y="287681"/>
                  </a:lnTo>
                  <a:lnTo>
                    <a:pt x="55177" y="291290"/>
                  </a:lnTo>
                  <a:lnTo>
                    <a:pt x="59165" y="294774"/>
                  </a:lnTo>
                  <a:lnTo>
                    <a:pt x="63261" y="298131"/>
                  </a:lnTo>
                  <a:lnTo>
                    <a:pt x="67461" y="301356"/>
                  </a:lnTo>
                  <a:lnTo>
                    <a:pt x="71761" y="304446"/>
                  </a:lnTo>
                  <a:lnTo>
                    <a:pt x="76157" y="307398"/>
                  </a:lnTo>
                  <a:lnTo>
                    <a:pt x="80645" y="310210"/>
                  </a:lnTo>
                  <a:lnTo>
                    <a:pt x="85219" y="312878"/>
                  </a:lnTo>
                  <a:lnTo>
                    <a:pt x="89875" y="315400"/>
                  </a:lnTo>
                  <a:lnTo>
                    <a:pt x="94609" y="317774"/>
                  </a:lnTo>
                  <a:lnTo>
                    <a:pt x="99416" y="319996"/>
                  </a:lnTo>
                  <a:lnTo>
                    <a:pt x="104290" y="322065"/>
                  </a:lnTo>
                  <a:lnTo>
                    <a:pt x="109228" y="323978"/>
                  </a:lnTo>
                  <a:lnTo>
                    <a:pt x="114224" y="325734"/>
                  </a:lnTo>
                  <a:lnTo>
                    <a:pt x="119273" y="327331"/>
                  </a:lnTo>
                  <a:lnTo>
                    <a:pt x="124370" y="328767"/>
                  </a:lnTo>
                  <a:lnTo>
                    <a:pt x="129510" y="330041"/>
                  </a:lnTo>
                  <a:lnTo>
                    <a:pt x="134687" y="331152"/>
                  </a:lnTo>
                  <a:lnTo>
                    <a:pt x="139898" y="332098"/>
                  </a:lnTo>
                  <a:lnTo>
                    <a:pt x="145135" y="332878"/>
                  </a:lnTo>
                  <a:lnTo>
                    <a:pt x="150395" y="333492"/>
                  </a:lnTo>
                  <a:lnTo>
                    <a:pt x="155672" y="333940"/>
                  </a:lnTo>
                  <a:lnTo>
                    <a:pt x="160960" y="334220"/>
                  </a:lnTo>
                  <a:lnTo>
                    <a:pt x="166254" y="334332"/>
                  </a:lnTo>
                  <a:lnTo>
                    <a:pt x="171549" y="334277"/>
                  </a:lnTo>
                  <a:lnTo>
                    <a:pt x="176840" y="334053"/>
                  </a:lnTo>
                  <a:lnTo>
                    <a:pt x="182121" y="333663"/>
                  </a:lnTo>
                  <a:lnTo>
                    <a:pt x="187387" y="333105"/>
                  </a:lnTo>
                  <a:lnTo>
                    <a:pt x="192633" y="332381"/>
                  </a:lnTo>
                  <a:lnTo>
                    <a:pt x="197853" y="331491"/>
                  </a:lnTo>
                  <a:lnTo>
                    <a:pt x="203042" y="330436"/>
                  </a:lnTo>
                  <a:lnTo>
                    <a:pt x="208196" y="329218"/>
                  </a:lnTo>
                  <a:lnTo>
                    <a:pt x="213308" y="327836"/>
                  </a:lnTo>
                  <a:lnTo>
                    <a:pt x="218374" y="326294"/>
                  </a:lnTo>
                  <a:lnTo>
                    <a:pt x="223388" y="324592"/>
                  </a:lnTo>
                  <a:lnTo>
                    <a:pt x="228346" y="322731"/>
                  </a:lnTo>
                  <a:lnTo>
                    <a:pt x="233243" y="320715"/>
                  </a:lnTo>
                  <a:lnTo>
                    <a:pt x="238073" y="318545"/>
                  </a:lnTo>
                  <a:lnTo>
                    <a:pt x="242832" y="316223"/>
                  </a:lnTo>
                  <a:lnTo>
                    <a:pt x="247515" y="313751"/>
                  </a:lnTo>
                  <a:lnTo>
                    <a:pt x="252118" y="311132"/>
                  </a:lnTo>
                  <a:lnTo>
                    <a:pt x="256635" y="308368"/>
                  </a:lnTo>
                  <a:lnTo>
                    <a:pt x="261062" y="305463"/>
                  </a:lnTo>
                  <a:lnTo>
                    <a:pt x="265396" y="302419"/>
                  </a:lnTo>
                  <a:lnTo>
                    <a:pt x="269630" y="299240"/>
                  </a:lnTo>
                  <a:lnTo>
                    <a:pt x="273762" y="295928"/>
                  </a:lnTo>
                  <a:lnTo>
                    <a:pt x="277787" y="292486"/>
                  </a:lnTo>
                  <a:lnTo>
                    <a:pt x="281701" y="288919"/>
                  </a:lnTo>
                  <a:lnTo>
                    <a:pt x="285500" y="285230"/>
                  </a:lnTo>
                  <a:lnTo>
                    <a:pt x="289180" y="281422"/>
                  </a:lnTo>
                  <a:lnTo>
                    <a:pt x="292737" y="277500"/>
                  </a:lnTo>
                  <a:lnTo>
                    <a:pt x="296169" y="273467"/>
                  </a:lnTo>
                  <a:lnTo>
                    <a:pt x="299471" y="269327"/>
                  </a:lnTo>
                  <a:lnTo>
                    <a:pt x="302641" y="265085"/>
                  </a:lnTo>
                  <a:lnTo>
                    <a:pt x="305674" y="260744"/>
                  </a:lnTo>
                  <a:lnTo>
                    <a:pt x="308568" y="256310"/>
                  </a:lnTo>
                  <a:lnTo>
                    <a:pt x="311321" y="251786"/>
                  </a:lnTo>
                  <a:lnTo>
                    <a:pt x="313929" y="247177"/>
                  </a:lnTo>
                  <a:lnTo>
                    <a:pt x="316389" y="242488"/>
                  </a:lnTo>
                  <a:lnTo>
                    <a:pt x="318700" y="237723"/>
                  </a:lnTo>
                  <a:lnTo>
                    <a:pt x="320859" y="232888"/>
                  </a:lnTo>
                  <a:lnTo>
                    <a:pt x="322864" y="227987"/>
                  </a:lnTo>
                  <a:lnTo>
                    <a:pt x="324712" y="223024"/>
                  </a:lnTo>
                  <a:lnTo>
                    <a:pt x="326402" y="218006"/>
                  </a:lnTo>
                  <a:lnTo>
                    <a:pt x="327932" y="212936"/>
                  </a:lnTo>
                  <a:lnTo>
                    <a:pt x="329301" y="207821"/>
                  </a:lnTo>
                  <a:lnTo>
                    <a:pt x="330508" y="202664"/>
                  </a:lnTo>
                  <a:lnTo>
                    <a:pt x="331550" y="197472"/>
                  </a:lnTo>
                  <a:lnTo>
                    <a:pt x="332427" y="192250"/>
                  </a:lnTo>
                  <a:lnTo>
                    <a:pt x="333139" y="187003"/>
                  </a:lnTo>
                  <a:lnTo>
                    <a:pt x="333684" y="181735"/>
                  </a:lnTo>
                  <a:lnTo>
                    <a:pt x="334062" y="176453"/>
                  </a:lnTo>
                  <a:lnTo>
                    <a:pt x="334272" y="171162"/>
                  </a:lnTo>
                  <a:lnTo>
                    <a:pt x="334315" y="165867"/>
                  </a:lnTo>
                  <a:lnTo>
                    <a:pt x="334190" y="160573"/>
                  </a:lnTo>
                  <a:lnTo>
                    <a:pt x="333897" y="155285"/>
                  </a:lnTo>
                  <a:lnTo>
                    <a:pt x="333437" y="150010"/>
                  </a:lnTo>
                  <a:lnTo>
                    <a:pt x="332810" y="144752"/>
                  </a:lnTo>
                  <a:lnTo>
                    <a:pt x="332017" y="139516"/>
                  </a:lnTo>
                  <a:lnTo>
                    <a:pt x="331059" y="134308"/>
                  </a:lnTo>
                  <a:lnTo>
                    <a:pt x="329936" y="129133"/>
                  </a:lnTo>
                  <a:lnTo>
                    <a:pt x="328649" y="123996"/>
                  </a:lnTo>
                  <a:lnTo>
                    <a:pt x="327201" y="118903"/>
                  </a:lnTo>
                  <a:lnTo>
                    <a:pt x="325592" y="113858"/>
                  </a:lnTo>
                  <a:lnTo>
                    <a:pt x="323824" y="108866"/>
                  </a:lnTo>
                  <a:lnTo>
                    <a:pt x="321899" y="103933"/>
                  </a:lnTo>
                  <a:lnTo>
                    <a:pt x="319818" y="99063"/>
                  </a:lnTo>
                  <a:lnTo>
                    <a:pt x="317585" y="94262"/>
                  </a:lnTo>
                  <a:lnTo>
                    <a:pt x="315200" y="89534"/>
                  </a:lnTo>
                  <a:lnTo>
                    <a:pt x="312667" y="84883"/>
                  </a:lnTo>
                  <a:lnTo>
                    <a:pt x="309987" y="80316"/>
                  </a:lnTo>
                  <a:lnTo>
                    <a:pt x="307165" y="75835"/>
                  </a:lnTo>
                  <a:lnTo>
                    <a:pt x="304202" y="71446"/>
                  </a:lnTo>
                  <a:lnTo>
                    <a:pt x="301101" y="67154"/>
                  </a:lnTo>
                  <a:lnTo>
                    <a:pt x="297866" y="62961"/>
                  </a:lnTo>
                  <a:lnTo>
                    <a:pt x="294500" y="58873"/>
                  </a:lnTo>
                  <a:lnTo>
                    <a:pt x="291006" y="54894"/>
                  </a:lnTo>
                  <a:lnTo>
                    <a:pt x="287388" y="51027"/>
                  </a:lnTo>
                  <a:lnTo>
                    <a:pt x="283649" y="47277"/>
                  </a:lnTo>
                  <a:lnTo>
                    <a:pt x="279793" y="43648"/>
                  </a:lnTo>
                  <a:lnTo>
                    <a:pt x="275824" y="40142"/>
                  </a:lnTo>
                  <a:lnTo>
                    <a:pt x="271746" y="36764"/>
                  </a:lnTo>
                  <a:lnTo>
                    <a:pt x="267564" y="33516"/>
                  </a:lnTo>
                  <a:lnTo>
                    <a:pt x="263280" y="30403"/>
                  </a:lnTo>
                  <a:lnTo>
                    <a:pt x="258900" y="27427"/>
                  </a:lnTo>
                  <a:lnTo>
                    <a:pt x="254428" y="24591"/>
                  </a:lnTo>
                  <a:lnTo>
                    <a:pt x="249868" y="21898"/>
                  </a:lnTo>
                  <a:lnTo>
                    <a:pt x="245225" y="19351"/>
                  </a:lnTo>
                  <a:lnTo>
                    <a:pt x="240504" y="16952"/>
                  </a:lnTo>
                  <a:lnTo>
                    <a:pt x="235710" y="14704"/>
                  </a:lnTo>
                  <a:lnTo>
                    <a:pt x="230846" y="12609"/>
                  </a:lnTo>
                  <a:lnTo>
                    <a:pt x="225919" y="10669"/>
                  </a:lnTo>
                  <a:lnTo>
                    <a:pt x="220933" y="8887"/>
                  </a:lnTo>
                  <a:lnTo>
                    <a:pt x="215892" y="7263"/>
                  </a:lnTo>
                  <a:lnTo>
                    <a:pt x="210803" y="5799"/>
                  </a:lnTo>
                  <a:lnTo>
                    <a:pt x="205670" y="4498"/>
                  </a:lnTo>
                  <a:lnTo>
                    <a:pt x="200498" y="3359"/>
                  </a:lnTo>
                  <a:lnTo>
                    <a:pt x="195293" y="2385"/>
                  </a:lnTo>
                  <a:lnTo>
                    <a:pt x="190060" y="1576"/>
                  </a:lnTo>
                  <a:lnTo>
                    <a:pt x="184804" y="934"/>
                  </a:lnTo>
                  <a:lnTo>
                    <a:pt x="179530" y="458"/>
                  </a:lnTo>
                  <a:lnTo>
                    <a:pt x="174243" y="150"/>
                  </a:lnTo>
                  <a:lnTo>
                    <a:pt x="168949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0"/>
              <a:ext cx="1796" cy="167167"/>
            </a:xfrm>
            <a:custGeom>
              <a:avLst/>
              <a:pathLst>
                <a:path w="1796" h="167167">
                  <a:moveTo>
                    <a:pt x="1796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14134" y="4213821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5" y="2092"/>
                  </a:lnTo>
                  <a:lnTo>
                    <a:pt x="135569" y="3010"/>
                  </a:lnTo>
                  <a:lnTo>
                    <a:pt x="130386" y="4093"/>
                  </a:lnTo>
                  <a:lnTo>
                    <a:pt x="125239" y="5339"/>
                  </a:lnTo>
                  <a:lnTo>
                    <a:pt x="120134" y="6748"/>
                  </a:lnTo>
                  <a:lnTo>
                    <a:pt x="115077" y="8318"/>
                  </a:lnTo>
                  <a:lnTo>
                    <a:pt x="110072" y="10047"/>
                  </a:lnTo>
                  <a:lnTo>
                    <a:pt x="105124" y="11934"/>
                  </a:lnTo>
                  <a:lnTo>
                    <a:pt x="100238" y="13976"/>
                  </a:lnTo>
                  <a:lnTo>
                    <a:pt x="95420" y="16172"/>
                  </a:lnTo>
                  <a:lnTo>
                    <a:pt x="90673" y="18520"/>
                  </a:lnTo>
                  <a:lnTo>
                    <a:pt x="86003" y="21017"/>
                  </a:lnTo>
                  <a:lnTo>
                    <a:pt x="81415" y="23661"/>
                  </a:lnTo>
                  <a:lnTo>
                    <a:pt x="76912" y="26448"/>
                  </a:lnTo>
                  <a:lnTo>
                    <a:pt x="72501" y="29377"/>
                  </a:lnTo>
                  <a:lnTo>
                    <a:pt x="68184" y="32444"/>
                  </a:lnTo>
                  <a:lnTo>
                    <a:pt x="63966" y="35647"/>
                  </a:lnTo>
                  <a:lnTo>
                    <a:pt x="59852" y="38981"/>
                  </a:lnTo>
                  <a:lnTo>
                    <a:pt x="55846" y="42444"/>
                  </a:lnTo>
                  <a:lnTo>
                    <a:pt x="51951" y="46032"/>
                  </a:lnTo>
                  <a:lnTo>
                    <a:pt x="48172" y="49742"/>
                  </a:lnTo>
                  <a:lnTo>
                    <a:pt x="44513" y="53569"/>
                  </a:lnTo>
                  <a:lnTo>
                    <a:pt x="40976" y="57510"/>
                  </a:lnTo>
                  <a:lnTo>
                    <a:pt x="37566" y="61562"/>
                  </a:lnTo>
                  <a:lnTo>
                    <a:pt x="34287" y="65719"/>
                  </a:lnTo>
                  <a:lnTo>
                    <a:pt x="31140" y="69979"/>
                  </a:lnTo>
                  <a:lnTo>
                    <a:pt x="28130" y="74335"/>
                  </a:lnTo>
                  <a:lnTo>
                    <a:pt x="25259" y="78785"/>
                  </a:lnTo>
                  <a:lnTo>
                    <a:pt x="22531" y="83324"/>
                  </a:lnTo>
                  <a:lnTo>
                    <a:pt x="19948" y="87947"/>
                  </a:lnTo>
                  <a:lnTo>
                    <a:pt x="17513" y="92649"/>
                  </a:lnTo>
                  <a:lnTo>
                    <a:pt x="15228" y="97426"/>
                  </a:lnTo>
                  <a:lnTo>
                    <a:pt x="13095" y="102273"/>
                  </a:lnTo>
                  <a:lnTo>
                    <a:pt x="11117" y="107185"/>
                  </a:lnTo>
                  <a:lnTo>
                    <a:pt x="9295" y="112157"/>
                  </a:lnTo>
                  <a:lnTo>
                    <a:pt x="7632" y="117185"/>
                  </a:lnTo>
                  <a:lnTo>
                    <a:pt x="6129" y="122263"/>
                  </a:lnTo>
                  <a:lnTo>
                    <a:pt x="4788" y="127385"/>
                  </a:lnTo>
                  <a:lnTo>
                    <a:pt x="3609" y="132548"/>
                  </a:lnTo>
                  <a:lnTo>
                    <a:pt x="2595" y="137745"/>
                  </a:lnTo>
                  <a:lnTo>
                    <a:pt x="1745" y="142972"/>
                  </a:lnTo>
                  <a:lnTo>
                    <a:pt x="1062" y="148224"/>
                  </a:lnTo>
                  <a:lnTo>
                    <a:pt x="545" y="153494"/>
                  </a:lnTo>
                  <a:lnTo>
                    <a:pt x="196" y="158778"/>
                  </a:lnTo>
                  <a:lnTo>
                    <a:pt x="14" y="164070"/>
                  </a:lnTo>
                  <a:lnTo>
                    <a:pt x="0" y="169365"/>
                  </a:lnTo>
                  <a:lnTo>
                    <a:pt x="153" y="174659"/>
                  </a:lnTo>
                  <a:lnTo>
                    <a:pt x="474" y="179944"/>
                  </a:lnTo>
                  <a:lnTo>
                    <a:pt x="962" y="185217"/>
                  </a:lnTo>
                  <a:lnTo>
                    <a:pt x="1618" y="190472"/>
                  </a:lnTo>
                  <a:lnTo>
                    <a:pt x="2439" y="195704"/>
                  </a:lnTo>
                  <a:lnTo>
                    <a:pt x="3425" y="200906"/>
                  </a:lnTo>
                  <a:lnTo>
                    <a:pt x="4576" y="206075"/>
                  </a:lnTo>
                  <a:lnTo>
                    <a:pt x="5890" y="211205"/>
                  </a:lnTo>
                  <a:lnTo>
                    <a:pt x="7366" y="216291"/>
                  </a:lnTo>
                  <a:lnTo>
                    <a:pt x="9002" y="221327"/>
                  </a:lnTo>
                  <a:lnTo>
                    <a:pt x="10797" y="226309"/>
                  </a:lnTo>
                  <a:lnTo>
                    <a:pt x="12748" y="231232"/>
                  </a:lnTo>
                  <a:lnTo>
                    <a:pt x="14855" y="236090"/>
                  </a:lnTo>
                  <a:lnTo>
                    <a:pt x="17114" y="240880"/>
                  </a:lnTo>
                  <a:lnTo>
                    <a:pt x="19524" y="245595"/>
                  </a:lnTo>
                  <a:lnTo>
                    <a:pt x="22083" y="250231"/>
                  </a:lnTo>
                  <a:lnTo>
                    <a:pt x="24786" y="254785"/>
                  </a:lnTo>
                  <a:lnTo>
                    <a:pt x="27633" y="259250"/>
                  </a:lnTo>
                  <a:lnTo>
                    <a:pt x="30620" y="263623"/>
                  </a:lnTo>
                  <a:lnTo>
                    <a:pt x="33743" y="267899"/>
                  </a:lnTo>
                  <a:lnTo>
                    <a:pt x="37001" y="272074"/>
                  </a:lnTo>
                  <a:lnTo>
                    <a:pt x="40389" y="276144"/>
                  </a:lnTo>
                  <a:lnTo>
                    <a:pt x="43904" y="280104"/>
                  </a:lnTo>
                  <a:lnTo>
                    <a:pt x="47543" y="283951"/>
                  </a:lnTo>
                  <a:lnTo>
                    <a:pt x="51302" y="287681"/>
                  </a:lnTo>
                  <a:lnTo>
                    <a:pt x="55177" y="291290"/>
                  </a:lnTo>
                  <a:lnTo>
                    <a:pt x="59165" y="294774"/>
                  </a:lnTo>
                  <a:lnTo>
                    <a:pt x="63261" y="298131"/>
                  </a:lnTo>
                  <a:lnTo>
                    <a:pt x="67461" y="301356"/>
                  </a:lnTo>
                  <a:lnTo>
                    <a:pt x="71761" y="304446"/>
                  </a:lnTo>
                  <a:lnTo>
                    <a:pt x="76157" y="307398"/>
                  </a:lnTo>
                  <a:lnTo>
                    <a:pt x="80645" y="310210"/>
                  </a:lnTo>
                  <a:lnTo>
                    <a:pt x="85219" y="312878"/>
                  </a:lnTo>
                  <a:lnTo>
                    <a:pt x="89875" y="315400"/>
                  </a:lnTo>
                  <a:lnTo>
                    <a:pt x="94609" y="317774"/>
                  </a:lnTo>
                  <a:lnTo>
                    <a:pt x="99416" y="319996"/>
                  </a:lnTo>
                  <a:lnTo>
                    <a:pt x="104290" y="322065"/>
                  </a:lnTo>
                  <a:lnTo>
                    <a:pt x="109228" y="323978"/>
                  </a:lnTo>
                  <a:lnTo>
                    <a:pt x="114224" y="325734"/>
                  </a:lnTo>
                  <a:lnTo>
                    <a:pt x="119273" y="327331"/>
                  </a:lnTo>
                  <a:lnTo>
                    <a:pt x="124370" y="328767"/>
                  </a:lnTo>
                  <a:lnTo>
                    <a:pt x="129510" y="330041"/>
                  </a:lnTo>
                  <a:lnTo>
                    <a:pt x="134687" y="331152"/>
                  </a:lnTo>
                  <a:lnTo>
                    <a:pt x="139898" y="332098"/>
                  </a:lnTo>
                  <a:lnTo>
                    <a:pt x="145135" y="332878"/>
                  </a:lnTo>
                  <a:lnTo>
                    <a:pt x="150395" y="333492"/>
                  </a:lnTo>
                  <a:lnTo>
                    <a:pt x="155672" y="333940"/>
                  </a:lnTo>
                  <a:lnTo>
                    <a:pt x="160960" y="334220"/>
                  </a:lnTo>
                  <a:lnTo>
                    <a:pt x="166254" y="334332"/>
                  </a:lnTo>
                  <a:lnTo>
                    <a:pt x="171549" y="334277"/>
                  </a:lnTo>
                  <a:lnTo>
                    <a:pt x="176840" y="334053"/>
                  </a:lnTo>
                  <a:lnTo>
                    <a:pt x="182121" y="333663"/>
                  </a:lnTo>
                  <a:lnTo>
                    <a:pt x="187387" y="333105"/>
                  </a:lnTo>
                  <a:lnTo>
                    <a:pt x="192633" y="332381"/>
                  </a:lnTo>
                  <a:lnTo>
                    <a:pt x="197853" y="331491"/>
                  </a:lnTo>
                  <a:lnTo>
                    <a:pt x="203042" y="330436"/>
                  </a:lnTo>
                  <a:lnTo>
                    <a:pt x="208196" y="329218"/>
                  </a:lnTo>
                  <a:lnTo>
                    <a:pt x="213308" y="327836"/>
                  </a:lnTo>
                  <a:lnTo>
                    <a:pt x="218374" y="326294"/>
                  </a:lnTo>
                  <a:lnTo>
                    <a:pt x="223388" y="324592"/>
                  </a:lnTo>
                  <a:lnTo>
                    <a:pt x="228346" y="322731"/>
                  </a:lnTo>
                  <a:lnTo>
                    <a:pt x="233243" y="320715"/>
                  </a:lnTo>
                  <a:lnTo>
                    <a:pt x="238073" y="318545"/>
                  </a:lnTo>
                  <a:lnTo>
                    <a:pt x="242832" y="316223"/>
                  </a:lnTo>
                  <a:lnTo>
                    <a:pt x="247515" y="313751"/>
                  </a:lnTo>
                  <a:lnTo>
                    <a:pt x="252118" y="311132"/>
                  </a:lnTo>
                  <a:lnTo>
                    <a:pt x="256635" y="308368"/>
                  </a:lnTo>
                  <a:lnTo>
                    <a:pt x="261062" y="305463"/>
                  </a:lnTo>
                  <a:lnTo>
                    <a:pt x="265396" y="302419"/>
                  </a:lnTo>
                  <a:lnTo>
                    <a:pt x="269630" y="299240"/>
                  </a:lnTo>
                  <a:lnTo>
                    <a:pt x="273762" y="295928"/>
                  </a:lnTo>
                  <a:lnTo>
                    <a:pt x="277787" y="292486"/>
                  </a:lnTo>
                  <a:lnTo>
                    <a:pt x="281701" y="288919"/>
                  </a:lnTo>
                  <a:lnTo>
                    <a:pt x="285500" y="285230"/>
                  </a:lnTo>
                  <a:lnTo>
                    <a:pt x="289180" y="281422"/>
                  </a:lnTo>
                  <a:lnTo>
                    <a:pt x="292737" y="277500"/>
                  </a:lnTo>
                  <a:lnTo>
                    <a:pt x="296169" y="273467"/>
                  </a:lnTo>
                  <a:lnTo>
                    <a:pt x="299471" y="269327"/>
                  </a:lnTo>
                  <a:lnTo>
                    <a:pt x="302641" y="265085"/>
                  </a:lnTo>
                  <a:lnTo>
                    <a:pt x="305674" y="260744"/>
                  </a:lnTo>
                  <a:lnTo>
                    <a:pt x="308568" y="256310"/>
                  </a:lnTo>
                  <a:lnTo>
                    <a:pt x="311321" y="251786"/>
                  </a:lnTo>
                  <a:lnTo>
                    <a:pt x="313929" y="247177"/>
                  </a:lnTo>
                  <a:lnTo>
                    <a:pt x="316389" y="242488"/>
                  </a:lnTo>
                  <a:lnTo>
                    <a:pt x="318700" y="237723"/>
                  </a:lnTo>
                  <a:lnTo>
                    <a:pt x="320859" y="232888"/>
                  </a:lnTo>
                  <a:lnTo>
                    <a:pt x="322864" y="227987"/>
                  </a:lnTo>
                  <a:lnTo>
                    <a:pt x="324712" y="223024"/>
                  </a:lnTo>
                  <a:lnTo>
                    <a:pt x="326402" y="218006"/>
                  </a:lnTo>
                  <a:lnTo>
                    <a:pt x="327932" y="212936"/>
                  </a:lnTo>
                  <a:lnTo>
                    <a:pt x="329301" y="207821"/>
                  </a:lnTo>
                  <a:lnTo>
                    <a:pt x="330508" y="202664"/>
                  </a:lnTo>
                  <a:lnTo>
                    <a:pt x="331550" y="197472"/>
                  </a:lnTo>
                  <a:lnTo>
                    <a:pt x="332427" y="192250"/>
                  </a:lnTo>
                  <a:lnTo>
                    <a:pt x="333139" y="187003"/>
                  </a:lnTo>
                  <a:lnTo>
                    <a:pt x="333684" y="181735"/>
                  </a:lnTo>
                  <a:lnTo>
                    <a:pt x="334062" y="176453"/>
                  </a:lnTo>
                  <a:lnTo>
                    <a:pt x="334272" y="171162"/>
                  </a:lnTo>
                  <a:lnTo>
                    <a:pt x="334315" y="165867"/>
                  </a:lnTo>
                  <a:lnTo>
                    <a:pt x="334190" y="160573"/>
                  </a:lnTo>
                  <a:lnTo>
                    <a:pt x="333897" y="155285"/>
                  </a:lnTo>
                  <a:lnTo>
                    <a:pt x="333437" y="150010"/>
                  </a:lnTo>
                  <a:lnTo>
                    <a:pt x="332810" y="144752"/>
                  </a:lnTo>
                  <a:lnTo>
                    <a:pt x="332017" y="139516"/>
                  </a:lnTo>
                  <a:lnTo>
                    <a:pt x="331059" y="134308"/>
                  </a:lnTo>
                  <a:lnTo>
                    <a:pt x="329936" y="129133"/>
                  </a:lnTo>
                  <a:lnTo>
                    <a:pt x="328649" y="123996"/>
                  </a:lnTo>
                  <a:lnTo>
                    <a:pt x="327201" y="118903"/>
                  </a:lnTo>
                  <a:lnTo>
                    <a:pt x="325592" y="113858"/>
                  </a:lnTo>
                  <a:lnTo>
                    <a:pt x="323824" y="108866"/>
                  </a:lnTo>
                  <a:lnTo>
                    <a:pt x="321899" y="103933"/>
                  </a:lnTo>
                  <a:lnTo>
                    <a:pt x="319818" y="99063"/>
                  </a:lnTo>
                  <a:lnTo>
                    <a:pt x="317585" y="94262"/>
                  </a:lnTo>
                  <a:lnTo>
                    <a:pt x="315200" y="89534"/>
                  </a:lnTo>
                  <a:lnTo>
                    <a:pt x="312667" y="84883"/>
                  </a:lnTo>
                  <a:lnTo>
                    <a:pt x="309987" y="80316"/>
                  </a:lnTo>
                  <a:lnTo>
                    <a:pt x="307165" y="75835"/>
                  </a:lnTo>
                  <a:lnTo>
                    <a:pt x="304202" y="71446"/>
                  </a:lnTo>
                  <a:lnTo>
                    <a:pt x="301101" y="67154"/>
                  </a:lnTo>
                  <a:lnTo>
                    <a:pt x="297866" y="62961"/>
                  </a:lnTo>
                  <a:lnTo>
                    <a:pt x="294500" y="58873"/>
                  </a:lnTo>
                  <a:lnTo>
                    <a:pt x="291006" y="54894"/>
                  </a:lnTo>
                  <a:lnTo>
                    <a:pt x="287388" y="51027"/>
                  </a:lnTo>
                  <a:lnTo>
                    <a:pt x="283649" y="47277"/>
                  </a:lnTo>
                  <a:lnTo>
                    <a:pt x="279793" y="43648"/>
                  </a:lnTo>
                  <a:lnTo>
                    <a:pt x="275824" y="40142"/>
                  </a:lnTo>
                  <a:lnTo>
                    <a:pt x="271746" y="36764"/>
                  </a:lnTo>
                  <a:lnTo>
                    <a:pt x="267564" y="33516"/>
                  </a:lnTo>
                  <a:lnTo>
                    <a:pt x="263280" y="30403"/>
                  </a:lnTo>
                  <a:lnTo>
                    <a:pt x="258900" y="27427"/>
                  </a:lnTo>
                  <a:lnTo>
                    <a:pt x="254428" y="24591"/>
                  </a:lnTo>
                  <a:lnTo>
                    <a:pt x="249868" y="21898"/>
                  </a:lnTo>
                  <a:lnTo>
                    <a:pt x="245225" y="19351"/>
                  </a:lnTo>
                  <a:lnTo>
                    <a:pt x="240504" y="16952"/>
                  </a:lnTo>
                  <a:lnTo>
                    <a:pt x="235710" y="14704"/>
                  </a:lnTo>
                  <a:lnTo>
                    <a:pt x="230846" y="12609"/>
                  </a:lnTo>
                  <a:lnTo>
                    <a:pt x="225919" y="10669"/>
                  </a:lnTo>
                  <a:lnTo>
                    <a:pt x="220933" y="8887"/>
                  </a:lnTo>
                  <a:lnTo>
                    <a:pt x="215892" y="7263"/>
                  </a:lnTo>
                  <a:lnTo>
                    <a:pt x="210803" y="5799"/>
                  </a:lnTo>
                  <a:lnTo>
                    <a:pt x="205670" y="4498"/>
                  </a:lnTo>
                  <a:lnTo>
                    <a:pt x="200498" y="3359"/>
                  </a:lnTo>
                  <a:lnTo>
                    <a:pt x="195293" y="2385"/>
                  </a:lnTo>
                  <a:lnTo>
                    <a:pt x="190060" y="1576"/>
                  </a:lnTo>
                  <a:lnTo>
                    <a:pt x="184804" y="934"/>
                  </a:lnTo>
                  <a:lnTo>
                    <a:pt x="179530" y="458"/>
                  </a:lnTo>
                  <a:lnTo>
                    <a:pt x="174243" y="150"/>
                  </a:lnTo>
                  <a:lnTo>
                    <a:pt x="168949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1796" cy="167167"/>
            </a:xfrm>
            <a:custGeom>
              <a:avLst/>
              <a:pathLst>
                <a:path w="1796" h="167167">
                  <a:moveTo>
                    <a:pt x="1796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358" y="4659281"/>
              <a:ext cx="167166" cy="248667"/>
            </a:xfrm>
            <a:custGeom>
              <a:avLst/>
              <a:pathLst>
                <a:path w="167166" h="248667">
                  <a:moveTo>
                    <a:pt x="167166" y="0"/>
                  </a:moveTo>
                  <a:lnTo>
                    <a:pt x="161818" y="85"/>
                  </a:lnTo>
                  <a:lnTo>
                    <a:pt x="156475" y="342"/>
                  </a:lnTo>
                  <a:lnTo>
                    <a:pt x="151142" y="769"/>
                  </a:lnTo>
                  <a:lnTo>
                    <a:pt x="145827" y="1367"/>
                  </a:lnTo>
                  <a:lnTo>
                    <a:pt x="140533" y="2135"/>
                  </a:lnTo>
                  <a:lnTo>
                    <a:pt x="135266" y="3071"/>
                  </a:lnTo>
                  <a:lnTo>
                    <a:pt x="130032" y="4176"/>
                  </a:lnTo>
                  <a:lnTo>
                    <a:pt x="124836" y="5448"/>
                  </a:lnTo>
                  <a:lnTo>
                    <a:pt x="119683" y="6885"/>
                  </a:lnTo>
                  <a:lnTo>
                    <a:pt x="114580" y="8486"/>
                  </a:lnTo>
                  <a:lnTo>
                    <a:pt x="109529" y="10250"/>
                  </a:lnTo>
                  <a:lnTo>
                    <a:pt x="104538" y="12174"/>
                  </a:lnTo>
                  <a:lnTo>
                    <a:pt x="99611" y="14258"/>
                  </a:lnTo>
                  <a:lnTo>
                    <a:pt x="94753" y="16497"/>
                  </a:lnTo>
                  <a:lnTo>
                    <a:pt x="89970" y="18891"/>
                  </a:lnTo>
                  <a:lnTo>
                    <a:pt x="85265" y="21437"/>
                  </a:lnTo>
                  <a:lnTo>
                    <a:pt x="80644" y="24132"/>
                  </a:lnTo>
                  <a:lnTo>
                    <a:pt x="76112" y="26974"/>
                  </a:lnTo>
                  <a:lnTo>
                    <a:pt x="71673" y="29959"/>
                  </a:lnTo>
                  <a:lnTo>
                    <a:pt x="67332" y="33085"/>
                  </a:lnTo>
                  <a:lnTo>
                    <a:pt x="63093" y="36347"/>
                  </a:lnTo>
                  <a:lnTo>
                    <a:pt x="58961" y="39744"/>
                  </a:lnTo>
                  <a:lnTo>
                    <a:pt x="54939" y="43272"/>
                  </a:lnTo>
                  <a:lnTo>
                    <a:pt x="51033" y="46926"/>
                  </a:lnTo>
                  <a:lnTo>
                    <a:pt x="47245" y="50703"/>
                  </a:lnTo>
                  <a:lnTo>
                    <a:pt x="43580" y="54600"/>
                  </a:lnTo>
                  <a:lnTo>
                    <a:pt x="40042" y="58612"/>
                  </a:lnTo>
                  <a:lnTo>
                    <a:pt x="36633" y="62735"/>
                  </a:lnTo>
                  <a:lnTo>
                    <a:pt x="33359" y="66964"/>
                  </a:lnTo>
                  <a:lnTo>
                    <a:pt x="30221" y="71297"/>
                  </a:lnTo>
                  <a:lnTo>
                    <a:pt x="27224" y="75728"/>
                  </a:lnTo>
                  <a:lnTo>
                    <a:pt x="24370" y="80252"/>
                  </a:lnTo>
                  <a:lnTo>
                    <a:pt x="21662" y="84865"/>
                  </a:lnTo>
                  <a:lnTo>
                    <a:pt x="19104" y="89563"/>
                  </a:lnTo>
                  <a:lnTo>
                    <a:pt x="16696" y="94340"/>
                  </a:lnTo>
                  <a:lnTo>
                    <a:pt x="14443" y="99192"/>
                  </a:lnTo>
                  <a:lnTo>
                    <a:pt x="12347" y="104113"/>
                  </a:lnTo>
                  <a:lnTo>
                    <a:pt x="10408" y="109099"/>
                  </a:lnTo>
                  <a:lnTo>
                    <a:pt x="8631" y="114144"/>
                  </a:lnTo>
                  <a:lnTo>
                    <a:pt x="7015" y="119244"/>
                  </a:lnTo>
                  <a:lnTo>
                    <a:pt x="5564" y="124392"/>
                  </a:lnTo>
                  <a:lnTo>
                    <a:pt x="4278" y="129585"/>
                  </a:lnTo>
                  <a:lnTo>
                    <a:pt x="3159" y="134816"/>
                  </a:lnTo>
                  <a:lnTo>
                    <a:pt x="2208" y="140080"/>
                  </a:lnTo>
                  <a:lnTo>
                    <a:pt x="1426" y="145371"/>
                  </a:lnTo>
                  <a:lnTo>
                    <a:pt x="813" y="150686"/>
                  </a:lnTo>
                  <a:lnTo>
                    <a:pt x="371" y="156017"/>
                  </a:lnTo>
                  <a:lnTo>
                    <a:pt x="100" y="161359"/>
                  </a:lnTo>
                  <a:lnTo>
                    <a:pt x="0" y="166707"/>
                  </a:lnTo>
                  <a:lnTo>
                    <a:pt x="70" y="172056"/>
                  </a:lnTo>
                  <a:lnTo>
                    <a:pt x="312" y="177400"/>
                  </a:lnTo>
                  <a:lnTo>
                    <a:pt x="725" y="182733"/>
                  </a:lnTo>
                  <a:lnTo>
                    <a:pt x="1308" y="188051"/>
                  </a:lnTo>
                  <a:lnTo>
                    <a:pt x="2062" y="193347"/>
                  </a:lnTo>
                  <a:lnTo>
                    <a:pt x="2984" y="198616"/>
                  </a:lnTo>
                  <a:lnTo>
                    <a:pt x="4074" y="203853"/>
                  </a:lnTo>
                  <a:lnTo>
                    <a:pt x="5331" y="209052"/>
                  </a:lnTo>
                  <a:lnTo>
                    <a:pt x="6754" y="214209"/>
                  </a:lnTo>
                  <a:lnTo>
                    <a:pt x="8342" y="219317"/>
                  </a:lnTo>
                  <a:lnTo>
                    <a:pt x="10091" y="224372"/>
                  </a:lnTo>
                  <a:lnTo>
                    <a:pt x="12002" y="229369"/>
                  </a:lnTo>
                  <a:lnTo>
                    <a:pt x="14072" y="234301"/>
                  </a:lnTo>
                  <a:lnTo>
                    <a:pt x="16298" y="239165"/>
                  </a:lnTo>
                  <a:lnTo>
                    <a:pt x="18679" y="243956"/>
                  </a:lnTo>
                  <a:lnTo>
                    <a:pt x="21212" y="24866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40570" y="4826449"/>
              <a:ext cx="145954" cy="81500"/>
            </a:xfrm>
            <a:custGeom>
              <a:avLst/>
              <a:pathLst>
                <a:path w="145954" h="81500">
                  <a:moveTo>
                    <a:pt x="0" y="81500"/>
                  </a:moveTo>
                  <a:lnTo>
                    <a:pt x="1459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40570" y="4826449"/>
              <a:ext cx="145954" cy="81500"/>
            </a:xfrm>
            <a:custGeom>
              <a:avLst/>
              <a:pathLst>
                <a:path w="145954" h="81500">
                  <a:moveTo>
                    <a:pt x="0" y="81500"/>
                  </a:moveTo>
                  <a:lnTo>
                    <a:pt x="1459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40570" y="4826449"/>
              <a:ext cx="145954" cy="81500"/>
            </a:xfrm>
            <a:custGeom>
              <a:avLst/>
              <a:pathLst>
                <a:path w="145954" h="81500">
                  <a:moveTo>
                    <a:pt x="0" y="81500"/>
                  </a:moveTo>
                  <a:lnTo>
                    <a:pt x="14595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40570" y="4826449"/>
              <a:ext cx="145954" cy="81500"/>
            </a:xfrm>
            <a:custGeom>
              <a:avLst/>
              <a:pathLst>
                <a:path w="145954" h="81500">
                  <a:moveTo>
                    <a:pt x="0" y="81500"/>
                  </a:moveTo>
                  <a:lnTo>
                    <a:pt x="1459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40570" y="4826449"/>
              <a:ext cx="145954" cy="81500"/>
            </a:xfrm>
            <a:custGeom>
              <a:avLst/>
              <a:pathLst>
                <a:path w="145954" h="81500">
                  <a:moveTo>
                    <a:pt x="0" y="81500"/>
                  </a:moveTo>
                  <a:lnTo>
                    <a:pt x="1459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40570" y="4826449"/>
              <a:ext cx="145954" cy="81500"/>
            </a:xfrm>
            <a:custGeom>
              <a:avLst/>
              <a:pathLst>
                <a:path w="145954" h="81500">
                  <a:moveTo>
                    <a:pt x="0" y="81500"/>
                  </a:moveTo>
                  <a:lnTo>
                    <a:pt x="1459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40570" y="4826449"/>
              <a:ext cx="145954" cy="81500"/>
            </a:xfrm>
            <a:custGeom>
              <a:avLst/>
              <a:pathLst>
                <a:path w="145954" h="81500">
                  <a:moveTo>
                    <a:pt x="0" y="81500"/>
                  </a:moveTo>
                  <a:lnTo>
                    <a:pt x="1459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40570" y="4826449"/>
              <a:ext cx="145954" cy="81500"/>
            </a:xfrm>
            <a:custGeom>
              <a:avLst/>
              <a:pathLst>
                <a:path w="145954" h="81500">
                  <a:moveTo>
                    <a:pt x="0" y="81500"/>
                  </a:moveTo>
                  <a:lnTo>
                    <a:pt x="14595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40570" y="4826449"/>
              <a:ext cx="145954" cy="81500"/>
            </a:xfrm>
            <a:custGeom>
              <a:avLst/>
              <a:pathLst>
                <a:path w="145954" h="81500">
                  <a:moveTo>
                    <a:pt x="0" y="81500"/>
                  </a:moveTo>
                  <a:lnTo>
                    <a:pt x="14595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40570" y="4826449"/>
              <a:ext cx="145954" cy="105973"/>
            </a:xfrm>
            <a:custGeom>
              <a:avLst/>
              <a:pathLst>
                <a:path w="145954" h="105973">
                  <a:moveTo>
                    <a:pt x="0" y="81500"/>
                  </a:moveTo>
                  <a:lnTo>
                    <a:pt x="3756" y="87889"/>
                  </a:lnTo>
                  <a:lnTo>
                    <a:pt x="7791" y="94106"/>
                  </a:lnTo>
                  <a:lnTo>
                    <a:pt x="12099" y="100138"/>
                  </a:lnTo>
                  <a:lnTo>
                    <a:pt x="16669" y="105973"/>
                  </a:lnTo>
                  <a:lnTo>
                    <a:pt x="14595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57240" y="4659281"/>
              <a:ext cx="296435" cy="334333"/>
            </a:xfrm>
            <a:custGeom>
              <a:avLst/>
              <a:pathLst>
                <a:path w="296435" h="334333">
                  <a:moveTo>
                    <a:pt x="0" y="273141"/>
                  </a:moveTo>
                  <a:lnTo>
                    <a:pt x="3423" y="277185"/>
                  </a:lnTo>
                  <a:lnTo>
                    <a:pt x="6973" y="281119"/>
                  </a:lnTo>
                  <a:lnTo>
                    <a:pt x="10646" y="284938"/>
                  </a:lnTo>
                  <a:lnTo>
                    <a:pt x="14438" y="288639"/>
                  </a:lnTo>
                  <a:lnTo>
                    <a:pt x="18346" y="292218"/>
                  </a:lnTo>
                  <a:lnTo>
                    <a:pt x="22365" y="295671"/>
                  </a:lnTo>
                  <a:lnTo>
                    <a:pt x="26491" y="298995"/>
                  </a:lnTo>
                  <a:lnTo>
                    <a:pt x="30721" y="302187"/>
                  </a:lnTo>
                  <a:lnTo>
                    <a:pt x="35050" y="305243"/>
                  </a:lnTo>
                  <a:lnTo>
                    <a:pt x="39473" y="308160"/>
                  </a:lnTo>
                  <a:lnTo>
                    <a:pt x="43987" y="310935"/>
                  </a:lnTo>
                  <a:lnTo>
                    <a:pt x="48586" y="313567"/>
                  </a:lnTo>
                  <a:lnTo>
                    <a:pt x="53267" y="316051"/>
                  </a:lnTo>
                  <a:lnTo>
                    <a:pt x="58024" y="318385"/>
                  </a:lnTo>
                  <a:lnTo>
                    <a:pt x="62852" y="320568"/>
                  </a:lnTo>
                  <a:lnTo>
                    <a:pt x="67747" y="322596"/>
                  </a:lnTo>
                  <a:lnTo>
                    <a:pt x="72704" y="324468"/>
                  </a:lnTo>
                  <a:lnTo>
                    <a:pt x="77718" y="326182"/>
                  </a:lnTo>
                  <a:lnTo>
                    <a:pt x="82784" y="327737"/>
                  </a:lnTo>
                  <a:lnTo>
                    <a:pt x="87896" y="329130"/>
                  </a:lnTo>
                  <a:lnTo>
                    <a:pt x="93050" y="330360"/>
                  </a:lnTo>
                  <a:lnTo>
                    <a:pt x="98241" y="331427"/>
                  </a:lnTo>
                  <a:lnTo>
                    <a:pt x="103462" y="332328"/>
                  </a:lnTo>
                  <a:lnTo>
                    <a:pt x="108710" y="333063"/>
                  </a:lnTo>
                  <a:lnTo>
                    <a:pt x="113978" y="333632"/>
                  </a:lnTo>
                  <a:lnTo>
                    <a:pt x="119262" y="334034"/>
                  </a:lnTo>
                  <a:lnTo>
                    <a:pt x="124555" y="334267"/>
                  </a:lnTo>
                  <a:lnTo>
                    <a:pt x="129854" y="334333"/>
                  </a:lnTo>
                  <a:lnTo>
                    <a:pt x="135151" y="334231"/>
                  </a:lnTo>
                  <a:lnTo>
                    <a:pt x="140443" y="333962"/>
                  </a:lnTo>
                  <a:lnTo>
                    <a:pt x="145724" y="333524"/>
                  </a:lnTo>
                  <a:lnTo>
                    <a:pt x="150988" y="332919"/>
                  </a:lnTo>
                  <a:lnTo>
                    <a:pt x="156231" y="332148"/>
                  </a:lnTo>
                  <a:lnTo>
                    <a:pt x="161446" y="331211"/>
                  </a:lnTo>
                  <a:lnTo>
                    <a:pt x="166629" y="330110"/>
                  </a:lnTo>
                  <a:lnTo>
                    <a:pt x="171774" y="328844"/>
                  </a:lnTo>
                  <a:lnTo>
                    <a:pt x="176877" y="327416"/>
                  </a:lnTo>
                  <a:lnTo>
                    <a:pt x="181932" y="325827"/>
                  </a:lnTo>
                  <a:lnTo>
                    <a:pt x="186934" y="324079"/>
                  </a:lnTo>
                  <a:lnTo>
                    <a:pt x="191878" y="322173"/>
                  </a:lnTo>
                  <a:lnTo>
                    <a:pt x="196759" y="320111"/>
                  </a:lnTo>
                  <a:lnTo>
                    <a:pt x="201573" y="317896"/>
                  </a:lnTo>
                  <a:lnTo>
                    <a:pt x="206314" y="315529"/>
                  </a:lnTo>
                  <a:lnTo>
                    <a:pt x="210977" y="313013"/>
                  </a:lnTo>
                  <a:lnTo>
                    <a:pt x="215559" y="310351"/>
                  </a:lnTo>
                  <a:lnTo>
                    <a:pt x="220053" y="307545"/>
                  </a:lnTo>
                  <a:lnTo>
                    <a:pt x="224457" y="304597"/>
                  </a:lnTo>
                  <a:lnTo>
                    <a:pt x="228765" y="301512"/>
                  </a:lnTo>
                  <a:lnTo>
                    <a:pt x="232972" y="298292"/>
                  </a:lnTo>
                  <a:lnTo>
                    <a:pt x="237076" y="294939"/>
                  </a:lnTo>
                  <a:lnTo>
                    <a:pt x="241072" y="291459"/>
                  </a:lnTo>
                  <a:lnTo>
                    <a:pt x="244955" y="287854"/>
                  </a:lnTo>
                  <a:lnTo>
                    <a:pt x="248721" y="284127"/>
                  </a:lnTo>
                  <a:lnTo>
                    <a:pt x="252368" y="280283"/>
                  </a:lnTo>
                  <a:lnTo>
                    <a:pt x="255892" y="276325"/>
                  </a:lnTo>
                  <a:lnTo>
                    <a:pt x="259288" y="272257"/>
                  </a:lnTo>
                  <a:lnTo>
                    <a:pt x="262553" y="268084"/>
                  </a:lnTo>
                  <a:lnTo>
                    <a:pt x="265684" y="263810"/>
                  </a:lnTo>
                  <a:lnTo>
                    <a:pt x="268679" y="259438"/>
                  </a:lnTo>
                  <a:lnTo>
                    <a:pt x="271533" y="254974"/>
                  </a:lnTo>
                  <a:lnTo>
                    <a:pt x="274245" y="250422"/>
                  </a:lnTo>
                  <a:lnTo>
                    <a:pt x="276811" y="245785"/>
                  </a:lnTo>
                  <a:lnTo>
                    <a:pt x="279228" y="241070"/>
                  </a:lnTo>
                  <a:lnTo>
                    <a:pt x="281495" y="236281"/>
                  </a:lnTo>
                  <a:lnTo>
                    <a:pt x="283609" y="231422"/>
                  </a:lnTo>
                  <a:lnTo>
                    <a:pt x="285568" y="226499"/>
                  </a:lnTo>
                  <a:lnTo>
                    <a:pt x="287370" y="221516"/>
                  </a:lnTo>
                  <a:lnTo>
                    <a:pt x="289013" y="216478"/>
                  </a:lnTo>
                  <a:lnTo>
                    <a:pt x="290496" y="211391"/>
                  </a:lnTo>
                  <a:lnTo>
                    <a:pt x="291816" y="206259"/>
                  </a:lnTo>
                  <a:lnTo>
                    <a:pt x="292974" y="201089"/>
                  </a:lnTo>
                  <a:lnTo>
                    <a:pt x="293966" y="195884"/>
                  </a:lnTo>
                  <a:lnTo>
                    <a:pt x="294794" y="190650"/>
                  </a:lnTo>
                  <a:lnTo>
                    <a:pt x="295455" y="185392"/>
                  </a:lnTo>
                  <a:lnTo>
                    <a:pt x="295949" y="180117"/>
                  </a:lnTo>
                  <a:lnTo>
                    <a:pt x="296276" y="174828"/>
                  </a:lnTo>
                  <a:lnTo>
                    <a:pt x="296435" y="169532"/>
                  </a:lnTo>
                  <a:lnTo>
                    <a:pt x="296426" y="164233"/>
                  </a:lnTo>
                  <a:lnTo>
                    <a:pt x="296249" y="158937"/>
                  </a:lnTo>
                  <a:lnTo>
                    <a:pt x="295904" y="153649"/>
                  </a:lnTo>
                  <a:lnTo>
                    <a:pt x="295392" y="148375"/>
                  </a:lnTo>
                  <a:lnTo>
                    <a:pt x="294713" y="143120"/>
                  </a:lnTo>
                  <a:lnTo>
                    <a:pt x="293868" y="137889"/>
                  </a:lnTo>
                  <a:lnTo>
                    <a:pt x="292857" y="132688"/>
                  </a:lnTo>
                  <a:lnTo>
                    <a:pt x="291682" y="127521"/>
                  </a:lnTo>
                  <a:lnTo>
                    <a:pt x="290344" y="122394"/>
                  </a:lnTo>
                  <a:lnTo>
                    <a:pt x="288844" y="117312"/>
                  </a:lnTo>
                  <a:lnTo>
                    <a:pt x="287184" y="112280"/>
                  </a:lnTo>
                  <a:lnTo>
                    <a:pt x="285365" y="107303"/>
                  </a:lnTo>
                  <a:lnTo>
                    <a:pt x="283389" y="102386"/>
                  </a:lnTo>
                  <a:lnTo>
                    <a:pt x="281259" y="97535"/>
                  </a:lnTo>
                  <a:lnTo>
                    <a:pt x="278975" y="92753"/>
                  </a:lnTo>
                  <a:lnTo>
                    <a:pt x="276542" y="88046"/>
                  </a:lnTo>
                  <a:lnTo>
                    <a:pt x="273960" y="83419"/>
                  </a:lnTo>
                  <a:lnTo>
                    <a:pt x="271233" y="78876"/>
                  </a:lnTo>
                  <a:lnTo>
                    <a:pt x="268364" y="74421"/>
                  </a:lnTo>
                  <a:lnTo>
                    <a:pt x="265354" y="70060"/>
                  </a:lnTo>
                  <a:lnTo>
                    <a:pt x="262208" y="65796"/>
                  </a:lnTo>
                  <a:lnTo>
                    <a:pt x="258929" y="61634"/>
                  </a:lnTo>
                  <a:lnTo>
                    <a:pt x="255519" y="57578"/>
                  </a:lnTo>
                  <a:lnTo>
                    <a:pt x="251982" y="53632"/>
                  </a:lnTo>
                  <a:lnTo>
                    <a:pt x="248322" y="49801"/>
                  </a:lnTo>
                  <a:lnTo>
                    <a:pt x="244543" y="46087"/>
                  </a:lnTo>
                  <a:lnTo>
                    <a:pt x="240647" y="42495"/>
                  </a:lnTo>
                  <a:lnTo>
                    <a:pt x="236640" y="39028"/>
                  </a:lnTo>
                  <a:lnTo>
                    <a:pt x="232525" y="35690"/>
                  </a:lnTo>
                  <a:lnTo>
                    <a:pt x="228306" y="32484"/>
                  </a:lnTo>
                  <a:lnTo>
                    <a:pt x="223988" y="29413"/>
                  </a:lnTo>
                  <a:lnTo>
                    <a:pt x="219574" y="26481"/>
                  </a:lnTo>
                  <a:lnTo>
                    <a:pt x="215070" y="23690"/>
                  </a:lnTo>
                  <a:lnTo>
                    <a:pt x="210480" y="21043"/>
                  </a:lnTo>
                  <a:lnTo>
                    <a:pt x="205808" y="18543"/>
                  </a:lnTo>
                  <a:lnTo>
                    <a:pt x="201059" y="16192"/>
                  </a:lnTo>
                  <a:lnTo>
                    <a:pt x="196238" y="13993"/>
                  </a:lnTo>
                  <a:lnTo>
                    <a:pt x="191350" y="11948"/>
                  </a:lnTo>
                  <a:lnTo>
                    <a:pt x="186399" y="10059"/>
                  </a:lnTo>
                  <a:lnTo>
                    <a:pt x="181391" y="8328"/>
                  </a:lnTo>
                  <a:lnTo>
                    <a:pt x="176331" y="6756"/>
                  </a:lnTo>
                  <a:lnTo>
                    <a:pt x="171223" y="5346"/>
                  </a:lnTo>
                  <a:lnTo>
                    <a:pt x="166073" y="4098"/>
                  </a:lnTo>
                  <a:lnTo>
                    <a:pt x="160887" y="3014"/>
                  </a:lnTo>
                  <a:lnTo>
                    <a:pt x="155668" y="2095"/>
                  </a:lnTo>
                  <a:lnTo>
                    <a:pt x="150423" y="1341"/>
                  </a:lnTo>
                  <a:lnTo>
                    <a:pt x="145157" y="755"/>
                  </a:lnTo>
                  <a:lnTo>
                    <a:pt x="139875" y="335"/>
                  </a:lnTo>
                  <a:lnTo>
                    <a:pt x="134582" y="83"/>
                  </a:lnTo>
                  <a:lnTo>
                    <a:pt x="129284" y="0"/>
                  </a:lnTo>
                  <a:lnTo>
                    <a:pt x="12928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5127" y="5018213"/>
              <a:ext cx="3593" cy="167167"/>
            </a:xfrm>
            <a:custGeom>
              <a:avLst/>
              <a:pathLst>
                <a:path w="3593" h="167167">
                  <a:moveTo>
                    <a:pt x="3593" y="0"/>
                  </a:moveTo>
                  <a:lnTo>
                    <a:pt x="0" y="38"/>
                  </a:lnTo>
                  <a:lnTo>
                    <a:pt x="359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5127" y="5018251"/>
              <a:ext cx="3593" cy="167128"/>
            </a:xfrm>
            <a:custGeom>
              <a:avLst/>
              <a:pathLst>
                <a:path w="3593" h="167128">
                  <a:moveTo>
                    <a:pt x="0" y="0"/>
                  </a:moveTo>
                  <a:lnTo>
                    <a:pt x="3593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321555" y="5018251"/>
              <a:ext cx="334330" cy="334286"/>
            </a:xfrm>
            <a:custGeom>
              <a:avLst/>
              <a:pathLst>
                <a:path w="334330" h="334286">
                  <a:moveTo>
                    <a:pt x="163571" y="0"/>
                  </a:moveTo>
                  <a:lnTo>
                    <a:pt x="158271" y="198"/>
                  </a:lnTo>
                  <a:lnTo>
                    <a:pt x="152980" y="564"/>
                  </a:lnTo>
                  <a:lnTo>
                    <a:pt x="147703" y="1098"/>
                  </a:lnTo>
                  <a:lnTo>
                    <a:pt x="142446" y="1798"/>
                  </a:lnTo>
                  <a:lnTo>
                    <a:pt x="137214" y="2666"/>
                  </a:lnTo>
                  <a:lnTo>
                    <a:pt x="132012" y="3699"/>
                  </a:lnTo>
                  <a:lnTo>
                    <a:pt x="126845" y="4896"/>
                  </a:lnTo>
                  <a:lnTo>
                    <a:pt x="121719" y="6257"/>
                  </a:lnTo>
                  <a:lnTo>
                    <a:pt x="116638" y="7779"/>
                  </a:lnTo>
                  <a:lnTo>
                    <a:pt x="111609" y="9462"/>
                  </a:lnTo>
                  <a:lnTo>
                    <a:pt x="106635" y="11304"/>
                  </a:lnTo>
                  <a:lnTo>
                    <a:pt x="101722" y="13303"/>
                  </a:lnTo>
                  <a:lnTo>
                    <a:pt x="96876" y="15456"/>
                  </a:lnTo>
                  <a:lnTo>
                    <a:pt x="92100" y="17762"/>
                  </a:lnTo>
                  <a:lnTo>
                    <a:pt x="87399" y="20219"/>
                  </a:lnTo>
                  <a:lnTo>
                    <a:pt x="82779" y="22823"/>
                  </a:lnTo>
                  <a:lnTo>
                    <a:pt x="78244" y="25573"/>
                  </a:lnTo>
                  <a:lnTo>
                    <a:pt x="73798" y="28465"/>
                  </a:lnTo>
                  <a:lnTo>
                    <a:pt x="69446" y="31496"/>
                  </a:lnTo>
                  <a:lnTo>
                    <a:pt x="65193" y="34664"/>
                  </a:lnTo>
                  <a:lnTo>
                    <a:pt x="61042" y="37966"/>
                  </a:lnTo>
                  <a:lnTo>
                    <a:pt x="56998" y="41397"/>
                  </a:lnTo>
                  <a:lnTo>
                    <a:pt x="53065" y="44956"/>
                  </a:lnTo>
                  <a:lnTo>
                    <a:pt x="49247" y="48637"/>
                  </a:lnTo>
                  <a:lnTo>
                    <a:pt x="45547" y="52437"/>
                  </a:lnTo>
                  <a:lnTo>
                    <a:pt x="41970" y="56353"/>
                  </a:lnTo>
                  <a:lnTo>
                    <a:pt x="38519" y="60380"/>
                  </a:lnTo>
                  <a:lnTo>
                    <a:pt x="35197" y="64515"/>
                  </a:lnTo>
                  <a:lnTo>
                    <a:pt x="32008" y="68753"/>
                  </a:lnTo>
                  <a:lnTo>
                    <a:pt x="28956" y="73090"/>
                  </a:lnTo>
                  <a:lnTo>
                    <a:pt x="26042" y="77521"/>
                  </a:lnTo>
                  <a:lnTo>
                    <a:pt x="23271" y="82043"/>
                  </a:lnTo>
                  <a:lnTo>
                    <a:pt x="20644" y="86651"/>
                  </a:lnTo>
                  <a:lnTo>
                    <a:pt x="18165" y="91339"/>
                  </a:lnTo>
                  <a:lnTo>
                    <a:pt x="15835" y="96104"/>
                  </a:lnTo>
                  <a:lnTo>
                    <a:pt x="13658" y="100940"/>
                  </a:lnTo>
                  <a:lnTo>
                    <a:pt x="11636" y="105843"/>
                  </a:lnTo>
                  <a:lnTo>
                    <a:pt x="9770" y="110808"/>
                  </a:lnTo>
                  <a:lnTo>
                    <a:pt x="8063" y="115829"/>
                  </a:lnTo>
                  <a:lnTo>
                    <a:pt x="6516" y="120902"/>
                  </a:lnTo>
                  <a:lnTo>
                    <a:pt x="5130" y="126022"/>
                  </a:lnTo>
                  <a:lnTo>
                    <a:pt x="3908" y="131183"/>
                  </a:lnTo>
                  <a:lnTo>
                    <a:pt x="2849" y="136380"/>
                  </a:lnTo>
                  <a:lnTo>
                    <a:pt x="1957" y="141608"/>
                  </a:lnTo>
                  <a:lnTo>
                    <a:pt x="1230" y="146861"/>
                  </a:lnTo>
                  <a:lnTo>
                    <a:pt x="671" y="152135"/>
                  </a:lnTo>
                  <a:lnTo>
                    <a:pt x="279" y="157424"/>
                  </a:lnTo>
                  <a:lnTo>
                    <a:pt x="55" y="162723"/>
                  </a:lnTo>
                  <a:lnTo>
                    <a:pt x="0" y="168027"/>
                  </a:lnTo>
                  <a:lnTo>
                    <a:pt x="112" y="173329"/>
                  </a:lnTo>
                  <a:lnTo>
                    <a:pt x="393" y="178625"/>
                  </a:lnTo>
                  <a:lnTo>
                    <a:pt x="842" y="183910"/>
                  </a:lnTo>
                  <a:lnTo>
                    <a:pt x="1458" y="189178"/>
                  </a:lnTo>
                  <a:lnTo>
                    <a:pt x="2241" y="194423"/>
                  </a:lnTo>
                  <a:lnTo>
                    <a:pt x="3189" y="199642"/>
                  </a:lnTo>
                  <a:lnTo>
                    <a:pt x="4303" y="204827"/>
                  </a:lnTo>
                  <a:lnTo>
                    <a:pt x="5581" y="209974"/>
                  </a:lnTo>
                  <a:lnTo>
                    <a:pt x="7022" y="215079"/>
                  </a:lnTo>
                  <a:lnTo>
                    <a:pt x="8623" y="220135"/>
                  </a:lnTo>
                  <a:lnTo>
                    <a:pt x="10385" y="225137"/>
                  </a:lnTo>
                  <a:lnTo>
                    <a:pt x="12304" y="230082"/>
                  </a:lnTo>
                  <a:lnTo>
                    <a:pt x="14379" y="234963"/>
                  </a:lnTo>
                  <a:lnTo>
                    <a:pt x="16608" y="239775"/>
                  </a:lnTo>
                  <a:lnTo>
                    <a:pt x="18988" y="244515"/>
                  </a:lnTo>
                  <a:lnTo>
                    <a:pt x="21517" y="249176"/>
                  </a:lnTo>
                  <a:lnTo>
                    <a:pt x="24193" y="253755"/>
                  </a:lnTo>
                  <a:lnTo>
                    <a:pt x="27013" y="258247"/>
                  </a:lnTo>
                  <a:lnTo>
                    <a:pt x="29975" y="262647"/>
                  </a:lnTo>
                  <a:lnTo>
                    <a:pt x="33074" y="266951"/>
                  </a:lnTo>
                  <a:lnTo>
                    <a:pt x="36308" y="271155"/>
                  </a:lnTo>
                  <a:lnTo>
                    <a:pt x="39674" y="275253"/>
                  </a:lnTo>
                  <a:lnTo>
                    <a:pt x="43168" y="279243"/>
                  </a:lnTo>
                  <a:lnTo>
                    <a:pt x="46787" y="283120"/>
                  </a:lnTo>
                  <a:lnTo>
                    <a:pt x="50527" y="286881"/>
                  </a:lnTo>
                  <a:lnTo>
                    <a:pt x="54385" y="290521"/>
                  </a:lnTo>
                  <a:lnTo>
                    <a:pt x="58356" y="294036"/>
                  </a:lnTo>
                  <a:lnTo>
                    <a:pt x="62436" y="297424"/>
                  </a:lnTo>
                  <a:lnTo>
                    <a:pt x="66622" y="300681"/>
                  </a:lnTo>
                  <a:lnTo>
                    <a:pt x="70910" y="303803"/>
                  </a:lnTo>
                  <a:lnTo>
                    <a:pt x="75294" y="306788"/>
                  </a:lnTo>
                  <a:lnTo>
                    <a:pt x="79770" y="309632"/>
                  </a:lnTo>
                  <a:lnTo>
                    <a:pt x="84335" y="312332"/>
                  </a:lnTo>
                  <a:lnTo>
                    <a:pt x="88983" y="314887"/>
                  </a:lnTo>
                  <a:lnTo>
                    <a:pt x="93710" y="317293"/>
                  </a:lnTo>
                  <a:lnTo>
                    <a:pt x="98510" y="319547"/>
                  </a:lnTo>
                  <a:lnTo>
                    <a:pt x="103380" y="321648"/>
                  </a:lnTo>
                  <a:lnTo>
                    <a:pt x="108314" y="323594"/>
                  </a:lnTo>
                  <a:lnTo>
                    <a:pt x="113307" y="325382"/>
                  </a:lnTo>
                  <a:lnTo>
                    <a:pt x="118354" y="327011"/>
                  </a:lnTo>
                  <a:lnTo>
                    <a:pt x="123451" y="328479"/>
                  </a:lnTo>
                  <a:lnTo>
                    <a:pt x="128591" y="329785"/>
                  </a:lnTo>
                  <a:lnTo>
                    <a:pt x="133770" y="330926"/>
                  </a:lnTo>
                  <a:lnTo>
                    <a:pt x="138983" y="331903"/>
                  </a:lnTo>
                  <a:lnTo>
                    <a:pt x="144225" y="332714"/>
                  </a:lnTo>
                  <a:lnTo>
                    <a:pt x="149489" y="333359"/>
                  </a:lnTo>
                  <a:lnTo>
                    <a:pt x="154771" y="333836"/>
                  </a:lnTo>
                  <a:lnTo>
                    <a:pt x="160066" y="334145"/>
                  </a:lnTo>
                  <a:lnTo>
                    <a:pt x="165368" y="334286"/>
                  </a:lnTo>
                  <a:lnTo>
                    <a:pt x="170671" y="334259"/>
                  </a:lnTo>
                  <a:lnTo>
                    <a:pt x="175971" y="334064"/>
                  </a:lnTo>
                  <a:lnTo>
                    <a:pt x="181262" y="333700"/>
                  </a:lnTo>
                  <a:lnTo>
                    <a:pt x="186539" y="333169"/>
                  </a:lnTo>
                  <a:lnTo>
                    <a:pt x="191797" y="332471"/>
                  </a:lnTo>
                  <a:lnTo>
                    <a:pt x="197030" y="331606"/>
                  </a:lnTo>
                  <a:lnTo>
                    <a:pt x="202232" y="330576"/>
                  </a:lnTo>
                  <a:lnTo>
                    <a:pt x="207400" y="329381"/>
                  </a:lnTo>
                  <a:lnTo>
                    <a:pt x="212527" y="328023"/>
                  </a:lnTo>
                  <a:lnTo>
                    <a:pt x="217608" y="326503"/>
                  </a:lnTo>
                  <a:lnTo>
                    <a:pt x="222638" y="324823"/>
                  </a:lnTo>
                  <a:lnTo>
                    <a:pt x="227613" y="322984"/>
                  </a:lnTo>
                  <a:lnTo>
                    <a:pt x="232526" y="320988"/>
                  </a:lnTo>
                  <a:lnTo>
                    <a:pt x="237374" y="318837"/>
                  </a:lnTo>
                  <a:lnTo>
                    <a:pt x="242152" y="316533"/>
                  </a:lnTo>
                  <a:lnTo>
                    <a:pt x="246853" y="314079"/>
                  </a:lnTo>
                  <a:lnTo>
                    <a:pt x="251475" y="311478"/>
                  </a:lnTo>
                  <a:lnTo>
                    <a:pt x="256012" y="308730"/>
                  </a:lnTo>
                  <a:lnTo>
                    <a:pt x="260459" y="305841"/>
                  </a:lnTo>
                  <a:lnTo>
                    <a:pt x="264812" y="302811"/>
                  </a:lnTo>
                  <a:lnTo>
                    <a:pt x="269067" y="299645"/>
                  </a:lnTo>
                  <a:lnTo>
                    <a:pt x="273220" y="296346"/>
                  </a:lnTo>
                  <a:lnTo>
                    <a:pt x="277266" y="292917"/>
                  </a:lnTo>
                  <a:lnTo>
                    <a:pt x="281201" y="289361"/>
                  </a:lnTo>
                  <a:lnTo>
                    <a:pt x="285021" y="285681"/>
                  </a:lnTo>
                  <a:lnTo>
                    <a:pt x="288722" y="281883"/>
                  </a:lnTo>
                  <a:lnTo>
                    <a:pt x="292301" y="277969"/>
                  </a:lnTo>
                  <a:lnTo>
                    <a:pt x="295755" y="273944"/>
                  </a:lnTo>
                  <a:lnTo>
                    <a:pt x="299078" y="269811"/>
                  </a:lnTo>
                  <a:lnTo>
                    <a:pt x="302269" y="265574"/>
                  </a:lnTo>
                  <a:lnTo>
                    <a:pt x="305324" y="261239"/>
                  </a:lnTo>
                  <a:lnTo>
                    <a:pt x="308240" y="256809"/>
                  </a:lnTo>
                  <a:lnTo>
                    <a:pt x="311014" y="252288"/>
                  </a:lnTo>
                  <a:lnTo>
                    <a:pt x="313643" y="247682"/>
                  </a:lnTo>
                  <a:lnTo>
                    <a:pt x="316125" y="242995"/>
                  </a:lnTo>
                  <a:lnTo>
                    <a:pt x="318457" y="238231"/>
                  </a:lnTo>
                  <a:lnTo>
                    <a:pt x="320636" y="233396"/>
                  </a:lnTo>
                  <a:lnTo>
                    <a:pt x="322661" y="228494"/>
                  </a:lnTo>
                  <a:lnTo>
                    <a:pt x="324529" y="223531"/>
                  </a:lnTo>
                  <a:lnTo>
                    <a:pt x="326240" y="218510"/>
                  </a:lnTo>
                  <a:lnTo>
                    <a:pt x="327789" y="213438"/>
                  </a:lnTo>
                  <a:lnTo>
                    <a:pt x="329178" y="208319"/>
                  </a:lnTo>
                  <a:lnTo>
                    <a:pt x="330403" y="203159"/>
                  </a:lnTo>
                  <a:lnTo>
                    <a:pt x="331464" y="197963"/>
                  </a:lnTo>
                  <a:lnTo>
                    <a:pt x="332359" y="192735"/>
                  </a:lnTo>
                  <a:lnTo>
                    <a:pt x="333088" y="187482"/>
                  </a:lnTo>
                  <a:lnTo>
                    <a:pt x="333650" y="182208"/>
                  </a:lnTo>
                  <a:lnTo>
                    <a:pt x="334045" y="176919"/>
                  </a:lnTo>
                  <a:lnTo>
                    <a:pt x="334272" y="171620"/>
                  </a:lnTo>
                  <a:lnTo>
                    <a:pt x="334330" y="166317"/>
                  </a:lnTo>
                  <a:lnTo>
                    <a:pt x="334220" y="161014"/>
                  </a:lnTo>
                  <a:lnTo>
                    <a:pt x="333942" y="155718"/>
                  </a:lnTo>
                  <a:lnTo>
                    <a:pt x="333496" y="150433"/>
                  </a:lnTo>
                  <a:lnTo>
                    <a:pt x="332883" y="145165"/>
                  </a:lnTo>
                  <a:lnTo>
                    <a:pt x="332103" y="139919"/>
                  </a:lnTo>
                  <a:lnTo>
                    <a:pt x="331157" y="134700"/>
                  </a:lnTo>
                  <a:lnTo>
                    <a:pt x="330045" y="129515"/>
                  </a:lnTo>
                  <a:lnTo>
                    <a:pt x="328770" y="124366"/>
                  </a:lnTo>
                  <a:lnTo>
                    <a:pt x="327332" y="119261"/>
                  </a:lnTo>
                  <a:lnTo>
                    <a:pt x="325733" y="114205"/>
                  </a:lnTo>
                  <a:lnTo>
                    <a:pt x="323975" y="109201"/>
                  </a:lnTo>
                  <a:lnTo>
                    <a:pt x="322058" y="104256"/>
                  </a:lnTo>
                  <a:lnTo>
                    <a:pt x="319986" y="99374"/>
                  </a:lnTo>
                  <a:lnTo>
                    <a:pt x="317759" y="94560"/>
                  </a:lnTo>
                  <a:lnTo>
                    <a:pt x="315381" y="89819"/>
                  </a:lnTo>
                  <a:lnTo>
                    <a:pt x="312854" y="85156"/>
                  </a:lnTo>
                  <a:lnTo>
                    <a:pt x="310181" y="80576"/>
                  </a:lnTo>
                  <a:lnTo>
                    <a:pt x="307363" y="76083"/>
                  </a:lnTo>
                  <a:lnTo>
                    <a:pt x="304404" y="71681"/>
                  </a:lnTo>
                  <a:lnTo>
                    <a:pt x="301307" y="67375"/>
                  </a:lnTo>
                  <a:lnTo>
                    <a:pt x="298075" y="63170"/>
                  </a:lnTo>
                  <a:lnTo>
                    <a:pt x="294712" y="59070"/>
                  </a:lnTo>
                  <a:lnTo>
                    <a:pt x="291220" y="55078"/>
                  </a:lnTo>
                  <a:lnTo>
                    <a:pt x="287603" y="51199"/>
                  </a:lnTo>
                  <a:lnTo>
                    <a:pt x="283864" y="47437"/>
                  </a:lnTo>
                  <a:lnTo>
                    <a:pt x="280009" y="43795"/>
                  </a:lnTo>
                  <a:lnTo>
                    <a:pt x="276039" y="40277"/>
                  </a:lnTo>
                  <a:lnTo>
                    <a:pt x="271961" y="36887"/>
                  </a:lnTo>
                  <a:lnTo>
                    <a:pt x="267776" y="33628"/>
                  </a:lnTo>
                  <a:lnTo>
                    <a:pt x="263491" y="30504"/>
                  </a:lnTo>
                  <a:lnTo>
                    <a:pt x="259108" y="27517"/>
                  </a:lnTo>
                  <a:lnTo>
                    <a:pt x="254633" y="24670"/>
                  </a:lnTo>
                  <a:lnTo>
                    <a:pt x="250070" y="21967"/>
                  </a:lnTo>
                  <a:lnTo>
                    <a:pt x="245423" y="19411"/>
                  </a:lnTo>
                  <a:lnTo>
                    <a:pt x="240698" y="17002"/>
                  </a:lnTo>
                  <a:lnTo>
                    <a:pt x="235898" y="14745"/>
                  </a:lnTo>
                  <a:lnTo>
                    <a:pt x="231030" y="12641"/>
                  </a:lnTo>
                  <a:lnTo>
                    <a:pt x="226097" y="10693"/>
                  </a:lnTo>
                  <a:lnTo>
                    <a:pt x="221105" y="8902"/>
                  </a:lnTo>
                  <a:lnTo>
                    <a:pt x="216058" y="7271"/>
                  </a:lnTo>
                  <a:lnTo>
                    <a:pt x="210963" y="5800"/>
                  </a:lnTo>
                  <a:lnTo>
                    <a:pt x="205823" y="4492"/>
                  </a:lnTo>
                  <a:lnTo>
                    <a:pt x="200644" y="3348"/>
                  </a:lnTo>
                  <a:lnTo>
                    <a:pt x="195432" y="2368"/>
                  </a:lnTo>
                  <a:lnTo>
                    <a:pt x="190191" y="1554"/>
                  </a:lnTo>
                  <a:lnTo>
                    <a:pt x="184927" y="907"/>
                  </a:lnTo>
                  <a:lnTo>
                    <a:pt x="179645" y="427"/>
                  </a:lnTo>
                  <a:lnTo>
                    <a:pt x="174350" y="115"/>
                  </a:lnTo>
                  <a:lnTo>
                    <a:pt x="167165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7185" cy="167167"/>
            </a:xfrm>
            <a:custGeom>
              <a:avLst/>
              <a:pathLst>
                <a:path w="7185" h="167167">
                  <a:moveTo>
                    <a:pt x="7185" y="15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797336" y="5269756"/>
              <a:ext cx="167164" cy="263856"/>
            </a:xfrm>
            <a:custGeom>
              <a:avLst/>
              <a:pathLst>
                <a:path w="167164" h="263856">
                  <a:moveTo>
                    <a:pt x="167164" y="0"/>
                  </a:moveTo>
                  <a:lnTo>
                    <a:pt x="161788" y="86"/>
                  </a:lnTo>
                  <a:lnTo>
                    <a:pt x="156416" y="345"/>
                  </a:lnTo>
                  <a:lnTo>
                    <a:pt x="151056" y="777"/>
                  </a:lnTo>
                  <a:lnTo>
                    <a:pt x="145713" y="1382"/>
                  </a:lnTo>
                  <a:lnTo>
                    <a:pt x="140391" y="2157"/>
                  </a:lnTo>
                  <a:lnTo>
                    <a:pt x="135098" y="3104"/>
                  </a:lnTo>
                  <a:lnTo>
                    <a:pt x="129837" y="4220"/>
                  </a:lnTo>
                  <a:lnTo>
                    <a:pt x="124616" y="5505"/>
                  </a:lnTo>
                  <a:lnTo>
                    <a:pt x="119438" y="6957"/>
                  </a:lnTo>
                  <a:lnTo>
                    <a:pt x="114309" y="8575"/>
                  </a:lnTo>
                  <a:lnTo>
                    <a:pt x="109236" y="10357"/>
                  </a:lnTo>
                  <a:lnTo>
                    <a:pt x="104222" y="12302"/>
                  </a:lnTo>
                  <a:lnTo>
                    <a:pt x="99273" y="14406"/>
                  </a:lnTo>
                  <a:lnTo>
                    <a:pt x="94395" y="16669"/>
                  </a:lnTo>
                  <a:lnTo>
                    <a:pt x="89592" y="19088"/>
                  </a:lnTo>
                  <a:lnTo>
                    <a:pt x="84869" y="21659"/>
                  </a:lnTo>
                  <a:lnTo>
                    <a:pt x="80232" y="24382"/>
                  </a:lnTo>
                  <a:lnTo>
                    <a:pt x="75684" y="27252"/>
                  </a:lnTo>
                  <a:lnTo>
                    <a:pt x="71231" y="30266"/>
                  </a:lnTo>
                  <a:lnTo>
                    <a:pt x="66877" y="33423"/>
                  </a:lnTo>
                  <a:lnTo>
                    <a:pt x="62628" y="36718"/>
                  </a:lnTo>
                  <a:lnTo>
                    <a:pt x="58486" y="40148"/>
                  </a:lnTo>
                  <a:lnTo>
                    <a:pt x="54457" y="43709"/>
                  </a:lnTo>
                  <a:lnTo>
                    <a:pt x="50544" y="47398"/>
                  </a:lnTo>
                  <a:lnTo>
                    <a:pt x="46752" y="51211"/>
                  </a:lnTo>
                  <a:lnTo>
                    <a:pt x="43085" y="55144"/>
                  </a:lnTo>
                  <a:lnTo>
                    <a:pt x="39546" y="59193"/>
                  </a:lnTo>
                  <a:lnTo>
                    <a:pt x="36139" y="63353"/>
                  </a:lnTo>
                  <a:lnTo>
                    <a:pt x="32867" y="67622"/>
                  </a:lnTo>
                  <a:lnTo>
                    <a:pt x="29735" y="71993"/>
                  </a:lnTo>
                  <a:lnTo>
                    <a:pt x="26745" y="76462"/>
                  </a:lnTo>
                  <a:lnTo>
                    <a:pt x="23900" y="81026"/>
                  </a:lnTo>
                  <a:lnTo>
                    <a:pt x="21204" y="85678"/>
                  </a:lnTo>
                  <a:lnTo>
                    <a:pt x="18658" y="90415"/>
                  </a:lnTo>
                  <a:lnTo>
                    <a:pt x="16266" y="95232"/>
                  </a:lnTo>
                  <a:lnTo>
                    <a:pt x="14031" y="100122"/>
                  </a:lnTo>
                  <a:lnTo>
                    <a:pt x="11953" y="105082"/>
                  </a:lnTo>
                  <a:lnTo>
                    <a:pt x="10037" y="110107"/>
                  </a:lnTo>
                  <a:lnTo>
                    <a:pt x="8283" y="115190"/>
                  </a:lnTo>
                  <a:lnTo>
                    <a:pt x="6693" y="120328"/>
                  </a:lnTo>
                  <a:lnTo>
                    <a:pt x="5270" y="125513"/>
                  </a:lnTo>
                  <a:lnTo>
                    <a:pt x="4014" y="130742"/>
                  </a:lnTo>
                  <a:lnTo>
                    <a:pt x="2926" y="136009"/>
                  </a:lnTo>
                  <a:lnTo>
                    <a:pt x="2009" y="141307"/>
                  </a:lnTo>
                  <a:lnTo>
                    <a:pt x="1263" y="146633"/>
                  </a:lnTo>
                  <a:lnTo>
                    <a:pt x="688" y="151980"/>
                  </a:lnTo>
                  <a:lnTo>
                    <a:pt x="286" y="157342"/>
                  </a:lnTo>
                  <a:lnTo>
                    <a:pt x="56" y="162715"/>
                  </a:lnTo>
                  <a:lnTo>
                    <a:pt x="0" y="168092"/>
                  </a:lnTo>
                  <a:lnTo>
                    <a:pt x="116" y="173468"/>
                  </a:lnTo>
                  <a:lnTo>
                    <a:pt x="405" y="178838"/>
                  </a:lnTo>
                  <a:lnTo>
                    <a:pt x="867" y="184196"/>
                  </a:lnTo>
                  <a:lnTo>
                    <a:pt x="1500" y="189536"/>
                  </a:lnTo>
                  <a:lnTo>
                    <a:pt x="2305" y="194853"/>
                  </a:lnTo>
                  <a:lnTo>
                    <a:pt x="3281" y="200141"/>
                  </a:lnTo>
                  <a:lnTo>
                    <a:pt x="4427" y="205395"/>
                  </a:lnTo>
                  <a:lnTo>
                    <a:pt x="5740" y="210610"/>
                  </a:lnTo>
                  <a:lnTo>
                    <a:pt x="7221" y="215779"/>
                  </a:lnTo>
                  <a:lnTo>
                    <a:pt x="8868" y="220899"/>
                  </a:lnTo>
                  <a:lnTo>
                    <a:pt x="10678" y="225962"/>
                  </a:lnTo>
                  <a:lnTo>
                    <a:pt x="12650" y="230965"/>
                  </a:lnTo>
                  <a:lnTo>
                    <a:pt x="14782" y="235902"/>
                  </a:lnTo>
                  <a:lnTo>
                    <a:pt x="17071" y="240768"/>
                  </a:lnTo>
                  <a:lnTo>
                    <a:pt x="19516" y="245557"/>
                  </a:lnTo>
                  <a:lnTo>
                    <a:pt x="22114" y="250266"/>
                  </a:lnTo>
                  <a:lnTo>
                    <a:pt x="24862" y="254888"/>
                  </a:lnTo>
                  <a:lnTo>
                    <a:pt x="27757" y="259420"/>
                  </a:lnTo>
                  <a:lnTo>
                    <a:pt x="30797" y="263856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828133" y="5269756"/>
              <a:ext cx="303516" cy="334334"/>
            </a:xfrm>
            <a:custGeom>
              <a:avLst/>
              <a:pathLst>
                <a:path w="303516" h="334334">
                  <a:moveTo>
                    <a:pt x="0" y="263856"/>
                  </a:moveTo>
                  <a:lnTo>
                    <a:pt x="3137" y="268136"/>
                  </a:lnTo>
                  <a:lnTo>
                    <a:pt x="6410" y="272315"/>
                  </a:lnTo>
                  <a:lnTo>
                    <a:pt x="9813" y="276387"/>
                  </a:lnTo>
                  <a:lnTo>
                    <a:pt x="13344" y="280349"/>
                  </a:lnTo>
                  <a:lnTo>
                    <a:pt x="16999" y="284197"/>
                  </a:lnTo>
                  <a:lnTo>
                    <a:pt x="20774" y="287928"/>
                  </a:lnTo>
                  <a:lnTo>
                    <a:pt x="24665" y="291536"/>
                  </a:lnTo>
                  <a:lnTo>
                    <a:pt x="28670" y="295019"/>
                  </a:lnTo>
                  <a:lnTo>
                    <a:pt x="32782" y="298373"/>
                  </a:lnTo>
                  <a:lnTo>
                    <a:pt x="37000" y="301596"/>
                  </a:lnTo>
                  <a:lnTo>
                    <a:pt x="41317" y="304682"/>
                  </a:lnTo>
                  <a:lnTo>
                    <a:pt x="45730" y="307630"/>
                  </a:lnTo>
                  <a:lnTo>
                    <a:pt x="50235" y="310436"/>
                  </a:lnTo>
                  <a:lnTo>
                    <a:pt x="54826" y="313098"/>
                  </a:lnTo>
                  <a:lnTo>
                    <a:pt x="59499" y="315613"/>
                  </a:lnTo>
                  <a:lnTo>
                    <a:pt x="64250" y="317978"/>
                  </a:lnTo>
                  <a:lnTo>
                    <a:pt x="69074" y="320192"/>
                  </a:lnTo>
                  <a:lnTo>
                    <a:pt x="73966" y="322251"/>
                  </a:lnTo>
                  <a:lnTo>
                    <a:pt x="78920" y="324153"/>
                  </a:lnTo>
                  <a:lnTo>
                    <a:pt x="83932" y="325898"/>
                  </a:lnTo>
                  <a:lnTo>
                    <a:pt x="88997" y="327482"/>
                  </a:lnTo>
                  <a:lnTo>
                    <a:pt x="94110" y="328905"/>
                  </a:lnTo>
                  <a:lnTo>
                    <a:pt x="99266" y="330165"/>
                  </a:lnTo>
                  <a:lnTo>
                    <a:pt x="104459" y="331261"/>
                  </a:lnTo>
                  <a:lnTo>
                    <a:pt x="109684" y="332191"/>
                  </a:lnTo>
                  <a:lnTo>
                    <a:pt x="114936" y="332955"/>
                  </a:lnTo>
                  <a:lnTo>
                    <a:pt x="120209" y="333552"/>
                  </a:lnTo>
                  <a:lnTo>
                    <a:pt x="125499" y="333981"/>
                  </a:lnTo>
                  <a:lnTo>
                    <a:pt x="130800" y="334242"/>
                  </a:lnTo>
                  <a:lnTo>
                    <a:pt x="136106" y="334334"/>
                  </a:lnTo>
                  <a:lnTo>
                    <a:pt x="141413" y="334258"/>
                  </a:lnTo>
                  <a:lnTo>
                    <a:pt x="146714" y="334014"/>
                  </a:lnTo>
                  <a:lnTo>
                    <a:pt x="152005" y="333601"/>
                  </a:lnTo>
                  <a:lnTo>
                    <a:pt x="157281" y="333021"/>
                  </a:lnTo>
                  <a:lnTo>
                    <a:pt x="162535" y="332274"/>
                  </a:lnTo>
                  <a:lnTo>
                    <a:pt x="167763" y="331360"/>
                  </a:lnTo>
                  <a:lnTo>
                    <a:pt x="172959" y="330280"/>
                  </a:lnTo>
                  <a:lnTo>
                    <a:pt x="178119" y="329037"/>
                  </a:lnTo>
                  <a:lnTo>
                    <a:pt x="183236" y="327630"/>
                  </a:lnTo>
                  <a:lnTo>
                    <a:pt x="188306" y="326061"/>
                  </a:lnTo>
                  <a:lnTo>
                    <a:pt x="193324" y="324332"/>
                  </a:lnTo>
                  <a:lnTo>
                    <a:pt x="198284" y="322445"/>
                  </a:lnTo>
                  <a:lnTo>
                    <a:pt x="203182" y="320401"/>
                  </a:lnTo>
                  <a:lnTo>
                    <a:pt x="208012" y="318203"/>
                  </a:lnTo>
                  <a:lnTo>
                    <a:pt x="212771" y="315853"/>
                  </a:lnTo>
                  <a:lnTo>
                    <a:pt x="217452" y="313352"/>
                  </a:lnTo>
                  <a:lnTo>
                    <a:pt x="222052" y="310705"/>
                  </a:lnTo>
                  <a:lnTo>
                    <a:pt x="226565" y="307913"/>
                  </a:lnTo>
                  <a:lnTo>
                    <a:pt x="230987" y="304978"/>
                  </a:lnTo>
                  <a:lnTo>
                    <a:pt x="235314" y="301905"/>
                  </a:lnTo>
                  <a:lnTo>
                    <a:pt x="239541" y="298697"/>
                  </a:lnTo>
                  <a:lnTo>
                    <a:pt x="243665" y="295355"/>
                  </a:lnTo>
                  <a:lnTo>
                    <a:pt x="247680" y="291884"/>
                  </a:lnTo>
                  <a:lnTo>
                    <a:pt x="251583" y="288288"/>
                  </a:lnTo>
                  <a:lnTo>
                    <a:pt x="255369" y="284570"/>
                  </a:lnTo>
                  <a:lnTo>
                    <a:pt x="259036" y="280733"/>
                  </a:lnTo>
                  <a:lnTo>
                    <a:pt x="262579" y="276782"/>
                  </a:lnTo>
                  <a:lnTo>
                    <a:pt x="265995" y="272720"/>
                  </a:lnTo>
                  <a:lnTo>
                    <a:pt x="269281" y="268552"/>
                  </a:lnTo>
                  <a:lnTo>
                    <a:pt x="272432" y="264282"/>
                  </a:lnTo>
                  <a:lnTo>
                    <a:pt x="275446" y="259914"/>
                  </a:lnTo>
                  <a:lnTo>
                    <a:pt x="278320" y="255452"/>
                  </a:lnTo>
                  <a:lnTo>
                    <a:pt x="281051" y="250901"/>
                  </a:lnTo>
                  <a:lnTo>
                    <a:pt x="283636" y="246266"/>
                  </a:lnTo>
                  <a:lnTo>
                    <a:pt x="286073" y="241552"/>
                  </a:lnTo>
                  <a:lnTo>
                    <a:pt x="288359" y="236762"/>
                  </a:lnTo>
                  <a:lnTo>
                    <a:pt x="290492" y="231902"/>
                  </a:lnTo>
                  <a:lnTo>
                    <a:pt x="292469" y="226977"/>
                  </a:lnTo>
                  <a:lnTo>
                    <a:pt x="294289" y="221992"/>
                  </a:lnTo>
                  <a:lnTo>
                    <a:pt x="295949" y="216951"/>
                  </a:lnTo>
                  <a:lnTo>
                    <a:pt x="297449" y="211860"/>
                  </a:lnTo>
                  <a:lnTo>
                    <a:pt x="298787" y="206724"/>
                  </a:lnTo>
                  <a:lnTo>
                    <a:pt x="299961" y="201549"/>
                  </a:lnTo>
                  <a:lnTo>
                    <a:pt x="300970" y="196338"/>
                  </a:lnTo>
                  <a:lnTo>
                    <a:pt x="301813" y="191098"/>
                  </a:lnTo>
                  <a:lnTo>
                    <a:pt x="302489" y="185834"/>
                  </a:lnTo>
                  <a:lnTo>
                    <a:pt x="302998" y="180552"/>
                  </a:lnTo>
                  <a:lnTo>
                    <a:pt x="303339" y="175255"/>
                  </a:lnTo>
                  <a:lnTo>
                    <a:pt x="303511" y="169951"/>
                  </a:lnTo>
                  <a:lnTo>
                    <a:pt x="303516" y="164644"/>
                  </a:lnTo>
                  <a:lnTo>
                    <a:pt x="303351" y="159339"/>
                  </a:lnTo>
                  <a:lnTo>
                    <a:pt x="303019" y="154043"/>
                  </a:lnTo>
                  <a:lnTo>
                    <a:pt x="302518" y="148759"/>
                  </a:lnTo>
                  <a:lnTo>
                    <a:pt x="301850" y="143494"/>
                  </a:lnTo>
                  <a:lnTo>
                    <a:pt x="301015" y="138253"/>
                  </a:lnTo>
                  <a:lnTo>
                    <a:pt x="300014" y="133041"/>
                  </a:lnTo>
                  <a:lnTo>
                    <a:pt x="298849" y="127863"/>
                  </a:lnTo>
                  <a:lnTo>
                    <a:pt x="297519" y="122725"/>
                  </a:lnTo>
                  <a:lnTo>
                    <a:pt x="296027" y="117632"/>
                  </a:lnTo>
                  <a:lnTo>
                    <a:pt x="294374" y="112589"/>
                  </a:lnTo>
                  <a:lnTo>
                    <a:pt x="292562" y="107601"/>
                  </a:lnTo>
                  <a:lnTo>
                    <a:pt x="290593" y="102673"/>
                  </a:lnTo>
                  <a:lnTo>
                    <a:pt x="288467" y="97809"/>
                  </a:lnTo>
                  <a:lnTo>
                    <a:pt x="286189" y="93016"/>
                  </a:lnTo>
                  <a:lnTo>
                    <a:pt x="283760" y="88298"/>
                  </a:lnTo>
                  <a:lnTo>
                    <a:pt x="281182" y="83659"/>
                  </a:lnTo>
                  <a:lnTo>
                    <a:pt x="278458" y="79104"/>
                  </a:lnTo>
                  <a:lnTo>
                    <a:pt x="275591" y="74638"/>
                  </a:lnTo>
                  <a:lnTo>
                    <a:pt x="272584" y="70265"/>
                  </a:lnTo>
                  <a:lnTo>
                    <a:pt x="269439" y="65990"/>
                  </a:lnTo>
                  <a:lnTo>
                    <a:pt x="266160" y="61816"/>
                  </a:lnTo>
                  <a:lnTo>
                    <a:pt x="262751" y="57749"/>
                  </a:lnTo>
                  <a:lnTo>
                    <a:pt x="259214" y="53793"/>
                  </a:lnTo>
                  <a:lnTo>
                    <a:pt x="255553" y="49950"/>
                  </a:lnTo>
                  <a:lnTo>
                    <a:pt x="251772" y="46226"/>
                  </a:lnTo>
                  <a:lnTo>
                    <a:pt x="247874" y="42623"/>
                  </a:lnTo>
                  <a:lnTo>
                    <a:pt x="243865" y="39147"/>
                  </a:lnTo>
                  <a:lnTo>
                    <a:pt x="239747" y="35799"/>
                  </a:lnTo>
                  <a:lnTo>
                    <a:pt x="235525" y="32583"/>
                  </a:lnTo>
                  <a:lnTo>
                    <a:pt x="231202" y="29503"/>
                  </a:lnTo>
                  <a:lnTo>
                    <a:pt x="226785" y="26562"/>
                  </a:lnTo>
                  <a:lnTo>
                    <a:pt x="222276" y="23763"/>
                  </a:lnTo>
                  <a:lnTo>
                    <a:pt x="217680" y="21108"/>
                  </a:lnTo>
                  <a:lnTo>
                    <a:pt x="213003" y="18601"/>
                  </a:lnTo>
                  <a:lnTo>
                    <a:pt x="208248" y="16243"/>
                  </a:lnTo>
                  <a:lnTo>
                    <a:pt x="203421" y="14037"/>
                  </a:lnTo>
                  <a:lnTo>
                    <a:pt x="198526" y="11986"/>
                  </a:lnTo>
                  <a:lnTo>
                    <a:pt x="193569" y="10091"/>
                  </a:lnTo>
                  <a:lnTo>
                    <a:pt x="188554" y="8354"/>
                  </a:lnTo>
                  <a:lnTo>
                    <a:pt x="183487" y="6778"/>
                  </a:lnTo>
                  <a:lnTo>
                    <a:pt x="178371" y="5363"/>
                  </a:lnTo>
                  <a:lnTo>
                    <a:pt x="173214" y="4111"/>
                  </a:lnTo>
                  <a:lnTo>
                    <a:pt x="168019" y="3023"/>
                  </a:lnTo>
                  <a:lnTo>
                    <a:pt x="162793" y="2101"/>
                  </a:lnTo>
                  <a:lnTo>
                    <a:pt x="157540" y="1346"/>
                  </a:lnTo>
                  <a:lnTo>
                    <a:pt x="152265" y="757"/>
                  </a:lnTo>
                  <a:lnTo>
                    <a:pt x="146975" y="336"/>
                  </a:lnTo>
                  <a:lnTo>
                    <a:pt x="141674" y="84"/>
                  </a:lnTo>
                  <a:lnTo>
                    <a:pt x="136367" y="0"/>
                  </a:lnTo>
                  <a:lnTo>
                    <a:pt x="1363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59377" y="5399291"/>
              <a:ext cx="26838" cy="167167"/>
            </a:xfrm>
            <a:custGeom>
              <a:avLst/>
              <a:pathLst>
                <a:path w="26838" h="167167">
                  <a:moveTo>
                    <a:pt x="26838" y="0"/>
                  </a:moveTo>
                  <a:lnTo>
                    <a:pt x="20101" y="135"/>
                  </a:lnTo>
                  <a:lnTo>
                    <a:pt x="13375" y="542"/>
                  </a:lnTo>
                  <a:lnTo>
                    <a:pt x="6671" y="1220"/>
                  </a:lnTo>
                  <a:lnTo>
                    <a:pt x="0" y="2168"/>
                  </a:lnTo>
                  <a:lnTo>
                    <a:pt x="2683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319060" y="5401181"/>
              <a:ext cx="334322" cy="332436"/>
            </a:xfrm>
            <a:custGeom>
              <a:avLst/>
              <a:pathLst>
                <a:path w="334322" h="332436">
                  <a:moveTo>
                    <a:pt x="140316" y="278"/>
                  </a:moveTo>
                  <a:lnTo>
                    <a:pt x="135117" y="1209"/>
                  </a:lnTo>
                  <a:lnTo>
                    <a:pt x="129950" y="2303"/>
                  </a:lnTo>
                  <a:lnTo>
                    <a:pt x="124821" y="3559"/>
                  </a:lnTo>
                  <a:lnTo>
                    <a:pt x="119733" y="4977"/>
                  </a:lnTo>
                  <a:lnTo>
                    <a:pt x="114693" y="6555"/>
                  </a:lnTo>
                  <a:lnTo>
                    <a:pt x="109705" y="8292"/>
                  </a:lnTo>
                  <a:lnTo>
                    <a:pt x="104775" y="10185"/>
                  </a:lnTo>
                  <a:lnTo>
                    <a:pt x="99907" y="12233"/>
                  </a:lnTo>
                  <a:lnTo>
                    <a:pt x="95105" y="14433"/>
                  </a:lnTo>
                  <a:lnTo>
                    <a:pt x="90376" y="16785"/>
                  </a:lnTo>
                  <a:lnTo>
                    <a:pt x="85724" y="19284"/>
                  </a:lnTo>
                  <a:lnTo>
                    <a:pt x="81153" y="21930"/>
                  </a:lnTo>
                  <a:lnTo>
                    <a:pt x="76667" y="24718"/>
                  </a:lnTo>
                  <a:lnTo>
                    <a:pt x="72272" y="27646"/>
                  </a:lnTo>
                  <a:lnTo>
                    <a:pt x="67972" y="30712"/>
                  </a:lnTo>
                  <a:lnTo>
                    <a:pt x="63770" y="33913"/>
                  </a:lnTo>
                  <a:lnTo>
                    <a:pt x="59672" y="37244"/>
                  </a:lnTo>
                  <a:lnTo>
                    <a:pt x="55681" y="40703"/>
                  </a:lnTo>
                  <a:lnTo>
                    <a:pt x="51802" y="44287"/>
                  </a:lnTo>
                  <a:lnTo>
                    <a:pt x="48037" y="47991"/>
                  </a:lnTo>
                  <a:lnTo>
                    <a:pt x="44392" y="51813"/>
                  </a:lnTo>
                  <a:lnTo>
                    <a:pt x="40869" y="55747"/>
                  </a:lnTo>
                  <a:lnTo>
                    <a:pt x="37472" y="59791"/>
                  </a:lnTo>
                  <a:lnTo>
                    <a:pt x="34204" y="63941"/>
                  </a:lnTo>
                  <a:lnTo>
                    <a:pt x="31069" y="68191"/>
                  </a:lnTo>
                  <a:lnTo>
                    <a:pt x="28070" y="72538"/>
                  </a:lnTo>
                  <a:lnTo>
                    <a:pt x="25210" y="76978"/>
                  </a:lnTo>
                  <a:lnTo>
                    <a:pt x="22491" y="81506"/>
                  </a:lnTo>
                  <a:lnTo>
                    <a:pt x="19917" y="86118"/>
                  </a:lnTo>
                  <a:lnTo>
                    <a:pt x="17490" y="90809"/>
                  </a:lnTo>
                  <a:lnTo>
                    <a:pt x="15212" y="95574"/>
                  </a:lnTo>
                  <a:lnTo>
                    <a:pt x="13086" y="100408"/>
                  </a:lnTo>
                  <a:lnTo>
                    <a:pt x="11114" y="105308"/>
                  </a:lnTo>
                  <a:lnTo>
                    <a:pt x="9298" y="110267"/>
                  </a:lnTo>
                  <a:lnTo>
                    <a:pt x="7639" y="115281"/>
                  </a:lnTo>
                  <a:lnTo>
                    <a:pt x="6139" y="120345"/>
                  </a:lnTo>
                  <a:lnTo>
                    <a:pt x="4800" y="125454"/>
                  </a:lnTo>
                  <a:lnTo>
                    <a:pt x="3623" y="130603"/>
                  </a:lnTo>
                  <a:lnTo>
                    <a:pt x="2609" y="135786"/>
                  </a:lnTo>
                  <a:lnTo>
                    <a:pt x="1760" y="140998"/>
                  </a:lnTo>
                  <a:lnTo>
                    <a:pt x="1075" y="146235"/>
                  </a:lnTo>
                  <a:lnTo>
                    <a:pt x="556" y="151491"/>
                  </a:lnTo>
                  <a:lnTo>
                    <a:pt x="204" y="156761"/>
                  </a:lnTo>
                  <a:lnTo>
                    <a:pt x="18" y="162039"/>
                  </a:lnTo>
                  <a:lnTo>
                    <a:pt x="0" y="167320"/>
                  </a:lnTo>
                  <a:lnTo>
                    <a:pt x="147" y="172600"/>
                  </a:lnTo>
                  <a:lnTo>
                    <a:pt x="462" y="177872"/>
                  </a:lnTo>
                  <a:lnTo>
                    <a:pt x="943" y="183131"/>
                  </a:lnTo>
                  <a:lnTo>
                    <a:pt x="1590" y="188373"/>
                  </a:lnTo>
                  <a:lnTo>
                    <a:pt x="2402" y="193592"/>
                  </a:lnTo>
                  <a:lnTo>
                    <a:pt x="3379" y="198782"/>
                  </a:lnTo>
                  <a:lnTo>
                    <a:pt x="4519" y="203939"/>
                  </a:lnTo>
                  <a:lnTo>
                    <a:pt x="5822" y="209057"/>
                  </a:lnTo>
                  <a:lnTo>
                    <a:pt x="7285" y="214132"/>
                  </a:lnTo>
                  <a:lnTo>
                    <a:pt x="8908" y="219158"/>
                  </a:lnTo>
                  <a:lnTo>
                    <a:pt x="10689" y="224130"/>
                  </a:lnTo>
                  <a:lnTo>
                    <a:pt x="12626" y="229043"/>
                  </a:lnTo>
                  <a:lnTo>
                    <a:pt x="14718" y="233893"/>
                  </a:lnTo>
                  <a:lnTo>
                    <a:pt x="16961" y="238674"/>
                  </a:lnTo>
                  <a:lnTo>
                    <a:pt x="19355" y="243382"/>
                  </a:lnTo>
                  <a:lnTo>
                    <a:pt x="21896" y="248012"/>
                  </a:lnTo>
                  <a:lnTo>
                    <a:pt x="24582" y="252559"/>
                  </a:lnTo>
                  <a:lnTo>
                    <a:pt x="27410" y="257019"/>
                  </a:lnTo>
                  <a:lnTo>
                    <a:pt x="30378" y="261388"/>
                  </a:lnTo>
                  <a:lnTo>
                    <a:pt x="33483" y="265661"/>
                  </a:lnTo>
                  <a:lnTo>
                    <a:pt x="36720" y="269833"/>
                  </a:lnTo>
                  <a:lnTo>
                    <a:pt x="40088" y="273901"/>
                  </a:lnTo>
                  <a:lnTo>
                    <a:pt x="43583" y="277861"/>
                  </a:lnTo>
                  <a:lnTo>
                    <a:pt x="47201" y="281709"/>
                  </a:lnTo>
                  <a:lnTo>
                    <a:pt x="50939" y="285440"/>
                  </a:lnTo>
                  <a:lnTo>
                    <a:pt x="54793" y="289051"/>
                  </a:lnTo>
                  <a:lnTo>
                    <a:pt x="58759" y="292539"/>
                  </a:lnTo>
                  <a:lnTo>
                    <a:pt x="62833" y="295899"/>
                  </a:lnTo>
                  <a:lnTo>
                    <a:pt x="67012" y="299130"/>
                  </a:lnTo>
                  <a:lnTo>
                    <a:pt x="71290" y="302226"/>
                  </a:lnTo>
                  <a:lnTo>
                    <a:pt x="75664" y="305186"/>
                  </a:lnTo>
                  <a:lnTo>
                    <a:pt x="80129" y="308007"/>
                  </a:lnTo>
                  <a:lnTo>
                    <a:pt x="84682" y="310684"/>
                  </a:lnTo>
                  <a:lnTo>
                    <a:pt x="89316" y="313217"/>
                  </a:lnTo>
                  <a:lnTo>
                    <a:pt x="94028" y="315602"/>
                  </a:lnTo>
                  <a:lnTo>
                    <a:pt x="98814" y="317837"/>
                  </a:lnTo>
                  <a:lnTo>
                    <a:pt x="103667" y="319920"/>
                  </a:lnTo>
                  <a:lnTo>
                    <a:pt x="108584" y="321848"/>
                  </a:lnTo>
                  <a:lnTo>
                    <a:pt x="113559" y="323620"/>
                  </a:lnTo>
                  <a:lnTo>
                    <a:pt x="118588" y="325234"/>
                  </a:lnTo>
                  <a:lnTo>
                    <a:pt x="123665" y="326689"/>
                  </a:lnTo>
                  <a:lnTo>
                    <a:pt x="128786" y="327982"/>
                  </a:lnTo>
                  <a:lnTo>
                    <a:pt x="133945" y="329113"/>
                  </a:lnTo>
                  <a:lnTo>
                    <a:pt x="139137" y="330080"/>
                  </a:lnTo>
                  <a:lnTo>
                    <a:pt x="144357" y="330883"/>
                  </a:lnTo>
                  <a:lnTo>
                    <a:pt x="149600" y="331521"/>
                  </a:lnTo>
                  <a:lnTo>
                    <a:pt x="154860" y="331992"/>
                  </a:lnTo>
                  <a:lnTo>
                    <a:pt x="160133" y="332297"/>
                  </a:lnTo>
                  <a:lnTo>
                    <a:pt x="165412" y="332436"/>
                  </a:lnTo>
                  <a:lnTo>
                    <a:pt x="170694" y="332407"/>
                  </a:lnTo>
                  <a:lnTo>
                    <a:pt x="175971" y="332212"/>
                  </a:lnTo>
                  <a:lnTo>
                    <a:pt x="181240" y="331850"/>
                  </a:lnTo>
                  <a:lnTo>
                    <a:pt x="186495" y="331322"/>
                  </a:lnTo>
                  <a:lnTo>
                    <a:pt x="191731" y="330628"/>
                  </a:lnTo>
                  <a:lnTo>
                    <a:pt x="196942" y="329770"/>
                  </a:lnTo>
                  <a:lnTo>
                    <a:pt x="202123" y="328746"/>
                  </a:lnTo>
                  <a:lnTo>
                    <a:pt x="207270" y="327560"/>
                  </a:lnTo>
                  <a:lnTo>
                    <a:pt x="212376" y="326212"/>
                  </a:lnTo>
                  <a:lnTo>
                    <a:pt x="217438" y="324703"/>
                  </a:lnTo>
                  <a:lnTo>
                    <a:pt x="222449" y="323035"/>
                  </a:lnTo>
                  <a:lnTo>
                    <a:pt x="227405" y="321210"/>
                  </a:lnTo>
                  <a:lnTo>
                    <a:pt x="232301" y="319229"/>
                  </a:lnTo>
                  <a:lnTo>
                    <a:pt x="237131" y="317094"/>
                  </a:lnTo>
                  <a:lnTo>
                    <a:pt x="241892" y="314807"/>
                  </a:lnTo>
                  <a:lnTo>
                    <a:pt x="246578" y="312372"/>
                  </a:lnTo>
                  <a:lnTo>
                    <a:pt x="251186" y="309789"/>
                  </a:lnTo>
                  <a:lnTo>
                    <a:pt x="255709" y="307063"/>
                  </a:lnTo>
                  <a:lnTo>
                    <a:pt x="260143" y="304195"/>
                  </a:lnTo>
                  <a:lnTo>
                    <a:pt x="264485" y="301188"/>
                  </a:lnTo>
                  <a:lnTo>
                    <a:pt x="268730" y="298045"/>
                  </a:lnTo>
                  <a:lnTo>
                    <a:pt x="272874" y="294770"/>
                  </a:lnTo>
                  <a:lnTo>
                    <a:pt x="276911" y="291366"/>
                  </a:lnTo>
                  <a:lnTo>
                    <a:pt x="280840" y="287836"/>
                  </a:lnTo>
                  <a:lnTo>
                    <a:pt x="284655" y="284184"/>
                  </a:lnTo>
                  <a:lnTo>
                    <a:pt x="288352" y="280412"/>
                  </a:lnTo>
                  <a:lnTo>
                    <a:pt x="291929" y="276526"/>
                  </a:lnTo>
                  <a:lnTo>
                    <a:pt x="295381" y="272529"/>
                  </a:lnTo>
                  <a:lnTo>
                    <a:pt x="298705" y="268425"/>
                  </a:lnTo>
                  <a:lnTo>
                    <a:pt x="301898" y="264218"/>
                  </a:lnTo>
                  <a:lnTo>
                    <a:pt x="304956" y="259912"/>
                  </a:lnTo>
                  <a:lnTo>
                    <a:pt x="307877" y="255512"/>
                  </a:lnTo>
                  <a:lnTo>
                    <a:pt x="310657" y="251021"/>
                  </a:lnTo>
                  <a:lnTo>
                    <a:pt x="313294" y="246445"/>
                  </a:lnTo>
                  <a:lnTo>
                    <a:pt x="315785" y="241788"/>
                  </a:lnTo>
                  <a:lnTo>
                    <a:pt x="318128" y="237055"/>
                  </a:lnTo>
                  <a:lnTo>
                    <a:pt x="320320" y="232250"/>
                  </a:lnTo>
                  <a:lnTo>
                    <a:pt x="322359" y="227378"/>
                  </a:lnTo>
                  <a:lnTo>
                    <a:pt x="324243" y="222444"/>
                  </a:lnTo>
                  <a:lnTo>
                    <a:pt x="325971" y="217453"/>
                  </a:lnTo>
                  <a:lnTo>
                    <a:pt x="327540" y="212410"/>
                  </a:lnTo>
                  <a:lnTo>
                    <a:pt x="328949" y="207320"/>
                  </a:lnTo>
                  <a:lnTo>
                    <a:pt x="330196" y="202188"/>
                  </a:lnTo>
                  <a:lnTo>
                    <a:pt x="331281" y="197019"/>
                  </a:lnTo>
                  <a:lnTo>
                    <a:pt x="332201" y="191819"/>
                  </a:lnTo>
                  <a:lnTo>
                    <a:pt x="332958" y="186592"/>
                  </a:lnTo>
                  <a:lnTo>
                    <a:pt x="333548" y="181344"/>
                  </a:lnTo>
                  <a:lnTo>
                    <a:pt x="333973" y="176079"/>
                  </a:lnTo>
                  <a:lnTo>
                    <a:pt x="334231" y="170804"/>
                  </a:lnTo>
                  <a:lnTo>
                    <a:pt x="334322" y="165523"/>
                  </a:lnTo>
                  <a:lnTo>
                    <a:pt x="334246" y="160243"/>
                  </a:lnTo>
                  <a:lnTo>
                    <a:pt x="334004" y="154967"/>
                  </a:lnTo>
                  <a:lnTo>
                    <a:pt x="333595" y="149701"/>
                  </a:lnTo>
                  <a:lnTo>
                    <a:pt x="333020" y="144451"/>
                  </a:lnTo>
                  <a:lnTo>
                    <a:pt x="332279" y="139222"/>
                  </a:lnTo>
                  <a:lnTo>
                    <a:pt x="331373" y="134019"/>
                  </a:lnTo>
                  <a:lnTo>
                    <a:pt x="330304" y="128847"/>
                  </a:lnTo>
                  <a:lnTo>
                    <a:pt x="329072" y="123711"/>
                  </a:lnTo>
                  <a:lnTo>
                    <a:pt x="327678" y="118617"/>
                  </a:lnTo>
                  <a:lnTo>
                    <a:pt x="326124" y="113569"/>
                  </a:lnTo>
                  <a:lnTo>
                    <a:pt x="324411" y="108573"/>
                  </a:lnTo>
                  <a:lnTo>
                    <a:pt x="322541" y="103634"/>
                  </a:lnTo>
                  <a:lnTo>
                    <a:pt x="320516" y="98756"/>
                  </a:lnTo>
                  <a:lnTo>
                    <a:pt x="318338" y="93945"/>
                  </a:lnTo>
                  <a:lnTo>
                    <a:pt x="316010" y="89204"/>
                  </a:lnTo>
                  <a:lnTo>
                    <a:pt x="313532" y="84540"/>
                  </a:lnTo>
                  <a:lnTo>
                    <a:pt x="310909" y="79956"/>
                  </a:lnTo>
                  <a:lnTo>
                    <a:pt x="308142" y="75458"/>
                  </a:lnTo>
                  <a:lnTo>
                    <a:pt x="305234" y="71049"/>
                  </a:lnTo>
                  <a:lnTo>
                    <a:pt x="302188" y="66734"/>
                  </a:lnTo>
                  <a:lnTo>
                    <a:pt x="299008" y="62517"/>
                  </a:lnTo>
                  <a:lnTo>
                    <a:pt x="295696" y="58403"/>
                  </a:lnTo>
                  <a:lnTo>
                    <a:pt x="292256" y="54396"/>
                  </a:lnTo>
                  <a:lnTo>
                    <a:pt x="288691" y="50500"/>
                  </a:lnTo>
                  <a:lnTo>
                    <a:pt x="285004" y="46718"/>
                  </a:lnTo>
                  <a:lnTo>
                    <a:pt x="281200" y="43054"/>
                  </a:lnTo>
                  <a:lnTo>
                    <a:pt x="277282" y="39512"/>
                  </a:lnTo>
                  <a:lnTo>
                    <a:pt x="273254" y="36096"/>
                  </a:lnTo>
                  <a:lnTo>
                    <a:pt x="269121" y="32809"/>
                  </a:lnTo>
                  <a:lnTo>
                    <a:pt x="264885" y="29654"/>
                  </a:lnTo>
                  <a:lnTo>
                    <a:pt x="260552" y="26634"/>
                  </a:lnTo>
                  <a:lnTo>
                    <a:pt x="256126" y="23753"/>
                  </a:lnTo>
                  <a:lnTo>
                    <a:pt x="251610" y="21013"/>
                  </a:lnTo>
                  <a:lnTo>
                    <a:pt x="247011" y="18417"/>
                  </a:lnTo>
                  <a:lnTo>
                    <a:pt x="242332" y="15968"/>
                  </a:lnTo>
                  <a:lnTo>
                    <a:pt x="237578" y="13668"/>
                  </a:lnTo>
                  <a:lnTo>
                    <a:pt x="232753" y="11519"/>
                  </a:lnTo>
                  <a:lnTo>
                    <a:pt x="227863" y="9523"/>
                  </a:lnTo>
                  <a:lnTo>
                    <a:pt x="222913" y="7683"/>
                  </a:lnTo>
                  <a:lnTo>
                    <a:pt x="217907" y="6000"/>
                  </a:lnTo>
                  <a:lnTo>
                    <a:pt x="212850" y="4477"/>
                  </a:lnTo>
                  <a:lnTo>
                    <a:pt x="207747" y="3113"/>
                  </a:lnTo>
                  <a:lnTo>
                    <a:pt x="202604" y="1912"/>
                  </a:lnTo>
                  <a:lnTo>
                    <a:pt x="197426" y="874"/>
                  </a:lnTo>
                  <a:lnTo>
                    <a:pt x="192218" y="0"/>
                  </a:lnTo>
                  <a:lnTo>
                    <a:pt x="167154" y="1652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25063" cy="167167"/>
            </a:xfrm>
            <a:custGeom>
              <a:avLst/>
              <a:pathLst>
                <a:path w="25063" h="167167">
                  <a:moveTo>
                    <a:pt x="25063" y="1889"/>
                  </a:moveTo>
                  <a:lnTo>
                    <a:pt x="16743" y="840"/>
                  </a:lnTo>
                  <a:lnTo>
                    <a:pt x="8382" y="2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56377" y="5399291"/>
              <a:ext cx="167166" cy="324389"/>
            </a:xfrm>
            <a:custGeom>
              <a:avLst/>
              <a:pathLst>
                <a:path w="167166" h="324389">
                  <a:moveTo>
                    <a:pt x="167166" y="0"/>
                  </a:moveTo>
                  <a:lnTo>
                    <a:pt x="161797" y="86"/>
                  </a:lnTo>
                  <a:lnTo>
                    <a:pt x="156433" y="344"/>
                  </a:lnTo>
                  <a:lnTo>
                    <a:pt x="151080" y="775"/>
                  </a:lnTo>
                  <a:lnTo>
                    <a:pt x="145744" y="1378"/>
                  </a:lnTo>
                  <a:lnTo>
                    <a:pt x="140430" y="2151"/>
                  </a:lnTo>
                  <a:lnTo>
                    <a:pt x="135143" y="3095"/>
                  </a:lnTo>
                  <a:lnTo>
                    <a:pt x="129890" y="4209"/>
                  </a:lnTo>
                  <a:lnTo>
                    <a:pt x="124675" y="5490"/>
                  </a:lnTo>
                  <a:lnTo>
                    <a:pt x="119504" y="6938"/>
                  </a:lnTo>
                  <a:lnTo>
                    <a:pt x="114382" y="8552"/>
                  </a:lnTo>
                  <a:lnTo>
                    <a:pt x="109314" y="10329"/>
                  </a:lnTo>
                  <a:lnTo>
                    <a:pt x="104306" y="12268"/>
                  </a:lnTo>
                  <a:lnTo>
                    <a:pt x="99364" y="14367"/>
                  </a:lnTo>
                  <a:lnTo>
                    <a:pt x="94491" y="16624"/>
                  </a:lnTo>
                  <a:lnTo>
                    <a:pt x="89693" y="19036"/>
                  </a:lnTo>
                  <a:lnTo>
                    <a:pt x="84975" y="21601"/>
                  </a:lnTo>
                  <a:lnTo>
                    <a:pt x="80341" y="24316"/>
                  </a:lnTo>
                  <a:lnTo>
                    <a:pt x="75798" y="27178"/>
                  </a:lnTo>
                  <a:lnTo>
                    <a:pt x="71349" y="30185"/>
                  </a:lnTo>
                  <a:lnTo>
                    <a:pt x="66998" y="33334"/>
                  </a:lnTo>
                  <a:lnTo>
                    <a:pt x="62751" y="36620"/>
                  </a:lnTo>
                  <a:lnTo>
                    <a:pt x="58612" y="40041"/>
                  </a:lnTo>
                  <a:lnTo>
                    <a:pt x="54585" y="43594"/>
                  </a:lnTo>
                  <a:lnTo>
                    <a:pt x="50674" y="47273"/>
                  </a:lnTo>
                  <a:lnTo>
                    <a:pt x="46883" y="51077"/>
                  </a:lnTo>
                  <a:lnTo>
                    <a:pt x="43216" y="55000"/>
                  </a:lnTo>
                  <a:lnTo>
                    <a:pt x="39677" y="59040"/>
                  </a:lnTo>
                  <a:lnTo>
                    <a:pt x="36270" y="63190"/>
                  </a:lnTo>
                  <a:lnTo>
                    <a:pt x="32998" y="67448"/>
                  </a:lnTo>
                  <a:lnTo>
                    <a:pt x="29864" y="71809"/>
                  </a:lnTo>
                  <a:lnTo>
                    <a:pt x="26872" y="76269"/>
                  </a:lnTo>
                  <a:lnTo>
                    <a:pt x="24025" y="80822"/>
                  </a:lnTo>
                  <a:lnTo>
                    <a:pt x="21325" y="85464"/>
                  </a:lnTo>
                  <a:lnTo>
                    <a:pt x="18776" y="90190"/>
                  </a:lnTo>
                  <a:lnTo>
                    <a:pt x="16380" y="94996"/>
                  </a:lnTo>
                  <a:lnTo>
                    <a:pt x="14140" y="99877"/>
                  </a:lnTo>
                  <a:lnTo>
                    <a:pt x="12057" y="104827"/>
                  </a:lnTo>
                  <a:lnTo>
                    <a:pt x="10135" y="109841"/>
                  </a:lnTo>
                  <a:lnTo>
                    <a:pt x="8375" y="114915"/>
                  </a:lnTo>
                  <a:lnTo>
                    <a:pt x="6778" y="120042"/>
                  </a:lnTo>
                  <a:lnTo>
                    <a:pt x="5348" y="125218"/>
                  </a:lnTo>
                  <a:lnTo>
                    <a:pt x="4084" y="130437"/>
                  </a:lnTo>
                  <a:lnTo>
                    <a:pt x="2988" y="135694"/>
                  </a:lnTo>
                  <a:lnTo>
                    <a:pt x="2062" y="140984"/>
                  </a:lnTo>
                  <a:lnTo>
                    <a:pt x="1306" y="146300"/>
                  </a:lnTo>
                  <a:lnTo>
                    <a:pt x="721" y="151639"/>
                  </a:lnTo>
                  <a:lnTo>
                    <a:pt x="308" y="156993"/>
                  </a:lnTo>
                  <a:lnTo>
                    <a:pt x="68" y="162358"/>
                  </a:lnTo>
                  <a:lnTo>
                    <a:pt x="0" y="167727"/>
                  </a:lnTo>
                  <a:lnTo>
                    <a:pt x="104" y="173096"/>
                  </a:lnTo>
                  <a:lnTo>
                    <a:pt x="380" y="178459"/>
                  </a:lnTo>
                  <a:lnTo>
                    <a:pt x="829" y="183811"/>
                  </a:lnTo>
                  <a:lnTo>
                    <a:pt x="1450" y="189145"/>
                  </a:lnTo>
                  <a:lnTo>
                    <a:pt x="2241" y="194456"/>
                  </a:lnTo>
                  <a:lnTo>
                    <a:pt x="3203" y="199739"/>
                  </a:lnTo>
                  <a:lnTo>
                    <a:pt x="4333" y="204989"/>
                  </a:lnTo>
                  <a:lnTo>
                    <a:pt x="5632" y="210200"/>
                  </a:lnTo>
                  <a:lnTo>
                    <a:pt x="7098" y="215366"/>
                  </a:lnTo>
                  <a:lnTo>
                    <a:pt x="8729" y="220483"/>
                  </a:lnTo>
                  <a:lnTo>
                    <a:pt x="10523" y="225544"/>
                  </a:lnTo>
                  <a:lnTo>
                    <a:pt x="12479" y="230545"/>
                  </a:lnTo>
                  <a:lnTo>
                    <a:pt x="14594" y="235481"/>
                  </a:lnTo>
                  <a:lnTo>
                    <a:pt x="16867" y="240347"/>
                  </a:lnTo>
                  <a:lnTo>
                    <a:pt x="19295" y="245136"/>
                  </a:lnTo>
                  <a:lnTo>
                    <a:pt x="21876" y="249846"/>
                  </a:lnTo>
                  <a:lnTo>
                    <a:pt x="24607" y="254470"/>
                  </a:lnTo>
                  <a:lnTo>
                    <a:pt x="27484" y="259004"/>
                  </a:lnTo>
                  <a:lnTo>
                    <a:pt x="30506" y="263443"/>
                  </a:lnTo>
                  <a:lnTo>
                    <a:pt x="33669" y="267783"/>
                  </a:lnTo>
                  <a:lnTo>
                    <a:pt x="36970" y="272019"/>
                  </a:lnTo>
                  <a:lnTo>
                    <a:pt x="40405" y="276147"/>
                  </a:lnTo>
                  <a:lnTo>
                    <a:pt x="43971" y="280162"/>
                  </a:lnTo>
                  <a:lnTo>
                    <a:pt x="47664" y="284061"/>
                  </a:lnTo>
                  <a:lnTo>
                    <a:pt x="51480" y="287839"/>
                  </a:lnTo>
                  <a:lnTo>
                    <a:pt x="55415" y="291492"/>
                  </a:lnTo>
                  <a:lnTo>
                    <a:pt x="59466" y="295017"/>
                  </a:lnTo>
                  <a:lnTo>
                    <a:pt x="63629" y="298411"/>
                  </a:lnTo>
                  <a:lnTo>
                    <a:pt x="67898" y="301669"/>
                  </a:lnTo>
                  <a:lnTo>
                    <a:pt x="72269" y="304788"/>
                  </a:lnTo>
                  <a:lnTo>
                    <a:pt x="76738" y="307765"/>
                  </a:lnTo>
                  <a:lnTo>
                    <a:pt x="81301" y="310597"/>
                  </a:lnTo>
                  <a:lnTo>
                    <a:pt x="85952" y="313281"/>
                  </a:lnTo>
                  <a:lnTo>
                    <a:pt x="90687" y="315814"/>
                  </a:lnTo>
                  <a:lnTo>
                    <a:pt x="95501" y="318194"/>
                  </a:lnTo>
                  <a:lnTo>
                    <a:pt x="100389" y="320418"/>
                  </a:lnTo>
                  <a:lnTo>
                    <a:pt x="105346" y="322484"/>
                  </a:lnTo>
                  <a:lnTo>
                    <a:pt x="110367" y="32438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966744" y="5566459"/>
              <a:ext cx="56799" cy="157222"/>
            </a:xfrm>
            <a:custGeom>
              <a:avLst/>
              <a:pathLst>
                <a:path w="56799" h="157222">
                  <a:moveTo>
                    <a:pt x="0" y="157222"/>
                  </a:moveTo>
                  <a:lnTo>
                    <a:pt x="56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66744" y="5566459"/>
              <a:ext cx="56799" cy="157222"/>
            </a:xfrm>
            <a:custGeom>
              <a:avLst/>
              <a:pathLst>
                <a:path w="56799" h="157222">
                  <a:moveTo>
                    <a:pt x="0" y="157222"/>
                  </a:moveTo>
                  <a:lnTo>
                    <a:pt x="56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66744" y="5566459"/>
              <a:ext cx="56799" cy="157222"/>
            </a:xfrm>
            <a:custGeom>
              <a:avLst/>
              <a:pathLst>
                <a:path w="56799" h="157222">
                  <a:moveTo>
                    <a:pt x="0" y="157222"/>
                  </a:moveTo>
                  <a:lnTo>
                    <a:pt x="56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66744" y="5566459"/>
              <a:ext cx="56799" cy="157222"/>
            </a:xfrm>
            <a:custGeom>
              <a:avLst/>
              <a:pathLst>
                <a:path w="56799" h="157222">
                  <a:moveTo>
                    <a:pt x="0" y="157222"/>
                  </a:moveTo>
                  <a:lnTo>
                    <a:pt x="56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66744" y="5566459"/>
              <a:ext cx="56799" cy="157222"/>
            </a:xfrm>
            <a:custGeom>
              <a:avLst/>
              <a:pathLst>
                <a:path w="56799" h="157222">
                  <a:moveTo>
                    <a:pt x="0" y="157222"/>
                  </a:moveTo>
                  <a:lnTo>
                    <a:pt x="56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66744" y="5566459"/>
              <a:ext cx="156938" cy="167146"/>
            </a:xfrm>
            <a:custGeom>
              <a:avLst/>
              <a:pathLst>
                <a:path w="156938" h="167146">
                  <a:moveTo>
                    <a:pt x="0" y="157222"/>
                  </a:moveTo>
                  <a:lnTo>
                    <a:pt x="5212" y="159008"/>
                  </a:lnTo>
                  <a:lnTo>
                    <a:pt x="10481" y="160622"/>
                  </a:lnTo>
                  <a:lnTo>
                    <a:pt x="15801" y="162062"/>
                  </a:lnTo>
                  <a:lnTo>
                    <a:pt x="21164" y="163325"/>
                  </a:lnTo>
                  <a:lnTo>
                    <a:pt x="26567" y="164411"/>
                  </a:lnTo>
                  <a:lnTo>
                    <a:pt x="32002" y="165318"/>
                  </a:lnTo>
                  <a:lnTo>
                    <a:pt x="37464" y="166045"/>
                  </a:lnTo>
                  <a:lnTo>
                    <a:pt x="42948" y="166592"/>
                  </a:lnTo>
                  <a:lnTo>
                    <a:pt x="48446" y="166958"/>
                  </a:lnTo>
                  <a:lnTo>
                    <a:pt x="53954" y="167143"/>
                  </a:lnTo>
                  <a:lnTo>
                    <a:pt x="59464" y="167146"/>
                  </a:lnTo>
                  <a:lnTo>
                    <a:pt x="64972" y="166967"/>
                  </a:lnTo>
                  <a:lnTo>
                    <a:pt x="70471" y="166607"/>
                  </a:lnTo>
                  <a:lnTo>
                    <a:pt x="75954" y="166066"/>
                  </a:lnTo>
                  <a:lnTo>
                    <a:pt x="81418" y="165344"/>
                  </a:lnTo>
                  <a:lnTo>
                    <a:pt x="86854" y="164443"/>
                  </a:lnTo>
                  <a:lnTo>
                    <a:pt x="92258" y="163363"/>
                  </a:lnTo>
                  <a:lnTo>
                    <a:pt x="97623" y="162106"/>
                  </a:lnTo>
                  <a:lnTo>
                    <a:pt x="102943" y="160672"/>
                  </a:lnTo>
                  <a:lnTo>
                    <a:pt x="108214" y="159064"/>
                  </a:lnTo>
                  <a:lnTo>
                    <a:pt x="113429" y="157283"/>
                  </a:lnTo>
                  <a:lnTo>
                    <a:pt x="118582" y="155331"/>
                  </a:lnTo>
                  <a:lnTo>
                    <a:pt x="123668" y="153210"/>
                  </a:lnTo>
                  <a:lnTo>
                    <a:pt x="128682" y="150923"/>
                  </a:lnTo>
                  <a:lnTo>
                    <a:pt x="133617" y="148471"/>
                  </a:lnTo>
                  <a:lnTo>
                    <a:pt x="138469" y="145859"/>
                  </a:lnTo>
                  <a:lnTo>
                    <a:pt x="143232" y="143088"/>
                  </a:lnTo>
                  <a:lnTo>
                    <a:pt x="147901" y="140161"/>
                  </a:lnTo>
                  <a:lnTo>
                    <a:pt x="152471" y="137082"/>
                  </a:lnTo>
                  <a:lnTo>
                    <a:pt x="156938" y="133855"/>
                  </a:lnTo>
                  <a:lnTo>
                    <a:pt x="56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167167" cy="301022"/>
            </a:xfrm>
            <a:custGeom>
              <a:avLst/>
              <a:pathLst>
                <a:path w="167167" h="301022">
                  <a:moveTo>
                    <a:pt x="100138" y="301022"/>
                  </a:moveTo>
                  <a:lnTo>
                    <a:pt x="104375" y="297745"/>
                  </a:lnTo>
                  <a:lnTo>
                    <a:pt x="108505" y="294334"/>
                  </a:lnTo>
                  <a:lnTo>
                    <a:pt x="112523" y="290793"/>
                  </a:lnTo>
                  <a:lnTo>
                    <a:pt x="116426" y="287124"/>
                  </a:lnTo>
                  <a:lnTo>
                    <a:pt x="120209" y="283333"/>
                  </a:lnTo>
                  <a:lnTo>
                    <a:pt x="123869" y="279422"/>
                  </a:lnTo>
                  <a:lnTo>
                    <a:pt x="127402" y="275396"/>
                  </a:lnTo>
                  <a:lnTo>
                    <a:pt x="130804" y="271259"/>
                  </a:lnTo>
                  <a:lnTo>
                    <a:pt x="134072" y="267015"/>
                  </a:lnTo>
                  <a:lnTo>
                    <a:pt x="137202" y="262669"/>
                  </a:lnTo>
                  <a:lnTo>
                    <a:pt x="140191" y="258224"/>
                  </a:lnTo>
                  <a:lnTo>
                    <a:pt x="143036" y="253686"/>
                  </a:lnTo>
                  <a:lnTo>
                    <a:pt x="145734" y="249059"/>
                  </a:lnTo>
                  <a:lnTo>
                    <a:pt x="148283" y="244348"/>
                  </a:lnTo>
                  <a:lnTo>
                    <a:pt x="150680" y="239558"/>
                  </a:lnTo>
                  <a:lnTo>
                    <a:pt x="152921" y="234694"/>
                  </a:lnTo>
                  <a:lnTo>
                    <a:pt x="155006" y="229760"/>
                  </a:lnTo>
                  <a:lnTo>
                    <a:pt x="156932" y="224762"/>
                  </a:lnTo>
                  <a:lnTo>
                    <a:pt x="158697" y="219705"/>
                  </a:lnTo>
                  <a:lnTo>
                    <a:pt x="160298" y="214593"/>
                  </a:lnTo>
                  <a:lnTo>
                    <a:pt x="161735" y="209434"/>
                  </a:lnTo>
                  <a:lnTo>
                    <a:pt x="163006" y="204230"/>
                  </a:lnTo>
                  <a:lnTo>
                    <a:pt x="164110" y="198989"/>
                  </a:lnTo>
                  <a:lnTo>
                    <a:pt x="165045" y="193715"/>
                  </a:lnTo>
                  <a:lnTo>
                    <a:pt x="165811" y="188414"/>
                  </a:lnTo>
                  <a:lnTo>
                    <a:pt x="166407" y="183091"/>
                  </a:lnTo>
                  <a:lnTo>
                    <a:pt x="166831" y="177752"/>
                  </a:lnTo>
                  <a:lnTo>
                    <a:pt x="167085" y="172402"/>
                  </a:lnTo>
                  <a:lnTo>
                    <a:pt x="167167" y="167046"/>
                  </a:lnTo>
                  <a:lnTo>
                    <a:pt x="167077" y="161691"/>
                  </a:lnTo>
                  <a:lnTo>
                    <a:pt x="166816" y="156341"/>
                  </a:lnTo>
                  <a:lnTo>
                    <a:pt x="166384" y="151002"/>
                  </a:lnTo>
                  <a:lnTo>
                    <a:pt x="165780" y="145680"/>
                  </a:lnTo>
                  <a:lnTo>
                    <a:pt x="165007" y="140380"/>
                  </a:lnTo>
                  <a:lnTo>
                    <a:pt x="164064" y="135107"/>
                  </a:lnTo>
                  <a:lnTo>
                    <a:pt x="162953" y="129868"/>
                  </a:lnTo>
                  <a:lnTo>
                    <a:pt x="161674" y="124666"/>
                  </a:lnTo>
                  <a:lnTo>
                    <a:pt x="160229" y="119509"/>
                  </a:lnTo>
                  <a:lnTo>
                    <a:pt x="158620" y="114400"/>
                  </a:lnTo>
                  <a:lnTo>
                    <a:pt x="156848" y="109345"/>
                  </a:lnTo>
                  <a:lnTo>
                    <a:pt x="154916" y="104350"/>
                  </a:lnTo>
                  <a:lnTo>
                    <a:pt x="152824" y="99419"/>
                  </a:lnTo>
                  <a:lnTo>
                    <a:pt x="150575" y="94558"/>
                  </a:lnTo>
                  <a:lnTo>
                    <a:pt x="148171" y="89771"/>
                  </a:lnTo>
                  <a:lnTo>
                    <a:pt x="145616" y="85064"/>
                  </a:lnTo>
                  <a:lnTo>
                    <a:pt x="142911" y="80441"/>
                  </a:lnTo>
                  <a:lnTo>
                    <a:pt x="140059" y="75907"/>
                  </a:lnTo>
                  <a:lnTo>
                    <a:pt x="137063" y="71467"/>
                  </a:lnTo>
                  <a:lnTo>
                    <a:pt x="133927" y="67125"/>
                  </a:lnTo>
                  <a:lnTo>
                    <a:pt x="130653" y="62886"/>
                  </a:lnTo>
                  <a:lnTo>
                    <a:pt x="127245" y="58754"/>
                  </a:lnTo>
                  <a:lnTo>
                    <a:pt x="123707" y="54733"/>
                  </a:lnTo>
                  <a:lnTo>
                    <a:pt x="120041" y="50827"/>
                  </a:lnTo>
                  <a:lnTo>
                    <a:pt x="116252" y="47041"/>
                  </a:lnTo>
                  <a:lnTo>
                    <a:pt x="112344" y="43378"/>
                  </a:lnTo>
                  <a:lnTo>
                    <a:pt x="108321" y="39843"/>
                  </a:lnTo>
                  <a:lnTo>
                    <a:pt x="104186" y="36438"/>
                  </a:lnTo>
                  <a:lnTo>
                    <a:pt x="99945" y="33167"/>
                  </a:lnTo>
                  <a:lnTo>
                    <a:pt x="95600" y="30034"/>
                  </a:lnTo>
                  <a:lnTo>
                    <a:pt x="91158" y="27042"/>
                  </a:lnTo>
                  <a:lnTo>
                    <a:pt x="86622" y="24193"/>
                  </a:lnTo>
                  <a:lnTo>
                    <a:pt x="81997" y="21491"/>
                  </a:lnTo>
                  <a:lnTo>
                    <a:pt x="77288" y="18939"/>
                  </a:lnTo>
                  <a:lnTo>
                    <a:pt x="72500" y="16539"/>
                  </a:lnTo>
                  <a:lnTo>
                    <a:pt x="67637" y="14294"/>
                  </a:lnTo>
                  <a:lnTo>
                    <a:pt x="62704" y="12206"/>
                  </a:lnTo>
                  <a:lnTo>
                    <a:pt x="57708" y="10276"/>
                  </a:lnTo>
                  <a:lnTo>
                    <a:pt x="52652" y="8508"/>
                  </a:lnTo>
                  <a:lnTo>
                    <a:pt x="47542" y="6903"/>
                  </a:lnTo>
                  <a:lnTo>
                    <a:pt x="42383" y="5462"/>
                  </a:lnTo>
                  <a:lnTo>
                    <a:pt x="37181" y="4187"/>
                  </a:lnTo>
                  <a:lnTo>
                    <a:pt x="31940" y="3079"/>
                  </a:lnTo>
                  <a:lnTo>
                    <a:pt x="26667" y="2140"/>
                  </a:lnTo>
                  <a:lnTo>
                    <a:pt x="21367" y="1371"/>
                  </a:lnTo>
                  <a:lnTo>
                    <a:pt x="16044" y="771"/>
                  </a:lnTo>
                  <a:lnTo>
                    <a:pt x="10705" y="343"/>
                  </a:lnTo>
                  <a:lnTo>
                    <a:pt x="535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03178" y="5269756"/>
              <a:ext cx="142079" cy="167167"/>
            </a:xfrm>
            <a:custGeom>
              <a:avLst/>
              <a:pathLst>
                <a:path w="142079" h="167167">
                  <a:moveTo>
                    <a:pt x="142079" y="0"/>
                  </a:moveTo>
                  <a:lnTo>
                    <a:pt x="136602" y="89"/>
                  </a:lnTo>
                  <a:lnTo>
                    <a:pt x="131131" y="358"/>
                  </a:lnTo>
                  <a:lnTo>
                    <a:pt x="125672" y="807"/>
                  </a:lnTo>
                  <a:lnTo>
                    <a:pt x="120230" y="1434"/>
                  </a:lnTo>
                  <a:lnTo>
                    <a:pt x="114812" y="2238"/>
                  </a:lnTo>
                  <a:lnTo>
                    <a:pt x="109423" y="3220"/>
                  </a:lnTo>
                  <a:lnTo>
                    <a:pt x="104069" y="4378"/>
                  </a:lnTo>
                  <a:lnTo>
                    <a:pt x="98756" y="5711"/>
                  </a:lnTo>
                  <a:lnTo>
                    <a:pt x="93490" y="7217"/>
                  </a:lnTo>
                  <a:lnTo>
                    <a:pt x="88275" y="8895"/>
                  </a:lnTo>
                  <a:lnTo>
                    <a:pt x="83119" y="10743"/>
                  </a:lnTo>
                  <a:lnTo>
                    <a:pt x="78025" y="12758"/>
                  </a:lnTo>
                  <a:lnTo>
                    <a:pt x="73001" y="14940"/>
                  </a:lnTo>
                  <a:lnTo>
                    <a:pt x="68050" y="17285"/>
                  </a:lnTo>
                  <a:lnTo>
                    <a:pt x="63179" y="19791"/>
                  </a:lnTo>
                  <a:lnTo>
                    <a:pt x="58393" y="22455"/>
                  </a:lnTo>
                  <a:lnTo>
                    <a:pt x="53697" y="25274"/>
                  </a:lnTo>
                  <a:lnTo>
                    <a:pt x="49095" y="28246"/>
                  </a:lnTo>
                  <a:lnTo>
                    <a:pt x="44594" y="31367"/>
                  </a:lnTo>
                  <a:lnTo>
                    <a:pt x="40197" y="34634"/>
                  </a:lnTo>
                  <a:lnTo>
                    <a:pt x="35909" y="38043"/>
                  </a:lnTo>
                  <a:lnTo>
                    <a:pt x="31736" y="41591"/>
                  </a:lnTo>
                  <a:lnTo>
                    <a:pt x="27681" y="45274"/>
                  </a:lnTo>
                  <a:lnTo>
                    <a:pt x="23749" y="49087"/>
                  </a:lnTo>
                  <a:lnTo>
                    <a:pt x="19944" y="53028"/>
                  </a:lnTo>
                  <a:lnTo>
                    <a:pt x="16270" y="57090"/>
                  </a:lnTo>
                  <a:lnTo>
                    <a:pt x="12731" y="61271"/>
                  </a:lnTo>
                  <a:lnTo>
                    <a:pt x="9331" y="65566"/>
                  </a:lnTo>
                  <a:lnTo>
                    <a:pt x="6073" y="69970"/>
                  </a:lnTo>
                  <a:lnTo>
                    <a:pt x="2962" y="74478"/>
                  </a:lnTo>
                  <a:lnTo>
                    <a:pt x="0" y="79086"/>
                  </a:lnTo>
                  <a:lnTo>
                    <a:pt x="1420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03178" y="5348842"/>
              <a:ext cx="142079" cy="88080"/>
            </a:xfrm>
            <a:custGeom>
              <a:avLst/>
              <a:pathLst>
                <a:path w="142079" h="88080">
                  <a:moveTo>
                    <a:pt x="0" y="0"/>
                  </a:moveTo>
                  <a:lnTo>
                    <a:pt x="142079" y="88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03178" y="5348842"/>
              <a:ext cx="142079" cy="88080"/>
            </a:xfrm>
            <a:custGeom>
              <a:avLst/>
              <a:pathLst>
                <a:path w="142079" h="88080">
                  <a:moveTo>
                    <a:pt x="0" y="0"/>
                  </a:moveTo>
                  <a:lnTo>
                    <a:pt x="142079" y="88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03178" y="5348842"/>
              <a:ext cx="142079" cy="88080"/>
            </a:xfrm>
            <a:custGeom>
              <a:avLst/>
              <a:pathLst>
                <a:path w="142079" h="88080">
                  <a:moveTo>
                    <a:pt x="0" y="0"/>
                  </a:moveTo>
                  <a:lnTo>
                    <a:pt x="142079" y="880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03178" y="5348842"/>
              <a:ext cx="142079" cy="88080"/>
            </a:xfrm>
            <a:custGeom>
              <a:avLst/>
              <a:pathLst>
                <a:path w="142079" h="88080">
                  <a:moveTo>
                    <a:pt x="0" y="0"/>
                  </a:moveTo>
                  <a:lnTo>
                    <a:pt x="142079" y="880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81987" y="5348842"/>
              <a:ext cx="163270" cy="88080"/>
            </a:xfrm>
            <a:custGeom>
              <a:avLst/>
              <a:pathLst>
                <a:path w="163270" h="88080">
                  <a:moveTo>
                    <a:pt x="21190" y="0"/>
                  </a:moveTo>
                  <a:lnTo>
                    <a:pt x="17978" y="5406"/>
                  </a:lnTo>
                  <a:lnTo>
                    <a:pt x="14971" y="10930"/>
                  </a:lnTo>
                  <a:lnTo>
                    <a:pt x="12174" y="16563"/>
                  </a:lnTo>
                  <a:lnTo>
                    <a:pt x="9591" y="22297"/>
                  </a:lnTo>
                  <a:lnTo>
                    <a:pt x="7225" y="28124"/>
                  </a:lnTo>
                  <a:lnTo>
                    <a:pt x="5080" y="34036"/>
                  </a:lnTo>
                  <a:lnTo>
                    <a:pt x="3159" y="40025"/>
                  </a:lnTo>
                  <a:lnTo>
                    <a:pt x="1465" y="46081"/>
                  </a:lnTo>
                  <a:lnTo>
                    <a:pt x="0" y="52197"/>
                  </a:lnTo>
                  <a:lnTo>
                    <a:pt x="163270" y="88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378094" y="5269756"/>
              <a:ext cx="334318" cy="334331"/>
            </a:xfrm>
            <a:custGeom>
              <a:avLst/>
              <a:pathLst>
                <a:path w="334318" h="334331">
                  <a:moveTo>
                    <a:pt x="3893" y="131284"/>
                  </a:moveTo>
                  <a:lnTo>
                    <a:pt x="2835" y="136493"/>
                  </a:lnTo>
                  <a:lnTo>
                    <a:pt x="1942" y="141733"/>
                  </a:lnTo>
                  <a:lnTo>
                    <a:pt x="1217" y="146999"/>
                  </a:lnTo>
                  <a:lnTo>
                    <a:pt x="660" y="152285"/>
                  </a:lnTo>
                  <a:lnTo>
                    <a:pt x="271" y="157586"/>
                  </a:lnTo>
                  <a:lnTo>
                    <a:pt x="51" y="162897"/>
                  </a:lnTo>
                  <a:lnTo>
                    <a:pt x="0" y="168212"/>
                  </a:lnTo>
                  <a:lnTo>
                    <a:pt x="117" y="173526"/>
                  </a:lnTo>
                  <a:lnTo>
                    <a:pt x="404" y="178834"/>
                  </a:lnTo>
                  <a:lnTo>
                    <a:pt x="859" y="184129"/>
                  </a:lnTo>
                  <a:lnTo>
                    <a:pt x="1482" y="189408"/>
                  </a:lnTo>
                  <a:lnTo>
                    <a:pt x="2273" y="194664"/>
                  </a:lnTo>
                  <a:lnTo>
                    <a:pt x="3231" y="199893"/>
                  </a:lnTo>
                  <a:lnTo>
                    <a:pt x="4354" y="205088"/>
                  </a:lnTo>
                  <a:lnTo>
                    <a:pt x="5642" y="210245"/>
                  </a:lnTo>
                  <a:lnTo>
                    <a:pt x="7093" y="215359"/>
                  </a:lnTo>
                  <a:lnTo>
                    <a:pt x="8706" y="220423"/>
                  </a:lnTo>
                  <a:lnTo>
                    <a:pt x="10480" y="225434"/>
                  </a:lnTo>
                  <a:lnTo>
                    <a:pt x="12411" y="230386"/>
                  </a:lnTo>
                  <a:lnTo>
                    <a:pt x="14500" y="235274"/>
                  </a:lnTo>
                  <a:lnTo>
                    <a:pt x="16742" y="240094"/>
                  </a:lnTo>
                  <a:lnTo>
                    <a:pt x="19137" y="244839"/>
                  </a:lnTo>
                  <a:lnTo>
                    <a:pt x="21681" y="249506"/>
                  </a:lnTo>
                  <a:lnTo>
                    <a:pt x="24372" y="254090"/>
                  </a:lnTo>
                  <a:lnTo>
                    <a:pt x="27208" y="258585"/>
                  </a:lnTo>
                  <a:lnTo>
                    <a:pt x="30185" y="262989"/>
                  </a:lnTo>
                  <a:lnTo>
                    <a:pt x="33301" y="267295"/>
                  </a:lnTo>
                  <a:lnTo>
                    <a:pt x="36552" y="271501"/>
                  </a:lnTo>
                  <a:lnTo>
                    <a:pt x="39935" y="275600"/>
                  </a:lnTo>
                  <a:lnTo>
                    <a:pt x="43447" y="279591"/>
                  </a:lnTo>
                  <a:lnTo>
                    <a:pt x="47084" y="283467"/>
                  </a:lnTo>
                  <a:lnTo>
                    <a:pt x="50842" y="287226"/>
                  </a:lnTo>
                  <a:lnTo>
                    <a:pt x="54718" y="290863"/>
                  </a:lnTo>
                  <a:lnTo>
                    <a:pt x="58707" y="294376"/>
                  </a:lnTo>
                  <a:lnTo>
                    <a:pt x="62806" y="297760"/>
                  </a:lnTo>
                  <a:lnTo>
                    <a:pt x="67011" y="301012"/>
                  </a:lnTo>
                  <a:lnTo>
                    <a:pt x="71317" y="304128"/>
                  </a:lnTo>
                  <a:lnTo>
                    <a:pt x="75720" y="307106"/>
                  </a:lnTo>
                  <a:lnTo>
                    <a:pt x="80215" y="309943"/>
                  </a:lnTo>
                  <a:lnTo>
                    <a:pt x="84798" y="312635"/>
                  </a:lnTo>
                  <a:lnTo>
                    <a:pt x="89465" y="315180"/>
                  </a:lnTo>
                  <a:lnTo>
                    <a:pt x="94210" y="317575"/>
                  </a:lnTo>
                  <a:lnTo>
                    <a:pt x="99028" y="319819"/>
                  </a:lnTo>
                  <a:lnTo>
                    <a:pt x="103916" y="321908"/>
                  </a:lnTo>
                  <a:lnTo>
                    <a:pt x="108868" y="323840"/>
                  </a:lnTo>
                  <a:lnTo>
                    <a:pt x="113878" y="325614"/>
                  </a:lnTo>
                  <a:lnTo>
                    <a:pt x="118943" y="327228"/>
                  </a:lnTo>
                  <a:lnTo>
                    <a:pt x="124056" y="328681"/>
                  </a:lnTo>
                  <a:lnTo>
                    <a:pt x="129213" y="329970"/>
                  </a:lnTo>
                  <a:lnTo>
                    <a:pt x="134408" y="331094"/>
                  </a:lnTo>
                  <a:lnTo>
                    <a:pt x="139636" y="332052"/>
                  </a:lnTo>
                  <a:lnTo>
                    <a:pt x="144892" y="332844"/>
                  </a:lnTo>
                  <a:lnTo>
                    <a:pt x="150171" y="333468"/>
                  </a:lnTo>
                  <a:lnTo>
                    <a:pt x="155467" y="333925"/>
                  </a:lnTo>
                  <a:lnTo>
                    <a:pt x="160774" y="334212"/>
                  </a:lnTo>
                  <a:lnTo>
                    <a:pt x="166088" y="334331"/>
                  </a:lnTo>
                  <a:lnTo>
                    <a:pt x="171404" y="334281"/>
                  </a:lnTo>
                  <a:lnTo>
                    <a:pt x="176714" y="334061"/>
                  </a:lnTo>
                  <a:lnTo>
                    <a:pt x="182016" y="333673"/>
                  </a:lnTo>
                  <a:lnTo>
                    <a:pt x="187302" y="333117"/>
                  </a:lnTo>
                  <a:lnTo>
                    <a:pt x="192568" y="332393"/>
                  </a:lnTo>
                  <a:lnTo>
                    <a:pt x="197808" y="331502"/>
                  </a:lnTo>
                  <a:lnTo>
                    <a:pt x="203017" y="330444"/>
                  </a:lnTo>
                  <a:lnTo>
                    <a:pt x="208190" y="329222"/>
                  </a:lnTo>
                  <a:lnTo>
                    <a:pt x="213321" y="327836"/>
                  </a:lnTo>
                  <a:lnTo>
                    <a:pt x="218406" y="326287"/>
                  </a:lnTo>
                  <a:lnTo>
                    <a:pt x="223439" y="324577"/>
                  </a:lnTo>
                  <a:lnTo>
                    <a:pt x="228415" y="322709"/>
                  </a:lnTo>
                  <a:lnTo>
                    <a:pt x="233329" y="320683"/>
                  </a:lnTo>
                  <a:lnTo>
                    <a:pt x="238177" y="318501"/>
                  </a:lnTo>
                  <a:lnTo>
                    <a:pt x="242952" y="316167"/>
                  </a:lnTo>
                  <a:lnTo>
                    <a:pt x="247651" y="313682"/>
                  </a:lnTo>
                  <a:lnTo>
                    <a:pt x="252268" y="311049"/>
                  </a:lnTo>
                  <a:lnTo>
                    <a:pt x="256800" y="308271"/>
                  </a:lnTo>
                  <a:lnTo>
                    <a:pt x="261241" y="305350"/>
                  </a:lnTo>
                  <a:lnTo>
                    <a:pt x="265586" y="302289"/>
                  </a:lnTo>
                  <a:lnTo>
                    <a:pt x="269832" y="299091"/>
                  </a:lnTo>
                  <a:lnTo>
                    <a:pt x="273975" y="295761"/>
                  </a:lnTo>
                  <a:lnTo>
                    <a:pt x="278009" y="292300"/>
                  </a:lnTo>
                  <a:lnTo>
                    <a:pt x="281931" y="288712"/>
                  </a:lnTo>
                  <a:lnTo>
                    <a:pt x="285738" y="285002"/>
                  </a:lnTo>
                  <a:lnTo>
                    <a:pt x="289424" y="281173"/>
                  </a:lnTo>
                  <a:lnTo>
                    <a:pt x="292987" y="277228"/>
                  </a:lnTo>
                  <a:lnTo>
                    <a:pt x="296422" y="273172"/>
                  </a:lnTo>
                  <a:lnTo>
                    <a:pt x="299727" y="269009"/>
                  </a:lnTo>
                  <a:lnTo>
                    <a:pt x="302898" y="264743"/>
                  </a:lnTo>
                  <a:lnTo>
                    <a:pt x="305932" y="260378"/>
                  </a:lnTo>
                  <a:lnTo>
                    <a:pt x="308825" y="255919"/>
                  </a:lnTo>
                  <a:lnTo>
                    <a:pt x="311575" y="251371"/>
                  </a:lnTo>
                  <a:lnTo>
                    <a:pt x="314179" y="246737"/>
                  </a:lnTo>
                  <a:lnTo>
                    <a:pt x="316635" y="242023"/>
                  </a:lnTo>
                  <a:lnTo>
                    <a:pt x="318939" y="237233"/>
                  </a:lnTo>
                  <a:lnTo>
                    <a:pt x="321090" y="232372"/>
                  </a:lnTo>
                  <a:lnTo>
                    <a:pt x="323085" y="227445"/>
                  </a:lnTo>
                  <a:lnTo>
                    <a:pt x="324923" y="222457"/>
                  </a:lnTo>
                  <a:lnTo>
                    <a:pt x="326601" y="217414"/>
                  </a:lnTo>
                  <a:lnTo>
                    <a:pt x="328118" y="212320"/>
                  </a:lnTo>
                  <a:lnTo>
                    <a:pt x="329472" y="207180"/>
                  </a:lnTo>
                  <a:lnTo>
                    <a:pt x="330662" y="201999"/>
                  </a:lnTo>
                  <a:lnTo>
                    <a:pt x="331687" y="196783"/>
                  </a:lnTo>
                  <a:lnTo>
                    <a:pt x="332545" y="191538"/>
                  </a:lnTo>
                  <a:lnTo>
                    <a:pt x="333236" y="186267"/>
                  </a:lnTo>
                  <a:lnTo>
                    <a:pt x="333760" y="180978"/>
                  </a:lnTo>
                  <a:lnTo>
                    <a:pt x="334114" y="175674"/>
                  </a:lnTo>
                  <a:lnTo>
                    <a:pt x="334301" y="170362"/>
                  </a:lnTo>
                  <a:lnTo>
                    <a:pt x="334318" y="165047"/>
                  </a:lnTo>
                  <a:lnTo>
                    <a:pt x="334166" y="159734"/>
                  </a:lnTo>
                  <a:lnTo>
                    <a:pt x="333845" y="154428"/>
                  </a:lnTo>
                  <a:lnTo>
                    <a:pt x="333356" y="149135"/>
                  </a:lnTo>
                  <a:lnTo>
                    <a:pt x="332698" y="143860"/>
                  </a:lnTo>
                  <a:lnTo>
                    <a:pt x="331874" y="138609"/>
                  </a:lnTo>
                  <a:lnTo>
                    <a:pt x="330883" y="133387"/>
                  </a:lnTo>
                  <a:lnTo>
                    <a:pt x="329726" y="128199"/>
                  </a:lnTo>
                  <a:lnTo>
                    <a:pt x="328405" y="123051"/>
                  </a:lnTo>
                  <a:lnTo>
                    <a:pt x="326921" y="117947"/>
                  </a:lnTo>
                  <a:lnTo>
                    <a:pt x="325275" y="112892"/>
                  </a:lnTo>
                  <a:lnTo>
                    <a:pt x="323470" y="107893"/>
                  </a:lnTo>
                  <a:lnTo>
                    <a:pt x="321506" y="102953"/>
                  </a:lnTo>
                  <a:lnTo>
                    <a:pt x="319387" y="98079"/>
                  </a:lnTo>
                  <a:lnTo>
                    <a:pt x="317113" y="93274"/>
                  </a:lnTo>
                  <a:lnTo>
                    <a:pt x="314688" y="88544"/>
                  </a:lnTo>
                  <a:lnTo>
                    <a:pt x="312114" y="83894"/>
                  </a:lnTo>
                  <a:lnTo>
                    <a:pt x="309393" y="79328"/>
                  </a:lnTo>
                  <a:lnTo>
                    <a:pt x="306528" y="74850"/>
                  </a:lnTo>
                  <a:lnTo>
                    <a:pt x="303523" y="70466"/>
                  </a:lnTo>
                  <a:lnTo>
                    <a:pt x="300380" y="66180"/>
                  </a:lnTo>
                  <a:lnTo>
                    <a:pt x="297102" y="61995"/>
                  </a:lnTo>
                  <a:lnTo>
                    <a:pt x="293692" y="57917"/>
                  </a:lnTo>
                  <a:lnTo>
                    <a:pt x="290155" y="53950"/>
                  </a:lnTo>
                  <a:lnTo>
                    <a:pt x="286493" y="50097"/>
                  </a:lnTo>
                  <a:lnTo>
                    <a:pt x="282711" y="46362"/>
                  </a:lnTo>
                  <a:lnTo>
                    <a:pt x="278812" y="42750"/>
                  </a:lnTo>
                  <a:lnTo>
                    <a:pt x="274800" y="39263"/>
                  </a:lnTo>
                  <a:lnTo>
                    <a:pt x="270679" y="35906"/>
                  </a:lnTo>
                  <a:lnTo>
                    <a:pt x="266453" y="32681"/>
                  </a:lnTo>
                  <a:lnTo>
                    <a:pt x="262128" y="29592"/>
                  </a:lnTo>
                  <a:lnTo>
                    <a:pt x="257706" y="26643"/>
                  </a:lnTo>
                  <a:lnTo>
                    <a:pt x="253192" y="23835"/>
                  </a:lnTo>
                  <a:lnTo>
                    <a:pt x="248592" y="21172"/>
                  </a:lnTo>
                  <a:lnTo>
                    <a:pt x="243909" y="18657"/>
                  </a:lnTo>
                  <a:lnTo>
                    <a:pt x="239149" y="16292"/>
                  </a:lnTo>
                  <a:lnTo>
                    <a:pt x="234316" y="14080"/>
                  </a:lnTo>
                  <a:lnTo>
                    <a:pt x="229415" y="12023"/>
                  </a:lnTo>
                  <a:lnTo>
                    <a:pt x="224451" y="10122"/>
                  </a:lnTo>
                  <a:lnTo>
                    <a:pt x="219429" y="8380"/>
                  </a:lnTo>
                  <a:lnTo>
                    <a:pt x="214354" y="6799"/>
                  </a:lnTo>
                  <a:lnTo>
                    <a:pt x="209232" y="5379"/>
                  </a:lnTo>
                  <a:lnTo>
                    <a:pt x="204067" y="4124"/>
                  </a:lnTo>
                  <a:lnTo>
                    <a:pt x="198864" y="3033"/>
                  </a:lnTo>
                  <a:lnTo>
                    <a:pt x="193630" y="2108"/>
                  </a:lnTo>
                  <a:lnTo>
                    <a:pt x="188369" y="1350"/>
                  </a:lnTo>
                  <a:lnTo>
                    <a:pt x="183086" y="760"/>
                  </a:lnTo>
                  <a:lnTo>
                    <a:pt x="177788" y="337"/>
                  </a:lnTo>
                  <a:lnTo>
                    <a:pt x="172478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3873" y="5018213"/>
              <a:ext cx="167166" cy="173230"/>
            </a:xfrm>
            <a:custGeom>
              <a:avLst/>
              <a:pathLst>
                <a:path w="167166" h="173230">
                  <a:moveTo>
                    <a:pt x="167166" y="0"/>
                  </a:moveTo>
                  <a:lnTo>
                    <a:pt x="161793" y="86"/>
                  </a:lnTo>
                  <a:lnTo>
                    <a:pt x="156427" y="345"/>
                  </a:lnTo>
                  <a:lnTo>
                    <a:pt x="151071" y="776"/>
                  </a:lnTo>
                  <a:lnTo>
                    <a:pt x="145733" y="1379"/>
                  </a:lnTo>
                  <a:lnTo>
                    <a:pt x="140416" y="2154"/>
                  </a:lnTo>
                  <a:lnTo>
                    <a:pt x="135127" y="3098"/>
                  </a:lnTo>
                  <a:lnTo>
                    <a:pt x="129871" y="4213"/>
                  </a:lnTo>
                  <a:lnTo>
                    <a:pt x="124653" y="5495"/>
                  </a:lnTo>
                  <a:lnTo>
                    <a:pt x="119480" y="6945"/>
                  </a:lnTo>
                  <a:lnTo>
                    <a:pt x="114356" y="8560"/>
                  </a:lnTo>
                  <a:lnTo>
                    <a:pt x="109286" y="10339"/>
                  </a:lnTo>
                  <a:lnTo>
                    <a:pt x="104276" y="12280"/>
                  </a:lnTo>
                  <a:lnTo>
                    <a:pt x="99331" y="14381"/>
                  </a:lnTo>
                  <a:lnTo>
                    <a:pt x="94456" y="16640"/>
                  </a:lnTo>
                  <a:lnTo>
                    <a:pt x="89656" y="19054"/>
                  </a:lnTo>
                  <a:lnTo>
                    <a:pt x="84937" y="21622"/>
                  </a:lnTo>
                  <a:lnTo>
                    <a:pt x="80302" y="24339"/>
                  </a:lnTo>
                  <a:lnTo>
                    <a:pt x="75757" y="27205"/>
                  </a:lnTo>
                  <a:lnTo>
                    <a:pt x="71306" y="30214"/>
                  </a:lnTo>
                  <a:lnTo>
                    <a:pt x="66955" y="33366"/>
                  </a:lnTo>
                  <a:lnTo>
                    <a:pt x="62707" y="36655"/>
                  </a:lnTo>
                  <a:lnTo>
                    <a:pt x="58566" y="40080"/>
                  </a:lnTo>
                  <a:lnTo>
                    <a:pt x="54539" y="43635"/>
                  </a:lnTo>
                  <a:lnTo>
                    <a:pt x="50627" y="47318"/>
                  </a:lnTo>
                  <a:lnTo>
                    <a:pt x="46836" y="51125"/>
                  </a:lnTo>
                  <a:lnTo>
                    <a:pt x="43169" y="55052"/>
                  </a:lnTo>
                  <a:lnTo>
                    <a:pt x="39630" y="59095"/>
                  </a:lnTo>
                  <a:lnTo>
                    <a:pt x="36223" y="63249"/>
                  </a:lnTo>
                  <a:lnTo>
                    <a:pt x="32951" y="67511"/>
                  </a:lnTo>
                  <a:lnTo>
                    <a:pt x="29818" y="71875"/>
                  </a:lnTo>
                  <a:lnTo>
                    <a:pt x="26826" y="76338"/>
                  </a:lnTo>
                  <a:lnTo>
                    <a:pt x="23980" y="80895"/>
                  </a:lnTo>
                  <a:lnTo>
                    <a:pt x="21281" y="85541"/>
                  </a:lnTo>
                  <a:lnTo>
                    <a:pt x="18734" y="90272"/>
                  </a:lnTo>
                  <a:lnTo>
                    <a:pt x="16339" y="95081"/>
                  </a:lnTo>
                  <a:lnTo>
                    <a:pt x="14100" y="99965"/>
                  </a:lnTo>
                  <a:lnTo>
                    <a:pt x="12020" y="104919"/>
                  </a:lnTo>
                  <a:lnTo>
                    <a:pt x="10100" y="109937"/>
                  </a:lnTo>
                  <a:lnTo>
                    <a:pt x="8342" y="115014"/>
                  </a:lnTo>
                  <a:lnTo>
                    <a:pt x="6748" y="120145"/>
                  </a:lnTo>
                  <a:lnTo>
                    <a:pt x="5319" y="125324"/>
                  </a:lnTo>
                  <a:lnTo>
                    <a:pt x="4058" y="130547"/>
                  </a:lnTo>
                  <a:lnTo>
                    <a:pt x="2966" y="135808"/>
                  </a:lnTo>
                  <a:lnTo>
                    <a:pt x="2043" y="141101"/>
                  </a:lnTo>
                  <a:lnTo>
                    <a:pt x="1290" y="146420"/>
                  </a:lnTo>
                  <a:lnTo>
                    <a:pt x="709" y="151762"/>
                  </a:lnTo>
                  <a:lnTo>
                    <a:pt x="300" y="157119"/>
                  </a:lnTo>
                  <a:lnTo>
                    <a:pt x="64" y="162486"/>
                  </a:lnTo>
                  <a:lnTo>
                    <a:pt x="0" y="167859"/>
                  </a:lnTo>
                  <a:lnTo>
                    <a:pt x="108" y="17323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53981" y="5185380"/>
              <a:ext cx="167057" cy="6063"/>
            </a:xfrm>
            <a:custGeom>
              <a:avLst/>
              <a:pathLst>
                <a:path w="167057" h="6063">
                  <a:moveTo>
                    <a:pt x="0" y="6063"/>
                  </a:moveTo>
                  <a:lnTo>
                    <a:pt x="1670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3981" y="5185380"/>
              <a:ext cx="167057" cy="6063"/>
            </a:xfrm>
            <a:custGeom>
              <a:avLst/>
              <a:pathLst>
                <a:path w="167057" h="6063">
                  <a:moveTo>
                    <a:pt x="0" y="6063"/>
                  </a:moveTo>
                  <a:lnTo>
                    <a:pt x="16705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3981" y="5185380"/>
              <a:ext cx="167057" cy="6063"/>
            </a:xfrm>
            <a:custGeom>
              <a:avLst/>
              <a:pathLst>
                <a:path w="167057" h="6063">
                  <a:moveTo>
                    <a:pt x="0" y="6063"/>
                  </a:moveTo>
                  <a:lnTo>
                    <a:pt x="16705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3981" y="5185380"/>
              <a:ext cx="167057" cy="98875"/>
            </a:xfrm>
            <a:custGeom>
              <a:avLst/>
              <a:pathLst>
                <a:path w="167057" h="98875">
                  <a:moveTo>
                    <a:pt x="0" y="6063"/>
                  </a:moveTo>
                  <a:lnTo>
                    <a:pt x="315" y="11921"/>
                  </a:lnTo>
                  <a:lnTo>
                    <a:pt x="836" y="17764"/>
                  </a:lnTo>
                  <a:lnTo>
                    <a:pt x="1562" y="23585"/>
                  </a:lnTo>
                  <a:lnTo>
                    <a:pt x="2491" y="29378"/>
                  </a:lnTo>
                  <a:lnTo>
                    <a:pt x="3623" y="35134"/>
                  </a:lnTo>
                  <a:lnTo>
                    <a:pt x="4957" y="40847"/>
                  </a:lnTo>
                  <a:lnTo>
                    <a:pt x="6490" y="46509"/>
                  </a:lnTo>
                  <a:lnTo>
                    <a:pt x="8221" y="52114"/>
                  </a:lnTo>
                  <a:lnTo>
                    <a:pt x="10147" y="57655"/>
                  </a:lnTo>
                  <a:lnTo>
                    <a:pt x="12267" y="63125"/>
                  </a:lnTo>
                  <a:lnTo>
                    <a:pt x="14577" y="68518"/>
                  </a:lnTo>
                  <a:lnTo>
                    <a:pt x="17075" y="73826"/>
                  </a:lnTo>
                  <a:lnTo>
                    <a:pt x="19757" y="79043"/>
                  </a:lnTo>
                  <a:lnTo>
                    <a:pt x="22622" y="84162"/>
                  </a:lnTo>
                  <a:lnTo>
                    <a:pt x="25664" y="89178"/>
                  </a:lnTo>
                  <a:lnTo>
                    <a:pt x="28880" y="94085"/>
                  </a:lnTo>
                  <a:lnTo>
                    <a:pt x="32266" y="98875"/>
                  </a:lnTo>
                  <a:lnTo>
                    <a:pt x="16705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86248" y="5018213"/>
              <a:ext cx="301951" cy="334319"/>
            </a:xfrm>
            <a:custGeom>
              <a:avLst/>
              <a:pathLst>
                <a:path w="301951" h="334319">
                  <a:moveTo>
                    <a:pt x="0" y="266042"/>
                  </a:moveTo>
                  <a:lnTo>
                    <a:pt x="3219" y="270287"/>
                  </a:lnTo>
                  <a:lnTo>
                    <a:pt x="6572" y="274428"/>
                  </a:lnTo>
                  <a:lnTo>
                    <a:pt x="10055" y="278459"/>
                  </a:lnTo>
                  <a:lnTo>
                    <a:pt x="13664" y="282377"/>
                  </a:lnTo>
                  <a:lnTo>
                    <a:pt x="17397" y="286178"/>
                  </a:lnTo>
                  <a:lnTo>
                    <a:pt x="21249" y="289859"/>
                  </a:lnTo>
                  <a:lnTo>
                    <a:pt x="25216" y="293415"/>
                  </a:lnTo>
                  <a:lnTo>
                    <a:pt x="29295" y="296842"/>
                  </a:lnTo>
                  <a:lnTo>
                    <a:pt x="33481" y="300138"/>
                  </a:lnTo>
                  <a:lnTo>
                    <a:pt x="37769" y="303299"/>
                  </a:lnTo>
                  <a:lnTo>
                    <a:pt x="42157" y="306321"/>
                  </a:lnTo>
                  <a:lnTo>
                    <a:pt x="46638" y="309202"/>
                  </a:lnTo>
                  <a:lnTo>
                    <a:pt x="51209" y="311939"/>
                  </a:lnTo>
                  <a:lnTo>
                    <a:pt x="55865" y="314529"/>
                  </a:lnTo>
                  <a:lnTo>
                    <a:pt x="60600" y="316969"/>
                  </a:lnTo>
                  <a:lnTo>
                    <a:pt x="65412" y="319257"/>
                  </a:lnTo>
                  <a:lnTo>
                    <a:pt x="70293" y="321391"/>
                  </a:lnTo>
                  <a:lnTo>
                    <a:pt x="75241" y="323368"/>
                  </a:lnTo>
                  <a:lnTo>
                    <a:pt x="80248" y="325186"/>
                  </a:lnTo>
                  <a:lnTo>
                    <a:pt x="85311" y="326844"/>
                  </a:lnTo>
                  <a:lnTo>
                    <a:pt x="90425" y="328340"/>
                  </a:lnTo>
                  <a:lnTo>
                    <a:pt x="95583" y="329672"/>
                  </a:lnTo>
                  <a:lnTo>
                    <a:pt x="100781" y="330838"/>
                  </a:lnTo>
                  <a:lnTo>
                    <a:pt x="106014" y="331839"/>
                  </a:lnTo>
                  <a:lnTo>
                    <a:pt x="111276" y="332672"/>
                  </a:lnTo>
                  <a:lnTo>
                    <a:pt x="116562" y="333338"/>
                  </a:lnTo>
                  <a:lnTo>
                    <a:pt x="121866" y="333834"/>
                  </a:lnTo>
                  <a:lnTo>
                    <a:pt x="127184" y="334161"/>
                  </a:lnTo>
                  <a:lnTo>
                    <a:pt x="132509" y="334319"/>
                  </a:lnTo>
                  <a:lnTo>
                    <a:pt x="137837" y="334307"/>
                  </a:lnTo>
                  <a:lnTo>
                    <a:pt x="143161" y="334125"/>
                  </a:lnTo>
                  <a:lnTo>
                    <a:pt x="148477" y="333773"/>
                  </a:lnTo>
                  <a:lnTo>
                    <a:pt x="153779" y="333252"/>
                  </a:lnTo>
                  <a:lnTo>
                    <a:pt x="159062" y="332563"/>
                  </a:lnTo>
                  <a:lnTo>
                    <a:pt x="164320" y="331706"/>
                  </a:lnTo>
                  <a:lnTo>
                    <a:pt x="169548" y="330681"/>
                  </a:lnTo>
                  <a:lnTo>
                    <a:pt x="174741" y="329490"/>
                  </a:lnTo>
                  <a:lnTo>
                    <a:pt x="179893" y="328135"/>
                  </a:lnTo>
                  <a:lnTo>
                    <a:pt x="185000" y="326616"/>
                  </a:lnTo>
                  <a:lnTo>
                    <a:pt x="190055" y="324935"/>
                  </a:lnTo>
                  <a:lnTo>
                    <a:pt x="195055" y="323094"/>
                  </a:lnTo>
                  <a:lnTo>
                    <a:pt x="199993" y="321094"/>
                  </a:lnTo>
                  <a:lnTo>
                    <a:pt x="204865" y="318938"/>
                  </a:lnTo>
                  <a:lnTo>
                    <a:pt x="209665" y="316628"/>
                  </a:lnTo>
                  <a:lnTo>
                    <a:pt x="214390" y="314166"/>
                  </a:lnTo>
                  <a:lnTo>
                    <a:pt x="219034" y="311555"/>
                  </a:lnTo>
                  <a:lnTo>
                    <a:pt x="223592" y="308797"/>
                  </a:lnTo>
                  <a:lnTo>
                    <a:pt x="228060" y="305896"/>
                  </a:lnTo>
                  <a:lnTo>
                    <a:pt x="232434" y="302853"/>
                  </a:lnTo>
                  <a:lnTo>
                    <a:pt x="236708" y="299673"/>
                  </a:lnTo>
                  <a:lnTo>
                    <a:pt x="240878" y="296358"/>
                  </a:lnTo>
                  <a:lnTo>
                    <a:pt x="244941" y="292912"/>
                  </a:lnTo>
                  <a:lnTo>
                    <a:pt x="248892" y="289338"/>
                  </a:lnTo>
                  <a:lnTo>
                    <a:pt x="252727" y="285640"/>
                  </a:lnTo>
                  <a:lnTo>
                    <a:pt x="256443" y="281822"/>
                  </a:lnTo>
                  <a:lnTo>
                    <a:pt x="260034" y="277887"/>
                  </a:lnTo>
                  <a:lnTo>
                    <a:pt x="263499" y="273840"/>
                  </a:lnTo>
                  <a:lnTo>
                    <a:pt x="266833" y="269684"/>
                  </a:lnTo>
                  <a:lnTo>
                    <a:pt x="270033" y="265424"/>
                  </a:lnTo>
                  <a:lnTo>
                    <a:pt x="273095" y="261065"/>
                  </a:lnTo>
                  <a:lnTo>
                    <a:pt x="276017" y="256610"/>
                  </a:lnTo>
                  <a:lnTo>
                    <a:pt x="278795" y="252064"/>
                  </a:lnTo>
                  <a:lnTo>
                    <a:pt x="281427" y="247432"/>
                  </a:lnTo>
                  <a:lnTo>
                    <a:pt x="283911" y="242719"/>
                  </a:lnTo>
                  <a:lnTo>
                    <a:pt x="286243" y="237929"/>
                  </a:lnTo>
                  <a:lnTo>
                    <a:pt x="288420" y="233067"/>
                  </a:lnTo>
                  <a:lnTo>
                    <a:pt x="290442" y="228138"/>
                  </a:lnTo>
                  <a:lnTo>
                    <a:pt x="292306" y="223147"/>
                  </a:lnTo>
                  <a:lnTo>
                    <a:pt x="294010" y="218099"/>
                  </a:lnTo>
                  <a:lnTo>
                    <a:pt x="295552" y="212999"/>
                  </a:lnTo>
                  <a:lnTo>
                    <a:pt x="296931" y="207853"/>
                  </a:lnTo>
                  <a:lnTo>
                    <a:pt x="298145" y="202666"/>
                  </a:lnTo>
                  <a:lnTo>
                    <a:pt x="299193" y="197443"/>
                  </a:lnTo>
                  <a:lnTo>
                    <a:pt x="300075" y="192188"/>
                  </a:lnTo>
                  <a:lnTo>
                    <a:pt x="300788" y="186909"/>
                  </a:lnTo>
                  <a:lnTo>
                    <a:pt x="301333" y="181609"/>
                  </a:lnTo>
                  <a:lnTo>
                    <a:pt x="301709" y="176295"/>
                  </a:lnTo>
                  <a:lnTo>
                    <a:pt x="301915" y="170971"/>
                  </a:lnTo>
                  <a:lnTo>
                    <a:pt x="301951" y="165644"/>
                  </a:lnTo>
                  <a:lnTo>
                    <a:pt x="301818" y="160318"/>
                  </a:lnTo>
                  <a:lnTo>
                    <a:pt x="301514" y="154999"/>
                  </a:lnTo>
                  <a:lnTo>
                    <a:pt x="301042" y="149692"/>
                  </a:lnTo>
                  <a:lnTo>
                    <a:pt x="300401" y="144403"/>
                  </a:lnTo>
                  <a:lnTo>
                    <a:pt x="299591" y="139138"/>
                  </a:lnTo>
                  <a:lnTo>
                    <a:pt x="298614" y="133900"/>
                  </a:lnTo>
                  <a:lnTo>
                    <a:pt x="297471" y="128697"/>
                  </a:lnTo>
                  <a:lnTo>
                    <a:pt x="296163" y="123533"/>
                  </a:lnTo>
                  <a:lnTo>
                    <a:pt x="294690" y="118412"/>
                  </a:lnTo>
                  <a:lnTo>
                    <a:pt x="293056" y="113342"/>
                  </a:lnTo>
                  <a:lnTo>
                    <a:pt x="291260" y="108326"/>
                  </a:lnTo>
                  <a:lnTo>
                    <a:pt x="289305" y="103370"/>
                  </a:lnTo>
                  <a:lnTo>
                    <a:pt x="287194" y="98479"/>
                  </a:lnTo>
                  <a:lnTo>
                    <a:pt x="284928" y="93657"/>
                  </a:lnTo>
                  <a:lnTo>
                    <a:pt x="282509" y="88910"/>
                  </a:lnTo>
                  <a:lnTo>
                    <a:pt x="279940" y="84243"/>
                  </a:lnTo>
                  <a:lnTo>
                    <a:pt x="277224" y="79659"/>
                  </a:lnTo>
                  <a:lnTo>
                    <a:pt x="274363" y="75165"/>
                  </a:lnTo>
                  <a:lnTo>
                    <a:pt x="271361" y="70764"/>
                  </a:lnTo>
                  <a:lnTo>
                    <a:pt x="268220" y="66461"/>
                  </a:lnTo>
                  <a:lnTo>
                    <a:pt x="264943" y="62261"/>
                  </a:lnTo>
                  <a:lnTo>
                    <a:pt x="261534" y="58167"/>
                  </a:lnTo>
                  <a:lnTo>
                    <a:pt x="257996" y="54183"/>
                  </a:lnTo>
                  <a:lnTo>
                    <a:pt x="254333" y="50314"/>
                  </a:lnTo>
                  <a:lnTo>
                    <a:pt x="250549" y="46564"/>
                  </a:lnTo>
                  <a:lnTo>
                    <a:pt x="246647" y="42937"/>
                  </a:lnTo>
                  <a:lnTo>
                    <a:pt x="242632" y="39436"/>
                  </a:lnTo>
                  <a:lnTo>
                    <a:pt x="238506" y="36064"/>
                  </a:lnTo>
                  <a:lnTo>
                    <a:pt x="234276" y="32826"/>
                  </a:lnTo>
                  <a:lnTo>
                    <a:pt x="229945" y="29724"/>
                  </a:lnTo>
                  <a:lnTo>
                    <a:pt x="225517" y="26761"/>
                  </a:lnTo>
                  <a:lnTo>
                    <a:pt x="220996" y="23942"/>
                  </a:lnTo>
                  <a:lnTo>
                    <a:pt x="216389" y="21267"/>
                  </a:lnTo>
                  <a:lnTo>
                    <a:pt x="211698" y="18741"/>
                  </a:lnTo>
                  <a:lnTo>
                    <a:pt x="206929" y="16366"/>
                  </a:lnTo>
                  <a:lnTo>
                    <a:pt x="202087" y="14144"/>
                  </a:lnTo>
                  <a:lnTo>
                    <a:pt x="197177" y="12077"/>
                  </a:lnTo>
                  <a:lnTo>
                    <a:pt x="192203" y="10168"/>
                  </a:lnTo>
                  <a:lnTo>
                    <a:pt x="187171" y="8418"/>
                  </a:lnTo>
                  <a:lnTo>
                    <a:pt x="182086" y="6830"/>
                  </a:lnTo>
                  <a:lnTo>
                    <a:pt x="176953" y="5404"/>
                  </a:lnTo>
                  <a:lnTo>
                    <a:pt x="171777" y="4142"/>
                  </a:lnTo>
                  <a:lnTo>
                    <a:pt x="166563" y="3047"/>
                  </a:lnTo>
                  <a:lnTo>
                    <a:pt x="161317" y="2118"/>
                  </a:lnTo>
                  <a:lnTo>
                    <a:pt x="156044" y="1356"/>
                  </a:lnTo>
                  <a:lnTo>
                    <a:pt x="150750" y="763"/>
                  </a:lnTo>
                  <a:lnTo>
                    <a:pt x="145439" y="339"/>
                  </a:lnTo>
                  <a:lnTo>
                    <a:pt x="140117" y="84"/>
                  </a:lnTo>
                  <a:lnTo>
                    <a:pt x="134790" y="0"/>
                  </a:lnTo>
                  <a:lnTo>
                    <a:pt x="13479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256072" y="4659281"/>
              <a:ext cx="167162" cy="332642"/>
            </a:xfrm>
            <a:custGeom>
              <a:avLst/>
              <a:pathLst>
                <a:path w="167162" h="332642">
                  <a:moveTo>
                    <a:pt x="167162" y="0"/>
                  </a:moveTo>
                  <a:lnTo>
                    <a:pt x="161830" y="85"/>
                  </a:lnTo>
                  <a:lnTo>
                    <a:pt x="156502" y="340"/>
                  </a:lnTo>
                  <a:lnTo>
                    <a:pt x="151186" y="765"/>
                  </a:lnTo>
                  <a:lnTo>
                    <a:pt x="145886" y="1359"/>
                  </a:lnTo>
                  <a:lnTo>
                    <a:pt x="140607" y="2122"/>
                  </a:lnTo>
                  <a:lnTo>
                    <a:pt x="135356" y="3053"/>
                  </a:lnTo>
                  <a:lnTo>
                    <a:pt x="130137" y="4151"/>
                  </a:lnTo>
                  <a:lnTo>
                    <a:pt x="124955" y="5416"/>
                  </a:lnTo>
                  <a:lnTo>
                    <a:pt x="119817" y="6844"/>
                  </a:lnTo>
                  <a:lnTo>
                    <a:pt x="114726" y="8436"/>
                  </a:lnTo>
                  <a:lnTo>
                    <a:pt x="109689" y="10190"/>
                  </a:lnTo>
                  <a:lnTo>
                    <a:pt x="104711" y="12103"/>
                  </a:lnTo>
                  <a:lnTo>
                    <a:pt x="99796" y="14174"/>
                  </a:lnTo>
                  <a:lnTo>
                    <a:pt x="94950" y="16401"/>
                  </a:lnTo>
                  <a:lnTo>
                    <a:pt x="90177" y="18782"/>
                  </a:lnTo>
                  <a:lnTo>
                    <a:pt x="85483" y="21313"/>
                  </a:lnTo>
                  <a:lnTo>
                    <a:pt x="80872" y="23993"/>
                  </a:lnTo>
                  <a:lnTo>
                    <a:pt x="76348" y="26818"/>
                  </a:lnTo>
                  <a:lnTo>
                    <a:pt x="71917" y="29787"/>
                  </a:lnTo>
                  <a:lnTo>
                    <a:pt x="67583" y="32895"/>
                  </a:lnTo>
                  <a:lnTo>
                    <a:pt x="63350" y="36140"/>
                  </a:lnTo>
                  <a:lnTo>
                    <a:pt x="59223" y="39518"/>
                  </a:lnTo>
                  <a:lnTo>
                    <a:pt x="55206" y="43027"/>
                  </a:lnTo>
                  <a:lnTo>
                    <a:pt x="51303" y="46661"/>
                  </a:lnTo>
                  <a:lnTo>
                    <a:pt x="47518" y="50419"/>
                  </a:lnTo>
                  <a:lnTo>
                    <a:pt x="43855" y="54295"/>
                  </a:lnTo>
                  <a:lnTo>
                    <a:pt x="40317" y="58286"/>
                  </a:lnTo>
                  <a:lnTo>
                    <a:pt x="36908" y="62388"/>
                  </a:lnTo>
                  <a:lnTo>
                    <a:pt x="33632" y="66596"/>
                  </a:lnTo>
                  <a:lnTo>
                    <a:pt x="30491" y="70907"/>
                  </a:lnTo>
                  <a:lnTo>
                    <a:pt x="27490" y="75316"/>
                  </a:lnTo>
                  <a:lnTo>
                    <a:pt x="24631" y="79818"/>
                  </a:lnTo>
                  <a:lnTo>
                    <a:pt x="21917" y="84410"/>
                  </a:lnTo>
                  <a:lnTo>
                    <a:pt x="19351" y="89085"/>
                  </a:lnTo>
                  <a:lnTo>
                    <a:pt x="16935" y="93840"/>
                  </a:lnTo>
                  <a:lnTo>
                    <a:pt x="14673" y="98670"/>
                  </a:lnTo>
                  <a:lnTo>
                    <a:pt x="12565" y="103569"/>
                  </a:lnTo>
                  <a:lnTo>
                    <a:pt x="10615" y="108533"/>
                  </a:lnTo>
                  <a:lnTo>
                    <a:pt x="8824" y="113557"/>
                  </a:lnTo>
                  <a:lnTo>
                    <a:pt x="7195" y="118635"/>
                  </a:lnTo>
                  <a:lnTo>
                    <a:pt x="5728" y="123763"/>
                  </a:lnTo>
                  <a:lnTo>
                    <a:pt x="4426" y="128935"/>
                  </a:lnTo>
                  <a:lnTo>
                    <a:pt x="3289" y="134146"/>
                  </a:lnTo>
                  <a:lnTo>
                    <a:pt x="2319" y="139390"/>
                  </a:lnTo>
                  <a:lnTo>
                    <a:pt x="1517" y="144663"/>
                  </a:lnTo>
                  <a:lnTo>
                    <a:pt x="883" y="149959"/>
                  </a:lnTo>
                  <a:lnTo>
                    <a:pt x="419" y="155272"/>
                  </a:lnTo>
                  <a:lnTo>
                    <a:pt x="124" y="160597"/>
                  </a:lnTo>
                  <a:lnTo>
                    <a:pt x="0" y="165929"/>
                  </a:lnTo>
                  <a:lnTo>
                    <a:pt x="45" y="171262"/>
                  </a:lnTo>
                  <a:lnTo>
                    <a:pt x="261" y="176591"/>
                  </a:lnTo>
                  <a:lnTo>
                    <a:pt x="646" y="181911"/>
                  </a:lnTo>
                  <a:lnTo>
                    <a:pt x="1201" y="187215"/>
                  </a:lnTo>
                  <a:lnTo>
                    <a:pt x="1925" y="192499"/>
                  </a:lnTo>
                  <a:lnTo>
                    <a:pt x="2818" y="197758"/>
                  </a:lnTo>
                  <a:lnTo>
                    <a:pt x="3877" y="202985"/>
                  </a:lnTo>
                  <a:lnTo>
                    <a:pt x="5103" y="208175"/>
                  </a:lnTo>
                  <a:lnTo>
                    <a:pt x="6494" y="213324"/>
                  </a:lnTo>
                  <a:lnTo>
                    <a:pt x="8048" y="218426"/>
                  </a:lnTo>
                  <a:lnTo>
                    <a:pt x="9764" y="223476"/>
                  </a:lnTo>
                  <a:lnTo>
                    <a:pt x="11640" y="228468"/>
                  </a:lnTo>
                  <a:lnTo>
                    <a:pt x="13675" y="233398"/>
                  </a:lnTo>
                  <a:lnTo>
                    <a:pt x="15866" y="238261"/>
                  </a:lnTo>
                  <a:lnTo>
                    <a:pt x="18211" y="243051"/>
                  </a:lnTo>
                  <a:lnTo>
                    <a:pt x="20708" y="247764"/>
                  </a:lnTo>
                  <a:lnTo>
                    <a:pt x="23353" y="252395"/>
                  </a:lnTo>
                  <a:lnTo>
                    <a:pt x="26145" y="256939"/>
                  </a:lnTo>
                  <a:lnTo>
                    <a:pt x="29081" y="261392"/>
                  </a:lnTo>
                  <a:lnTo>
                    <a:pt x="32157" y="265749"/>
                  </a:lnTo>
                  <a:lnTo>
                    <a:pt x="35370" y="270006"/>
                  </a:lnTo>
                  <a:lnTo>
                    <a:pt x="38718" y="274158"/>
                  </a:lnTo>
                  <a:lnTo>
                    <a:pt x="42197" y="278201"/>
                  </a:lnTo>
                  <a:lnTo>
                    <a:pt x="45802" y="282131"/>
                  </a:lnTo>
                  <a:lnTo>
                    <a:pt x="49531" y="285944"/>
                  </a:lnTo>
                  <a:lnTo>
                    <a:pt x="53380" y="289636"/>
                  </a:lnTo>
                  <a:lnTo>
                    <a:pt x="57345" y="293203"/>
                  </a:lnTo>
                  <a:lnTo>
                    <a:pt x="61421" y="296642"/>
                  </a:lnTo>
                  <a:lnTo>
                    <a:pt x="65606" y="299949"/>
                  </a:lnTo>
                  <a:lnTo>
                    <a:pt x="69893" y="303122"/>
                  </a:lnTo>
                  <a:lnTo>
                    <a:pt x="74280" y="306155"/>
                  </a:lnTo>
                  <a:lnTo>
                    <a:pt x="78761" y="309048"/>
                  </a:lnTo>
                  <a:lnTo>
                    <a:pt x="83332" y="311795"/>
                  </a:lnTo>
                  <a:lnTo>
                    <a:pt x="87988" y="314396"/>
                  </a:lnTo>
                  <a:lnTo>
                    <a:pt x="92725" y="316847"/>
                  </a:lnTo>
                  <a:lnTo>
                    <a:pt x="97538" y="319145"/>
                  </a:lnTo>
                  <a:lnTo>
                    <a:pt x="102422" y="321289"/>
                  </a:lnTo>
                  <a:lnTo>
                    <a:pt x="107371" y="323276"/>
                  </a:lnTo>
                  <a:lnTo>
                    <a:pt x="112381" y="325104"/>
                  </a:lnTo>
                  <a:lnTo>
                    <a:pt x="117448" y="326771"/>
                  </a:lnTo>
                  <a:lnTo>
                    <a:pt x="122564" y="328276"/>
                  </a:lnTo>
                  <a:lnTo>
                    <a:pt x="127727" y="329616"/>
                  </a:lnTo>
                  <a:lnTo>
                    <a:pt x="132929" y="330792"/>
                  </a:lnTo>
                  <a:lnTo>
                    <a:pt x="138166" y="331800"/>
                  </a:lnTo>
                  <a:lnTo>
                    <a:pt x="143433" y="332642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399505" y="4826449"/>
              <a:ext cx="23729" cy="165474"/>
            </a:xfrm>
            <a:custGeom>
              <a:avLst/>
              <a:pathLst>
                <a:path w="23729" h="165474">
                  <a:moveTo>
                    <a:pt x="0" y="165474"/>
                  </a:moveTo>
                  <a:lnTo>
                    <a:pt x="237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399505" y="4826449"/>
              <a:ext cx="23729" cy="165474"/>
            </a:xfrm>
            <a:custGeom>
              <a:avLst/>
              <a:pathLst>
                <a:path w="23729" h="165474">
                  <a:moveTo>
                    <a:pt x="0" y="165474"/>
                  </a:moveTo>
                  <a:lnTo>
                    <a:pt x="237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399505" y="4826449"/>
              <a:ext cx="102668" cy="167160"/>
            </a:xfrm>
            <a:custGeom>
              <a:avLst/>
              <a:pathLst>
                <a:path w="102668" h="167160">
                  <a:moveTo>
                    <a:pt x="0" y="165474"/>
                  </a:moveTo>
                  <a:lnTo>
                    <a:pt x="5535" y="166174"/>
                  </a:lnTo>
                  <a:lnTo>
                    <a:pt x="11091" y="166689"/>
                  </a:lnTo>
                  <a:lnTo>
                    <a:pt x="16662" y="167017"/>
                  </a:lnTo>
                  <a:lnTo>
                    <a:pt x="22240" y="167160"/>
                  </a:lnTo>
                  <a:lnTo>
                    <a:pt x="27819" y="167117"/>
                  </a:lnTo>
                  <a:lnTo>
                    <a:pt x="33395" y="166887"/>
                  </a:lnTo>
                  <a:lnTo>
                    <a:pt x="38959" y="166472"/>
                  </a:lnTo>
                  <a:lnTo>
                    <a:pt x="44506" y="165871"/>
                  </a:lnTo>
                  <a:lnTo>
                    <a:pt x="50031" y="165085"/>
                  </a:lnTo>
                  <a:lnTo>
                    <a:pt x="55526" y="164115"/>
                  </a:lnTo>
                  <a:lnTo>
                    <a:pt x="60985" y="162963"/>
                  </a:lnTo>
                  <a:lnTo>
                    <a:pt x="66403" y="161628"/>
                  </a:lnTo>
                  <a:lnTo>
                    <a:pt x="71774" y="160114"/>
                  </a:lnTo>
                  <a:lnTo>
                    <a:pt x="77091" y="158421"/>
                  </a:lnTo>
                  <a:lnTo>
                    <a:pt x="82348" y="156552"/>
                  </a:lnTo>
                  <a:lnTo>
                    <a:pt x="87540" y="154509"/>
                  </a:lnTo>
                  <a:lnTo>
                    <a:pt x="92661" y="152293"/>
                  </a:lnTo>
                  <a:lnTo>
                    <a:pt x="97706" y="149908"/>
                  </a:lnTo>
                  <a:lnTo>
                    <a:pt x="102668" y="147355"/>
                  </a:lnTo>
                  <a:lnTo>
                    <a:pt x="2372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167163" cy="314523"/>
            </a:xfrm>
            <a:custGeom>
              <a:avLst/>
              <a:pathLst>
                <a:path w="167163" h="314523">
                  <a:moveTo>
                    <a:pt x="78938" y="314523"/>
                  </a:moveTo>
                  <a:lnTo>
                    <a:pt x="83601" y="311928"/>
                  </a:lnTo>
                  <a:lnTo>
                    <a:pt x="88179" y="309186"/>
                  </a:lnTo>
                  <a:lnTo>
                    <a:pt x="92668" y="306298"/>
                  </a:lnTo>
                  <a:lnTo>
                    <a:pt x="97061" y="303270"/>
                  </a:lnTo>
                  <a:lnTo>
                    <a:pt x="101356" y="300102"/>
                  </a:lnTo>
                  <a:lnTo>
                    <a:pt x="105548" y="296799"/>
                  </a:lnTo>
                  <a:lnTo>
                    <a:pt x="109632" y="293364"/>
                  </a:lnTo>
                  <a:lnTo>
                    <a:pt x="113604" y="289800"/>
                  </a:lnTo>
                  <a:lnTo>
                    <a:pt x="117461" y="286111"/>
                  </a:lnTo>
                  <a:lnTo>
                    <a:pt x="121198" y="282301"/>
                  </a:lnTo>
                  <a:lnTo>
                    <a:pt x="124811" y="278374"/>
                  </a:lnTo>
                  <a:lnTo>
                    <a:pt x="128297" y="274334"/>
                  </a:lnTo>
                  <a:lnTo>
                    <a:pt x="131652" y="270184"/>
                  </a:lnTo>
                  <a:lnTo>
                    <a:pt x="134874" y="265929"/>
                  </a:lnTo>
                  <a:lnTo>
                    <a:pt x="137957" y="261573"/>
                  </a:lnTo>
                  <a:lnTo>
                    <a:pt x="140901" y="257122"/>
                  </a:lnTo>
                  <a:lnTo>
                    <a:pt x="143700" y="252578"/>
                  </a:lnTo>
                  <a:lnTo>
                    <a:pt x="146353" y="247948"/>
                  </a:lnTo>
                  <a:lnTo>
                    <a:pt x="148857" y="243235"/>
                  </a:lnTo>
                  <a:lnTo>
                    <a:pt x="151209" y="238445"/>
                  </a:lnTo>
                  <a:lnTo>
                    <a:pt x="153407" y="233582"/>
                  </a:lnTo>
                  <a:lnTo>
                    <a:pt x="155449" y="228651"/>
                  </a:lnTo>
                  <a:lnTo>
                    <a:pt x="157333" y="223658"/>
                  </a:lnTo>
                  <a:lnTo>
                    <a:pt x="159056" y="218607"/>
                  </a:lnTo>
                  <a:lnTo>
                    <a:pt x="160617" y="213504"/>
                  </a:lnTo>
                  <a:lnTo>
                    <a:pt x="162014" y="208354"/>
                  </a:lnTo>
                  <a:lnTo>
                    <a:pt x="163246" y="203161"/>
                  </a:lnTo>
                  <a:lnTo>
                    <a:pt x="164312" y="197932"/>
                  </a:lnTo>
                  <a:lnTo>
                    <a:pt x="165210" y="192671"/>
                  </a:lnTo>
                  <a:lnTo>
                    <a:pt x="165940" y="187385"/>
                  </a:lnTo>
                  <a:lnTo>
                    <a:pt x="166501" y="182078"/>
                  </a:lnTo>
                  <a:lnTo>
                    <a:pt x="166892" y="176756"/>
                  </a:lnTo>
                  <a:lnTo>
                    <a:pt x="167113" y="171424"/>
                  </a:lnTo>
                  <a:lnTo>
                    <a:pt x="167163" y="166087"/>
                  </a:lnTo>
                  <a:lnTo>
                    <a:pt x="167044" y="160752"/>
                  </a:lnTo>
                  <a:lnTo>
                    <a:pt x="166754" y="155423"/>
                  </a:lnTo>
                  <a:lnTo>
                    <a:pt x="166294" y="150106"/>
                  </a:lnTo>
                  <a:lnTo>
                    <a:pt x="165665" y="144807"/>
                  </a:lnTo>
                  <a:lnTo>
                    <a:pt x="164867" y="139530"/>
                  </a:lnTo>
                  <a:lnTo>
                    <a:pt x="163900" y="134282"/>
                  </a:lnTo>
                  <a:lnTo>
                    <a:pt x="162767" y="129067"/>
                  </a:lnTo>
                  <a:lnTo>
                    <a:pt x="161468" y="123891"/>
                  </a:lnTo>
                  <a:lnTo>
                    <a:pt x="160005" y="118759"/>
                  </a:lnTo>
                  <a:lnTo>
                    <a:pt x="158378" y="113676"/>
                  </a:lnTo>
                  <a:lnTo>
                    <a:pt x="156590" y="108648"/>
                  </a:lnTo>
                  <a:lnTo>
                    <a:pt x="154642" y="103679"/>
                  </a:lnTo>
                  <a:lnTo>
                    <a:pt x="152537" y="98776"/>
                  </a:lnTo>
                  <a:lnTo>
                    <a:pt x="150276" y="93942"/>
                  </a:lnTo>
                  <a:lnTo>
                    <a:pt x="147862" y="89182"/>
                  </a:lnTo>
                  <a:lnTo>
                    <a:pt x="145297" y="84502"/>
                  </a:lnTo>
                  <a:lnTo>
                    <a:pt x="142585" y="79906"/>
                  </a:lnTo>
                  <a:lnTo>
                    <a:pt x="139727" y="75399"/>
                  </a:lnTo>
                  <a:lnTo>
                    <a:pt x="136726" y="70986"/>
                  </a:lnTo>
                  <a:lnTo>
                    <a:pt x="133587" y="66671"/>
                  </a:lnTo>
                  <a:lnTo>
                    <a:pt x="130311" y="62458"/>
                  </a:lnTo>
                  <a:lnTo>
                    <a:pt x="126902" y="58352"/>
                  </a:lnTo>
                  <a:lnTo>
                    <a:pt x="123364" y="54357"/>
                  </a:lnTo>
                  <a:lnTo>
                    <a:pt x="119700" y="50476"/>
                  </a:lnTo>
                  <a:lnTo>
                    <a:pt x="115914" y="46715"/>
                  </a:lnTo>
                  <a:lnTo>
                    <a:pt x="112011" y="43076"/>
                  </a:lnTo>
                  <a:lnTo>
                    <a:pt x="107993" y="39564"/>
                  </a:lnTo>
                  <a:lnTo>
                    <a:pt x="103864" y="36182"/>
                  </a:lnTo>
                  <a:lnTo>
                    <a:pt x="99631" y="32934"/>
                  </a:lnTo>
                  <a:lnTo>
                    <a:pt x="95295" y="29822"/>
                  </a:lnTo>
                  <a:lnTo>
                    <a:pt x="90862" y="26850"/>
                  </a:lnTo>
                  <a:lnTo>
                    <a:pt x="86337" y="24021"/>
                  </a:lnTo>
                  <a:lnTo>
                    <a:pt x="81724" y="21338"/>
                  </a:lnTo>
                  <a:lnTo>
                    <a:pt x="77028" y="18804"/>
                  </a:lnTo>
                  <a:lnTo>
                    <a:pt x="72253" y="16421"/>
                  </a:lnTo>
                  <a:lnTo>
                    <a:pt x="67404" y="14191"/>
                  </a:lnTo>
                  <a:lnTo>
                    <a:pt x="62487" y="12118"/>
                  </a:lnTo>
                  <a:lnTo>
                    <a:pt x="57506" y="10202"/>
                  </a:lnTo>
                  <a:lnTo>
                    <a:pt x="52466" y="8446"/>
                  </a:lnTo>
                  <a:lnTo>
                    <a:pt x="47373" y="6853"/>
                  </a:lnTo>
                  <a:lnTo>
                    <a:pt x="42232" y="5422"/>
                  </a:lnTo>
                  <a:lnTo>
                    <a:pt x="37047" y="4156"/>
                  </a:lnTo>
                  <a:lnTo>
                    <a:pt x="31825" y="3057"/>
                  </a:lnTo>
                  <a:lnTo>
                    <a:pt x="26571" y="2125"/>
                  </a:lnTo>
                  <a:lnTo>
                    <a:pt x="21289" y="1361"/>
                  </a:lnTo>
                  <a:lnTo>
                    <a:pt x="15986" y="766"/>
                  </a:lnTo>
                  <a:lnTo>
                    <a:pt x="10666" y="340"/>
                  </a:lnTo>
                  <a:lnTo>
                    <a:pt x="533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561311" y="4213821"/>
              <a:ext cx="241306" cy="334319"/>
            </a:xfrm>
            <a:custGeom>
              <a:avLst/>
              <a:pathLst>
                <a:path w="241306" h="334319">
                  <a:moveTo>
                    <a:pt x="167160" y="0"/>
                  </a:moveTo>
                  <a:lnTo>
                    <a:pt x="161833" y="84"/>
                  </a:lnTo>
                  <a:lnTo>
                    <a:pt x="156512" y="339"/>
                  </a:lnTo>
                  <a:lnTo>
                    <a:pt x="151202" y="763"/>
                  </a:lnTo>
                  <a:lnTo>
                    <a:pt x="145908" y="1356"/>
                  </a:lnTo>
                  <a:lnTo>
                    <a:pt x="140635" y="2117"/>
                  </a:lnTo>
                  <a:lnTo>
                    <a:pt x="135390" y="3046"/>
                  </a:lnTo>
                  <a:lnTo>
                    <a:pt x="130177" y="4142"/>
                  </a:lnTo>
                  <a:lnTo>
                    <a:pt x="125001" y="5403"/>
                  </a:lnTo>
                  <a:lnTo>
                    <a:pt x="119868" y="6828"/>
                  </a:lnTo>
                  <a:lnTo>
                    <a:pt x="114783" y="8417"/>
                  </a:lnTo>
                  <a:lnTo>
                    <a:pt x="109752" y="10166"/>
                  </a:lnTo>
                  <a:lnTo>
                    <a:pt x="104778" y="12075"/>
                  </a:lnTo>
                  <a:lnTo>
                    <a:pt x="99868" y="14142"/>
                  </a:lnTo>
                  <a:lnTo>
                    <a:pt x="95026" y="16363"/>
                  </a:lnTo>
                  <a:lnTo>
                    <a:pt x="90258" y="18738"/>
                  </a:lnTo>
                  <a:lnTo>
                    <a:pt x="85568" y="21264"/>
                  </a:lnTo>
                  <a:lnTo>
                    <a:pt x="80960" y="23938"/>
                  </a:lnTo>
                  <a:lnTo>
                    <a:pt x="76440" y="26757"/>
                  </a:lnTo>
                  <a:lnTo>
                    <a:pt x="72012" y="29719"/>
                  </a:lnTo>
                  <a:lnTo>
                    <a:pt x="67681" y="32821"/>
                  </a:lnTo>
                  <a:lnTo>
                    <a:pt x="63451" y="36058"/>
                  </a:lnTo>
                  <a:lnTo>
                    <a:pt x="59326" y="39430"/>
                  </a:lnTo>
                  <a:lnTo>
                    <a:pt x="55311" y="42930"/>
                  </a:lnTo>
                  <a:lnTo>
                    <a:pt x="51409" y="46557"/>
                  </a:lnTo>
                  <a:lnTo>
                    <a:pt x="47625" y="50307"/>
                  </a:lnTo>
                  <a:lnTo>
                    <a:pt x="43962" y="54175"/>
                  </a:lnTo>
                  <a:lnTo>
                    <a:pt x="40424" y="58158"/>
                  </a:lnTo>
                  <a:lnTo>
                    <a:pt x="37015" y="62251"/>
                  </a:lnTo>
                  <a:lnTo>
                    <a:pt x="33738" y="66451"/>
                  </a:lnTo>
                  <a:lnTo>
                    <a:pt x="30597" y="70754"/>
                  </a:lnTo>
                  <a:lnTo>
                    <a:pt x="27594" y="75154"/>
                  </a:lnTo>
                  <a:lnTo>
                    <a:pt x="24733" y="79648"/>
                  </a:lnTo>
                  <a:lnTo>
                    <a:pt x="22017" y="84230"/>
                  </a:lnTo>
                  <a:lnTo>
                    <a:pt x="19448" y="88897"/>
                  </a:lnTo>
                  <a:lnTo>
                    <a:pt x="17029" y="93643"/>
                  </a:lnTo>
                  <a:lnTo>
                    <a:pt x="14763" y="98464"/>
                  </a:lnTo>
                  <a:lnTo>
                    <a:pt x="12651" y="103355"/>
                  </a:lnTo>
                  <a:lnTo>
                    <a:pt x="10696" y="108311"/>
                  </a:lnTo>
                  <a:lnTo>
                    <a:pt x="8900" y="113326"/>
                  </a:lnTo>
                  <a:lnTo>
                    <a:pt x="7265" y="118396"/>
                  </a:lnTo>
                  <a:lnTo>
                    <a:pt x="5792" y="123515"/>
                  </a:lnTo>
                  <a:lnTo>
                    <a:pt x="4483" y="128679"/>
                  </a:lnTo>
                  <a:lnTo>
                    <a:pt x="3340" y="133882"/>
                  </a:lnTo>
                  <a:lnTo>
                    <a:pt x="2362" y="139119"/>
                  </a:lnTo>
                  <a:lnTo>
                    <a:pt x="1552" y="144384"/>
                  </a:lnTo>
                  <a:lnTo>
                    <a:pt x="910" y="149672"/>
                  </a:lnTo>
                  <a:lnTo>
                    <a:pt x="437" y="154978"/>
                  </a:lnTo>
                  <a:lnTo>
                    <a:pt x="134" y="160297"/>
                  </a:lnTo>
                  <a:lnTo>
                    <a:pt x="0" y="165622"/>
                  </a:lnTo>
                  <a:lnTo>
                    <a:pt x="35" y="170949"/>
                  </a:lnTo>
                  <a:lnTo>
                    <a:pt x="241" y="176273"/>
                  </a:lnTo>
                  <a:lnTo>
                    <a:pt x="615" y="181587"/>
                  </a:lnTo>
                  <a:lnTo>
                    <a:pt x="1159" y="186886"/>
                  </a:lnTo>
                  <a:lnTo>
                    <a:pt x="1872" y="192165"/>
                  </a:lnTo>
                  <a:lnTo>
                    <a:pt x="2752" y="197419"/>
                  </a:lnTo>
                  <a:lnTo>
                    <a:pt x="3800" y="202642"/>
                  </a:lnTo>
                  <a:lnTo>
                    <a:pt x="5013" y="207829"/>
                  </a:lnTo>
                  <a:lnTo>
                    <a:pt x="6391" y="212975"/>
                  </a:lnTo>
                  <a:lnTo>
                    <a:pt x="7932" y="218075"/>
                  </a:lnTo>
                  <a:lnTo>
                    <a:pt x="9635" y="223122"/>
                  </a:lnTo>
                  <a:lnTo>
                    <a:pt x="11498" y="228113"/>
                  </a:lnTo>
                  <a:lnTo>
                    <a:pt x="13519" y="233042"/>
                  </a:lnTo>
                  <a:lnTo>
                    <a:pt x="15696" y="237904"/>
                  </a:lnTo>
                  <a:lnTo>
                    <a:pt x="18027" y="242694"/>
                  </a:lnTo>
                  <a:lnTo>
                    <a:pt x="20509" y="247408"/>
                  </a:lnTo>
                  <a:lnTo>
                    <a:pt x="23140" y="252040"/>
                  </a:lnTo>
                  <a:lnTo>
                    <a:pt x="25918" y="256585"/>
                  </a:lnTo>
                  <a:lnTo>
                    <a:pt x="28839" y="261040"/>
                  </a:lnTo>
                  <a:lnTo>
                    <a:pt x="31900" y="265400"/>
                  </a:lnTo>
                  <a:lnTo>
                    <a:pt x="35099" y="269660"/>
                  </a:lnTo>
                  <a:lnTo>
                    <a:pt x="38432" y="273816"/>
                  </a:lnTo>
                  <a:lnTo>
                    <a:pt x="41895" y="277863"/>
                  </a:lnTo>
                  <a:lnTo>
                    <a:pt x="45486" y="281798"/>
                  </a:lnTo>
                  <a:lnTo>
                    <a:pt x="49200" y="285617"/>
                  </a:lnTo>
                  <a:lnTo>
                    <a:pt x="53034" y="289316"/>
                  </a:lnTo>
                  <a:lnTo>
                    <a:pt x="56984" y="292890"/>
                  </a:lnTo>
                  <a:lnTo>
                    <a:pt x="61046" y="296337"/>
                  </a:lnTo>
                  <a:lnTo>
                    <a:pt x="65216" y="299652"/>
                  </a:lnTo>
                  <a:lnTo>
                    <a:pt x="69489" y="302833"/>
                  </a:lnTo>
                  <a:lnTo>
                    <a:pt x="73861" y="305876"/>
                  </a:lnTo>
                  <a:lnTo>
                    <a:pt x="78328" y="308779"/>
                  </a:lnTo>
                  <a:lnTo>
                    <a:pt x="82886" y="311537"/>
                  </a:lnTo>
                  <a:lnTo>
                    <a:pt x="87528" y="314149"/>
                  </a:lnTo>
                  <a:lnTo>
                    <a:pt x="92252" y="316612"/>
                  </a:lnTo>
                  <a:lnTo>
                    <a:pt x="97052" y="318923"/>
                  </a:lnTo>
                  <a:lnTo>
                    <a:pt x="101923" y="321080"/>
                  </a:lnTo>
                  <a:lnTo>
                    <a:pt x="106860" y="323080"/>
                  </a:lnTo>
                  <a:lnTo>
                    <a:pt x="111859" y="324922"/>
                  </a:lnTo>
                  <a:lnTo>
                    <a:pt x="116913" y="326604"/>
                  </a:lnTo>
                  <a:lnTo>
                    <a:pt x="122019" y="328124"/>
                  </a:lnTo>
                  <a:lnTo>
                    <a:pt x="127171" y="329481"/>
                  </a:lnTo>
                  <a:lnTo>
                    <a:pt x="132363" y="330673"/>
                  </a:lnTo>
                  <a:lnTo>
                    <a:pt x="137590" y="331698"/>
                  </a:lnTo>
                  <a:lnTo>
                    <a:pt x="142848" y="332557"/>
                  </a:lnTo>
                  <a:lnTo>
                    <a:pt x="148130" y="333248"/>
                  </a:lnTo>
                  <a:lnTo>
                    <a:pt x="153431" y="333770"/>
                  </a:lnTo>
                  <a:lnTo>
                    <a:pt x="158747" y="334123"/>
                  </a:lnTo>
                  <a:lnTo>
                    <a:pt x="164071" y="334306"/>
                  </a:lnTo>
                  <a:lnTo>
                    <a:pt x="169398" y="334319"/>
                  </a:lnTo>
                  <a:lnTo>
                    <a:pt x="174723" y="334163"/>
                  </a:lnTo>
                  <a:lnTo>
                    <a:pt x="180040" y="333837"/>
                  </a:lnTo>
                  <a:lnTo>
                    <a:pt x="185344" y="333342"/>
                  </a:lnTo>
                  <a:lnTo>
                    <a:pt x="190630" y="332679"/>
                  </a:lnTo>
                  <a:lnTo>
                    <a:pt x="195892" y="331847"/>
                  </a:lnTo>
                  <a:lnTo>
                    <a:pt x="201124" y="330848"/>
                  </a:lnTo>
                  <a:lnTo>
                    <a:pt x="206322" y="329682"/>
                  </a:lnTo>
                  <a:lnTo>
                    <a:pt x="211481" y="328352"/>
                  </a:lnTo>
                  <a:lnTo>
                    <a:pt x="216594" y="326858"/>
                  </a:lnTo>
                  <a:lnTo>
                    <a:pt x="221657" y="325202"/>
                  </a:lnTo>
                  <a:lnTo>
                    <a:pt x="226665" y="323385"/>
                  </a:lnTo>
                  <a:lnTo>
                    <a:pt x="231612" y="321410"/>
                  </a:lnTo>
                  <a:lnTo>
                    <a:pt x="236494" y="319278"/>
                  </a:lnTo>
                  <a:lnTo>
                    <a:pt x="241306" y="316991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380988"/>
              <a:ext cx="74146" cy="149824"/>
            </a:xfrm>
            <a:custGeom>
              <a:avLst/>
              <a:pathLst>
                <a:path w="74146" h="149824">
                  <a:moveTo>
                    <a:pt x="74146" y="1498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380988"/>
              <a:ext cx="153144" cy="149824"/>
            </a:xfrm>
            <a:custGeom>
              <a:avLst/>
              <a:pathLst>
                <a:path w="153144" h="149824">
                  <a:moveTo>
                    <a:pt x="74146" y="149824"/>
                  </a:moveTo>
                  <a:lnTo>
                    <a:pt x="79089" y="147274"/>
                  </a:lnTo>
                  <a:lnTo>
                    <a:pt x="83944" y="144562"/>
                  </a:lnTo>
                  <a:lnTo>
                    <a:pt x="88707" y="141689"/>
                  </a:lnTo>
                  <a:lnTo>
                    <a:pt x="93371" y="138660"/>
                  </a:lnTo>
                  <a:lnTo>
                    <a:pt x="97932" y="135477"/>
                  </a:lnTo>
                  <a:lnTo>
                    <a:pt x="102385" y="132144"/>
                  </a:lnTo>
                  <a:lnTo>
                    <a:pt x="106724" y="128665"/>
                  </a:lnTo>
                  <a:lnTo>
                    <a:pt x="110946" y="125043"/>
                  </a:lnTo>
                  <a:lnTo>
                    <a:pt x="115044" y="121283"/>
                  </a:lnTo>
                  <a:lnTo>
                    <a:pt x="119015" y="117389"/>
                  </a:lnTo>
                  <a:lnTo>
                    <a:pt x="122854" y="113365"/>
                  </a:lnTo>
                  <a:lnTo>
                    <a:pt x="126558" y="109215"/>
                  </a:lnTo>
                  <a:lnTo>
                    <a:pt x="130121" y="104944"/>
                  </a:lnTo>
                  <a:lnTo>
                    <a:pt x="133540" y="100558"/>
                  </a:lnTo>
                  <a:lnTo>
                    <a:pt x="136811" y="96059"/>
                  </a:lnTo>
                  <a:lnTo>
                    <a:pt x="139931" y="91455"/>
                  </a:lnTo>
                  <a:lnTo>
                    <a:pt x="142896" y="86749"/>
                  </a:lnTo>
                  <a:lnTo>
                    <a:pt x="145703" y="81948"/>
                  </a:lnTo>
                  <a:lnTo>
                    <a:pt x="148348" y="77055"/>
                  </a:lnTo>
                  <a:lnTo>
                    <a:pt x="150830" y="72077"/>
                  </a:lnTo>
                  <a:lnTo>
                    <a:pt x="153144" y="67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167166" cy="234187"/>
            </a:xfrm>
            <a:custGeom>
              <a:avLst/>
              <a:pathLst>
                <a:path w="167166" h="234187">
                  <a:moveTo>
                    <a:pt x="153144" y="234187"/>
                  </a:moveTo>
                  <a:lnTo>
                    <a:pt x="155209" y="229255"/>
                  </a:lnTo>
                  <a:lnTo>
                    <a:pt x="157116" y="224259"/>
                  </a:lnTo>
                  <a:lnTo>
                    <a:pt x="158861" y="219205"/>
                  </a:lnTo>
                  <a:lnTo>
                    <a:pt x="160444" y="214097"/>
                  </a:lnTo>
                  <a:lnTo>
                    <a:pt x="161863" y="208942"/>
                  </a:lnTo>
                  <a:lnTo>
                    <a:pt x="163116" y="203743"/>
                  </a:lnTo>
                  <a:lnTo>
                    <a:pt x="164203" y="198508"/>
                  </a:lnTo>
                  <a:lnTo>
                    <a:pt x="165121" y="193240"/>
                  </a:lnTo>
                  <a:lnTo>
                    <a:pt x="165871" y="187945"/>
                  </a:lnTo>
                  <a:lnTo>
                    <a:pt x="166450" y="182629"/>
                  </a:lnTo>
                  <a:lnTo>
                    <a:pt x="166860" y="177298"/>
                  </a:lnTo>
                  <a:lnTo>
                    <a:pt x="167098" y="171956"/>
                  </a:lnTo>
                  <a:lnTo>
                    <a:pt x="167166" y="166609"/>
                  </a:lnTo>
                  <a:lnTo>
                    <a:pt x="167063" y="161263"/>
                  </a:lnTo>
                  <a:lnTo>
                    <a:pt x="166788" y="155922"/>
                  </a:lnTo>
                  <a:lnTo>
                    <a:pt x="166343" y="150594"/>
                  </a:lnTo>
                  <a:lnTo>
                    <a:pt x="165728" y="145282"/>
                  </a:lnTo>
                  <a:lnTo>
                    <a:pt x="164943" y="139993"/>
                  </a:lnTo>
                  <a:lnTo>
                    <a:pt x="163990" y="134731"/>
                  </a:lnTo>
                  <a:lnTo>
                    <a:pt x="162869" y="129503"/>
                  </a:lnTo>
                  <a:lnTo>
                    <a:pt x="161581" y="124313"/>
                  </a:lnTo>
                  <a:lnTo>
                    <a:pt x="160127" y="119167"/>
                  </a:lnTo>
                  <a:lnTo>
                    <a:pt x="158510" y="114070"/>
                  </a:lnTo>
                  <a:lnTo>
                    <a:pt x="156731" y="109027"/>
                  </a:lnTo>
                  <a:lnTo>
                    <a:pt x="154791" y="104044"/>
                  </a:lnTo>
                  <a:lnTo>
                    <a:pt x="152693" y="99126"/>
                  </a:lnTo>
                  <a:lnTo>
                    <a:pt x="150439" y="94277"/>
                  </a:lnTo>
                  <a:lnTo>
                    <a:pt x="148031" y="89503"/>
                  </a:lnTo>
                  <a:lnTo>
                    <a:pt x="145471" y="84808"/>
                  </a:lnTo>
                  <a:lnTo>
                    <a:pt x="142762" y="80197"/>
                  </a:lnTo>
                  <a:lnTo>
                    <a:pt x="139908" y="75676"/>
                  </a:lnTo>
                  <a:lnTo>
                    <a:pt x="136910" y="71248"/>
                  </a:lnTo>
                  <a:lnTo>
                    <a:pt x="133772" y="66918"/>
                  </a:lnTo>
                  <a:lnTo>
                    <a:pt x="130497" y="62691"/>
                  </a:lnTo>
                  <a:lnTo>
                    <a:pt x="127089" y="58570"/>
                  </a:lnTo>
                  <a:lnTo>
                    <a:pt x="123551" y="54561"/>
                  </a:lnTo>
                  <a:lnTo>
                    <a:pt x="119886" y="50667"/>
                  </a:lnTo>
                  <a:lnTo>
                    <a:pt x="116099" y="46892"/>
                  </a:lnTo>
                  <a:lnTo>
                    <a:pt x="112192" y="43241"/>
                  </a:lnTo>
                  <a:lnTo>
                    <a:pt x="108171" y="39716"/>
                  </a:lnTo>
                  <a:lnTo>
                    <a:pt x="104040" y="36321"/>
                  </a:lnTo>
                  <a:lnTo>
                    <a:pt x="99802" y="33061"/>
                  </a:lnTo>
                  <a:lnTo>
                    <a:pt x="95461" y="29937"/>
                  </a:lnTo>
                  <a:lnTo>
                    <a:pt x="91023" y="26954"/>
                  </a:lnTo>
                  <a:lnTo>
                    <a:pt x="86492" y="24115"/>
                  </a:lnTo>
                  <a:lnTo>
                    <a:pt x="81873" y="21422"/>
                  </a:lnTo>
                  <a:lnTo>
                    <a:pt x="77169" y="18877"/>
                  </a:lnTo>
                  <a:lnTo>
                    <a:pt x="72387" y="16485"/>
                  </a:lnTo>
                  <a:lnTo>
                    <a:pt x="67531" y="14247"/>
                  </a:lnTo>
                  <a:lnTo>
                    <a:pt x="62605" y="12165"/>
                  </a:lnTo>
                  <a:lnTo>
                    <a:pt x="57616" y="10242"/>
                  </a:lnTo>
                  <a:lnTo>
                    <a:pt x="52567" y="8480"/>
                  </a:lnTo>
                  <a:lnTo>
                    <a:pt x="47465" y="6880"/>
                  </a:lnTo>
                  <a:lnTo>
                    <a:pt x="42314" y="5444"/>
                  </a:lnTo>
                  <a:lnTo>
                    <a:pt x="37120" y="4173"/>
                  </a:lnTo>
                  <a:lnTo>
                    <a:pt x="31888" y="3069"/>
                  </a:lnTo>
                  <a:lnTo>
                    <a:pt x="26623" y="2133"/>
                  </a:lnTo>
                  <a:lnTo>
                    <a:pt x="21331" y="1366"/>
                  </a:lnTo>
                  <a:lnTo>
                    <a:pt x="16017" y="769"/>
                  </a:lnTo>
                  <a:lnTo>
                    <a:pt x="10687" y="342"/>
                  </a:lnTo>
                  <a:lnTo>
                    <a:pt x="534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751855" y="3707720"/>
              <a:ext cx="173892" cy="334328"/>
            </a:xfrm>
            <a:custGeom>
              <a:avLst/>
              <a:pathLst>
                <a:path w="173892" h="334328">
                  <a:moveTo>
                    <a:pt x="167156" y="0"/>
                  </a:moveTo>
                  <a:lnTo>
                    <a:pt x="161837" y="84"/>
                  </a:lnTo>
                  <a:lnTo>
                    <a:pt x="156525" y="338"/>
                  </a:lnTo>
                  <a:lnTo>
                    <a:pt x="151222" y="761"/>
                  </a:lnTo>
                  <a:lnTo>
                    <a:pt x="145937" y="1352"/>
                  </a:lnTo>
                  <a:lnTo>
                    <a:pt x="140672" y="2111"/>
                  </a:lnTo>
                  <a:lnTo>
                    <a:pt x="135434" y="3037"/>
                  </a:lnTo>
                  <a:lnTo>
                    <a:pt x="130229" y="4129"/>
                  </a:lnTo>
                  <a:lnTo>
                    <a:pt x="125061" y="5386"/>
                  </a:lnTo>
                  <a:lnTo>
                    <a:pt x="119935" y="6807"/>
                  </a:lnTo>
                  <a:lnTo>
                    <a:pt x="114858" y="8391"/>
                  </a:lnTo>
                  <a:lnTo>
                    <a:pt x="109833" y="10135"/>
                  </a:lnTo>
                  <a:lnTo>
                    <a:pt x="104866" y="12038"/>
                  </a:lnTo>
                  <a:lnTo>
                    <a:pt x="99962" y="14098"/>
                  </a:lnTo>
                  <a:lnTo>
                    <a:pt x="95127" y="16313"/>
                  </a:lnTo>
                  <a:lnTo>
                    <a:pt x="90364" y="18681"/>
                  </a:lnTo>
                  <a:lnTo>
                    <a:pt x="85679" y="21199"/>
                  </a:lnTo>
                  <a:lnTo>
                    <a:pt x="81076" y="23865"/>
                  </a:lnTo>
                  <a:lnTo>
                    <a:pt x="76561" y="26676"/>
                  </a:lnTo>
                  <a:lnTo>
                    <a:pt x="72137" y="29630"/>
                  </a:lnTo>
                  <a:lnTo>
                    <a:pt x="67810" y="32722"/>
                  </a:lnTo>
                  <a:lnTo>
                    <a:pt x="63583" y="35951"/>
                  </a:lnTo>
                  <a:lnTo>
                    <a:pt x="59461" y="39312"/>
                  </a:lnTo>
                  <a:lnTo>
                    <a:pt x="55448" y="42803"/>
                  </a:lnTo>
                  <a:lnTo>
                    <a:pt x="51548" y="46420"/>
                  </a:lnTo>
                  <a:lnTo>
                    <a:pt x="47765" y="50159"/>
                  </a:lnTo>
                  <a:lnTo>
                    <a:pt x="44103" y="54016"/>
                  </a:lnTo>
                  <a:lnTo>
                    <a:pt x="40566" y="57988"/>
                  </a:lnTo>
                  <a:lnTo>
                    <a:pt x="37156" y="62071"/>
                  </a:lnTo>
                  <a:lnTo>
                    <a:pt x="33879" y="66260"/>
                  </a:lnTo>
                  <a:lnTo>
                    <a:pt x="30736" y="70551"/>
                  </a:lnTo>
                  <a:lnTo>
                    <a:pt x="27731" y="74940"/>
                  </a:lnTo>
                  <a:lnTo>
                    <a:pt x="24868" y="79422"/>
                  </a:lnTo>
                  <a:lnTo>
                    <a:pt x="22148" y="83993"/>
                  </a:lnTo>
                  <a:lnTo>
                    <a:pt x="19576" y="88649"/>
                  </a:lnTo>
                  <a:lnTo>
                    <a:pt x="17152" y="93383"/>
                  </a:lnTo>
                  <a:lnTo>
                    <a:pt x="14881" y="98193"/>
                  </a:lnTo>
                  <a:lnTo>
                    <a:pt x="12764" y="103072"/>
                  </a:lnTo>
                  <a:lnTo>
                    <a:pt x="10803" y="108017"/>
                  </a:lnTo>
                  <a:lnTo>
                    <a:pt x="9000" y="113021"/>
                  </a:lnTo>
                  <a:lnTo>
                    <a:pt x="7358" y="118080"/>
                  </a:lnTo>
                  <a:lnTo>
                    <a:pt x="5877" y="123188"/>
                  </a:lnTo>
                  <a:lnTo>
                    <a:pt x="4559" y="128341"/>
                  </a:lnTo>
                  <a:lnTo>
                    <a:pt x="3406" y="133534"/>
                  </a:lnTo>
                  <a:lnTo>
                    <a:pt x="2419" y="138760"/>
                  </a:lnTo>
                  <a:lnTo>
                    <a:pt x="1599" y="144015"/>
                  </a:lnTo>
                  <a:lnTo>
                    <a:pt x="946" y="149294"/>
                  </a:lnTo>
                  <a:lnTo>
                    <a:pt x="462" y="154591"/>
                  </a:lnTo>
                  <a:lnTo>
                    <a:pt x="146" y="159900"/>
                  </a:lnTo>
                  <a:lnTo>
                    <a:pt x="0" y="165217"/>
                  </a:lnTo>
                  <a:lnTo>
                    <a:pt x="22" y="170536"/>
                  </a:lnTo>
                  <a:lnTo>
                    <a:pt x="214" y="175852"/>
                  </a:lnTo>
                  <a:lnTo>
                    <a:pt x="575" y="181158"/>
                  </a:lnTo>
                  <a:lnTo>
                    <a:pt x="1104" y="186451"/>
                  </a:lnTo>
                  <a:lnTo>
                    <a:pt x="1802" y="191724"/>
                  </a:lnTo>
                  <a:lnTo>
                    <a:pt x="2667" y="196972"/>
                  </a:lnTo>
                  <a:lnTo>
                    <a:pt x="3698" y="202190"/>
                  </a:lnTo>
                  <a:lnTo>
                    <a:pt x="4895" y="207372"/>
                  </a:lnTo>
                  <a:lnTo>
                    <a:pt x="6256" y="212514"/>
                  </a:lnTo>
                  <a:lnTo>
                    <a:pt x="7780" y="217610"/>
                  </a:lnTo>
                  <a:lnTo>
                    <a:pt x="9466" y="222654"/>
                  </a:lnTo>
                  <a:lnTo>
                    <a:pt x="11311" y="227643"/>
                  </a:lnTo>
                  <a:lnTo>
                    <a:pt x="13314" y="232570"/>
                  </a:lnTo>
                  <a:lnTo>
                    <a:pt x="15472" y="237432"/>
                  </a:lnTo>
                  <a:lnTo>
                    <a:pt x="17784" y="242222"/>
                  </a:lnTo>
                  <a:lnTo>
                    <a:pt x="20248" y="246936"/>
                  </a:lnTo>
                  <a:lnTo>
                    <a:pt x="22860" y="251569"/>
                  </a:lnTo>
                  <a:lnTo>
                    <a:pt x="25618" y="256117"/>
                  </a:lnTo>
                  <a:lnTo>
                    <a:pt x="28519" y="260575"/>
                  </a:lnTo>
                  <a:lnTo>
                    <a:pt x="31561" y="264938"/>
                  </a:lnTo>
                  <a:lnTo>
                    <a:pt x="34740" y="269202"/>
                  </a:lnTo>
                  <a:lnTo>
                    <a:pt x="38054" y="273363"/>
                  </a:lnTo>
                  <a:lnTo>
                    <a:pt x="41497" y="277417"/>
                  </a:lnTo>
                  <a:lnTo>
                    <a:pt x="45068" y="281358"/>
                  </a:lnTo>
                  <a:lnTo>
                    <a:pt x="48763" y="285185"/>
                  </a:lnTo>
                  <a:lnTo>
                    <a:pt x="52578" y="288891"/>
                  </a:lnTo>
                  <a:lnTo>
                    <a:pt x="56508" y="292475"/>
                  </a:lnTo>
                  <a:lnTo>
                    <a:pt x="60551" y="295932"/>
                  </a:lnTo>
                  <a:lnTo>
                    <a:pt x="64701" y="299258"/>
                  </a:lnTo>
                  <a:lnTo>
                    <a:pt x="68955" y="302450"/>
                  </a:lnTo>
                  <a:lnTo>
                    <a:pt x="73309" y="305506"/>
                  </a:lnTo>
                  <a:lnTo>
                    <a:pt x="77757" y="308422"/>
                  </a:lnTo>
                  <a:lnTo>
                    <a:pt x="82296" y="311194"/>
                  </a:lnTo>
                  <a:lnTo>
                    <a:pt x="86921" y="313821"/>
                  </a:lnTo>
                  <a:lnTo>
                    <a:pt x="91628" y="316299"/>
                  </a:lnTo>
                  <a:lnTo>
                    <a:pt x="96410" y="318627"/>
                  </a:lnTo>
                  <a:lnTo>
                    <a:pt x="101265" y="320801"/>
                  </a:lnTo>
                  <a:lnTo>
                    <a:pt x="106186" y="322819"/>
                  </a:lnTo>
                  <a:lnTo>
                    <a:pt x="111168" y="324680"/>
                  </a:lnTo>
                  <a:lnTo>
                    <a:pt x="116208" y="326381"/>
                  </a:lnTo>
                  <a:lnTo>
                    <a:pt x="121299" y="327922"/>
                  </a:lnTo>
                  <a:lnTo>
                    <a:pt x="126436" y="329299"/>
                  </a:lnTo>
                  <a:lnTo>
                    <a:pt x="131615" y="330513"/>
                  </a:lnTo>
                  <a:lnTo>
                    <a:pt x="136829" y="331561"/>
                  </a:lnTo>
                  <a:lnTo>
                    <a:pt x="142075" y="332442"/>
                  </a:lnTo>
                  <a:lnTo>
                    <a:pt x="147345" y="333156"/>
                  </a:lnTo>
                  <a:lnTo>
                    <a:pt x="152636" y="333703"/>
                  </a:lnTo>
                  <a:lnTo>
                    <a:pt x="157942" y="334080"/>
                  </a:lnTo>
                  <a:lnTo>
                    <a:pt x="163256" y="334289"/>
                  </a:lnTo>
                  <a:lnTo>
                    <a:pt x="168575" y="334328"/>
                  </a:lnTo>
                  <a:lnTo>
                    <a:pt x="173892" y="33419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13253"/>
              <a:ext cx="167166" cy="328666"/>
            </a:xfrm>
            <a:custGeom>
              <a:avLst/>
              <a:pathLst>
                <a:path w="167166" h="328666">
                  <a:moveTo>
                    <a:pt x="6736" y="328666"/>
                  </a:moveTo>
                  <a:lnTo>
                    <a:pt x="12068" y="328366"/>
                  </a:lnTo>
                  <a:lnTo>
                    <a:pt x="17388" y="327895"/>
                  </a:lnTo>
                  <a:lnTo>
                    <a:pt x="22690" y="327255"/>
                  </a:lnTo>
                  <a:lnTo>
                    <a:pt x="27968" y="326446"/>
                  </a:lnTo>
                  <a:lnTo>
                    <a:pt x="33218" y="325468"/>
                  </a:lnTo>
                  <a:lnTo>
                    <a:pt x="38434" y="324323"/>
                  </a:lnTo>
                  <a:lnTo>
                    <a:pt x="43611" y="323013"/>
                  </a:lnTo>
                  <a:lnTo>
                    <a:pt x="48744" y="321537"/>
                  </a:lnTo>
                  <a:lnTo>
                    <a:pt x="53826" y="319899"/>
                  </a:lnTo>
                  <a:lnTo>
                    <a:pt x="58854" y="318099"/>
                  </a:lnTo>
                  <a:lnTo>
                    <a:pt x="63822" y="316139"/>
                  </a:lnTo>
                  <a:lnTo>
                    <a:pt x="68724" y="314022"/>
                  </a:lnTo>
                  <a:lnTo>
                    <a:pt x="73557" y="311749"/>
                  </a:lnTo>
                  <a:lnTo>
                    <a:pt x="78314" y="309322"/>
                  </a:lnTo>
                  <a:lnTo>
                    <a:pt x="82992" y="306746"/>
                  </a:lnTo>
                  <a:lnTo>
                    <a:pt x="87584" y="304021"/>
                  </a:lnTo>
                  <a:lnTo>
                    <a:pt x="92088" y="301150"/>
                  </a:lnTo>
                  <a:lnTo>
                    <a:pt x="96497" y="298138"/>
                  </a:lnTo>
                  <a:lnTo>
                    <a:pt x="100808" y="294986"/>
                  </a:lnTo>
                  <a:lnTo>
                    <a:pt x="105016" y="291698"/>
                  </a:lnTo>
                  <a:lnTo>
                    <a:pt x="109117" y="288277"/>
                  </a:lnTo>
                  <a:lnTo>
                    <a:pt x="113106" y="284727"/>
                  </a:lnTo>
                  <a:lnTo>
                    <a:pt x="116980" y="281051"/>
                  </a:lnTo>
                  <a:lnTo>
                    <a:pt x="120735" y="277254"/>
                  </a:lnTo>
                  <a:lnTo>
                    <a:pt x="124367" y="273338"/>
                  </a:lnTo>
                  <a:lnTo>
                    <a:pt x="127871" y="269309"/>
                  </a:lnTo>
                  <a:lnTo>
                    <a:pt x="131245" y="265170"/>
                  </a:lnTo>
                  <a:lnTo>
                    <a:pt x="134485" y="260924"/>
                  </a:lnTo>
                  <a:lnTo>
                    <a:pt x="137588" y="256578"/>
                  </a:lnTo>
                  <a:lnTo>
                    <a:pt x="140551" y="252135"/>
                  </a:lnTo>
                  <a:lnTo>
                    <a:pt x="143370" y="247599"/>
                  </a:lnTo>
                  <a:lnTo>
                    <a:pt x="146042" y="242976"/>
                  </a:lnTo>
                  <a:lnTo>
                    <a:pt x="148566" y="238270"/>
                  </a:lnTo>
                  <a:lnTo>
                    <a:pt x="150938" y="233485"/>
                  </a:lnTo>
                  <a:lnTo>
                    <a:pt x="153156" y="228627"/>
                  </a:lnTo>
                  <a:lnTo>
                    <a:pt x="155218" y="223701"/>
                  </a:lnTo>
                  <a:lnTo>
                    <a:pt x="157121" y="218711"/>
                  </a:lnTo>
                  <a:lnTo>
                    <a:pt x="158864" y="213663"/>
                  </a:lnTo>
                  <a:lnTo>
                    <a:pt x="160445" y="208562"/>
                  </a:lnTo>
                  <a:lnTo>
                    <a:pt x="161862" y="203414"/>
                  </a:lnTo>
                  <a:lnTo>
                    <a:pt x="163114" y="198222"/>
                  </a:lnTo>
                  <a:lnTo>
                    <a:pt x="164199" y="192993"/>
                  </a:lnTo>
                  <a:lnTo>
                    <a:pt x="165117" y="187733"/>
                  </a:lnTo>
                  <a:lnTo>
                    <a:pt x="165867" y="182445"/>
                  </a:lnTo>
                  <a:lnTo>
                    <a:pt x="166447" y="177136"/>
                  </a:lnTo>
                  <a:lnTo>
                    <a:pt x="166857" y="171812"/>
                  </a:lnTo>
                  <a:lnTo>
                    <a:pt x="167097" y="166477"/>
                  </a:lnTo>
                  <a:lnTo>
                    <a:pt x="167166" y="161137"/>
                  </a:lnTo>
                  <a:lnTo>
                    <a:pt x="167065" y="155798"/>
                  </a:lnTo>
                  <a:lnTo>
                    <a:pt x="166793" y="150465"/>
                  </a:lnTo>
                  <a:lnTo>
                    <a:pt x="166351" y="145143"/>
                  </a:lnTo>
                  <a:lnTo>
                    <a:pt x="165740" y="139837"/>
                  </a:lnTo>
                  <a:lnTo>
                    <a:pt x="164959" y="134555"/>
                  </a:lnTo>
                  <a:lnTo>
                    <a:pt x="164010" y="129299"/>
                  </a:lnTo>
                  <a:lnTo>
                    <a:pt x="162893" y="124077"/>
                  </a:lnTo>
                  <a:lnTo>
                    <a:pt x="161611" y="118893"/>
                  </a:lnTo>
                  <a:lnTo>
                    <a:pt x="160163" y="113753"/>
                  </a:lnTo>
                  <a:lnTo>
                    <a:pt x="158552" y="108661"/>
                  </a:lnTo>
                  <a:lnTo>
                    <a:pt x="156779" y="103624"/>
                  </a:lnTo>
                  <a:lnTo>
                    <a:pt x="154846" y="98646"/>
                  </a:lnTo>
                  <a:lnTo>
                    <a:pt x="152755" y="93732"/>
                  </a:lnTo>
                  <a:lnTo>
                    <a:pt x="150508" y="88887"/>
                  </a:lnTo>
                  <a:lnTo>
                    <a:pt x="148108" y="84117"/>
                  </a:lnTo>
                  <a:lnTo>
                    <a:pt x="145556" y="79426"/>
                  </a:lnTo>
                  <a:lnTo>
                    <a:pt x="142856" y="74818"/>
                  </a:lnTo>
                  <a:lnTo>
                    <a:pt x="140010" y="70299"/>
                  </a:lnTo>
                  <a:lnTo>
                    <a:pt x="137021" y="65874"/>
                  </a:lnTo>
                  <a:lnTo>
                    <a:pt x="133892" y="61546"/>
                  </a:lnTo>
                  <a:lnTo>
                    <a:pt x="130627" y="57320"/>
                  </a:lnTo>
                  <a:lnTo>
                    <a:pt x="127228" y="53201"/>
                  </a:lnTo>
                  <a:lnTo>
                    <a:pt x="123700" y="49193"/>
                  </a:lnTo>
                  <a:lnTo>
                    <a:pt x="120045" y="45299"/>
                  </a:lnTo>
                  <a:lnTo>
                    <a:pt x="116268" y="41524"/>
                  </a:lnTo>
                  <a:lnTo>
                    <a:pt x="112372" y="37871"/>
                  </a:lnTo>
                  <a:lnTo>
                    <a:pt x="108362" y="34345"/>
                  </a:lnTo>
                  <a:lnTo>
                    <a:pt x="104241" y="30949"/>
                  </a:lnTo>
                  <a:lnTo>
                    <a:pt x="100013" y="27686"/>
                  </a:lnTo>
                  <a:lnTo>
                    <a:pt x="95683" y="24559"/>
                  </a:lnTo>
                  <a:lnTo>
                    <a:pt x="91256" y="21573"/>
                  </a:lnTo>
                  <a:lnTo>
                    <a:pt x="86736" y="18730"/>
                  </a:lnTo>
                  <a:lnTo>
                    <a:pt x="82127" y="16032"/>
                  </a:lnTo>
                  <a:lnTo>
                    <a:pt x="77434" y="13483"/>
                  </a:lnTo>
                  <a:lnTo>
                    <a:pt x="72663" y="11085"/>
                  </a:lnTo>
                  <a:lnTo>
                    <a:pt x="67817" y="8841"/>
                  </a:lnTo>
                  <a:lnTo>
                    <a:pt x="62902" y="6753"/>
                  </a:lnTo>
                  <a:lnTo>
                    <a:pt x="57922" y="4823"/>
                  </a:lnTo>
                  <a:lnTo>
                    <a:pt x="52884" y="3053"/>
                  </a:lnTo>
                  <a:lnTo>
                    <a:pt x="47792" y="1444"/>
                  </a:lnTo>
                  <a:lnTo>
                    <a:pt x="42651" y="0"/>
                  </a:lnTo>
                  <a:lnTo>
                    <a:pt x="0" y="1616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42651" cy="167167"/>
            </a:xfrm>
            <a:custGeom>
              <a:avLst/>
              <a:pathLst>
                <a:path w="42651" h="167167">
                  <a:moveTo>
                    <a:pt x="42651" y="5532"/>
                  </a:moveTo>
                  <a:lnTo>
                    <a:pt x="36666" y="4070"/>
                  </a:lnTo>
                  <a:lnTo>
                    <a:pt x="30631" y="2830"/>
                  </a:lnTo>
                  <a:lnTo>
                    <a:pt x="24555" y="1813"/>
                  </a:lnTo>
                  <a:lnTo>
                    <a:pt x="18445" y="1020"/>
                  </a:lnTo>
                  <a:lnTo>
                    <a:pt x="12311" y="453"/>
                  </a:lnTo>
                  <a:lnTo>
                    <a:pt x="6159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tx81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2025-06-05T22:55:06Z</dcterms:modified>
  <cp:category/>
</cp:coreProperties>
</file>